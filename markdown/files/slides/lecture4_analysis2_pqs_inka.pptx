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455" r:id="rId3"/>
    <p:sldId id="391" r:id="rId4"/>
    <p:sldId id="456" r:id="rId5"/>
    <p:sldId id="459" r:id="rId6"/>
    <p:sldId id="429" r:id="rId7"/>
    <p:sldId id="300" r:id="rId8"/>
    <p:sldId id="416" r:id="rId9"/>
    <p:sldId id="446" r:id="rId10"/>
    <p:sldId id="457" r:id="rId11"/>
    <p:sldId id="458" r:id="rId12"/>
    <p:sldId id="447" r:id="rId13"/>
    <p:sldId id="461" r:id="rId14"/>
    <p:sldId id="402" r:id="rId15"/>
    <p:sldId id="460" r:id="rId16"/>
    <p:sldId id="406" r:id="rId17"/>
    <p:sldId id="409" r:id="rId18"/>
    <p:sldId id="267" r:id="rId19"/>
    <p:sldId id="412" r:id="rId20"/>
    <p:sldId id="413" r:id="rId21"/>
    <p:sldId id="414" r:id="rId22"/>
    <p:sldId id="415" r:id="rId23"/>
    <p:sldId id="417" r:id="rId24"/>
    <p:sldId id="454" r:id="rId25"/>
    <p:sldId id="421" r:id="rId26"/>
    <p:sldId id="418" r:id="rId27"/>
    <p:sldId id="423" r:id="rId28"/>
    <p:sldId id="424" r:id="rId29"/>
  </p:sldIdLst>
  <p:sldSz cx="12192000" cy="6858000"/>
  <p:notesSz cx="6858000" cy="9144000"/>
  <p:embeddedFontLst>
    <p:embeddedFont>
      <p:font typeface="Cambria Math" panose="02040503050406030204" pitchFamily="18"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19:33:16.914"/>
    </inkml:context>
    <inkml:brush xml:id="br0">
      <inkml:brushProperty name="width" value="0.05292" units="cm"/>
      <inkml:brushProperty name="height" value="0.05292" units="cm"/>
      <inkml:brushProperty name="color" value="#FF0000"/>
    </inkml:brush>
  </inkml:definitions>
  <inkml:trace contextRef="#ctx0" brushRef="#br0">26168 6412 0,'0'0'0,"0"0"0,0 0 0,0 0 0,0 0 15,0 0-15,0 0 16,0 0 0,0 0-1,0 0 1,0 0-16,26 0 16,59-8-1,35-1-15,-27 1 0,18 8 16,69-9-1,-10 9 1,35 17 0,60 17-16,42 9 15,0-1-15,60 9 16,17 0 0,-85-25-1,128 8-15,111 9 16,-129-9-1</inkml:trace>
  <inkml:trace contextRef="#ctx0" brushRef="#br0" timeOffset="34550.73">11966 7475 0,'0'0'0,"0"0"0,0 0 0,9-8 0,16-1 0,18 1 0,8-1 16,0 1-1,9-1 1,25 1-1,35-9-15,33-9 16,1 1-16,51-1 0,17 9 16,-9 9-1,9 8 1,0 8 0,8 1-1,18 16-15,17-8 16,25 0-16,17 0 15,26 0-15,-26 0 32,9 0-32,17 0 15,-17-17-15,42 17 16</inkml:trace>
  <inkml:trace contextRef="#ctx0" brushRef="#br0" timeOffset="46019.58">16797 8555 0,'0'0'0,"0"0"16,0 0-16,0 0 15,8 0-15,9-8 0,-8-1 32,8 1-17,43-1-15,34-8 16,34 0 0,-9 0-16,1 9 15,16-1-15,26-8 16,-8 9-1,8-1 1,52-8-16,-1 9 16,9 8-1,0 8-15,17 1 16,0-1 0,0-8-16,25-8 15,-25 8 1,26 8-16,-18 1 15,18-1 1,17 9-16,-1-8 16,9 8-16,-8-9 15,25-8 1,-25 9 0,34-9-16,0 17 15,16-9 1,-7 1-16,-35-9 15,68-9 1,1 1-16,-18-9 16,26 0-1,-17 17-15,0 8 0,-9 1 32,-50-1-32,42 9 15,-9 0-15,9-8 16,-35-1-1,-16-8-15,17-17 16,-26 0 0,60-8-16</inkml:trace>
  <inkml:trace contextRef="#ctx0" brushRef="#br0" timeOffset="57663.35">13127 9508 0,'0'0'0,"0"0"0,0-9 15,8 9 1,-8 0-16,9 0 16,8-8-1,0-1-15,17 9 0,17 0 16,26-8-16,17 8 15,34 0 1,26 8 0,25 1-1,51-9-15,52 8 0,17 1 32,51-9-17,25-9-15,-8 1 16,34-1-1,35 1-15,7 8 16,44 8 0,42 9-16,34-8 15,-153-1 1</inkml:trace>
  <inkml:trace contextRef="#ctx0" brushRef="#br0" timeOffset="70213.86">20390 9729 0,'0'0'0,"9"9"0,67 16 0,112 1 16,77-35 0,33-33-1,-7-9-15,50-17 16</inkml:trace>
  <inkml:trace contextRef="#ctx0" brushRef="#br0" timeOffset="105195.74">4028 7586 0,'0'0'0,"0"0"0,0-9 0,9 1 0,-9-1 0,-9 1 15,1-1-15,-18-8 16,-33 17 0,-35 9-16,-17 33 0,0 18 15,8 0-15,10 8 16,-1 8 15,8 1-31,18-26 16,17-9-16,17-16 15,17 8 1,8 0-16,9 8 0,26-8 31,16 9-15,27 8-16,16 8 16,9 1-1,-9-1-15,-17-8 16,-8 17-1,-17-8-15,-18 0 16,-16-1 0,-18-8-16,-25 17 15,-25 0 1,-27-8-16,-33-9 16,16-17-1,35-17-15,17-9 16,17 1-1,17-9-15,8 0 16,9 0 0,9 0-16,25 8 15,17 1 1,9-1-16,-26 1 16,-9 8-1,-7 8-15,-18 35 16,-26 42-1,-25 51-15,-18 9 16,10-9 0,25-26-16,68-25 15,111-8 1,154-60-16,187-68 16,-68-9-1</inkml:trace>
  <inkml:trace contextRef="#ctx0" brushRef="#br0" timeOffset="113711.98">14117 11336 0,'0'0'0,"34"0"0,68 9 16,95-9 0,84-26-1,69-8 1,34-17-16,69-25 16,59 8-1,8 0-15,-110 17 16</inkml:trace>
  <inkml:trace contextRef="#ctx0" brushRef="#br0" timeOffset="145321.74">28814 3351 0,'0'0'0,"-9"8"0,9 35 15,-8 8-15,-1 17 16,-8 34-16,-8 25 16,-9 18-16,-9 0 15,0-1 1,1 9-1,-10 0 1,10-51-16,25-42 16,0-26-16,-1-17 15,10-17-15,8-60 16,8-59 0,-16-153-16</inkml:trace>
  <inkml:trace contextRef="#ctx0" brushRef="#br0" timeOffset="145568.93">28413 3938 0,'0'0'0,"-9"8"0,-25 43 16,-9 26-16,9 16 31,9 1-31,16 8 16,26 0-1,34 8 1,35-25-16,50-25 16,27-43-1,16-43-15,0-42 16,111-68 0</inkml:trace>
  <inkml:trace contextRef="#ctx0" brushRef="#br0" timeOffset="159460.87">14194 12689 0,'0'0'0,"0"0"0,0 0 16,8-9-16,43 1 16,94-9-1,103 17-15,119 17 16,205 25 0,204 9-16,-33 51 15,-333-8-15</inkml:trace>
  <inkml:trace contextRef="#ctx0" brushRef="#br0" timeOffset="-144013.62">25144 13088 0,'0'0'16,"0"0"-16,0 0 15,0 0-15,0 0 16,0 0 0,0 0-16,0 0 15,0-8-15,8-1 16,1 1-1,0-35-15,-18-84 16,9-35 0,9 35-1,-18-43-15,-8-9 16,0 51-16,8 18 16,-8 8-1,0 8 1,0 26-16,9 26 15,8 16-15,0 9 16,0 17 0,0 0-1,-9 9-15,-17 25 16,-16 25 0,-1 18-16,0 16 15,-8 1-15,0-18 16,17-8-1,8-25-15,9-18 16,9-16 0,-1-1-16,9-8 15,0-34 1,17-59 0,26-35-16,17-25 15,-1 9 1,10 33-16,-1 35 15,-25 33-15,-18 26 16,1 17 0,-9 17-1,17 43-15,17 42 16,9 8 0,25 1-16,35-43 15,-60-51 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19:36:42.169"/>
    </inkml:context>
    <inkml:brush xml:id="br0">
      <inkml:brushProperty name="width" value="0.05292" units="cm"/>
      <inkml:brushProperty name="height" value="0.05292" units="cm"/>
      <inkml:brushProperty name="color" value="#FF0000"/>
    </inkml:brush>
  </inkml:definitions>
  <inkml:trace contextRef="#ctx0" brushRef="#br0">6965 6115 0,'0'0'0,"0"0"0,0 0 0,0 0 0,0 0 31,0 0-31,8 0 0,18 0 31,-1 8-31,26-8 16,52 0-16,51 0 15,-18 0 1,60 0-16,60 9 16,0-1-1,9-8-15,68 9 16,8-18-16,9 9 15</inkml:trace>
  <inkml:trace contextRef="#ctx0" brushRef="#br0" timeOffset="7150.59">12709 7646 0,'0'0'0,"0"0"0,0 0 16,0 0-16,0 17 15,8 0 1,1 0-1,-1 8-15,1 1 16,-9-18-16,0 9 16,0 0-1,0 0 1,0 0-16,0-8 16,0-1-1,0 1-15,0-1 16,0 1-1,0-9-15,0 0 16,0 0-16,0 8 16,0 9-1,17 0 1,0 0-16,25 0 16,18 9-1,9-1 1,24-8-16,10 0 15,-1 0 1,18 0-16,-1 0 16,-8 0-1,9 9-15,-1 8 16,9-9 0,34 9-16,26-8 15,0-9-15,42-9 0,1-16 31,-9-9-15,0 0-16,-1-9 16,10 9-1,42 0-15,0-8 0,0 8 32,9 0-32,8 8 15,0 9-15,-25 9 16,-26 8-1,-17 8-15,-9 1 16,-17 8-16,-50-9 31,-27-8-31,1 0 16,-44-8 0,-24-1-16,-27 1 15,1-1-15,-18 1 16,1-9-1,-1 0 1,-8-17-16,17-34 16,1-43-1,-10 43-15</inkml:trace>
  <inkml:trace contextRef="#ctx0" brushRef="#br0" timeOffset="11980.59">13605 9482 0,'0'0'0,"0"0"0,0 0 16,-9 0-16,9 0 15,-8 0 1,8 0-16,-9 0 15,1 9 1,-1 8-16,-8 17 16,0 26-1,0 8-15,0 8 16,-9 1 0,1-1-16,-1 18 15,-8 8 1,17-17-16,0-26 15,17-16 1,0-18-16,0 1 16,17-18-1,0 1-15,0-1 16,34-16 0,26-1-16,8-8 15,-8 9 1,17-1-16,42-16 15,27-1-15,-1 9 16,17 0 0,9 9-16,-9 8 15,17 8 1,9 18 0,-26-1-16,52-8 15,8-8-15,17-9 16,0-17-1,0-9-15,0 1 32,9-9-32,-1 8 15,-8 1-15,9 8 16,17 0 0,8-9-16,-9 1 15,1 8 1,8 0-1,-8-9-15,8 9 16,0 0 0,-17 0-16,0 0 0,-16 9 15,-10 8 1,-17 17 0,-8 0-1,-34 8-15,-9-8 16,-25 0-16,-43-8 15,-26-1 1,-33 1 0,-18-1-16,-9 1 15,-8-9 1,-8-9-16,-1 1 16,1-9-16,-1-26 15,-16-33-15,-9-26 16,8 51-1</inkml:trace>
  <inkml:trace contextRef="#ctx0" brushRef="#br0" timeOffset="24482.59">20168 6668 0,'0'0'0,"0"0"0,-8 0 0,-18 17 15,-68 34-15,-43 17 32,-16 8-32,-1 18 15,-51-1 1,60-25-16,86-25 15,-1-1 1,0-16-16,17-18 16,26-16-1,17-1-15,0 1 16,0-18-16,9 1 16,-1 8-1,1 0 1,-9 8-16,0 1 15,0-1 1,0 9-16,0 0 16,-9 0-1,-16 17-15,-43 43 16,-26 25-16,25-17 16,52-17-16,60 8 15,119-8 1,137-59-16,76-43 15</inkml:trace>
  <inkml:trace contextRef="#ctx0" brushRef="#br0" timeOffset="30095.15">3380 11115 0,'0'0'0,"0"0"0,0 0 16,25-17-16,35-25 15,26-18 1,24-25 0,1-25-16,-17-26 15,34 0 1,9 16-16,-9 18 15,-43 17 1,-8 26-16,8-1 0,-33 18 16,-18 16-1,-17 9-15,-9 0 16,-16-8 0,-18 8-1,1 17-15,-27 0 16,-7 0-1,7 8-15,10 1 16,8-1 0,17 1-1,0-9-15,8 0 0,9 0 16,0 0-16,9 0 31,8-9-31,17 9 0,8 0 31,27 0-15,-1 0-16,-8 17 0,-18 0 16,-7 9-16,-10 33 31,-25 60-31,-43 43 16,-8-17-1,26-86 1</inkml:trace>
  <inkml:trace contextRef="#ctx0" brushRef="#br0" timeOffset="37924.44">25067 9270 0,'0'0'0,"0"0"0,0 0 15,0 0-15,-17 0 16,-43 0 0,-93 0-1,8 17-15,8 0 16,-93 17-1,50 0-15,52 0 16,-59 0-16,24-9 0,70-16 31,-1-9-15,42 0-16</inkml:trace>
  <inkml:trace contextRef="#ctx0" brushRef="#br0" timeOffset="38221.3">23420 9108 0,'0'0'0,"0"0"0,0 0 31,0 9-31,0 8 16,-9 8-1,1 9-15,-26 17 16,-18 0-1,-7 9-15,8-9 16,16-9-16,18-16 16,17-1-1,26 1 1,42 0-16,103 8 16,170 25-1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19:43:18.773"/>
    </inkml:context>
    <inkml:brush xml:id="br0">
      <inkml:brushProperty name="width" value="0.05292" units="cm"/>
      <inkml:brushProperty name="height" value="0.05292" units="cm"/>
      <inkml:brushProperty name="color" value="#FF0000"/>
    </inkml:brush>
  </inkml:definitions>
  <inkml:trace contextRef="#ctx0" brushRef="#br0">24427 4975 0,'0'0'0,"-9"0"0,-8 17 0,-8 0 15,-1 9 1,1 8 0,-27 8-16,-16 1 0,-9-1 15,18 9 1,7 9 0,1-18-16,17-8 15,17-17-15,0 0 31,17-8-31,8-1 16,9 1 0,35-1-16,42 9 15,25 0 1,-8 9-16,-43-9 16,35 8-16,16-8 15,-68-8-15</inkml:trace>
  <inkml:trace contextRef="#ctx0" brushRef="#br0" timeOffset="366.55">23966 5902 0,'0'0'0,"0"0"0,0 0 15,26 0 1,33 9 0,61-1-1,-9-8-15,-17 0 16,-43 0-1</inkml:trace>
  <inkml:trace contextRef="#ctx0" brushRef="#br0" timeOffset="9770.18">23966 11923 0,'0'0'0,"0"0"0,0 0 16,0 0-1,0 0-15,0 0 16,9-8 0,33-1-16,10 1 15,50-1-15,9-8 16,-9 17 0,9 0-16,-25 0 0,-27 0 31,-16 0-16,-17 9-15,-18-9 16,1 17-16,-35 8 0,-25 26 16,-26 26-1,-25-1-15,-18 1 16,1-18 0,25-8-16,51-17 31,18-8-16,7-18-15,18 1 16</inkml:trace>
  <inkml:trace contextRef="#ctx0" brushRef="#br0" timeOffset="10149.03">24034 13037 0,'0'0'0,"0"0"0,0 0 16,0 0-1,-8 0 1,8 0-16,-9-8 16,9 8-16,0-9 15,34 1 1,77-1-16,111 1 15,77 8 1,68 8 0</inkml:trace>
  <inkml:trace contextRef="#ctx0" brushRef="#br0" timeOffset="18584.59">28345 8555 0,'0'0'0,"0"0"0,0 0 16,0 0-16,0 0 16,0 0-1,17 0-15,8 0 16,18-8-16,59-9 31,1-9-31,-44 1 16,35-9-16,17-9 0,-17 9 15,0 0 1,-26 17 0,-8 0-1,-17-8-15,-26 16 16</inkml:trace>
  <inkml:trace contextRef="#ctx0" brushRef="#br0" timeOffset="18837.59">28447 9006 0,'0'0'0,"0"0"0,0 0 15,0 0 1,0 0-16,9 0 16,59 0-1,26-17-15,25-8 16,52-18 0,8-8-16,120-17 15</inkml:trace>
  <inkml:trace contextRef="#ctx0" brushRef="#br0" timeOffset="19778.29">29924 8054 0,'0'0'0,"0"0"0,0 0 16,0 0-1,0 0-15,8 0 16,26 17 0,17 0-16,35 17 15,8-9 1,-18 1-1,-24-1-15,-10-8 16,10 0 0,-10 9-16,1-1 15,-17 1 1,-1-1-16,1 1 16,-9-1-1,-9 1-15,9-9 16,0 8-1,1-8-15,7 0 16,26-8-16,18-9 16,-10-9-1,18-16 1,17-9-16,-9 0 16,-8 0-16,0 0 15,0 8 1,-26-8-1,-17 9-15,-8 8 16,-18 8-16</inkml:trace>
  <inkml:trace contextRef="#ctx0" brushRef="#br0" timeOffset="20213.93">29924 8709 0,'0'0'0,"0"0"0,0 0 16</inkml:trace>
  <inkml:trace contextRef="#ctx0" brushRef="#br0" timeOffset="21208.5">29949 8479 0,'0'0'0,"0"0"0,0 0 15,0 0-15,0 0 16,0 0-1,0 0-15,0 0 16,0 0 0,0 0-16,0-9 15,9 1 1,-1-1-16,9 1 16,0-18-1,9 1 1,0-1-16,8 1 15,0-1 1,26 9-16,8 9 16,-17 8-1,0 0-15,9 8 16,0 9 0,0 0-16,-18 9 15,-8-9 1,0 17-16,1 0 15,-1 0 1,17 8-16,-8 1 16,-1-17-16,-16-1 15,0-8 1,8 0 0,8-8-16,10-1 15,16-16-15,34-18 16,9-25-1,-25-9 1,-35 1-16,-9-9 16,10 8-1,-10 1-15,1 16 16,-17 26 0,-9 9-16</inkml:trace>
  <inkml:trace contextRef="#ctx0" brushRef="#br0" timeOffset="21912.25">29924 8828 0,'0'0'0,"0"0"0,0 0 0,0 0 16,17 0-16,0 0 15,25-9 1,10 1-16,16-9 16,34 0-1,-33 0-15,-10 8 16,27 9 0,8 0-16,-9 9 15,9 8 1,-26 17-16,-17 0 15,-8-9 1,-17 9-16,-1 0 16,-8 0-1,-8 9-15,-1-18 16,9 1-16,17 8 16,35-9-1,50-16 1,1-26-16,-26-26 15,25-25 1,18-17-16,8 0 16,136-51-16</inkml:trace>
  <inkml:trace contextRef="#ctx0" brushRef="#br0" timeOffset="39512.56">3371 8845 0,'0'0'0,"0"0"0,17-9 31,18-8-31,7-17 16,-8-25 0,18-35-16,-1-42 15,-9 0 1,18-9-16,8-16 16,1 8-16,8 25 15,8-16 1,-8-1-1,-18 34-15,-7 35 0,-10 25 16,1 8 0,8 9-1,0 17-15,9 17 16,8 9 0,26 25-16,43 25 15,34 26 1,8-8-16,34-9 15,1-17-15,7-17 16,44-9 0,0-16-16,-9-9 31,-34 0-31,8-9 16,-34 9-1,-76 0-15,-18 9 16,-8-1-1,-17 1-15,-26 0 16,-8-1 0,-18 1-16,-7-1 0,-10 1 15,1 16 1,-1 60 0,-8 94-16,-8 50 15,-1 60 1,9 69-1,9-78-15,-18 18 16</inkml:trace>
  <inkml:trace contextRef="#ctx0" brushRef="#br0" timeOffset="45282.16">14236 7305 0,'0'0'0,"0"0"0,9 9 16,-1 8 0,-8 0-16,0 25 15,-8 18 1,-1-1-16,9 1 0,0 8 15,0 9 1,0-9-16,0-9 16,9 1-1,-1-18 1,1-8 0,-1-8-16,10-1 15,-1-8-15,17-8 31,25-1-31,44-8 16,16-8-16,1-9 16,8-9-16,26 1 15,16 8 1,1 8 0,25 1-16,18 8 15,-1 0 1,9 17-16,-9 8 15,-8 1-15,-17-1 16,-26 1-16,-25-1 16,-9-8-1,-17-8 1,-26-18 0,-34 1-16,0-9 15,1-9 1,-1-16-16,-9-26 0,1-17 31,-9-26-15,-17 52-16</inkml:trace>
  <inkml:trace contextRef="#ctx0" brushRef="#br0" timeOffset="81329.44">14492 7110 0,'0'0'0,"0"8"0,0 18 0,-8 127 0,-1-85 0,9 17 16,0 0-16,-8-17 15,-1-8 1,1-1-16,8 1 16,-9-1-16,9-8 15,0-8 1,0-18 0,9 1-16,8-18 15,25 1 1,44-18-16,25-8 15,17-17-15,17-8 32,26-9-32,8 17 15,-34 17-15,26 0 16,16 0-16,-7 17 16,16 17-1,0 17 1,-34 0-16,9 8 15,-26 9-15,-25-17 16,-27 9 0,-7-1-1,-1 1-15,-17-18 16,-8-16 0,-17-1-16,0-16 15,-9-9 1,8-17-1,1-34-15,0-26 0,-1-67 32,1-27-32,-9-7 15,0-1 1,9 9-16,34-127 16</inkml:trace>
  <inkml:trace contextRef="#ctx0" brushRef="#br0" timeOffset="82721.37">3585 9176 0,'0'0'0,"0"0"0,-9-17 16,9-17-16,0-25 15,0-35 1,9-25-1,8-34-15,17-43 16,0 18 0,9-1-16,-1 9 15,27 26-15,7 16 16,-7 43 0,-1 8-1,-8 26-15,8 17 16,43 26-1,26 25-15,-9 25 16,42 18-16,27 17 16,-27-9-16,27-9 15,-1-16 1,-25-9 0,51-34-1,16-17-15,10-26 0,-9-16 16,-26-18-1,1 9 1,-35 17-16,-51 17 31,9 17-31,-18 8 16,-42 9-16,-26 9 0,-8 8 31,-18 0-31,1 0 16,0 8-1,-9 9 1,-9 18-16,1 33 0,-18 59 16,-25 77-16,-17 51 15,0 9 1,25-17-16,17-77 16,18-136 15</inkml:trace>
  <inkml:trace contextRef="#ctx0" brushRef="#br0" timeOffset="85745.88">10856 10818 0,'0'0'16,"0"0"-16,0 0 0,0 0 16,0 0-1,0 0-15,-8 17 16,-1 42-1,1 52-15,-1 16 16,9-25 0,0-17-16,9 0 15,-1-25 1,9 0-16,-8-18 16,8-16-1,-8-9-15</inkml:trace>
  <inkml:trace contextRef="#ctx0" brushRef="#br0" timeOffset="86056.76">10396 10852 0,'0'0'0,"0"0"0,0 0 16,0 0-1,0 0-15</inkml:trace>
  <inkml:trace contextRef="#ctx0" brushRef="#br0" timeOffset="86651.67">10780 10996 0,'0'0'0,"0"0"0,0 0 0,0 0 16,0 0-1,0 0-15,0 0 16,0 0 0,0 0-1,0-8-15,0-1 16,17-16-16,8-9 16,27-34-1,-1-9-15,-9-8 16,1 0-1,-17 9-15,-1 25 16,-8 16 0,-8 10-1,-1 8-15,1 17 16,-9 0-16,17 8 16,0 35-1,9 8 1,-9 17-16,8 0 15,1 0 1,-9-17-16,0-34 16</inkml:trace>
  <inkml:trace contextRef="#ctx0" brushRef="#br0" timeOffset="97317.76">16225 10316 0,'0'0'0,"-9"0"0,1 0 0,-1 0 31,1 0-31,-1 0 16,1 0-16,-18 8 15,1 9 1,-18 0-16,-17 17 16,9 0-1,-9 18 1,0 16-16,-8 8 15,8-8 1,9 9-16,0-1 16,0 1-1,8 8-15,9 0 16,17-17 0,0 0-16,17 8 15,0-8-15,17-8 16,0 0-1,17-1 1,0-8-16,17 9 16,1-1-1,-1-16-15,9-9 16,8-9 0,9 1-16,8-18 15,9-8-15,-9-8 16,-25-18-1,0-8 1,8-25-16,9-26 0,-9-9 31,-25-8-31,-1-17 16,-7-9 0,-18 9-16,-26 17 15,-8 17-15,-17 0 16,-34 9-1,-43 8 1,-43 25-16,-68 26 16,-136 77-1,-26 33-15</inkml:trace>
  <inkml:trace contextRef="#ctx0" brushRef="#br0" timeOffset="100104.16">2876 15733 0,'0'0'0,"0"9"0,0 25 15,9 34-15,8 8 16,0 9 0,-9 26-16,1 51 15,-9 8 1,9-51-16,-9-43 15,8-16 1,9-18-16,0-8 16,0-8-1,0-18-15,18-8 16,7-8 0,44-9-16,24-9 15,19-16 1,-1-1-16,8 1 15,26-1 1,9-8-16,8-8 16,17 8-1,1 8-15,-9 1 16,16 8 0,-7 17-16,-1 0 15,0 17 1,-16 0-16,-1 0 15,-9 17 1,-33 0-16,0-9 16,16 1-1,-16-1-15,-26-8 16,-26 0 0,-17 0-16,-33 9 15,-10-9 1,-16 0-16,-1 0 15,-8-9 1,0-8-16,9-34 16,-9-51-1,17-34-15,8 0 16,27 0-16,-27 68 16</inkml:trace>
  <inkml:trace contextRef="#ctx0" brushRef="#br0" timeOffset="101712.24">13801 10350 0,'0'0'0,"0"0"0,0 0 0,0 25 16,0 35 0,-9 34-1,1 8-15,-18 0 16,-8 25-1,17 26-15,0-25 16,0-43 0,0-9-16,8-8 15,9-17 1,0-8-16,0-17 16,0-18-1,0-8-15</inkml:trace>
  <inkml:trace contextRef="#ctx0" brushRef="#br0" timeOffset="102084.85">13588 11226 0,'0'0'0,"0"0"0,0 8 16,-9 9-1,9 17 1,0 34-16,0 52 16,0 24-1,0-42-15,0-51 16,0-8-1,17-18-15,0 1 16,26-18 0,42-50-16,26-77 15,0-9 1,-17 18-16,-9-1 16,-50 60-1</inkml:trace>
  <inkml:trace contextRef="#ctx0" brushRef="#br0" timeOffset="106601.93">21636 11745 0,'0'0'0,"0"0"0,9-9 16,76 1-1,137-35-15,196-25 16,128-17 0,-136 17-16</inkml:trace>
  <inkml:trace contextRef="#ctx0" brushRef="#br0" timeOffset="121882.7">24051 9687 0,'0'0'0,"0"0"0,9-9 0,34 1 16,110-18-1,146-8 1,85 9-16</inkml:trace>
  <inkml:trace contextRef="#ctx0" brushRef="#br0" timeOffset="-124431.66">23684 7484 0,'0'0'0,"0"0"0,0 0 0,0 0 15,0 0 1,9-9 0,34-8-16,25-17 15,43-8-15,8-1 16,-8 9-16,-17 9 16,-25 8-16,-27 8 15,-16 9 1,-18 0-1,1 0 1,-1 0-16,-8 0 0,-8 0 16,-18 0-1,-42 17 1,-51 9 0,-10-1-1,19 1-15,33-1 16,8-8-1,27-8-15,16-1 16,9 1-16,17-9 0,9 0 31,33-9-15,52-16-16,26-1 16,8-8-1,-26 0-15,-25 17 0,-17 0 16,-18 9-16,-16 8 15,-18 0 1,1 0-16,0 0 16,-18 0-1,-17 0 1,-33 8 0,-44 1-1,-16-1-15,25-8 16,34 0-1,26 0-15,17 0 16,8 0-16,9 0 16</inkml:trace>
  <inkml:trace contextRef="#ctx0" brushRef="#br0" timeOffset="-92721.71">28302 3929 0,'0'0'0,"0"0"0,0 0 0,0 0 15,0 0 1,0 0-16,0 0 15,0 0 1,0 0 0,0 0-16,0 0 15,0 0-15,-9 0 16,-33 0 0,-27 9-16,-50-9 15,8 17 1,0 17-16,-26 8 15,-8 26 1,9 9-16,25 25 16,-17 25-1,25 9-15,44-25 16,25-9 0,42-8-16,35-1 15,42 1 1,35-9-16,67-17 15,1-34 1,94 0-16</inkml:trace>
  <inkml:trace contextRef="#ctx0" brushRef="#br0" timeOffset="-92278.07">27320 4609 0,'0'0'0,"0"0"0,0 0 16,35 26-16,75-1 15,87 1 1,67-26-16,9 0 16,9-17-1,77-17-15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19:45:33.435"/>
    </inkml:context>
    <inkml:brush xml:id="br0">
      <inkml:brushProperty name="width" value="0.05292" units="cm"/>
      <inkml:brushProperty name="height" value="0.05292" units="cm"/>
      <inkml:brushProperty name="color" value="#FF0000"/>
    </inkml:brush>
  </inkml:definitions>
  <inkml:trace contextRef="#ctx0" brushRef="#br0">2902 6115 0,'0'0'0,"0"34"0,17 25 16,0 1-16,-8-1 15,-1-16-15,1-1 16,-1 1-16,1-9 31,-1 0-31,9-9 16,0 1-1,18-1-15,7-8 16,52-17 0,34-17-16,0-25 15,9-1 1,8 1-16,0 8 16,-9 0-1,27 8-15,7 9 16,1 17-1,34 0-15,-9 0 16,-25 17 0,17 9-16,-18-9 15,-33 8 1,-9-8-16,-17 9 16,-26-18-1,-25 1-15,-17-18 16,-18 1-1,1-18-15,-1-25 16,-8-68 0,-8-178-1</inkml:trace>
  <inkml:trace contextRef="#ctx0" brushRef="#br0" timeOffset="5290.43">4259 7365 0,'0'0'0,"0"0"0,0 0 15,0 0-15,0 17 16,0 0 0,0 17-1,0 8-15,0 26 16,0-8 0,-9 0-1,9-1-15,0-16 16,0-9-1,0-9-15,0 1 16,0-9-16,17 0 16,18 0-1,41 8-15,10-16 16,8-9-16,0-9 16,51 9-1,0 0-15,-34 0 16,-9 9-1,1 8 1,25 8 0,-17 1-16,-35-9 15,1 0-15,-9 8 16,-8-8-16,-17-8 16,-9-1-1,9-8-15,8-8 16,0-18-1,0-16 1,0-18-16,-8-25 16,-9-25-1,-8 8-15,-26 25 16,0 51 0</inkml:trace>
  <inkml:trace contextRef="#ctx0" brushRef="#br0" timeOffset="6783.84">6990 7458 0,'0'0'0,"0"0"0,0 9 16,0 16 0,9 18-16,-1-1 15,-8 1 1,0-9-16,0 0 16,0 9-1,-8 8 1,8-9-16,0 1 15,0-1-15,0-8 16,17 0 0,8 0-1,27-8-15,16-18 16,17 1 0,43-18-16,43-8 15,25 0-15,26 0 16,0 0-1,-43 0 1,43 9-16,17 16 0,-17 1 31,-26 8-31,-42 0 16,-17-9 0,-1 9-16,-16 9 15,-52-1-15,-34-16 16,-8-1-1,-18 1 1,1-9-16,-1 0 16,-8-9-1,9 1-15,-26-35 16,-9-76 0,-8-170-16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19:50:04.123"/>
    </inkml:context>
    <inkml:brush xml:id="br0">
      <inkml:brushProperty name="width" value="0.05292" units="cm"/>
      <inkml:brushProperty name="height" value="0.05292" units="cm"/>
      <inkml:brushProperty name="color" value="#FF0000"/>
    </inkml:brush>
  </inkml:definitions>
  <inkml:trace contextRef="#ctx0" brushRef="#br0">9781 9270 0,'0'0'0,"0"0"0,0 0 16,0 0-1,0 0-15,0 0 16</inkml:trace>
  <inkml:trace contextRef="#ctx0" brushRef="#br0" timeOffset="244.79">9875 8879 0,'0'0'0,"0"0"0,0 0 0,0 0 15,0 0-15,0 0 16,0 0 0,0 8-16,0 1 15,-9 8-15,1 17 16,-9 0 0,0-9-16,17-8 15</inkml:trace>
  <inkml:trace contextRef="#ctx0" brushRef="#br0" timeOffset="1250.93">9482 8972 0,'0'0'0,"0"0"16,0 0 0,0 0-16,0 0 15,0 0 1,0 0-16,0 0 16,0 0-1,0 0 1,0 0-16,0 17 15,0 9-15,0 8 16,-8 0 0,-1 0-16,9 0 15,0-9 1,0 1-16,0-1 16,0 1-1,0-18-15,0 9 16,17 0-1,9 0-15,25-8 16,26-1 0,34-8-16,0-8 15,8-9 1,9 0 0,17-9-16,1 18 15,-27 16-15,-8 9 16,26 9-1,-9-1-15,-52 1 16,-16-9 0,-26-9-1,-8 1-15,-1-1 16,-16 1 0,0-9-16,-1 8 15,1-8-15,-9 0 16,0 0-1,0 0-15,8-8 16,9-18 0,-8-25-1,-1 0-15,1 0 16,-9 9 0,0 8-16,0 0 15,0 8-15,8 9 16</inkml:trace>
  <inkml:trace contextRef="#ctx0" brushRef="#br0" timeOffset="31284.2">12205 8964 0,'0'0'0,"0"0"0,0 0 15,0 0 1,0 0-16,0 8 16,0 26-1,-9 43 1,1 25 0,-9-9-16,0-16 15,0-18-15,0 1 16,8-18-16,9-7 31,0-10-31,17 1 16,17-18-16,35-16 15,84-35 1,18-8-16,-43 0 16,34-9-1,0 9-15,-17 0 16,-25 17-16,33 17 31,10 0-31,-35 17 16,-9 9-16,9 8 15,17 17-15,-17 0 16,-8 0 0,-1 0-1,18 0 1,-35-9-16,-25 1 15,-17-9 1,-9-9-16,-25 1 0,-9-1 31,-9 1-31,1-9 16,-1 0-16,-8-9 16,0-8-1,-8-59-15,8-52 0,17-101 16,26-120-1</inkml:trace>
  <inkml:trace contextRef="#ctx0" brushRef="#br0" timeOffset="39863.48">9730 9142 0,'0'0'0,"0"0"16,0 17-1,0 0-15,-9 17 16,1 0-16,-1-8 16,9-1-1,0 1 1,0-18-16,0 1 16,0-1-1,0 1-15,0-1 16,0 1-1,0-1-15,0 1 16,0-1-16,0-8 16,0 0-1,0 0 1,0 0-16,0 0 16,0 0-1,26 17-15,25 0 16,9-8-1,8-1-15,9 1 16,17-1 0,34-8-16,0 0 15,-34 0 1,-9 0-16,9 9 16,-9-9-1,18 8-15,-1 1 16,-8-9-1,-9 8-15,-8 1 16,-9-1 0,1 10-16,8-10 15,-18 1 1,-16-1-16,0-8 16,-9 0-1,0-8-15,17-1 16,-8 1-1,-1-1-15,-16 0 16,0 1 0,-18 8-16,1 0 15,-1 0-15,1 0 16,-9 0 0,0 0-1,0 0-15,0 0 16,0 0-1,0 0-15,0 0 16,0 0-16,0 0 16,0 0-16,0 0 15,0 0 1,0 0 0,0 0-1,0 0-15,0 0 16,0 0-1,0-9-15,8 1 16,1-9 0,8-17-16,0-34 15,17 0-15,0 0 16,-8 8 0,-9 43-1</inkml:trace>
  <inkml:trace contextRef="#ctx0" brushRef="#br0" timeOffset="42036.66">21406 9695 0,'0'0'0,"0"0"0,0 0 15,0 0 1,17 17-1,8-8-15,18-1 0,42 1 32,35-18-17,25 1-15,26-1 16,-1 1 0,-8-1-16,1-8 15,-1-8 1,-17 8-16,-34 0 15,-26 0-15,-34 0 0,-16 0 16,-10 8 15,-16 9-31,-18-8 16,-42-9-16,-69-18 0,-42 1 31,-68 0-31,-18 0 0,-16 0 31,8 9-15,42 16-16,10 1 16,33-1-1,43 1-15,51-1 16,26 9 0,17 0-16,17 0 15,-1 0 1,18 0-16,0 0 15,26-8 1,68-1-16,60-16 16,33-1-1,52 1-15,-8-1 16,-9 1 0,-26-1-16,-25 1 15,-9-1 1,-17 18-16,-34-1 15,-60 1 1,-17-1-16,-8 9 16,-18 0-1,1 0-15,-1 0 16,-25-8 0,-25 8-16,-44 0 15,-59 0 1,-51 0-16,-17 8 15,-26 1 1,25 8-16,61 8 16,8-8-1,17 0-15,42-8 16,43-1 0,18-8-1,8 0-15,8 0 16,9 0-1,9 0-15,16 9 16,44 8-16,33 0 16,60 17-1,35 0-15,-27 8 16,35-8 0,17 9-16,-60-18 15,9-8 1,-17-8-16,-69-9 15,-17 0 1,-25-9-16,-18 1 16,-16-1-1,-1 1-15,-16-1 16,-60-33 0,-94-9-1,-69 8-15,-51 9 16,-25 17-1,8 9-15,43 16 0,34-8 16,86 9 0,16-9-1,27 8-15,41 1 16,27-9 0,16 0-16,9 0 15,17-9-15,60 1 16,102-9-1,94-17-15,52 8 16,42 9 0,-60 9-1,0 8 1,-25 0-16,-35 17 16,-42-9-16,-102-8 15,-44 0-15,-33 0 16,-17 0-1,-9 0 1</inkml:trace>
  <inkml:trace contextRef="#ctx0" brushRef="#br0" timeOffset="71110.31">4267 8870 0,'0'0'0,"0"0"0,0 0 16,0 0-16,0 0 31,0 17-31,0 9 16,0 33 0,0 26-16,-8 9 15,-1-9-15,1 17 16,-9-9-16,0-16 15,17-17 1,0-18-16,0-16 16,17-1-1,0-8-15,34-17 16,17-8 15,18-9-31,-9-17 16,-1 0-1,-7 8-15,-1-8 16,0 8-16,0 9 0,9 0 31,-17 9-15,-17 8-16,-1 0 16,-7 0-16,-10 0 15,1 0-15,-18 0 31,1 0-31,-1 0 16,1 0 0,-9 0-16,0 0 15,0 0-15,0-9 16,8-8 0,1 9-16</inkml:trace>
  <inkml:trace contextRef="#ctx0" brushRef="#br0" timeOffset="71806.56">6034 9202 0,'0'0'0,"17"0"0,60 0 16,43 0-1,33 0 1,18-9-1,51 1-15,51 8 0,26-9 16,68 9 0</inkml:trace>
  <inkml:trace contextRef="#ctx0" brushRef="#br0" timeOffset="82561.06">15841 8709 0,'0'0'0,"0"0"0,0 0 15,8-9 1,1 9-16,-9 0 0</inkml:trace>
  <inkml:trace contextRef="#ctx0" brushRef="#br0" timeOffset="84800.19">15354 8845 0,'0'0'0,"0"0"0,0 8 16,17 18-1,-8 8-15,0 17 16,-1 0 0,1 25-16,-18 9 15,-8-8-15,8-9 16,9-17-1,0-17-15,0-9 16,0 1 0,9-1-1,0 1-15,-1-9 16,9 0-16,0 0 16,9 0-1,8 9 1,17-1-16,34 9 15,44-8-15,7-1 16,43 1 0,26-18-1,-17 1-15,59-18 16,9 18 0,9 8-16,8 8 15,17 18 1,-8-1-16,25-8 15,1 0-15,-10-8 16,69-9 0,-59-17-1,24-9-15,70-8 16,-70 0 0,18 0-16,34-8 15,-42 16-15,-9 1 16,-26 8-1,0 8-15,-25-8 16,-35 0 0,-25 9-1,-8-1-15,-18 9 16,-68 0 0,-34 0-16,0 0 15,8 0 1,-17 0-16,-33-8 0,-18-1 15,-9 1 1,-16-9 0,0 0-1,-1 0 1,1 0-16,-9 0 16,0 0-16,0 0 0,0 0 15,0-9 1,-9-8-1,1-17 1,-1-34-16,-8-8 16,0-1-16,0 9 15,0 9-15,8-1 16,1-8 0,8 0-1,8 8-15,1 1 31,-1 16-31,-8 18 0,0 8 16,0 0 0,0 17-1,0 0-15,0 0 16,0 0 0,0 0-16,0 0 15,0 25 1,-8 18-1,-1 8-15,-8 17 16,-9 17 0,1 17-16,-9-8 0,0-9 15,-9-17 1,-34 0 0,-51 8-1,0 1-15,34-9 16,0-9-16,-8 1 15,-26 8 1,17-17-16,17-9 16,0-16-1,-51-1 1,-17 1-16,34-17 16,-9-1-1,-42-8-15,8-8 16,18-1-1,-61 1-15,27-1 16,33-8 0,-42-17-16,16 0 15,18-17 1,-51-17-16,25 0 16,17 25-1,-42 1-15,34 8 16,-18 8-1,-16 9-15,25 17 16,-59 0 0,-1 9-16,-16 8 15,8 8 1,34-8-16,-17 9 16,43 8-1,-26-17-15,25-9 16,52 1-16,0-9 15,9-26 1,50 9 0,18 0-16,0-8 15,8-1 1,0-8-16,-17-8 16,-17 8-1,18 17-15,7 0 16,-7 0-16,7 8 15,-8 1 1,9 8-16,8 0 16,9 0-1,17 0 1,0 0-16,8 0 16,1 0-1,8 0-15,0 0 16,0 0-1,-1-9-15,1 1 16,9-1-16,-1 1 16,1-1-1,-9-25 1,-9-8-16,0-18 16,9-8-1,0 0-15,0 0 16,0-9-1,0-8-15,17 9 16,0 50 0</inkml:trace>
  <inkml:trace contextRef="#ctx0" brushRef="#br0" timeOffset="106977.32">8765 10460 0,'0'0'0,"0"0"0,0 0 15,0-8 1,26-26-16,17-9 16,8-25-1,0-17-15,17-25 16,18-1 0,-1 18-16,0 8 15,18-9 1,16 1-16,1 8 15,-18-1 1,-8 1-16,-17 9 16,-17 25-1,-26 8-15,-9 18 16,-16 8 0,-9 8-1,-26 9-15,-59 9 16,-43 8-16,8 0 15,-8 17 1,18-9-16,33 1 16,34-18-1,17 1-15,9-1 16,17 1-16,0 8 16,17 0-1,0 0 1,18 0-1,7 0-15,1-9 16,-9 1-16,0-1 16,17 1-1,26-18 1,34-8-16,17-17 16,-8-8-1,-26-9-15,-26 17 0,-25 17 16,-18 25-1,1 52-15,-18 76 32,-8 34-32,26-17 15,34 128 1</inkml:trace>
  <inkml:trace contextRef="#ctx0" brushRef="#br0" timeOffset="128039.87">19835 1658 0,'0'0'0,"0"0"0,0 0 15,0 0 1,0 0-16,34-8 15,35-1-15,25-8 16,34 0 0,34-17-16,-17 0 15,-43 9 1,-8 8-16,-9 17 16,-33 0-1,-27 17-15,-8 8 16,-34 35-1,-34 42-15,-34 17 16,-26 0-16,25-34 31,18-8-31,17-26 16,25-17 0,9-9-16,17-8 15,26 0-15,34 9 16,25-1-16,0-16 15,18 8 1,-18 0 0,-25 0-1,-18 17-15,-16 8 16,-17 26 0,-35 17-16,-25 9 15,-17-1-15,-35-16 16,-16-9-1,-1-25-15,60-26 16</inkml:trace>
  <inkml:trace contextRef="#ctx0" brushRef="#br0" timeOffset="128483.88">22020 2203 0,'0'0'0,"-8"25"16,-1 18-16,-25 33 15,-9 18 1,-8-9-16,8-9 16,18-33-1,8-18-15,0-8 16,17-8 0,25-26-16,69-51 15,68-34-15,18-17 16,-18 25-1,-26 52 1,-16 33-16,-43 43 16,-18 51-1,-7 102 1,-35 60-16,-26-17 16,-34 84-16</inkml:trace>
  <inkml:trace contextRef="#ctx0" brushRef="#br0" timeOffset="130056.11">22071 4635 0,'0'0'0,"0"0"15,0 0-15,0 8 32,-8 18-32,-9 33 15,-9 35 1,-8 17-16,-9-1 16,18-33-1,8-26-15,0-17 16,0-9-16,8-16 15,0-1 1,9 1-16,0-9 16,0-9-1,18-16 1,24-26-16,26-26 16,26-33-1,17 16-15,0 18 16,9-1-16,-1 17 15,26 9 1,0 17-16,-17 26 0,-8 8 31,-1 25-15,1 35-16,-26 25 16,-43 9-1,-17 25-15,-34 0 0,-25-17 31,-35 17-31,0-17 16,0-26 0,26-42-16</inkml:trace>
  <inkml:trace contextRef="#ctx0" brushRef="#br0" timeOffset="133646.99">20894 4108 0,'-9'0'0,"-17"0"0,-25 8 15,-85 26-15,-69 34 16,-43 34-1,-33 51-15,93-8 16,68-1 0,9 1-16,52-34 15,42-18 1,42-16-16,35-26 16,85-17-1,68-43-15,43-67 16,86-60-1</inkml:trace>
  <inkml:trace contextRef="#ctx0" brushRef="#br0" timeOffset="134070.09">21235 4516 0,'0'0'0,"0"0"16,-9 8-16,1 9 15,-1 9 1,-8-1 0,0 1-16,9-18 15,-1 1-15,9-1 16,0 1 0,0-9-1,0-9-15,9 1 16,-1-1-1,1-8 1,-1 9-16,1-18 16,-1 9-16</inkml:trace>
  <inkml:trace contextRef="#ctx0" brushRef="#br0" timeOffset="137507.07">27687 4142 0,'-25'0'0,"-86"17"0,-9 0 16,26 8 0,-76 18-16,-27-1 31,52 1-31,9 8 15,-69 34 1,51 0-16,77 17 16,18 17-1,25 43-15,25 16 0,77-25 16,95-42 0,41-52-1,61-25-15,102 0 0</inkml:trace>
  <inkml:trace contextRef="#ctx0" brushRef="#br0" timeOffset="137988.53">28456 4567 0,'0'0'0,"8"17"0,52 34 16,34 8 0,0-8-16,8-8 15,0 0 1,1-9-16,-52-17 16</inkml:trace>
  <inkml:trace contextRef="#ctx0" brushRef="#br0" timeOffset="138188.47">28140 5409 0,'17'0'0,"68"25"0,146 18 0,8-18 15,-26-25 1,-25 0-16,-52-17 16,146-17-1</inkml:trace>
  <inkml:trace contextRef="#ctx0" brushRef="#br0" timeOffset="138669.07">30461 4873 0,'0'0'0,"9"9"0,33 25 16,18 17-16,-17-9 16,-18 1-1,-16-18 1,-18 9-16,-25 9 16,-34 8-16,0-9 15,8-16-15,26-18 16,17 1-16,8-1 15,18 9 1,16 9 0,35 16-1,26 9-15,-18 9 0,-26-18 16,-16 1 0,-26 8-1,-43 17 1,-93 34-16,-112 17 15,-161-59 1,-1-52-16</inkml:trace>
  <inkml:trace contextRef="#ctx0" brushRef="#br0" timeOffset="153728.42">8765 10426 0,'0'0'0,"0"0"0,-8 0 0,-18 9 16,1-1-16,-1 1 15,0-9-15,9 0 16,0-9 0,0 1-1,17-1 1,0 1-16,17-9 15,17-17 1,26-9-16,17-25 16,34-25-1,26-18-15,-9 9 0,8-8 32,26-18-32,-8 18 15,-18 7 1,1 27-16,-18 25 15,-33 17-15,-18 17 16,-25 8 0,-18 9-16,-16 0 15,-18 0 1,-76-8 0,-188-18-16</inkml:trace>
  <inkml:trace contextRef="#ctx0" brushRef="#br0" timeOffset="154157.29">8800 9678 0,'0'0'0,"0"0"0,0 0 32,0 0-32,0 0 15,17 0 1,8-8-16,18-1 0,42-8 15,26-8 1,-8-9 0,16 0-16,18-9 15,16-8 1,1-9 0,0 9-16,-35 0 15,-17 9 1,-25 16-16,-17 9 15,-17 9 1,-9 8-16,-9 25 16,-16 35-1,-9 50-15,-43 35 16,-25 17 0,0-1-16,8-25 15,17-51 1,35-34-16,8-25 15,8-18-15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0:09:31.301"/>
    </inkml:context>
    <inkml:brush xml:id="br0">
      <inkml:brushProperty name="width" value="0.05292" units="cm"/>
      <inkml:brushProperty name="height" value="0.05292" units="cm"/>
      <inkml:brushProperty name="color" value="#FF0000"/>
    </inkml:brush>
  </inkml:definitions>
  <inkml:trace contextRef="#ctx0" brushRef="#br0">5497 7552 0,'0'0'0,"0"0"0,0 0 0,0 0 16,0 0-16,0 0 15,25-9 1,18 1-16,25-1 15,52 1 1,8-9-16,34-9 16,68-16-1,9-1-15,17 1 16,26 16 0,8 1-16,94 8 15,34 8 1,-8 9-16,-9-8 15,-17-18 1</inkml:trace>
  <inkml:trace contextRef="#ctx0" brushRef="#br0" timeOffset="2271.15">4455 15283 0,'0'0'0,"0"0"0,0 0 0,0 0 16,9 8-16,-1 1 16,-8-1-1,0 1 1,9 8-1,-1 0 1,-8 0-16,0 17 16,-8 0-16,-1 8 15,1 9-15,-9-8 32,8-18-32,1 1 15,8-18-15,0 1 16,0-1-1,17 1-15,8-1 16,9-8 0,1 0-16,16 0 15,9 0 1,16-8 0,10-1-16,8 1 15,-9-1-15,-8 1 16,-9-1-1,-8 9 1,-18 0-16,-16 0 16,0 0-16,-9 9 15,-9-9 1,1 0-16,-1 0 16,-8 0-1,0 0-15,0-9 16,9 1-1,-1-18-15,1-16 16,8-18 0,17-33-1,-17 42-15</inkml:trace>
  <inkml:trace contextRef="#ctx0" brushRef="#br0" timeOffset="3450.61">6589 15087 0,'0'0'0,"0"0"0,0 0 16,0 0-16,-9 0 15,1 8 1,-9 9-16,0 9 15,0 8 1,0 8-16,0 1 16,8 0-1,0-9-15,9-9 16,0 1 0,0-9-16,9 0 15,8 0 1,17-9-16,0 1 15,9-1 1,-9-8-16,0 0 16,0 0-1,1 0-15,7 0 16,1 0 0,0-8-16,-1 8 15,10-9 1,7 9-16,-16-8 15,-17-1 1,-1 9-16,-8 0 16,-8 0-16,-1 0 15,9-8 1,0-43 0,0 17-16</inkml:trace>
  <inkml:trace contextRef="#ctx0" brushRef="#br0" timeOffset="11136.21">25622 4550 0,'0'0'0,"0"0"0,8 0 15,1 8 1,0 1-1,-9-1-15,0 18 0,-18 25 32,-24 68-32,-18 34 15,0 9 1,9 8-16,-9-9 16,1-25-1,7-8-15,10-26 16,-10 0-1,1-34-15,9-34 16,7-8 0,10-18-16,16-8 15</inkml:trace>
  <inkml:trace contextRef="#ctx0" brushRef="#br0" timeOffset="11421.15">24640 5613 0,'0'0'0,"0"0"0,0 0 15,0 0 1,0 8 0,17 18-16,9 25 15,8 34 1,0 17-16,-8 9 16,-18-18-1,1-25-15,-9-17 16,0-25-1,0-1-15,0-8 16,0-8-16,43-1 16,68-16-1,68-43 1,68-85-16,69-51 16</inkml:trace>
  <inkml:trace contextRef="#ctx0" brushRef="#br0" timeOffset="23471.7">7767 9066 0,'0'0'0,"0"0"0,0 0 15,17-9-15,17 1 16,17-18 0,26-8-1,8 17-15,-25-8 16,8-1-1,35 1-15,33 8 16,1 0-16,76-9 16,78-8-1,101 26 1,18-1-16,-43 1 16,25 16-1,95 9-15,68 17 16,-18 17-1,-118-8-15</inkml:trace>
  <inkml:trace contextRef="#ctx0" brushRef="#br0" timeOffset="35754.03">4455 10478 0,'0'0'0,"0"0"0,0-9 0,9 0 31,-1 1-31,1-1 0,-1 1 32,1 8-32,-9 0 15,0 0-15,0 0 0,0 0 31,0 0-15,8 0-16,1 0 16,0 0-1,-1 8-15,1 1 16,-1-1 0,-8-8-16,0 0 15,9 9 1,-9-9-16,0 0 15,0 0 1,0 0-16,0 0 16,0 0-1,0 0-15,8 0 16,-8 0 0,17 0-16,0 9 15,17 8 1,9-9-16,34 9 15,34 0 1,17 0-16,-9-8 16,35-1-16,42-8 15,-16-8 1,59-1 0,17-8-16,0 9 0,8-9 31,26 0-31,1 0 15,16-1-15,34 10 16,9-18-16,26-8 16,16 0 15,-33 0-31,42 9 16,60-1-16,0 18 15,34-9 1,-9 17-16,-16 0 15,-18-17 1,43-17 0,-85 8-16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0:10:44.669"/>
    </inkml:context>
    <inkml:brush xml:id="br0">
      <inkml:brushProperty name="width" value="0.05292" units="cm"/>
      <inkml:brushProperty name="height" value="0.05292" units="cm"/>
      <inkml:brushProperty name="color" value="#FF0000"/>
    </inkml:brush>
  </inkml:definitions>
  <inkml:trace contextRef="#ctx0" brushRef="#br0">5787 12553 0,'0'0'0,"0"0"0,0 0 0,0 0 31,0 0-15,0 0-16,0 0 15,0 0-15,17 8 0,17 1 32,85 8-17,61-9-15,59-16 16,34-1 0,34-25-16,34 9 0,43-1 15,77 1-15,103 16 31,-138 9-15</inkml:trace>
  <inkml:trace contextRef="#ctx0" brushRef="#br0" timeOffset="8918.9">20740 9780 0,'0'0'0,"0"0"0,8 9 0,10 8 16,-10 8 0,1 43-1,-35 60-15,-25 42 0,-43 51 16,0-25-1,0-52 1,0 18-16,26-35 16,17-50-1,17-43 1,17-9-16,-1-25 16,18-42-16,43-69 15,60-67-15,42-52 31,17 34-31,17 35 16,-8 25-16,-26 34 16,-17 42-1,-26 35 1,-25 16-16,0 26 16,-17 43-1,-9 42-15,-26 59 16,-33 35-1,-26-17-15,-9-18 16,9-8 0,8-51-16,26-42 15,9-26-15,8-26 16</inkml:trace>
  <inkml:trace contextRef="#ctx0" brushRef="#br0" timeOffset="9477.28">22336 9244 0,'0'0'0,"8"0"0,18 0 0,8 0 16,17 0 0,1 17-1,-1 0-15,-8 0 16,-18 17-16,-8 0 15,-17 9 1,-17 8 0,-8 0-16,7-8 15,1-18 1,9-8-16,8-8 16,0-1-16,17 9 15,26 0 1,8 9-1,17-1 1,-17 1-16,-17-9 16,-8-9-16,-17 9 15,-35 26 1,-34 33 0,-42 26-16,-9 0 15,51-51-15</inkml:trace>
  <inkml:trace contextRef="#ctx0" brushRef="#br0" timeOffset="9826.65">23906 10197 0,'17'-9'16,"52"1"-16,67-18 0,44-8 31,-1 9-31,-9-1 16,-24 9 0,-53-8-16,-58 16 15</inkml:trace>
  <inkml:trace contextRef="#ctx0" brushRef="#br0" timeOffset="10048.59">23719 10716 0,'8'0'0,"69"0"0,77-9 16,33-8-16,10-17 31,-10 0-31,1-17 16,94-60 0</inkml:trace>
  <inkml:trace contextRef="#ctx0" brushRef="#br0" timeOffset="10348.45">25187 9525 0,'0'0'0,"-43"77"16,-59 110-16,-44 51 16,-33 17-1,0-8-15,17-26 16,34-26 0,34-33-16,43-69 15,34-59 1</inkml:trace>
  <inkml:trace contextRef="#ctx0" brushRef="#br0" timeOffset="11064.92">26851 10171 0,'0'0'0,"-26"43"0,-59 59 16,-17 17-16,8 0 15,8 0 1,27-8 0,16-43-16,17-17 15,9-26 1,9-8-1,8-8-15,17-18 16,85-42 0,69-34-16,17-25 0,34-18 15,-26 26-15,-77 42 32,-8 9-32,0 17 15,-17 26 1,-26 16-16,-25 18 15,0 16 1,-18 35-16,-25 59 16,-25 9-1,-1-18-15,9-16 16,17-9 0,0-60-16</inkml:trace>
  <inkml:trace contextRef="#ctx0" brushRef="#br0" timeOffset="11555.91">28660 9559 0,'0'0'0,"0"0"0,43 26 16,25 8-1,1 17-15,-1 17 16,-17-9-16,-17-16 16,-25-9-1,-1 0-15,-25 8 16,-34 18 0,-34 16-1,-1 1-15,9-9 16,35-17-1,33-26-15,26-8 16,77 9 0,94-9-16,8-34 15,103-68 1</inkml:trace>
  <inkml:trace contextRef="#ctx0" brushRef="#br0" timeOffset="16975.78">5428 13556 0,'0'0'0,"17"-8"0,52-9 31,76-26-31,94-8 16,25 0 0,52 17-16,102 34 0,43 26 15,68 25 1,-110 8-1</inkml:trace>
  <inkml:trace contextRef="#ctx0" brushRef="#br0" timeOffset="28912.11">7886 15036 0,'0'0'0,"0"0"0,0 0 16,0 0-16,9-9 16,8-16-1,9-1-15,8 1 32,8-1-32,1 9 15,0 0-15,-1 0 16,27 0-1,16 9 1,17 8-16,9-9 16,-25 1-1,-35-18-15,-25 9 16</inkml:trace>
  <inkml:trace contextRef="#ctx0" brushRef="#br0" timeOffset="29361.48">8757 14823 0,'0'0'0,"8"0"0,27 17 16,16 9 0,0-9-16,9 0 15,8 0 1,9-9-16,-26 1 15,-8-1 1,-18 1-16,1-1 16,-9 9-1,-9 0-15,-8 26 16,-25 8 0,-18 17-16,1-9 15,7-16 1,18-17-16,0-9 15,17-9 1</inkml:trace>
  <inkml:trace contextRef="#ctx0" brushRef="#br0" timeOffset="30413.92">10524 14211 0,'0'0'0,"0"0"0,0 0 16,0 0 0,-9 25-16,1 27 15,-10 33 1,-7 17-16,-1 17 15,-16 0 1,7-17-16,10-34 16,8-34-1,8-9-15,1-8 16,8-8 0,0-1-16,0-16 15,17-9 1,17-51-16,43-43 15,34-25 1,8-17-16,-8 34 16,-26 34-1,1 25 1,-9 18-16,-18 16 16,1 35-16,-17 25 15,-9 60 1,-17 67-1,-34 35-15,-9-26 16,-16-26 0,16-84-16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0:12:35.596"/>
    </inkml:context>
    <inkml:brush xml:id="br0">
      <inkml:brushProperty name="width" value="0.05292" units="cm"/>
      <inkml:brushProperty name="height" value="0.05292" units="cm"/>
      <inkml:brushProperty name="color" value="#FF0000"/>
    </inkml:brush>
  </inkml:definitions>
  <inkml:trace contextRef="#ctx0" brushRef="#br0">23966 6404 0,'-8'-26'0,"8"-25"0,-9-8 0,1 25 15,8 17 1,0 0-16,0 17 15,0 0-15,0 0 16,0 0 0,0 0-16,8-9 15,60 1 1,60-9-16,0 8 31,9 9-31,59 0 0,-25 9 16,8 8 15,69 8-31,-1 1 0,18-9 31,-18-9-31,-25 1 0,9-9 32,16 0-32,9 8 15,-8 1 1,8 8-16,-9 0 15,26-9 1,-17 9-16,18 0 16,-18 0-1,0-8-15,-26-9 16,9-9 0,120 1-16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0:13:05.972"/>
    </inkml:context>
    <inkml:brush xml:id="br0">
      <inkml:brushProperty name="width" value="0.05292" units="cm"/>
      <inkml:brushProperty name="height" value="0.05292" units="cm"/>
      <inkml:brushProperty name="color" value="#FF0000"/>
    </inkml:brush>
  </inkml:definitions>
  <inkml:trace contextRef="#ctx0" brushRef="#br0">2654 3019 0,'0'0'0,"0"0"0,0 0 31,0 0-31,0 0 15,0 17-15,-8 0 16,-1 26-16,-16 25 16,-1 17-1,0-9-15,1 1 16,-1-18 0,9-8-16,0-8 15,0-9 1,17-9-16,0 1 15,0-1 1,0-8 0,17 0-16,26 0 15,25 9 1,17-18 0,18-8-16,8 9 15,17-9 1,17-9-16,9 9 15,25 0 1,34 17-16,1-8 16,7-1-1,27 1 1,25-9-16,0 0 16,0-9-16,26 9 15,17 0 1,8 0-16,-8 0 15,34-8 1,8 16 0,1-8-16,25 0 15,17 0-15,17 9 16,26-18 0,25-8-16,18 9 15,-9 8 1,0 8-16,-9 9 15,-33-8 1,7 8 0,1-8-16,-8 8 15,-27 0 1,-25 8-16,-51-8 16,-34-17-16,-60 9 15,-86-26 1,-50 0-16,-35-9 15,-17 1 1,-16-10-16,-10-7 16,-16-18-1,-35-50 1,-59-154-16</inkml:trace>
  <inkml:trace contextRef="#ctx0" brushRef="#br0" timeOffset="24911.99">3149 5698 0,'0'0'0,"0"0"0,0 0 15,0 0-15,0 0 16,0 0 0,0 17-1,0 17-15,-8 0 16,-1 17-16,1 17 16,-1-8-16,1-18 15,-1 1 1,1-9-16,8-9 31,0 1-31,-9-1 0,9 1 16,0-1-1,0 1 1,0-9-16,17 0 16,0 8-1,17-8-15,9 0 16,25 0-1,26-8 1,26-9-16,25-9 16,8 9-1,1 0-15,8 0 16,0 17-16,-8 0 16,-9 17-1,-8 0 1,-26 9-16,-43-1 15,-25-16 1,-18-1-16,1-8 0,-18-8 16,1-1-1,-1 1 1,1-18-16,17-8 16,25-42-1,26-60-15,85-145 16</inkml:trace>
  <inkml:trace contextRef="#ctx0" brushRef="#br0" timeOffset="28266.81">3235 7127 0,'0'0'0,"0"0"16,0 0-16,0 0 15,0 0 1,-9 0-16,1 17 15,-1 8 1,-8 18-16,0 16 16,0 9-1,0 9-15,8 8 16,9 0 0,0-17-16,0-8 15,17-9 1,0-9-16,26 9 15,17-8-15,8-9 16,9-17 0,8-9-1,18-16-15,25-9 16,8-9 0,9 1-16,1-9 15,24 17-15,9 8 16,18-8-1,25 0-15,-17 0 16,25-8 0,0 8-1,1-9-15,-9 1 16,-34 8-16,-9 0 16,-9 8-1,-42 9-15,-42 0 16,-26 17-1,-18-8 1,-16-1-16,-18 1 16,1-9-1,-1 0-15,1 0 16,-9-9 0,9-8-16,-1 0 15</inkml:trace>
  <inkml:trace contextRef="#ctx0" brushRef="#br0" timeOffset="33825.48">3354 9984 0,'0'0'0,"0"0"0,0 0 0,0 0 15,0 0-15,17 26 16,-8 16-16,-9 26 16,-9 9-1,1-9-15,-1 0 31,-16 17-31,-10-8 16,18-26 0,0-17-1,17-9-15,0 1 16,26-1-16,25 9 16,35-8-1,24-9-15,27-17 16,25-9-1,0 1-15,52-18 16,8 1-16,8-1 16,18 1-16,8-1 15,0 18 1,0-1-16,-17 18 16,-17-1-1,0 1 1,-18-1-1,-41-8-15,-1 0 16,-9-8 0,-16-1-16,-35 1 15,-25-1 1,-17 1 0,-17-9-16,-9 0 15,0-9-15,17-34 16,9-16-1,0-1 1,-9 1-16,-26 33 16</inkml:trace>
  <inkml:trace contextRef="#ctx0" brushRef="#br0" timeOffset="39514.03">3568 11387 0,'0'0'0,"0"0"0,0 0 15,0 0-15,0 0 16,0 17-1,0 0 1,0 18 0,-9 16-16,1 25 0,8 1 31,0 8-31,0 0 16,17-17-16,0-9 15,0-16 1,0-18-1,8 1-15,10-9 16,16-9 0,17 9-16,9-8 15,8-1 1,18 1-16,16-9 16,18 17-16,-1 0 15,-16 0 1,8 17-16,8 0 15,1 0 1,-26-9 0,0 1-16,17-9 15,0 0 1,-34-9-16,0 1 16,-9-18-16,-8 1 15,-17-1 1,-1-16-1,-25-1-15,-8-16 16,-17-9 0,-1 8-16,-16-25 15,8-17-15,25 9 16,1-43 0,16-153-1</inkml:trace>
  <inkml:trace contextRef="#ctx0" brushRef="#br0" timeOffset="41016.55">3149 13105 0,'0'0'0,"0"0"0,0 0 15,0 17-15,0 0 16,0 9-1,0 8 1,0 17-16,9 0 16,-1 0-16,1 9 15,0-9 1,-9-9-16,0 1 16,8-1-16,1-8 15,-1 0-15,1-8 31,8 8-15,17 0-16,17-9 16,0-16-1,9-18-15,25-8 16,9-17-16,34-17 0,17 0 31,-17 0-15,9 0-16,17 17 15,8 9 1,-17 16-16,26 9 0,-1 26 31,-33 8-31,-26-9 16,8 1-16,9-1 16,-25-8-1,-18 0 1,-17-8-16,-16-1 15,-10-8-15,-16 0 16,-1 0-16,-16 0 31,0 0-31,-1 0 16,9-8-16,17-26 16,-17 17-16</inkml:trace>
  <inkml:trace contextRef="#ctx0" brushRef="#br0" timeOffset="44456.62">3303 14381 0,'0'0'0,"0"0"16,0 0-16,0 0 15,0 0 1,0 0-16,0 0 16,0 9-1,-9 25-15,1 34 16,8 0 0,0 0-16,0 0 15,17-9 1,0 1-16,0-9 15,9-9 1,-9-8-16,8 0 16,-7 0-1,-1 0-15,8 9 16,-8-9 0,17-9-16,1 1 15,7-9 1,35-9-16,34-16 15,8-18 1,-8-8-16,0-8 16,43-1-1,-9 9-15,-42 17 16,-10 0 0,35 9-16,26 8 15,-34 0 1,-9-9-16,17 1 15,17 8 1,-26-9-16,-25 1 16,-17-1-1,-26 9-15,-25 0 16,-1 0 0,-16 0-16,-1 0 15,1-8 1,-1-9-16,-8-26 15,17-59 1,35-85-16,50-128 16</inkml:trace>
  <inkml:trace contextRef="#ctx0" brushRef="#br0" timeOffset="57129.38">4114 16210 0,'0'0'0,"0"0"16,0-9-16,0 0 15,0 1 1,0-1-16,0 1 15,0-1-15,0 9 16,0 0-16,0 0 16,0 0-1,0 0-15,0 0 16,0 9-16,-9 8 16,1 17-1,-1 0-15,1 17 31,-1-8-15,9-1-16,0 1 16,0-1-1,0 1-15,0-1 16,0-16 0,0-1-16,0 1 0,17-9 31,17-9-31,43-16 15,43-26-15,8-17 16,-17 0 0,-9 0-1,9 8-15,-9 1 16,-33 16 0,-35 18-16,-9 8 15,-7 0 1,-10 0-16,1 0 15,-1 0 1,-8 0-16,0 0 16,0 0-1,0-9-15,17-25 16,-8-34 0,-9 25-16</inkml:trace>
  <inkml:trace contextRef="#ctx0" brushRef="#br0" timeOffset="61996.54">8492 16388 0,'0'0'0,"34"0"0,77 9 15,94-9-15,102-9 16,52 1 0,8 8-16,94 25 15,25 9 1,-93 0-16</inkml:trace>
  <inkml:trace contextRef="#ctx0" brushRef="#br0" timeOffset="104411.13">17403 15214 0,'0'0'0,"0"0"0,0 0 0,0 0 0,0 0 0,0 0 16,0 0-1,-17 26-15,-9 59 0,-8 68 32,0 9-32,0-9 15,0-17 1,8-34-16,17-34 16,9-34-1,0-17-15,0-9 16,9-25-1,42-59-15,52-94 16,-1-26 0,-25 9-16,0 9 15,-9 16 1,-8 26-16,-1 34 16,1 25-1,17 26-15,-9 26 16,0 33-1,9 26-15,9 77 16,-18 42 0,-17 43-16,-17 8 15,-25 0-15,-9 8 16,-9-59 0,1-51-16,8-25 15,0-43 1</inkml:trace>
  <inkml:trace contextRef="#ctx0" brushRef="#br0" timeOffset="105170.17">19093 14117 0,'0'0'0,"0"0"0,-9 9 0,-16 33 16,-10 18-1,1 34-15,0 16 16,9 1-1,-1-9 1,9-34-16,8-26 16,9-16-1,0-18-15,0 1 16,26-26 0,59-51-16,35-43 15,8-33 1,8-1-16,9 9 15,-8 17 1,-35 42-16,-8 26 16,-8 26-1,-1 25-15,-17 25 16,-25 52-16,-26 67 16,-43 61-1,-42 109 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0:17:53.877"/>
    </inkml:context>
    <inkml:brush xml:id="br0">
      <inkml:brushProperty name="width" value="0.05292" units="cm"/>
      <inkml:brushProperty name="height" value="0.05292" units="cm"/>
      <inkml:brushProperty name="color" value="#FF0000"/>
    </inkml:brush>
  </inkml:definitions>
  <inkml:trace contextRef="#ctx0" brushRef="#br0">17164 4456 0,'-9'0'0,"-8"17"0,-34 26 0,0 8 15,0 8-15,-26 18 16,0 42-1,-8 17 1,-1-8-16,9-18 16,26-16-1,9-18-15,16-25 16,9-25 0,17-18-16,0-8 15,-9-17-15,1-42 16,-9-43-1,0 0-15,8 51 16,1 25 0,-1 9-1,-8 9-15,0-1 16,0 1 0,8 8-16,1 0 15,-9 17 1,-9 17-16,9 25 15,0 1 1,0-1-16,17 18 16,25-18-1,10-8-15,33 0 16,34-17 0,35-17-16,-18-25 15,-76-1 1</inkml:trace>
  <inkml:trace contextRef="#ctx0" brushRef="#br0" timeOffset="3164.41">8433 7680 0,'0'0'0,"0"0"0,0 0 0,0 0 15,0 17 1,25 17 0,26 0-1,69 25-15,85-8 0,76-34 16,52-25 0,34-18-16,34 9 15,18-8 1,50 8-16,60 0 15,-119 8 1</inkml:trace>
  <inkml:trace contextRef="#ctx0" brushRef="#br0" timeOffset="5270.59">15841 7552 0,'0'0'0,"0"0"0,0 0 0,8-9 16,1 9-1,-9 0 1,0 0-16,0 0 16,0 0-1,0 17-15,-9 9 16,9-1-1,0-7-15,0-10 16,0 1 0,0-1-16,0 1 15,0-1-15,0-8 16,9 0 0,17 17-16,42-8 15,43-1 1,51 1-1,17-9-15,9 0 16,17 0 0,25 8-16,26 1 15,0-1 1,9 9-16,-18 0 16,-8 0-1,-17 0-15,-34 9 16,-9-9-16,-25 8 15,-26-16 1,-26-9 0,1-9-16,-18 1 15,-17-1 1,-25-8-16,-17 0 16,-9-8-1,-9-1-15,-8 9 16</inkml:trace>
  <inkml:trace contextRef="#ctx0" brushRef="#br0" timeOffset="11146.04">2356 10239 0,'0'0'0,"0"0"16,0 0-16,0 0 16,0 0-16,0 0 15,0 0 1,0 0-16,17-8 16,25-9-1,44-26-15,50-8 16,44 0-1,24 0-15,1 0 16,0 9 0,-17-1-16,-26 9 15,-34 9 1,-26 8-16,-25 0 16,-26 17-1,-16 0-15,-10 0 16,-16 0-1,-9 0-15</inkml:trace>
  <inkml:trace contextRef="#ctx0" brushRef="#br0" timeOffset="11485.91">3807 9593 0,'0'0'0,"0"0"15,0 0-15,0 0 16,0 0-1,0 0-15,0 0 16,17 0-16,17 0 16,43 17-1,16 0 1,10 17-16,-9 9 16,-26-9-1,-25-9-15,-9 1 16,-9-1-1,1-8-15,-9 9 16,-8-9-16,-18 17 16,-93 59-1,-120 60 1,-85 26-16</inkml:trace>
  <inkml:trace contextRef="#ctx0" brushRef="#br0" timeOffset="17278.18">6589 8751 0,'0'0'0,"0"0"0,-9 0 15,1 9-15,-1-1 16,1 9-16,-1 0 31,-8 17-31,0 9 16,0 16-1,0 9-15,0 9 0,0 16 16,8-8 0,-8 0-1,9-8-15,8-18 16,0-16-1,0 0 1,17-9-16,0-9 16,26 1-1,25-1 1,0-16-16,26-9 16,8-17-1,35-9-15,8-8 0,-25 0 16,-18 17-1,9 0 1,17 0-16,-9 8 16,-25 9-1,-17 0-15,-17 0 0,-17 0 16,-9 0 0,-9 0-16,-16 0 31,-1 0-31,1 0 15,-9 0 1,0 0 0,0-8-16,0-9 15,0-34-15,0-34 16,0 0 0,8 17-1,-8 0-15,0 25 16,0 9-1,0 0-15,-8 17 16,-1 0-16,1 0 16,-18 0-1,-8 9 1,-43-9-16,-42 0 16,-1 17-16,-50 0 15,-86 25 1,-103 18-1</inkml:trace>
  <inkml:trace contextRef="#ctx0" brushRef="#br0" timeOffset="18863.97">8202 8845 0,'0'0'0,"0"0"16,0 0-16,0 0 16,0 0-1,0 0-15,0 0 16,0 0-1,0 0-15,0 17 16,9 0 0,-1 17-16,1 34 15,-26 42 1,-9-8-16,9-17 16,0-17-1,0-25-15,8-1 16,9-16-1,0-1-15,0-8 16,0 0 0,0 1-1,17-1-15,17 0 16,9-9-16,8 1 16,18-1-1,-1-8-15,0 0 16,35 0-1,8 9-15,-9-1 16,17-8 0,35-8-16,25-1 15,-34 1 1,9-9-16,17 0 16,-9 8-1,-26 1-15,-16-1 16,8 0-1,-17 1-15,-43-1 16,-25 1 0,0-1-1,-18 9-15,-8 0 16,-8 0-16,-1-8 16,9-1-1,0-8-15,1-17 16,7-17-1,1-17-15,-1 9 16,-16 8 0,-1 0-1,1 17-15,-1 0 16,1 0 0,-9 17-16,-9 0 15,-8 0 1,-8 0-16,-43 8 15,-52 9 1,-34 0-16,-42 17 16,-26 0-1,-34 9-15,-34-9 16,-34-17 0,-52 0-16,-16 17 15</inkml:trace>
  <inkml:trace contextRef="#ctx0" brushRef="#br0" timeOffset="27800.03">4455 11328 0,'0'0'0,"0"0"0,0 0 0,0 0 15,0 0 1,0 0 0,0 0-16,0 0 15,-8 17 1,-1 17-16,1 8 16,-1 27-1,1-1-15,-1 0 16,0-9-1,-8-16-15,9-1 16,-1 1 0,9-9-16,0-9 15,0 1 1,0-9-16,0 0 16,9-9-1,8 1-15,9-1 16,8 1-1,0-1-15,26 1 16,8-1 0,26-8-16,34-17 15,34-8-15,-17-1 16,34 1 0,-8 8-1,-34 0-15,25 0 16,0 8-1,0 1-15,-25-1 16,25 9-16,0 0 16,-51 0-1,-9 0-15,-33 0 16,-18 0 0,-17 0-16,-8 0 15,-18 0 1,1-8-1,-9-1-15,0-16 16,-9-1 0,9 9-16</inkml:trace>
  <inkml:trace contextRef="#ctx0" brushRef="#br0" timeOffset="42069.94">4191 13488 0,'0'0'0,"0"0"0,0 0 0,0 0 31,0 0-15,8 0-16,35 17 15,42 17 1,103 9-16,59-1 15,86-8 1,60 0-16,25-8 16,52-18-1,-86-25-15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6T20:19:40.908"/>
    </inkml:context>
    <inkml:brush xml:id="br0">
      <inkml:brushProperty name="width" value="0.05292" units="cm"/>
      <inkml:brushProperty name="height" value="0.05292" units="cm"/>
      <inkml:brushProperty name="color" value="#FF0000"/>
    </inkml:brush>
  </inkml:definitions>
  <inkml:trace contextRef="#ctx0" brushRef="#br0">2654 6676 0,'0'0'0,"17"0"0,52 9 0,118-9 15,95-17 1,51-18-16,43 1 16,-1 0-1,-16-8-15,101 16 16,-41 26-1</inkml:trace>
  <inkml:trace contextRef="#ctx0" brushRef="#br0" timeOffset="4360.08">16379 6472 0,'-9'-9'0,"-8"1"0,-43-9 16,-51 0-1,-8 17 1,-26 8 0,-26 26-16,-8 26 15,-9 25-15,-8 34 16,34-17-16,42-17 16,26-8-1,17-26-15,35-17 16,16-9-1,9-16-15,17-1 16,0 9 0,9 0-1,-1-8-15,1-1 16,-1 9 0,-16 26-16,-52 59 15,-68 59-15,-17 27 16,-17 16-1,16-9 1,53-42 0,33-25-16,34-26 15,35-17-15,33-8 16,35-18-16,85-16 31,77-35-31,-17-25 16,-42-17-1,-18 17-15,-34 0 0,-51 17 16,-35 9-16,-16 16 16,-1 26 15,-16 34-31,-1 34 0,-16-8 31,8-26-31,0-26 16,26 1-1,50-26-15,78-17 16,59-43 0,26-33-16,-34-18 15,-9-25 1,1 9-16,-69 42 16,-60 25-1,-34 9-15,-8 17 16,-1 0-1,1 9-15,8 8 16,26 8 0,42-16-16,35-35 15,51-42 1,76-25-16,-33-26 16,-9-43-1,0-8 1,-18 42-16,10 18 15,-69 33-15,-77 26 16,-8 17 0,-26 17-16,-8 0 15,8-8 1,17-18-16,9-16 16,8-18-1,0-25-15,-17-9 16,-16 18-1,-10 16-15,-16-25 16,-26-8 0,-9-9-16,-8 0 15,-9 17 1,-16 8 0,-10 0-16,1 9 15,-26 9 1,-42 16-16,-27 18 15,-24 16-15,-44 9 16,9 9 0,0-1-16,-34 1 15,-17 8 1,-17 0 0,-26 0-16,-17 17 15,-8 17 1,-94 42-16,42 1 15</inkml:trace>
  <inkml:trace contextRef="#ctx0" brushRef="#br0" timeOffset="7153.5">16925 7101 0,'0'0'0,"0"0"0,0 0 15,-9-8 1,1-1-1,-1-8-15,9 17 16,0 0-16,0 0 16</inkml:trace>
  <inkml:trace contextRef="#ctx0" brushRef="#br0" timeOffset="8006.77">17258 6378 0,'0'0'0,"0"0"0,0 0 0,0 0 31,0 0-31,-9 9 15,-25 33-15,-26 43 0,-34 17 32,-8 9-32,25-17 15,26-35 1,17-25-16,17-8 0,0-9 16,17-9 15,8 9-31,9-8 15,17-1 1,9 9-16,17 0 16,0 9-16,-18-1 0,-8 1 15,-8 8 17,-18 25-32,-33 43 15,-26 17 1,-1-17-16,-7-34 0,8-16 15,33-35 1</inkml:trace>
  <inkml:trace contextRef="#ctx0" brushRef="#br0" timeOffset="8257.64">17155 6472 0,'0'0'0,"0"0"0,26 17 15,42 17-15,77 17 16,60-9-1,26-16 1,101-18-16</inkml:trace>
  <inkml:trace contextRef="#ctx0" brushRef="#br0" timeOffset="9784.27">15568 7169 0,'0'0'0,"0"0"15,0 0-15,-9 0 16,-8 0-1,-17 0-15,-9 17 16,-8 0 0,-17 26-16,-9 25 15,-8 34 1,-9 25-16,0 35 16,17 0-1,17-26-15,26-17 16,26 0-1,33-17-15,9-26 16,26-25 0,26-8-16,-10-18 15,-16-16 1,-17-18-16,-1 1 16,-16-18-1,0 1-15,-18-18 16,1-8-1,-18 0-15,-16 9 16,-44 8 0,-76 0-16,-162-17 15</inkml:trace>
  <inkml:trace contextRef="#ctx0" brushRef="#br0" timeOffset="10715.4">16029 7765 0,'0'0'0,"0"0"0,0 0 15,17 0-15,25 0 16,18 0 0,0 0-16,17 0 15,-1 0 1,-7 8-16,-27 1 16,-16-1-1,-9 1-15,-8-1 16,-18 9-1,-8 9-15,-9-1 16,-16 9 0,8-8-16,17-1 15,-1-16 1,10-1-16,8 1 16,0 8-1,0 17 1,17 17-16,17 17 15,0 17 1,0 0-16,-8-26 16,-17-8-1,-1-17-15,-25 9 16,-26 8 0,-42 0-16,-60-8 15,-171 16-15</inkml:trace>
  <inkml:trace contextRef="#ctx0" brushRef="#br0" timeOffset="16032.84">16361 7943 0,'0'0'0,"0"0"0,0 0 16,0 0-16,0-8 15,0 8 1,0-9-16,-8 1 16,-9 8-1,-17 8-15,-26 18 16,-17 16 0,0 18-16,1 16 15,16-8 1,26-25-16,17-1 15,17-8-15,0-8 16,25-18 0,26-16-1,18-18-15,16-25 16,-8-8-16,-17-1 16,-26 18-1,-9 8-15,-16 17 16,-1 0-1,-16 8 1,-26 9-16,-26 26 16,-17 16-16,-8 9 15,17-8 1,25-18 0,17 1-16,18-18 15,16-16 1,26-35-16,60-42 15,26-17-15,-18 0 32,-8 17-32,-34 17 15,-26 26 1,-25 25-16,-1 8 16,-16 9-16,-35 26 15,-51 42 1,-17 17-1,17-17-15,34-26 16,26-16-16,17-1 16,0-16-1,17-1 1,0-8-16,26-8 16,42-26-16,9-9 15,-9 9 1,-17 0-16,-17 17 15,-8 0-15,-9 9 16,-8 8 0,-1 0-1,-16 8 1,-18 35-16,-8 16 16,0 1-16,17-1 15,0-16 1,17-18-1,8 1-15,18-18 16,8-8-16,9-8 16,-18-1-1,-8 1 1,-8 8-16,-26 8 16,-26 43-16,-34 26 15,0-1 1,18-25-16,25-8 15,16-18 1,18 1-16,26-9 16,0-9-1</inkml:trace>
  <inkml:trace contextRef="#ctx0" brushRef="#br0" timeOffset="16735.43">18521 7169 0,'-9'9'15,"-8"33"-15,-25 43 0,-18 60 16,-8 25 0,-1-25-16,27 25 15,7-17 1,18-94-1</inkml:trace>
  <inkml:trace contextRef="#ctx0" brushRef="#br0" timeOffset="21107.39">18632 6923 0,'0'0'0,"0"0"0,0 0 0,0 0 16,0 0-1,-9 17-15,-16 34 16,-18 34 0,-25 8-1,-43 26-15,-9 9 16,9-26-16,52-34 16,16-25-1,17-18 1,9-8-16,9-8 15,8-1-15,8-16 16,35-26 0,25-9-16,-8 0 15,-9 9 1,-25 17-16,-18 0 16,1 17-1,-18 0-15,-25 9 16,-51 42-16,-52 51 31,-25 17-31,25-8 16,44-26-1,33-17-15,34-17 16,9-26-16,17-16 16,26-26-16,76-34 15,18-26 1,-26 1-16,-26 8 15,-8 8 1,-26 26 0,-26 17-16,1 9 15,-9 8 1,-34 8 0,-43 35-16,-26 25 0,1 17 15,59-43 1</inkml:trace>
  <inkml:trace contextRef="#ctx0" brushRef="#br0" timeOffset="25155.47">17462 6565 0,'0'0'0,"0"0"0,0 0 16,0 0-16,0 0 15,0 0-15,-8 0 16,-18 9 0,-59 33-1,-60 52-15,-26 34 16,26-1-16,26-16 16,33-26-1,35-34 1,25-17-16,18-17 15,8-9 1,51-25-16,43-17 16,34-42-1,34-26-15,-8-17 16,-43 17-16,-26 8 16,0 9-1,-33 34 1,-27 25-16,-16 9 15,-1 17-15,-42 26 16,-85 59 0,-60 34-1,-9 26-15,26-18 16,51-50 0,51-35-16,34-16 0,18-18 31,25-25-31,51-42 15,77-52 1,43-25-16,-34 26 16,-52 25-1,-25 33-15,-26 27 16,-34 16 0,-8 18-16,-35 33 15,-76 78 1,-35 24-16,26-16 15,34-43 1,43-26-16,17-16 16,9-26-1</inkml:trace>
  <inkml:trace contextRef="#ctx0" brushRef="#br0" timeOffset="25925.69">15141 7365 0,'0'0'0,"0"0"0,-9 8 15,-25 35 1,-34 50-16,-26 44 16,-17 41-1,-8 9-15,8-34 16,34-34-1,26-25-15,25-43 16,26-34-16,26-17 16,51-51-1,68-60 1,34-42-16,-17 9 16,-60 50-1,-50 43-15,-18 26 16,-17 8-1,-9 17-15,-33 34 16,-61 68-16,-42 42 0,26-16 31,17-35-15,25-25-16,34-34 0,18-17 31,8-8-31,8-18 16,52-33-1,17-35-15,-26 18 16,-17 16-16,-17 26 16,-25 17-1,-1 9 1</inkml:trace>
  <inkml:trace contextRef="#ctx0" brushRef="#br0" timeOffset="34977.62">16353 6506 0,'0'0'0,"-26"8"0,-25 18 0,-34 8 16,-18 8-1,27 1-15,24 0 16,1-1 0,8 1-16,9-18 15,17 1 1,17-9 0,0-9-16,9 9 15,42 17-15,43 17 16,25-8-1,-25-9-15,-43-9 16,-25-8 0,0 0-1,-18 0-15,-16 26 16,-61 42-16,-50 8 16,25-33-1,34-18 1,-17-8-16,18-25 15,16-26-15,35-43 16,16-42 0,18-8-16,8-9 15,51-26-15,26 1 16,9 42 0,-35 25-16,-25 17 31,-35 35-31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4.xml"/></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4: Algorithm Analysis and Priority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DA77C-4A87-5E53-6319-C9EFC70A5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7576-0109-DA35-2F93-CE5D43AFCFCF}"/>
              </a:ext>
            </a:extLst>
          </p:cNvPr>
          <p:cNvSpPr>
            <a:spLocks noGrp="1"/>
          </p:cNvSpPr>
          <p:nvPr>
            <p:ph type="title"/>
          </p:nvPr>
        </p:nvSpPr>
        <p:spPr/>
        <p:txBody>
          <a:bodyPr/>
          <a:lstStyle/>
          <a:p>
            <a:r>
              <a:rPr lang="en-US" dirty="0"/>
              <a:t>Motivation for Algorithm Analysis</a:t>
            </a:r>
          </a:p>
        </p:txBody>
      </p:sp>
      <p:sp>
        <p:nvSpPr>
          <p:cNvPr id="3" name="Content Placeholder 2">
            <a:extLst>
              <a:ext uri="{FF2B5EF4-FFF2-40B4-BE49-F238E27FC236}">
                <a16:creationId xmlns:a16="http://schemas.microsoft.com/office/drawing/2014/main" id="{7C5E9410-A0C9-D0C4-B386-64C237AAACE5}"/>
              </a:ext>
            </a:extLst>
          </p:cNvPr>
          <p:cNvSpPr>
            <a:spLocks noGrp="1"/>
          </p:cNvSpPr>
          <p:nvPr>
            <p:ph idx="1"/>
          </p:nvPr>
        </p:nvSpPr>
        <p:spPr/>
        <p:txBody>
          <a:bodyPr>
            <a:normAutofit/>
          </a:bodyPr>
          <a:lstStyle/>
          <a:p>
            <a:r>
              <a:rPr lang="en-US" dirty="0"/>
              <a:t>We want to define algorithm running times in a way that’s predictive:</a:t>
            </a:r>
          </a:p>
          <a:p>
            <a:pPr lvl="1"/>
            <a:r>
              <a:rPr lang="en-US" dirty="0"/>
              <a:t>We’re not required to </a:t>
            </a:r>
            <a:r>
              <a:rPr lang="en-US" dirty="0" err="1"/>
              <a:t>implement+run</a:t>
            </a:r>
            <a:r>
              <a:rPr lang="en-US" dirty="0"/>
              <a:t> the algorithms to determine the time</a:t>
            </a:r>
          </a:p>
          <a:p>
            <a:pPr lvl="1"/>
            <a:r>
              <a:rPr lang="en-US" dirty="0"/>
              <a:t>Our conclusions do not depend on how the algorithm is implemented/run</a:t>
            </a:r>
          </a:p>
          <a:p>
            <a:pPr lvl="2"/>
            <a:r>
              <a:rPr lang="en-US" dirty="0"/>
              <a:t>E.g. variation in choice of programming language, machine, or other tasks the computer is doing in parallel</a:t>
            </a:r>
          </a:p>
          <a:p>
            <a:pPr lvl="1"/>
            <a:r>
              <a:rPr lang="en-US" dirty="0"/>
              <a:t>We can use it to compare running times of different algorithms</a:t>
            </a:r>
          </a:p>
          <a:p>
            <a:pPr lvl="1"/>
            <a:r>
              <a:rPr lang="en-US" dirty="0"/>
              <a:t>We do not need to select an input size in advance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3569A35-A639-3168-9008-C96F8706115A}"/>
                  </a:ext>
                </a:extLst>
              </p14:cNvPr>
              <p14:cNvContentPartPr/>
              <p14:nvPr/>
            </p14:nvContentPartPr>
            <p14:xfrm>
              <a:off x="1103040" y="1206360"/>
              <a:ext cx="9863280" cy="3505680"/>
            </p14:xfrm>
          </p:contentPart>
        </mc:Choice>
        <mc:Fallback>
          <p:pic>
            <p:nvPicPr>
              <p:cNvPr id="4" name="Ink 3">
                <a:extLst>
                  <a:ext uri="{FF2B5EF4-FFF2-40B4-BE49-F238E27FC236}">
                    <a16:creationId xmlns:a16="http://schemas.microsoft.com/office/drawing/2014/main" id="{03569A35-A639-3168-9008-C96F8706115A}"/>
                  </a:ext>
                </a:extLst>
              </p:cNvPr>
              <p:cNvPicPr/>
              <p:nvPr/>
            </p:nvPicPr>
            <p:blipFill>
              <a:blip r:embed="rId3"/>
              <a:stretch>
                <a:fillRect/>
              </a:stretch>
            </p:blipFill>
            <p:spPr>
              <a:xfrm>
                <a:off x="1093680" y="1197000"/>
                <a:ext cx="9882000" cy="3524400"/>
              </a:xfrm>
              <a:prstGeom prst="rect">
                <a:avLst/>
              </a:prstGeom>
            </p:spPr>
          </p:pic>
        </mc:Fallback>
      </mc:AlternateContent>
    </p:spTree>
    <p:extLst>
      <p:ext uri="{BB962C8B-B14F-4D97-AF65-F5344CB8AC3E}">
        <p14:creationId xmlns:p14="http://schemas.microsoft.com/office/powerpoint/2010/main" val="99273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16EF0-BA71-FAF4-8D2E-6A56D7A3D8A1}"/>
              </a:ext>
            </a:extLst>
          </p:cNvPr>
          <p:cNvSpPr>
            <a:spLocks noGrp="1"/>
          </p:cNvSpPr>
          <p:nvPr>
            <p:ph type="title"/>
          </p:nvPr>
        </p:nvSpPr>
        <p:spPr/>
        <p:txBody>
          <a:bodyPr/>
          <a:lstStyle/>
          <a:p>
            <a:r>
              <a:rPr lang="en-US" dirty="0"/>
              <a:t>Process for Algorithm Analysis</a:t>
            </a:r>
          </a:p>
        </p:txBody>
      </p:sp>
      <p:sp>
        <p:nvSpPr>
          <p:cNvPr id="3" name="Content Placeholder 2">
            <a:extLst>
              <a:ext uri="{FF2B5EF4-FFF2-40B4-BE49-F238E27FC236}">
                <a16:creationId xmlns:a16="http://schemas.microsoft.com/office/drawing/2014/main" id="{7814778F-BCED-5084-02A2-68257F91090F}"/>
              </a:ext>
            </a:extLst>
          </p:cNvPr>
          <p:cNvSpPr>
            <a:spLocks noGrp="1"/>
          </p:cNvSpPr>
          <p:nvPr>
            <p:ph idx="1"/>
          </p:nvPr>
        </p:nvSpPr>
        <p:spPr/>
        <p:txBody>
          <a:bodyPr>
            <a:normAutofit lnSpcReduction="10000"/>
          </a:bodyPr>
          <a:lstStyle/>
          <a:p>
            <a:r>
              <a:rPr lang="en-US" dirty="0"/>
              <a:t>Identify a </a:t>
            </a:r>
            <a:r>
              <a:rPr lang="en-US" i="1" dirty="0"/>
              <a:t>function</a:t>
            </a:r>
            <a:r>
              <a:rPr lang="en-US" dirty="0"/>
              <a:t> which maps the algorithm’s input size to a measure of resources used</a:t>
            </a:r>
          </a:p>
          <a:p>
            <a:pPr lvl="1"/>
            <a:r>
              <a:rPr lang="en-US" dirty="0"/>
              <a:t>Domain of the function: </a:t>
            </a:r>
            <a:r>
              <a:rPr lang="en-US" b="1" dirty="0"/>
              <a:t>sizes</a:t>
            </a:r>
            <a:r>
              <a:rPr lang="en-US" dirty="0"/>
              <a:t> of the input </a:t>
            </a:r>
          </a:p>
          <a:p>
            <a:pPr lvl="2"/>
            <a:r>
              <a:rPr lang="en-US" dirty="0"/>
              <a:t>Number of characters in a string, number of items in a list, number of pixels in an image</a:t>
            </a:r>
          </a:p>
          <a:p>
            <a:pPr lvl="1"/>
            <a:r>
              <a:rPr lang="en-US" dirty="0"/>
              <a:t>Codomain of the function: </a:t>
            </a:r>
            <a:r>
              <a:rPr lang="en-US" b="1" dirty="0"/>
              <a:t>counts</a:t>
            </a:r>
            <a:r>
              <a:rPr lang="en-US" dirty="0"/>
              <a:t> of resources used</a:t>
            </a:r>
          </a:p>
          <a:p>
            <a:pPr lvl="2"/>
            <a:r>
              <a:rPr lang="en-US" dirty="0"/>
              <a:t>Number of times the algorithm adds two numbers together, number times the algorithm does a &gt; or &lt; comparison, maximum number of bytes of memory the algorithm uses at any time </a:t>
            </a:r>
          </a:p>
          <a:p>
            <a:r>
              <a:rPr lang="en-US" dirty="0"/>
              <a:t>Important note: Make sure you know the “units” of your domain and codomain!</a:t>
            </a:r>
          </a:p>
          <a:p>
            <a:pPr lvl="1"/>
            <a:r>
              <a:rPr lang="en-US" dirty="0"/>
              <a:t>Domain = inputs to the function</a:t>
            </a:r>
          </a:p>
          <a:p>
            <a:pPr lvl="1"/>
            <a:r>
              <a:rPr lang="en-US" dirty="0"/>
              <a:t>Codomain = outputs to the function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69FC9A5-2689-89BB-3890-AF9B50F4022E}"/>
                  </a:ext>
                </a:extLst>
              </p14:cNvPr>
              <p14:cNvContentPartPr/>
              <p14:nvPr/>
            </p14:nvContentPartPr>
            <p14:xfrm>
              <a:off x="1216800" y="2201400"/>
              <a:ext cx="7807680" cy="1800360"/>
            </p14:xfrm>
          </p:contentPart>
        </mc:Choice>
        <mc:Fallback>
          <p:pic>
            <p:nvPicPr>
              <p:cNvPr id="4" name="Ink 3">
                <a:extLst>
                  <a:ext uri="{FF2B5EF4-FFF2-40B4-BE49-F238E27FC236}">
                    <a16:creationId xmlns:a16="http://schemas.microsoft.com/office/drawing/2014/main" id="{C69FC9A5-2689-89BB-3890-AF9B50F4022E}"/>
                  </a:ext>
                </a:extLst>
              </p:cNvPr>
              <p:cNvPicPr/>
              <p:nvPr/>
            </p:nvPicPr>
            <p:blipFill>
              <a:blip r:embed="rId3"/>
              <a:stretch>
                <a:fillRect/>
              </a:stretch>
            </p:blipFill>
            <p:spPr>
              <a:xfrm>
                <a:off x="1207440" y="2192040"/>
                <a:ext cx="7826400" cy="1819080"/>
              </a:xfrm>
              <a:prstGeom prst="rect">
                <a:avLst/>
              </a:prstGeom>
            </p:spPr>
          </p:pic>
        </mc:Fallback>
      </mc:AlternateContent>
    </p:spTree>
    <p:extLst>
      <p:ext uri="{BB962C8B-B14F-4D97-AF65-F5344CB8AC3E}">
        <p14:creationId xmlns:p14="http://schemas.microsoft.com/office/powerpoint/2010/main" val="367896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42BD-2911-6FAF-A9E7-9C282FAC4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681DA-14E1-8AC3-BB7C-AAEBC2E88E36}"/>
              </a:ext>
            </a:extLst>
          </p:cNvPr>
          <p:cNvSpPr>
            <a:spLocks noGrp="1"/>
          </p:cNvSpPr>
          <p:nvPr>
            <p:ph type="title"/>
          </p:nvPr>
        </p:nvSpPr>
        <p:spPr/>
        <p:txBody>
          <a:bodyPr/>
          <a:lstStyle/>
          <a:p>
            <a:r>
              <a:rPr lang="en-US" dirty="0"/>
              <a:t>Comparing Running Times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57B012-5A70-0B46-64DE-4E4D3CFDBB7B}"/>
                  </a:ext>
                </a:extLst>
              </p:cNvPr>
              <p:cNvSpPr>
                <a:spLocks noGrp="1"/>
              </p:cNvSpPr>
              <p:nvPr>
                <p:ph idx="1"/>
              </p:nvPr>
            </p:nvSpPr>
            <p:spPr/>
            <p:txBody>
              <a:bodyPr>
                <a:normAutofit/>
              </a:bodyPr>
              <a:lstStyle/>
              <a:p>
                <a:r>
                  <a:rPr lang="en-US" dirty="0"/>
                  <a:t>To compare two algorithms’ running times, we need a way to compare functions</a:t>
                </a:r>
              </a:p>
              <a:p>
                <a:r>
                  <a:rPr lang="en-US" dirty="0"/>
                  <a:t>We want this comparison to have the following properties:</a:t>
                </a:r>
              </a:p>
              <a:p>
                <a:pPr lvl="1"/>
                <a:r>
                  <a:rPr lang="en-US" dirty="0"/>
                  <a:t>We answer based on long-term behavior (i.e. large inputs)</a:t>
                </a:r>
              </a:p>
              <a:p>
                <a:pPr lvl="2"/>
                <a:r>
                  <a:rPr lang="en-US" dirty="0"/>
                  <a:t>In most cases, all algorithms are fast on small inputs, so it’s more important to compare for large inputs</a:t>
                </a:r>
              </a:p>
              <a:p>
                <a:pPr lvl="1"/>
                <a:r>
                  <a:rPr lang="en-US" dirty="0"/>
                  <a:t>We ignore constant coefficients and non-dominant terms</a:t>
                </a:r>
              </a:p>
              <a:p>
                <a:pPr lvl="2"/>
                <a:r>
                  <a:rPr lang="en-US" dirty="0"/>
                  <a:t>Different people might count different subsets of operations, which would give different constant coefficients in the running time</a:t>
                </a:r>
              </a:p>
              <a:p>
                <a:pPr lvl="2"/>
                <a:r>
                  <a:rPr lang="en-US" dirty="0"/>
                  <a:t>Even if we count the same operations, different operations take different amounts of time on different computers</a:t>
                </a:r>
              </a:p>
              <a:p>
                <a:pPr lvl="2"/>
                <a:r>
                  <a:rPr lang="en-US" dirty="0"/>
                  <a:t>Constant coefficients matter more than the non-dominant terms (e.g. </a:t>
                </a:r>
                <a14:m>
                  <m:oMath xmlns:m="http://schemas.openxmlformats.org/officeDocument/2006/math">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a:t>
                </a:r>
              </a:p>
            </p:txBody>
          </p:sp>
        </mc:Choice>
        <mc:Fallback xmlns="">
          <p:sp>
            <p:nvSpPr>
              <p:cNvPr id="3" name="Content Placeholder 2">
                <a:extLst>
                  <a:ext uri="{FF2B5EF4-FFF2-40B4-BE49-F238E27FC236}">
                    <a16:creationId xmlns:a16="http://schemas.microsoft.com/office/drawing/2014/main" id="{7A57B012-5A70-0B46-64DE-4E4D3CFDBB7B}"/>
                  </a:ext>
                </a:extLst>
              </p:cNvPr>
              <p:cNvSpPr>
                <a:spLocks noGrp="1" noRot="1" noChangeAspect="1" noMove="1" noResize="1" noEditPoints="1" noAdjustHandles="1" noChangeArrowheads="1" noChangeShapeType="1" noTextEdit="1"/>
              </p:cNvSpPr>
              <p:nvPr>
                <p:ph idx="1"/>
              </p:nvPr>
            </p:nvSpPr>
            <p:spPr>
              <a:blipFill>
                <a:blip r:embed="rId2"/>
                <a:stretch>
                  <a:fillRect l="-1043" t="-2241" b="-2101"/>
                </a:stretch>
              </a:blipFill>
            </p:spPr>
            <p:txBody>
              <a:bodyPr/>
              <a:lstStyle/>
              <a:p>
                <a:r>
                  <a:rPr lang="en-US">
                    <a:noFill/>
                  </a:rPr>
                  <a:t> </a:t>
                </a:r>
              </a:p>
            </p:txBody>
          </p:sp>
        </mc:Fallback>
      </mc:AlternateContent>
    </p:spTree>
    <p:extLst>
      <p:ext uri="{BB962C8B-B14F-4D97-AF65-F5344CB8AC3E}">
        <p14:creationId xmlns:p14="http://schemas.microsoft.com/office/powerpoint/2010/main" val="31334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553192-1741-E7E7-D227-470D609DAE9D}"/>
                  </a:ext>
                </a:extLst>
              </p:cNvPr>
              <p:cNvSpPr>
                <a:spLocks noGrp="1"/>
              </p:cNvSpPr>
              <p:nvPr>
                <p:ph type="title"/>
              </p:nvPr>
            </p:nvSpPr>
            <p:spPr>
              <a:xfrm>
                <a:off x="838200" y="81347"/>
                <a:ext cx="10515600" cy="1325563"/>
              </a:xfrm>
            </p:spPr>
            <p:txBody>
              <a:bodyPr/>
              <a:lstStyle/>
              <a:p>
                <a:r>
                  <a:rPr lang="en-US" dirty="0"/>
                  <a:t>Asymptotically comparing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with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3E553192-1741-E7E7-D227-470D609DAE9D}"/>
                  </a:ext>
                </a:extLst>
              </p:cNvPr>
              <p:cNvSpPr>
                <a:spLocks noGrp="1" noRot="1" noChangeAspect="1" noMove="1" noResize="1" noEditPoints="1" noAdjustHandles="1" noChangeArrowheads="1" noChangeShapeType="1" noTextEdit="1"/>
              </p:cNvSpPr>
              <p:nvPr>
                <p:ph type="title"/>
              </p:nvPr>
            </p:nvSpPr>
            <p:spPr>
              <a:xfrm>
                <a:off x="838200" y="81347"/>
                <a:ext cx="10515600" cy="1325563"/>
              </a:xfrm>
              <a:blipFill>
                <a:blip r:embed="rId2"/>
                <a:stretch>
                  <a:fillRect l="-2377"/>
                </a:stretch>
              </a:blipFill>
            </p:spPr>
            <p:txBody>
              <a:bodyPr/>
              <a:lstStyle/>
              <a:p>
                <a:r>
                  <a:rPr lang="en-US">
                    <a:noFill/>
                  </a:rPr>
                  <a:t> </a:t>
                </a:r>
              </a:p>
            </p:txBody>
          </p:sp>
        </mc:Fallback>
      </mc:AlternateContent>
      <p:grpSp>
        <p:nvGrpSpPr>
          <p:cNvPr id="4" name="Group 3" descr="A chart depicting how we can asymptotically compare a function f(n) with another function g(n). &#10;&#10;To show f(n) is big-Oh of g(n) we are able to ignore a small number of inputs (up to a value we call n_0, or n-naught) and multiply g(n) by a constant (that we call c_2). We say f(n) to be O(g(n)) provided for all inputs after n_0, f(n) is always below c_2*g(n).&#10;&#10;To show f(n) is big-Omega of g(n) we are able to ignore a small number of inputs (up to a value we call n_0, or n-naught) and multiply g(n) by a constant (that we call c_1). We say f(n) to be Omega(g(n)) provided for all inputs after n_0, f(n) is always amove c_1*g(n).&#10;&#10;If we can do both, then we say f(n) is big-Theta of g(n).">
            <a:extLst>
              <a:ext uri="{FF2B5EF4-FFF2-40B4-BE49-F238E27FC236}">
                <a16:creationId xmlns:a16="http://schemas.microsoft.com/office/drawing/2014/main" id="{1926F536-686E-BD1B-029B-BA2875E072D6}"/>
              </a:ext>
            </a:extLst>
          </p:cNvPr>
          <p:cNvGrpSpPr/>
          <p:nvPr/>
        </p:nvGrpSpPr>
        <p:grpSpPr>
          <a:xfrm>
            <a:off x="821900" y="1150625"/>
            <a:ext cx="9272722" cy="5640781"/>
            <a:chOff x="821900" y="1098075"/>
            <a:chExt cx="9272722" cy="5640781"/>
          </a:xfrm>
        </p:grpSpPr>
        <mc:AlternateContent xmlns:mc="http://schemas.openxmlformats.org/markup-compatibility/2006" xmlns:a14="http://schemas.microsoft.com/office/drawing/2010/main">
          <mc:Choice Requires="a14">
            <p:sp>
              <p:nvSpPr>
                <p:cNvPr id="3" name="TextBox 2"/>
                <p:cNvSpPr txBox="1"/>
                <p:nvPr/>
              </p:nvSpPr>
              <p:spPr>
                <a:xfrm>
                  <a:off x="7721600" y="2133600"/>
                  <a:ext cx="237302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a:rPr lang="en-US" sz="2400" b="0" i="1" smtClean="0">
                            <a:latin typeface="Cambria Math"/>
                          </a:rPr>
                          <m:t>𝑂</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721600" y="2133600"/>
                  <a:ext cx="2373022" cy="461665"/>
                </a:xfrm>
                <a:prstGeom prst="rect">
                  <a:avLst/>
                </a:prstGeom>
                <a:blipFill>
                  <a:blip r:embed="rId3"/>
                  <a:stretch>
                    <a:fillRect l="-514" r="-51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735490" y="2895600"/>
                  <a:ext cx="235750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m:rPr>
                            <m:sty m:val="p"/>
                          </m:rPr>
                          <a:rPr lang="en-US" sz="2400" b="0" i="0" smtClean="0">
                            <a:latin typeface="Cambria Math"/>
                          </a:rPr>
                          <m:t>Θ</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7735490" y="2895600"/>
                  <a:ext cx="2357505" cy="461665"/>
                </a:xfrm>
                <a:prstGeom prst="rect">
                  <a:avLst/>
                </a:prstGeom>
                <a:blipFill>
                  <a:blip r:embed="rId4"/>
                  <a:stretch>
                    <a:fillRect l="-517" r="-258"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719381" y="3653135"/>
                  <a:ext cx="236551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m:rPr>
                            <m:sty m:val="p"/>
                          </m:rPr>
                          <a:rPr lang="en-US" sz="2400" b="0" i="0" smtClean="0">
                            <a:latin typeface="Cambria Math"/>
                          </a:rPr>
                          <m:t>Ω</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7719381" y="3653135"/>
                  <a:ext cx="2365519" cy="461665"/>
                </a:xfrm>
                <a:prstGeom prst="rect">
                  <a:avLst/>
                </a:prstGeom>
                <a:blipFill>
                  <a:blip r:embed="rId5"/>
                  <a:stretch>
                    <a:fillRect l="-258" r="-515" b="-17105"/>
                  </a:stretch>
                </a:blipFill>
              </p:spPr>
              <p:txBody>
                <a:bodyPr/>
                <a:lstStyle/>
                <a:p>
                  <a:r>
                    <a:rPr lang="en-US">
                      <a:noFill/>
                    </a:rPr>
                    <a:t> </a:t>
                  </a:r>
                </a:p>
              </p:txBody>
            </p:sp>
          </mc:Fallback>
        </mc:AlternateContent>
        <p:pic>
          <p:nvPicPr>
            <p:cNvPr id="7" name="Picture 2" descr="A chart depicting how we can asymptotically compare a function f(n) with another function g(n). &#10;&#10;To show f(n) is big-Oh of g(n) we are able to ignore a small number of inputs (up to a value we call n_0, or n-naught) and multiply g(n) by a constant (that we call c_2). We say f(n) to be O(g(n)) provided for all inputs after n_0, f(n) is always below c_2*g(n).&#10;&#10;To show f(n) is big-Omega of g(n) we are able to ignore a small number of inputs (up to a value we call n_0, or n-naught) and multiply g(n) by a constant (that we call c_1). We say f(n) to be Omega(g(n)) provided for all inputs after n_0, f(n) is always amove c_1*g(n).&#10;&#10;If we can do both, then we say f(n) is big-Theta of g(n).&#10;"/>
            <p:cNvPicPr>
              <a:picLocks noChangeAspect="1" noChangeArrowheads="1"/>
            </p:cNvPicPr>
            <p:nvPr/>
          </p:nvPicPr>
          <p:blipFill rotWithShape="1">
            <a:blip r:embed="rId6">
              <a:extLst>
                <a:ext uri="{28A0092B-C50C-407E-A947-70E740481C1C}">
                  <a14:useLocalDpi xmlns:a14="http://schemas.microsoft.com/office/drawing/2010/main" val="0"/>
                </a:ext>
              </a:extLst>
            </a:blip>
            <a:srcRect r="25990"/>
            <a:stretch/>
          </p:blipFill>
          <p:spPr bwMode="auto">
            <a:xfrm>
              <a:off x="821900" y="1098075"/>
              <a:ext cx="6884343" cy="5640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9CB9666D-F994-5B77-430E-64EA0845A48D}"/>
                  </a:ext>
                </a:extLst>
              </p14:cNvPr>
              <p14:cNvContentPartPr/>
              <p14:nvPr/>
            </p14:nvContentPartPr>
            <p14:xfrm>
              <a:off x="1035360" y="1414440"/>
              <a:ext cx="10517760" cy="4638600"/>
            </p14:xfrm>
          </p:contentPart>
        </mc:Choice>
        <mc:Fallback>
          <p:pic>
            <p:nvPicPr>
              <p:cNvPr id="8" name="Ink 7">
                <a:extLst>
                  <a:ext uri="{FF2B5EF4-FFF2-40B4-BE49-F238E27FC236}">
                    <a16:creationId xmlns:a16="http://schemas.microsoft.com/office/drawing/2014/main" id="{9CB9666D-F994-5B77-430E-64EA0845A48D}"/>
                  </a:ext>
                </a:extLst>
              </p:cNvPr>
              <p:cNvPicPr/>
              <p:nvPr/>
            </p:nvPicPr>
            <p:blipFill>
              <a:blip r:embed="rId8"/>
              <a:stretch>
                <a:fillRect/>
              </a:stretch>
            </p:blipFill>
            <p:spPr>
              <a:xfrm>
                <a:off x="1026000" y="1405080"/>
                <a:ext cx="10536480" cy="4657320"/>
              </a:xfrm>
              <a:prstGeom prst="rect">
                <a:avLst/>
              </a:prstGeom>
            </p:spPr>
          </p:pic>
        </mc:Fallback>
      </mc:AlternateContent>
    </p:spTree>
    <p:extLst>
      <p:ext uri="{BB962C8B-B14F-4D97-AF65-F5344CB8AC3E}">
        <p14:creationId xmlns:p14="http://schemas.microsoft.com/office/powerpoint/2010/main" val="166249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564C020-2384-061C-18C1-14BB89BF209D}"/>
                  </a:ext>
                </a:extLst>
              </p:cNvPr>
              <p:cNvSpPr>
                <a:spLocks noGrp="1"/>
              </p:cNvSpPr>
              <p:nvPr>
                <p:ph type="title"/>
              </p:nvPr>
            </p:nvSpPr>
            <p:spPr/>
            <p:txBody>
              <a:bodyPr/>
              <a:lstStyle/>
              <a:p>
                <a:r>
                  <a:rPr lang="en-US" dirty="0"/>
                  <a:t>Idea of </a:t>
                </a:r>
                <a14:m>
                  <m:oMath xmlns:m="http://schemas.openxmlformats.org/officeDocument/2006/math">
                    <m:r>
                      <m:rPr>
                        <m:sty m:val="p"/>
                      </m:rPr>
                      <a:rPr lang="en-US" b="0" i="0" smtClean="0">
                        <a:latin typeface="Cambria Math" panose="02040503050406030204" pitchFamily="18" charset="0"/>
                      </a:rPr>
                      <m:t>Θ</m:t>
                    </m:r>
                  </m:oMath>
                </a14:m>
                <a:endParaRPr lang="en-US" dirty="0"/>
              </a:p>
            </p:txBody>
          </p:sp>
        </mc:Choice>
        <mc:Fallback xmlns="">
          <p:sp>
            <p:nvSpPr>
              <p:cNvPr id="2" name="Title 1">
                <a:extLst>
                  <a:ext uri="{FF2B5EF4-FFF2-40B4-BE49-F238E27FC236}">
                    <a16:creationId xmlns:a16="http://schemas.microsoft.com/office/drawing/2014/main" id="{D564C020-2384-061C-18C1-14BB89BF209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409C80-61B9-4DC9-01AB-659ECF1BCC8E}"/>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pPr lvl="1"/>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p:txBody>
          </p:sp>
        </mc:Choice>
        <mc:Fallback xmlns="">
          <p:sp>
            <p:nvSpPr>
              <p:cNvPr id="3" name="Content Placeholder 2">
                <a:extLst>
                  <a:ext uri="{FF2B5EF4-FFF2-40B4-BE49-F238E27FC236}">
                    <a16:creationId xmlns:a16="http://schemas.microsoft.com/office/drawing/2014/main" id="{A6409C80-61B9-4DC9-01AB-659ECF1BCC8E}"/>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19AAC66-1B42-E307-19D7-20C132AE372C}"/>
                  </a:ext>
                </a:extLst>
              </p14:cNvPr>
              <p14:cNvContentPartPr/>
              <p14:nvPr/>
            </p14:nvContentPartPr>
            <p14:xfrm>
              <a:off x="1044720" y="2158560"/>
              <a:ext cx="2538360" cy="759600"/>
            </p14:xfrm>
          </p:contentPart>
        </mc:Choice>
        <mc:Fallback>
          <p:pic>
            <p:nvPicPr>
              <p:cNvPr id="4" name="Ink 3">
                <a:extLst>
                  <a:ext uri="{FF2B5EF4-FFF2-40B4-BE49-F238E27FC236}">
                    <a16:creationId xmlns:a16="http://schemas.microsoft.com/office/drawing/2014/main" id="{219AAC66-1B42-E307-19D7-20C132AE372C}"/>
                  </a:ext>
                </a:extLst>
              </p:cNvPr>
              <p:cNvPicPr/>
              <p:nvPr/>
            </p:nvPicPr>
            <p:blipFill>
              <a:blip r:embed="rId5"/>
              <a:stretch>
                <a:fillRect/>
              </a:stretch>
            </p:blipFill>
            <p:spPr>
              <a:xfrm>
                <a:off x="1035360" y="2149200"/>
                <a:ext cx="2557080" cy="778320"/>
              </a:xfrm>
              <a:prstGeom prst="rect">
                <a:avLst/>
              </a:prstGeom>
            </p:spPr>
          </p:pic>
        </mc:Fallback>
      </mc:AlternateContent>
    </p:spTree>
    <p:extLst>
      <p:ext uri="{BB962C8B-B14F-4D97-AF65-F5344CB8AC3E}">
        <p14:creationId xmlns:p14="http://schemas.microsoft.com/office/powerpoint/2010/main" val="48122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a:rPr>
                              <m:t>𝑛</m:t>
                            </m:r>
                          </m:e>
                        </m:d>
                      </m:e>
                    </m:d>
                  </m:oMath>
                </a14:m>
                <a:endParaRPr lang="en-US" dirty="0"/>
              </a:p>
              <a:p>
                <a:pPr lvl="1"/>
                <a:r>
                  <a:rPr lang="en-US" dirty="0"/>
                  <a:t>The </a:t>
                </a:r>
                <a:r>
                  <a:rPr lang="en-US" b="1" dirty="0"/>
                  <a:t>set of functions</a:t>
                </a:r>
                <a:r>
                  <a:rPr lang="en-US" dirty="0"/>
                  <a:t> with asymptotic behavior less than or equal to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1"/>
                <a:r>
                  <a:rPr lang="en-US" dirty="0">
                    <a:solidFill>
                      <a:srgbClr val="FF33CC"/>
                    </a:solidFill>
                  </a:rPr>
                  <a:t>Upper-bounded </a:t>
                </a:r>
                <a:r>
                  <a:rPr lang="en-US" dirty="0"/>
                  <a:t>by a constant times </a:t>
                </a:r>
                <a14:m>
                  <m:oMath xmlns:m="http://schemas.openxmlformats.org/officeDocument/2006/math">
                    <m:r>
                      <a:rPr lang="en-US" b="0" i="1" smtClean="0">
                        <a:latin typeface="Cambria Math"/>
                      </a:rPr>
                      <m:t>𝑔</m:t>
                    </m:r>
                  </m:oMath>
                </a14:m>
                <a:r>
                  <a:rPr lang="en-US" dirty="0"/>
                  <a:t> for large enough values </a:t>
                </a:r>
                <a14:m>
                  <m:oMath xmlns:m="http://schemas.openxmlformats.org/officeDocument/2006/math">
                    <m:r>
                      <a:rPr lang="en-US" b="0" i="1" smtClean="0">
                        <a:latin typeface="Cambria Math"/>
                      </a:rPr>
                      <m:t>𝑛</m:t>
                    </m:r>
                  </m:oMath>
                </a14:m>
                <a:endParaRPr lang="en-US" b="0" i="1" dirty="0">
                  <a:latin typeface="Cambria Math"/>
                </a:endParaRPr>
              </a:p>
              <a:p>
                <a:pPr lvl="1"/>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&gt;0.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 ∀</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14:m>
                  <m:oMath xmlns:m="http://schemas.openxmlformats.org/officeDocument/2006/math">
                    <m:r>
                      <m:rPr>
                        <m:sty m:val="p"/>
                      </m:rPr>
                      <a:rPr lang="en-US" b="0" i="0" smtClean="0">
                        <a:latin typeface="Cambria Math"/>
                      </a:rPr>
                      <m:t>Ω</m:t>
                    </m:r>
                    <m:r>
                      <a:rPr lang="en-US" b="0" i="1" smtClean="0">
                        <a:latin typeface="Cambria Math"/>
                      </a:rPr>
                      <m:t>(</m:t>
                    </m:r>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oMath>
                </a14:m>
                <a:endParaRPr lang="en-US" dirty="0"/>
              </a:p>
              <a:p>
                <a:pPr lvl="1"/>
                <a:r>
                  <a:rPr lang="en-US" dirty="0"/>
                  <a:t>the </a:t>
                </a:r>
                <a:r>
                  <a:rPr lang="en-US" b="1" dirty="0"/>
                  <a:t>set of functions</a:t>
                </a:r>
                <a:r>
                  <a:rPr lang="en-US" dirty="0"/>
                  <a:t> with asymptotic behavior greater than or equal to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dirty="0"/>
              </a:p>
              <a:p>
                <a:pPr lvl="1"/>
                <a:r>
                  <a:rPr lang="en-US" dirty="0">
                    <a:solidFill>
                      <a:srgbClr val="FF33CC"/>
                    </a:solidFill>
                  </a:rPr>
                  <a:t>Lower-bounded </a:t>
                </a:r>
                <a:r>
                  <a:rPr lang="en-US" dirty="0"/>
                  <a:t>by a constant times </a:t>
                </a:r>
                <a14:m>
                  <m:oMath xmlns:m="http://schemas.openxmlformats.org/officeDocument/2006/math">
                    <m:r>
                      <a:rPr lang="en-US" i="1">
                        <a:latin typeface="Cambria Math"/>
                      </a:rPr>
                      <m:t>𝑔</m:t>
                    </m:r>
                  </m:oMath>
                </a14:m>
                <a:r>
                  <a:rPr lang="en-US" dirty="0"/>
                  <a:t> for large enough values </a:t>
                </a:r>
                <a14:m>
                  <m:oMath xmlns:m="http://schemas.openxmlformats.org/officeDocument/2006/math">
                    <m:r>
                      <a:rPr lang="en-US" i="1">
                        <a:latin typeface="Cambria Math"/>
                      </a:rPr>
                      <m:t>𝑛</m:t>
                    </m:r>
                  </m:oMath>
                </a14:m>
                <a:endParaRPr lang="en-US" i="1" dirty="0">
                  <a:latin typeface="Cambria Math"/>
                </a:endParaRPr>
              </a:p>
              <a:p>
                <a:pPr lvl="1"/>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m:rPr>
                        <m:sty m:val="p"/>
                      </m:rPr>
                      <a:rPr lang="en-US" b="0" i="0" smtClean="0">
                        <a:latin typeface="Cambria Math" panose="02040503050406030204" pitchFamily="18" charset="0"/>
                      </a:rPr>
                      <m:t>Ω</m:t>
                    </m:r>
                    <m:d>
                      <m:dPr>
                        <m:ctrlPr>
                          <a:rPr lang="en-US" i="1">
                            <a:latin typeface="Cambria Math" panose="02040503050406030204" pitchFamily="18" charset="0"/>
                          </a:rPr>
                        </m:ctrlPr>
                      </m:dPr>
                      <m:e>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&gt;0. ∃</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r>
                      <a:rPr lang="en-US" i="1">
                        <a:latin typeface="Cambria Math" panose="02040503050406030204" pitchFamily="18" charset="0"/>
                      </a:rPr>
                      <m:t>&gt;0. ∀</m:t>
                    </m:r>
                    <m:r>
                      <a:rPr lang="en-US" i="1">
                        <a:latin typeface="Cambria Math" panose="02040503050406030204" pitchFamily="18" charset="0"/>
                      </a:rPr>
                      <m:t>𝑛</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r>
                      <a:rPr lang="en-US" i="1">
                        <a:latin typeface="Cambria Math" panose="02040503050406030204" pitchFamily="18" charset="0"/>
                      </a:rPr>
                      <m:t>. </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dirty="0"/>
              </a:p>
              <a:p>
                <a14:m>
                  <m:oMath xmlns:m="http://schemas.openxmlformats.org/officeDocument/2006/math">
                    <m:r>
                      <m:rPr>
                        <m:sty m:val="p"/>
                      </m:rPr>
                      <a:rPr lang="en-US" b="0" i="0" smtClean="0">
                        <a:latin typeface="Cambria Math"/>
                      </a:rPr>
                      <m:t>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𝑛</m:t>
                            </m:r>
                          </m:e>
                        </m:d>
                      </m:e>
                    </m:d>
                  </m:oMath>
                </a14:m>
                <a:endParaRPr lang="en-US" dirty="0"/>
              </a:p>
              <a:p>
                <a:pPr lvl="1"/>
                <a:r>
                  <a:rPr lang="en-US" dirty="0"/>
                  <a:t>“</a:t>
                </a:r>
                <a:r>
                  <a:rPr lang="en-US" dirty="0">
                    <a:solidFill>
                      <a:srgbClr val="FF33CC"/>
                    </a:solidFill>
                  </a:rPr>
                  <a:t>Tightly</a:t>
                </a:r>
                <a:r>
                  <a:rPr lang="en-US" dirty="0"/>
                  <a:t>” within constant of </a:t>
                </a:r>
                <a14:m>
                  <m:oMath xmlns:m="http://schemas.openxmlformats.org/officeDocument/2006/math">
                    <m:r>
                      <a:rPr lang="en-US" i="1">
                        <a:latin typeface="Cambria Math"/>
                      </a:rPr>
                      <m:t>𝑔</m:t>
                    </m:r>
                  </m:oMath>
                </a14:m>
                <a:r>
                  <a:rPr lang="en-US" dirty="0"/>
                  <a:t> for large </a:t>
                </a:r>
                <a14:m>
                  <m:oMath xmlns:m="http://schemas.openxmlformats.org/officeDocument/2006/math">
                    <m:r>
                      <a:rPr lang="en-US" i="1">
                        <a:latin typeface="Cambria Math"/>
                      </a:rPr>
                      <m:t>𝑛</m:t>
                    </m:r>
                  </m:oMath>
                </a14:m>
                <a:endParaRPr lang="en-US" dirty="0"/>
              </a:p>
              <a:p>
                <a:pPr lvl="1"/>
                <a14:m>
                  <m:oMath xmlns:m="http://schemas.openxmlformats.org/officeDocument/2006/math">
                    <m:r>
                      <m:rPr>
                        <m:sty m:val="p"/>
                      </m:rPr>
                      <a:rPr lang="en-US">
                        <a:latin typeface="Cambria Math"/>
                      </a:rPr>
                      <m:t>Ω</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𝑛</m:t>
                            </m:r>
                          </m:e>
                        </m:d>
                      </m:e>
                    </m:d>
                    <m:r>
                      <a:rPr lang="en-US" b="0" i="1" smtClean="0">
                        <a:latin typeface="Cambria Math"/>
                      </a:rPr>
                      <m:t>∩</m:t>
                    </m:r>
                    <m:r>
                      <a:rPr lang="en-US" i="1">
                        <a:latin typeface="Cambria Math"/>
                      </a:rPr>
                      <m:t>𝑂</m:t>
                    </m:r>
                    <m:r>
                      <a:rPr lang="en-US" i="1">
                        <a:latin typeface="Cambria Math"/>
                      </a:rPr>
                      <m:t>(</m:t>
                    </m:r>
                    <m:r>
                      <a:rPr lang="en-US" i="1">
                        <a:latin typeface="Cambria Math"/>
                      </a:rPr>
                      <m:t>𝑔</m:t>
                    </m:r>
                    <m:d>
                      <m:dPr>
                        <m:ctrlPr>
                          <a:rPr lang="en-US" i="1">
                            <a:latin typeface="Cambria Math" panose="02040503050406030204" pitchFamily="18" charset="0"/>
                          </a:rPr>
                        </m:ctrlPr>
                      </m:dPr>
                      <m:e>
                        <m:r>
                          <a:rPr lang="en-US" i="1">
                            <a:latin typeface="Cambria Math"/>
                          </a:rPr>
                          <m:t>𝑛</m:t>
                        </m:r>
                      </m:e>
                    </m:d>
                    <m:r>
                      <a:rPr lang="en-US" i="1">
                        <a:latin typeface="Cambria Math"/>
                      </a:rPr>
                      <m:t>)</m:t>
                    </m:r>
                  </m:oMath>
                </a14:m>
                <a:endParaRPr lang="en-US" dirty="0"/>
              </a:p>
              <a:p>
                <a:pPr lvl="1"/>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2A738A5-808F-B2FF-AED9-1C53913AC290}"/>
                  </a:ext>
                </a:extLst>
              </p14:cNvPr>
              <p14:cNvContentPartPr/>
              <p14:nvPr/>
            </p14:nvContentPartPr>
            <p14:xfrm>
              <a:off x="1514880" y="538920"/>
              <a:ext cx="9525240" cy="3242520"/>
            </p14:xfrm>
          </p:contentPart>
        </mc:Choice>
        <mc:Fallback>
          <p:pic>
            <p:nvPicPr>
              <p:cNvPr id="4" name="Ink 3">
                <a:extLst>
                  <a:ext uri="{FF2B5EF4-FFF2-40B4-BE49-F238E27FC236}">
                    <a16:creationId xmlns:a16="http://schemas.microsoft.com/office/drawing/2014/main" id="{D2A738A5-808F-B2FF-AED9-1C53913AC290}"/>
                  </a:ext>
                </a:extLst>
              </p:cNvPr>
              <p:cNvPicPr/>
              <p:nvPr/>
            </p:nvPicPr>
            <p:blipFill>
              <a:blip r:embed="rId4"/>
              <a:stretch>
                <a:fillRect/>
              </a:stretch>
            </p:blipFill>
            <p:spPr>
              <a:xfrm>
                <a:off x="1505520" y="529560"/>
                <a:ext cx="9543960" cy="3261240"/>
              </a:xfrm>
              <a:prstGeom prst="rect">
                <a:avLst/>
              </a:prstGeom>
            </p:spPr>
          </p:pic>
        </mc:Fallback>
      </mc:AlternateContent>
    </p:spTree>
    <p:extLst>
      <p:ext uri="{BB962C8B-B14F-4D97-AF65-F5344CB8AC3E}">
        <p14:creationId xmlns:p14="http://schemas.microsoft.com/office/powerpoint/2010/main" val="3332895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𝟏𝟎</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𝟏𝟎𝟎</m:t>
                      </m:r>
                      <m:r>
                        <a:rPr lang="en-US" b="1" i="1" smtClean="0">
                          <a:latin typeface="Cambria Math" panose="02040503050406030204" pitchFamily="18" charset="0"/>
                        </a:rPr>
                        <m:t>≤</m:t>
                      </m:r>
                      <m:r>
                        <a:rPr lang="en-US" b="1" i="1" smtClean="0">
                          <a:latin typeface="Cambria Math" panose="02040503050406030204" pitchFamily="18" charset="0"/>
                        </a:rPr>
                        <m:t>𝒄</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oMath>
                  </m:oMathPara>
                </a14:m>
                <a:endParaRPr lang="en-US" b="1" dirty="0"/>
              </a:p>
              <a:p>
                <a:pPr marL="457200" lvl="1" indent="0">
                  <a:buNone/>
                </a:pPr>
                <a:r>
                  <a:rPr lang="en-US" b="1" dirty="0"/>
                  <a:t>Let </a:t>
                </a:r>
                <a14:m>
                  <m:oMath xmlns:m="http://schemas.openxmlformats.org/officeDocument/2006/math">
                    <m:r>
                      <a:rPr lang="en-US" b="1" i="1" smtClean="0">
                        <a:latin typeface="Cambria Math" panose="02040503050406030204" pitchFamily="18" charset="0"/>
                      </a:rPr>
                      <m:t>𝒄</m:t>
                    </m:r>
                    <m:r>
                      <a:rPr lang="en-US" b="1" i="1" smtClean="0">
                        <a:latin typeface="Cambria Math" panose="02040503050406030204" pitchFamily="18" charset="0"/>
                      </a:rPr>
                      <m:t>=</m:t>
                    </m:r>
                    <m:r>
                      <a:rPr lang="en-US" b="1" i="1" smtClean="0">
                        <a:latin typeface="Cambria Math" panose="02040503050406030204" pitchFamily="18" charset="0"/>
                      </a:rPr>
                      <m:t>𝟏𝟎</m:t>
                    </m:r>
                  </m:oMath>
                </a14:m>
                <a:endParaRPr lang="en-US" b="1" dirty="0"/>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𝟏𝟎</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𝟏𝟎𝟎</m:t>
                      </m:r>
                      <m:r>
                        <a:rPr lang="en-US" b="1" i="1" smtClean="0">
                          <a:latin typeface="Cambria Math" panose="02040503050406030204" pitchFamily="18" charset="0"/>
                        </a:rPr>
                        <m:t>≤</m:t>
                      </m:r>
                      <m:r>
                        <a:rPr lang="en-US" b="1" i="1" smtClean="0">
                          <a:latin typeface="Cambria Math" panose="02040503050406030204" pitchFamily="18" charset="0"/>
                        </a:rPr>
                        <m:t>𝟏𝟎</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oMath>
                  </m:oMathPara>
                </a14:m>
                <a:endParaRPr lang="en-US" b="1" dirty="0"/>
              </a:p>
              <a:p>
                <a:pPr marL="457200" lvl="1"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𝟏𝟎</m:t>
                      </m:r>
                      <m:r>
                        <a:rPr lang="en-US" b="1" i="1" smtClean="0">
                          <a:latin typeface="Cambria Math" panose="02040503050406030204" pitchFamily="18" charset="0"/>
                        </a:rPr>
                        <m:t>≤</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𝒏</m:t>
                      </m:r>
                    </m:oMath>
                  </m:oMathPara>
                </a14:m>
                <a:endParaRPr lang="en-US" b="1" dirty="0"/>
              </a:p>
              <a:p>
                <a:pPr marL="457200" lvl="1" indent="0">
                  <a:buNone/>
                </a:pPr>
                <a:r>
                  <a:rPr lang="en-US" b="1" dirty="0"/>
                  <a:t>When is that true? When </a:t>
                </a:r>
                <a14:m>
                  <m:oMath xmlns:m="http://schemas.openxmlformats.org/officeDocument/2006/math">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𝟒</m:t>
                    </m:r>
                  </m:oMath>
                </a14:m>
                <a:endParaRPr lang="en-US" b="1" dirty="0"/>
              </a:p>
              <a:p>
                <a:pPr marL="914400" lvl="2" indent="0">
                  <a:buNone/>
                </a:pPr>
                <a:endParaRPr lang="en-US" b="1" dirty="0"/>
              </a:p>
              <a:p>
                <a:pPr marL="914400" lvl="2" indent="0">
                  <a:buNone/>
                </a:pPr>
                <a:r>
                  <a:rPr lang="en-US" b="1" dirty="0"/>
                  <a:t>Choices: </a:t>
                </a:r>
                <a14:m>
                  <m:oMath xmlns:m="http://schemas.openxmlformats.org/officeDocument/2006/math">
                    <m:r>
                      <a:rPr lang="en-US" b="1" i="1" smtClean="0">
                        <a:latin typeface="Cambria Math" panose="02040503050406030204" pitchFamily="18" charset="0"/>
                      </a:rPr>
                      <m:t>𝒄</m:t>
                    </m:r>
                    <m:r>
                      <a:rPr lang="en-US" b="1" i="1" smtClean="0">
                        <a:latin typeface="Cambria Math" panose="02040503050406030204" pitchFamily="18" charset="0"/>
                      </a:rPr>
                      <m:t>=</m:t>
                    </m:r>
                    <m:r>
                      <a:rPr lang="en-US" b="1" i="1" smtClean="0">
                        <a:latin typeface="Cambria Math" panose="02040503050406030204" pitchFamily="18" charset="0"/>
                      </a:rPr>
                      <m:t>𝟏𝟎</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𝒏</m:t>
                        </m:r>
                      </m:e>
                      <m:sub>
                        <m:r>
                          <a:rPr lang="en-US" b="1" i="1" smtClean="0">
                            <a:latin typeface="Cambria Math" panose="02040503050406030204" pitchFamily="18" charset="0"/>
                          </a:rPr>
                          <m:t>𝟎</m:t>
                        </m:r>
                      </m:sub>
                    </m:sSub>
                    <m:r>
                      <a:rPr lang="en-US" b="1" i="1" smtClean="0">
                        <a:latin typeface="Cambria Math" panose="02040503050406030204" pitchFamily="18" charset="0"/>
                      </a:rPr>
                      <m:t>=</m:t>
                    </m:r>
                    <m:r>
                      <a:rPr lang="en-US" b="1" i="1" smtClean="0">
                        <a:latin typeface="Cambria Math" panose="02040503050406030204" pitchFamily="18" charset="0"/>
                      </a:rPr>
                      <m:t>𝟒</m:t>
                    </m:r>
                  </m:oMath>
                </a14:m>
                <a:endParaRPr lang="en-US" b="1" dirty="0"/>
              </a:p>
              <a:p>
                <a:pPr marL="914400" lvl="2" indent="0">
                  <a:buNone/>
                </a:pPr>
                <a:endParaRPr lang="en-US" b="1" dirty="0"/>
              </a:p>
              <a:p>
                <a:pPr lvl="2"/>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a:stretch>
              </a:blipFill>
            </p:spPr>
            <p:txBody>
              <a:bodyPr/>
              <a:lstStyle/>
              <a:p>
                <a:r>
                  <a:rPr lang="en-US">
                    <a:noFill/>
                  </a:rPr>
                  <a:t> </a:t>
                </a:r>
              </a:p>
            </p:txBody>
          </p:sp>
        </mc:Fallback>
      </mc:AlternateContent>
    </p:spTree>
    <p:extLst>
      <p:ext uri="{BB962C8B-B14F-4D97-AF65-F5344CB8AC3E}">
        <p14:creationId xmlns:p14="http://schemas.microsoft.com/office/powerpoint/2010/main" val="124517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A6EC-082D-11D1-9F3F-D540292E6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060A5-0D97-3D38-FF74-D85495E97022}"/>
              </a:ext>
            </a:extLst>
          </p:cNvPr>
          <p:cNvSpPr>
            <a:spLocks noGrp="1"/>
          </p:cNvSpPr>
          <p:nvPr>
            <p:ph type="title"/>
          </p:nvPr>
        </p:nvSpPr>
        <p:spPr/>
        <p:txBody>
          <a:bodyPr/>
          <a:lstStyle/>
          <a:p>
            <a:r>
              <a:rPr lang="en-US" dirty="0"/>
              <a:t>Asymptotic Notation Example 1 (Scratchwork)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C8A633-7BBC-F3AE-8521-1AD5F0E62E0B}"/>
                  </a:ext>
                </a:extLst>
              </p:cNvPr>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Scratchwork:</a:t>
                </a:r>
              </a:p>
              <a:p>
                <a:pPr marL="914400" lvl="2" indent="0">
                  <a:buNone/>
                </a:pPr>
                <a:r>
                  <a:rPr lang="en-US" dirty="0"/>
                  <a:t>We need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The algebra looks like it might be easier if we select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m:t>
                    </m:r>
                  </m:oMath>
                </a14:m>
                <a:endParaRPr lang="en-US" dirty="0"/>
              </a:p>
              <a:p>
                <a:pPr marL="914400" lvl="2" indent="0">
                  <a:buNone/>
                </a:pPr>
                <a:r>
                  <a:rPr lang="en-US" dirty="0"/>
                  <a:t>Now we need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Equivalently,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To select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r>
                  <a:rPr lang="en-US" dirty="0"/>
                  <a:t> we need to consider what values of </a:t>
                </a:r>
                <a14:m>
                  <m:oMath xmlns:m="http://schemas.openxmlformats.org/officeDocument/2006/math">
                    <m:r>
                      <a:rPr lang="en-US" b="0" i="1" smtClean="0">
                        <a:latin typeface="Cambria Math" panose="02040503050406030204" pitchFamily="18" charset="0"/>
                      </a:rPr>
                      <m:t>𝑛</m:t>
                    </m:r>
                  </m:oMath>
                </a14:m>
                <a:r>
                  <a:rPr lang="en-US" dirty="0"/>
                  <a:t> will cause “add </a:t>
                </a:r>
                <a14:m>
                  <m:oMath xmlns:m="http://schemas.openxmlformats.org/officeDocument/2006/math">
                    <m:r>
                      <a:rPr lang="en-US" b="0" i="1" smtClean="0">
                        <a:latin typeface="Cambria Math" panose="02040503050406030204" pitchFamily="18" charset="0"/>
                      </a:rPr>
                      <m:t>10</m:t>
                    </m:r>
                  </m:oMath>
                </a14:m>
                <a:r>
                  <a:rPr lang="en-US" dirty="0"/>
                  <a:t>” to have less impact than “multiply by </a:t>
                </a:r>
                <a14:m>
                  <m:oMath xmlns:m="http://schemas.openxmlformats.org/officeDocument/2006/math">
                    <m:r>
                      <a:rPr lang="en-US" b="0" i="1" smtClean="0">
                        <a:latin typeface="Cambria Math" panose="02040503050406030204" pitchFamily="18" charset="0"/>
                      </a:rPr>
                      <m:t>𝑛</m:t>
                    </m:r>
                  </m:oMath>
                </a14:m>
                <a:r>
                  <a:rPr lang="en-US" dirty="0"/>
                  <a:t>”.</a:t>
                </a:r>
              </a:p>
              <a:p>
                <a:pPr marL="914400" lvl="2" indent="0">
                  <a:buNone/>
                </a:pPr>
                <a:r>
                  <a:rPr lang="en-US" dirty="0"/>
                  <a:t>If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then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+10≤2</m:t>
                    </m:r>
                    <m:r>
                      <a:rPr lang="en-US" b="0" i="1" smtClean="0">
                        <a:latin typeface="Cambria Math" panose="02040503050406030204" pitchFamily="18" charset="0"/>
                      </a:rPr>
                      <m:t>𝑛</m:t>
                    </m:r>
                  </m:oMath>
                </a14:m>
                <a:r>
                  <a:rPr lang="en-US" dirty="0"/>
                  <a:t>, and also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𝑛</m:t>
                    </m:r>
                    <m:r>
                      <a:rPr lang="en-US" b="0" i="1" smtClean="0">
                        <a:latin typeface="Cambria Math" panose="02040503050406030204" pitchFamily="18" charset="0"/>
                      </a:rPr>
                      <m:t>≤10</m:t>
                    </m:r>
                    <m:r>
                      <a:rPr lang="en-US" b="0" i="1" smtClean="0">
                        <a:latin typeface="Cambria Math" panose="02040503050406030204" pitchFamily="18" charset="0"/>
                      </a:rPr>
                      <m:t>𝑛</m:t>
                    </m:r>
                  </m:oMath>
                </a14:m>
                <a:r>
                  <a:rPr lang="en-US" dirty="0"/>
                  <a:t>, and also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so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Thus it should work to use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endParaRPr lang="en-US" dirty="0"/>
              </a:p>
            </p:txBody>
          </p:sp>
        </mc:Choice>
        <mc:Fallback xmlns="">
          <p:sp>
            <p:nvSpPr>
              <p:cNvPr id="3" name="Content Placeholder 2">
                <a:extLst>
                  <a:ext uri="{FF2B5EF4-FFF2-40B4-BE49-F238E27FC236}">
                    <a16:creationId xmlns:a16="http://schemas.microsoft.com/office/drawing/2014/main" id="{9FC8A633-7BBC-F3AE-8521-1AD5F0E62E0B}"/>
                  </a:ext>
                </a:extLst>
              </p:cNvPr>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a:stretch>
              </a:blipFill>
            </p:spPr>
            <p:txBody>
              <a:bodyPr/>
              <a:lstStyle/>
              <a:p>
                <a:r>
                  <a:rPr lang="en-US">
                    <a:noFill/>
                  </a:rPr>
                  <a:t> </a:t>
                </a:r>
              </a:p>
            </p:txBody>
          </p:sp>
        </mc:Fallback>
      </mc:AlternateContent>
    </p:spTree>
    <p:extLst>
      <p:ext uri="{BB962C8B-B14F-4D97-AF65-F5344CB8AC3E}">
        <p14:creationId xmlns:p14="http://schemas.microsoft.com/office/powerpoint/2010/main" val="1657696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1 (Proof)</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r>
                  <a:rPr lang="en-US" dirty="0"/>
                  <a:t>Let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r>
                  <a:rPr lang="en-US" dirty="0"/>
                  <a:t>. Show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≥10    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oMath>
                </a14:m>
                <a:endParaRPr lang="en-US" dirty="0"/>
              </a:p>
              <a:p>
                <a:pPr marL="457200" lvl="1" indent="0">
                  <a:buNone/>
                </a:pPr>
                <a:r>
                  <a:rPr lang="en-US" dirty="0"/>
                  <a:t>		This is True because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is strictly increasing and </a:t>
                </a:r>
                <a14:m>
                  <m:oMath xmlns:m="http://schemas.openxmlformats.org/officeDocument/2006/math">
                    <m:r>
                      <a:rPr lang="en-US" b="0" i="1" smtClean="0">
                        <a:latin typeface="Cambria Math" panose="02040503050406030204" pitchFamily="18" charset="0"/>
                      </a:rPr>
                      <m:t>10</m:t>
                    </m:r>
                    <m:d>
                      <m:dPr>
                        <m:ctrlPr>
                          <a:rPr lang="en-US" b="0" i="1" smtClean="0">
                            <a:latin typeface="Cambria Math" panose="02040503050406030204" pitchFamily="18" charset="0"/>
                          </a:rPr>
                        </m:ctrlPr>
                      </m:dPr>
                      <m:e>
                        <m:r>
                          <a:rPr lang="en-US" b="0" i="1" smtClean="0">
                            <a:latin typeface="Cambria Math" panose="02040503050406030204" pitchFamily="18" charset="0"/>
                          </a:rPr>
                          <m:t>10−1</m:t>
                        </m:r>
                      </m:e>
                    </m:d>
                    <m:r>
                      <a:rPr lang="en-US" b="0" i="1" smtClean="0">
                        <a:latin typeface="Cambria Math" panose="02040503050406030204" pitchFamily="18" charset="0"/>
                      </a:rPr>
                      <m:t>&gt;10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r="-56"/>
                </a:stretch>
              </a:blipFill>
            </p:spPr>
            <p:txBody>
              <a:bodyPr/>
              <a:lstStyle/>
              <a:p>
                <a:r>
                  <a:rPr lang="en-US">
                    <a:noFill/>
                  </a:rPr>
                  <a:t> </a:t>
                </a:r>
              </a:p>
            </p:txBody>
          </p:sp>
        </mc:Fallback>
      </mc:AlternateContent>
    </p:spTree>
    <p:extLst>
      <p:ext uri="{BB962C8B-B14F-4D97-AF65-F5344CB8AC3E}">
        <p14:creationId xmlns:p14="http://schemas.microsoft.com/office/powerpoint/2010/main" val="2227011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1874837"/>
                <a:ext cx="114300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≥0</m:t>
                      </m:r>
                    </m:oMath>
                  </m:oMathPara>
                </a14:m>
                <a:endParaRPr lang="en-US" dirty="0"/>
              </a:p>
              <a:p>
                <a:pPr marL="457200" lvl="1"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oMath>
                  </m:oMathPara>
                </a14:m>
                <a:endParaRPr lang="en-US" dirty="0"/>
              </a:p>
              <a:p>
                <a:pPr marL="457200" lvl="1" indent="0">
                  <a:buNone/>
                </a:pPr>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m:oMathPara>
                </a14:m>
                <a:endParaRPr lang="en-US" dirty="0"/>
              </a:p>
              <a:p>
                <a:pPr marL="457200" lvl="1" indent="0">
                  <a:buNone/>
                </a:pPr>
                <a:r>
                  <a:rPr lang="en-US" dirty="0"/>
                  <a:t>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endParaRPr lang="en-US" dirty="0"/>
              </a:p>
              <a:p>
                <a:pPr marL="457200" lvl="1"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2291"/>
                </a:stretch>
              </a:blipFill>
            </p:spPr>
            <p:txBody>
              <a:bodyPr/>
              <a:lstStyle/>
              <a:p>
                <a:r>
                  <a:rPr lang="en-US">
                    <a:noFill/>
                  </a:rPr>
                  <a:t> </a:t>
                </a:r>
              </a:p>
            </p:txBody>
          </p:sp>
        </mc:Fallback>
      </mc:AlternateContent>
    </p:spTree>
    <p:extLst>
      <p:ext uri="{BB962C8B-B14F-4D97-AF65-F5344CB8AC3E}">
        <p14:creationId xmlns:p14="http://schemas.microsoft.com/office/powerpoint/2010/main" val="3539960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AF14A-D064-54E0-6BBF-CF65280EB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2F9BC-8583-F6DE-8ADA-F9EB3C140610}"/>
              </a:ext>
            </a:extLst>
          </p:cNvPr>
          <p:cNvSpPr>
            <a:spLocks noGrp="1"/>
          </p:cNvSpPr>
          <p:nvPr>
            <p:ph type="title"/>
          </p:nvPr>
        </p:nvSpPr>
        <p:spPr/>
        <p:txBody>
          <a:bodyPr/>
          <a:lstStyle/>
          <a:p>
            <a:r>
              <a:rPr lang="en-US" dirty="0"/>
              <a:t>Asymptotic Notation Example 2 (Scratchwork)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15BD7A-5944-DE50-FFDA-22BA9A22331A}"/>
                  </a:ext>
                </a:extLst>
              </p:cNvPr>
              <p:cNvSpPr>
                <a:spLocks noGrp="1"/>
              </p:cNvSpPr>
              <p:nvPr>
                <p:ph idx="1"/>
              </p:nvPr>
            </p:nvSpPr>
            <p:spPr>
              <a:xfrm>
                <a:off x="609600" y="1874837"/>
                <a:ext cx="11430000" cy="4525963"/>
              </a:xfrm>
            </p:spPr>
            <p:txBody>
              <a:bodyPr anchor="t">
                <a:normAutofit lnSpcReduction="10000"/>
              </a:bodyPr>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Scratchwork:</a:t>
                </a:r>
              </a:p>
              <a:p>
                <a:pPr marL="457200" lvl="1" indent="0">
                  <a:buNone/>
                </a:pPr>
                <a:r>
                  <a:rPr lang="en-US" dirty="0"/>
                  <a:t>	we need </a:t>
                </a: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equivalently, </a:t>
                </a:r>
                <a14:m>
                  <m:oMath xmlns:m="http://schemas.openxmlformats.org/officeDocument/2006/math">
                    <m:r>
                      <a:rPr lang="en-US" b="0" i="1" smtClean="0">
                        <a:latin typeface="Cambria Math" panose="02040503050406030204" pitchFamily="18" charset="0"/>
                      </a:rPr>
                      <m:t>13</m:t>
                    </m:r>
                    <m:r>
                      <a:rPr lang="en-US" b="0" i="1" smtClean="0">
                        <a:latin typeface="Cambria Math" panose="02040503050406030204" pitchFamily="18" charset="0"/>
                      </a:rPr>
                      <m:t>𝑛</m:t>
                    </m:r>
                    <m:r>
                      <a:rPr lang="en-US" b="0" i="1" smtClean="0">
                        <a:latin typeface="Cambria Math" panose="02040503050406030204" pitchFamily="18" charset="0"/>
                      </a:rPr>
                      <m:t>−50≥</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pPr marL="457200" lvl="1" indent="0">
                  <a:buNone/>
                </a:pPr>
                <a:r>
                  <a:rPr lang="en-US" dirty="0"/>
                  <a:t>	It looks like things might simplify if we pick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=13</m:t>
                    </m:r>
                  </m:oMath>
                </a14:m>
                <a:endParaRPr lang="en-US" dirty="0"/>
              </a:p>
              <a:p>
                <a:pPr marL="457200" lvl="1" indent="0">
                  <a:buNone/>
                </a:pPr>
                <a:r>
                  <a:rPr lang="en-US" dirty="0"/>
                  <a:t>	Now we need </a:t>
                </a:r>
                <a14:m>
                  <m:oMath xmlns:m="http://schemas.openxmlformats.org/officeDocument/2006/math">
                    <m:r>
                      <a:rPr lang="en-US" b="0" i="1" smtClean="0">
                        <a:latin typeface="Cambria Math" panose="02040503050406030204" pitchFamily="18" charset="0"/>
                      </a:rPr>
                      <m:t>13</m:t>
                    </m:r>
                    <m:r>
                      <a:rPr lang="en-US" b="0" i="1" smtClean="0">
                        <a:latin typeface="Cambria Math" panose="02040503050406030204" pitchFamily="18" charset="0"/>
                      </a:rPr>
                      <m:t>𝑛</m:t>
                    </m:r>
                    <m:r>
                      <a:rPr lang="en-US" b="0" i="1" smtClean="0">
                        <a:latin typeface="Cambria Math" panose="02040503050406030204" pitchFamily="18" charset="0"/>
                      </a:rPr>
                      <m:t>−50≥13</m:t>
                    </m:r>
                    <m:r>
                      <a:rPr lang="en-US" b="0" i="1" smtClean="0">
                        <a:latin typeface="Cambria Math" panose="02040503050406030204" pitchFamily="18" charset="0"/>
                      </a:rPr>
                      <m:t>𝑛</m:t>
                    </m:r>
                  </m:oMath>
                </a14:m>
                <a:endParaRPr lang="en-US" dirty="0"/>
              </a:p>
              <a:p>
                <a:pPr marL="457200" lvl="1" indent="0">
                  <a:buNone/>
                </a:pPr>
                <a:r>
                  <a:rPr lang="en-US" dirty="0"/>
                  <a:t>	equivalently we need </a:t>
                </a:r>
                <a14:m>
                  <m:oMath xmlns:m="http://schemas.openxmlformats.org/officeDocument/2006/math">
                    <m:r>
                      <a:rPr lang="en-US" b="0" i="1" smtClean="0">
                        <a:latin typeface="Cambria Math" panose="02040503050406030204" pitchFamily="18" charset="0"/>
                      </a:rPr>
                      <m:t>−50≥0</m:t>
                    </m:r>
                  </m:oMath>
                </a14:m>
                <a:endParaRPr lang="en-US" dirty="0"/>
              </a:p>
              <a:p>
                <a:pPr marL="457200" lvl="1" indent="0">
                  <a:buNone/>
                </a:pPr>
                <a:r>
                  <a:rPr lang="en-US" dirty="0"/>
                  <a:t>	hmmm….. That didn’t work! But, it tells us that to make the left hand side bigger, it needs to be 50 larger than the right! This means we definitely need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&lt;13</m:t>
                    </m:r>
                  </m:oMath>
                </a14:m>
                <a:endParaRPr lang="en-US" dirty="0"/>
              </a:p>
              <a:p>
                <a:pPr marL="457200" lvl="1" indent="0">
                  <a:buNone/>
                </a:pPr>
                <a:r>
                  <a:rPr lang="en-US" dirty="0"/>
                  <a:t>	let’s instead use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a14:m>
                <a:r>
                  <a:rPr lang="en-US" dirty="0"/>
                  <a:t>, now we need </a:t>
                </a:r>
                <a14:m>
                  <m:oMath xmlns:m="http://schemas.openxmlformats.org/officeDocument/2006/math">
                    <m:r>
                      <a:rPr lang="en-US" b="0" i="1" smtClean="0">
                        <a:latin typeface="Cambria Math" panose="02040503050406030204" pitchFamily="18" charset="0"/>
                      </a:rPr>
                      <m:t>13</m:t>
                    </m:r>
                    <m:r>
                      <a:rPr lang="en-US" b="0" i="1" smtClean="0">
                        <a:latin typeface="Cambria Math" panose="02040503050406030204" pitchFamily="18" charset="0"/>
                      </a:rPr>
                      <m:t>𝑛</m:t>
                    </m:r>
                    <m:r>
                      <a:rPr lang="en-US" b="0" i="1" smtClean="0">
                        <a:latin typeface="Cambria Math" panose="02040503050406030204" pitchFamily="18" charset="0"/>
                      </a:rPr>
                      <m:t>−50≥12</m:t>
                    </m:r>
                    <m:r>
                      <a:rPr lang="en-US" b="0" i="1" smtClean="0">
                        <a:latin typeface="Cambria Math" panose="02040503050406030204" pitchFamily="18" charset="0"/>
                      </a:rPr>
                      <m:t>𝑛</m:t>
                    </m:r>
                  </m:oMath>
                </a14:m>
                <a:endParaRPr lang="en-US" dirty="0"/>
              </a:p>
              <a:p>
                <a:pPr marL="457200" lvl="1" indent="0">
                  <a:buNone/>
                </a:pPr>
                <a:r>
                  <a:rPr lang="en-US" dirty="0"/>
                  <a:t>	This simplifies to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so we can use </a:t>
                </a:r>
                <a14:m>
                  <m:oMath xmlns:m="http://schemas.openxmlformats.org/officeDocument/2006/math">
                    <m:r>
                      <a:rPr lang="en-US" b="0" i="1" smtClean="0">
                        <a:latin typeface="Cambria Math" panose="02040503050406030204" pitchFamily="18" charset="0"/>
                      </a:rPr>
                      <m:t>50</m:t>
                    </m:r>
                  </m:oMath>
                </a14:m>
                <a:r>
                  <a:rPr lang="en-US" dirty="0"/>
                  <a:t>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B715BD7A-5944-DE50-FFDA-22BA9A22331A}"/>
                  </a:ext>
                </a:extLst>
              </p:cNvPr>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3100"/>
                </a:stretch>
              </a:blipFill>
            </p:spPr>
            <p:txBody>
              <a:bodyPr/>
              <a:lstStyle/>
              <a:p>
                <a:r>
                  <a:rPr lang="en-US">
                    <a:noFill/>
                  </a:rPr>
                  <a:t> </a:t>
                </a:r>
              </a:p>
            </p:txBody>
          </p:sp>
        </mc:Fallback>
      </mc:AlternateContent>
    </p:spTree>
    <p:extLst>
      <p:ext uri="{BB962C8B-B14F-4D97-AF65-F5344CB8AC3E}">
        <p14:creationId xmlns:p14="http://schemas.microsoft.com/office/powerpoint/2010/main" val="3560150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9128-3B0A-EEBD-AA47-0A2E16E0C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2C6BA-B88E-5695-E2EE-A7497F6A94C0}"/>
              </a:ext>
            </a:extLst>
          </p:cNvPr>
          <p:cNvSpPr>
            <a:spLocks noGrp="1"/>
          </p:cNvSpPr>
          <p:nvPr>
            <p:ph type="title"/>
          </p:nvPr>
        </p:nvSpPr>
        <p:spPr/>
        <p:txBody>
          <a:bodyPr/>
          <a:lstStyle/>
          <a:p>
            <a:r>
              <a:rPr lang="en-US" dirty="0"/>
              <a:t>Asymptotic Notation Example 2 (Proof)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DE8BD1-7032-7251-5937-38CE9EA5D43E}"/>
                  </a:ext>
                </a:extLst>
              </p:cNvPr>
              <p:cNvSpPr>
                <a:spLocks noGrp="1"/>
              </p:cNvSpPr>
              <p:nvPr>
                <p:ph idx="1"/>
              </p:nvPr>
            </p:nvSpPr>
            <p:spPr>
              <a:xfrm>
                <a:off x="609600" y="1874837"/>
                <a:ext cx="114300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endParaRPr lang="en-US" dirty="0"/>
              </a:p>
              <a:p>
                <a:pPr marL="457200" lvl="1" indent="0">
                  <a:buNone/>
                </a:pPr>
                <a:r>
                  <a:rPr lang="en-US" dirty="0"/>
                  <a:t>Let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r>
                  <a:rPr lang="en-US" dirty="0"/>
                  <a:t>. show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we have </a:t>
                </a: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Applying algebra:</a:t>
                </a:r>
              </a:p>
              <a:p>
                <a:pPr marL="457200" lvl="1" indent="0">
                  <a:buNone/>
                </a:pP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−50≥0</m:t>
                    </m:r>
                  </m:oMath>
                </a14:m>
                <a:r>
                  <a:rPr lang="en-US" dirty="0"/>
                  <a:t> (allowed because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since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a:t>
                </a:r>
              </a:p>
              <a:p>
                <a:pPr marL="457200" lvl="1"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a:t>
                </a:r>
              </a:p>
              <a:p>
                <a:pPr marL="457200" lvl="1" indent="0">
                  <a:buNone/>
                </a:pPr>
                <a:r>
                  <a:rPr lang="en-US" dirty="0"/>
                  <a:t>Because we chose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r>
                  <a:rPr lang="en-US" dirty="0"/>
                  <a:t>, the inequality holds for all values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32DE8BD1-7032-7251-5937-38CE9EA5D43E}"/>
                  </a:ext>
                </a:extLst>
              </p:cNvPr>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2291"/>
                </a:stretch>
              </a:blipFill>
            </p:spPr>
            <p:txBody>
              <a:bodyPr/>
              <a:lstStyle/>
              <a:p>
                <a:r>
                  <a:rPr lang="en-US">
                    <a:noFill/>
                  </a:rPr>
                  <a:t> </a:t>
                </a:r>
              </a:p>
            </p:txBody>
          </p:sp>
        </mc:Fallback>
      </mc:AlternateContent>
    </p:spTree>
    <p:extLst>
      <p:ext uri="{BB962C8B-B14F-4D97-AF65-F5344CB8AC3E}">
        <p14:creationId xmlns:p14="http://schemas.microsoft.com/office/powerpoint/2010/main" val="3615634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DF01-CB08-62DC-1215-866A0F101803}"/>
              </a:ext>
            </a:extLst>
          </p:cNvPr>
          <p:cNvSpPr>
            <a:spLocks noGrp="1"/>
          </p:cNvSpPr>
          <p:nvPr>
            <p:ph type="title"/>
          </p:nvPr>
        </p:nvSpPr>
        <p:spPr/>
        <p:txBody>
          <a:bodyPr/>
          <a:lstStyle/>
          <a:p>
            <a:r>
              <a:rPr lang="en-US" dirty="0"/>
              <a:t>Gaining 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40356D-0C36-B454-54CF-5259710738F5}"/>
                  </a:ext>
                </a:extLst>
              </p:cNvPr>
              <p:cNvSpPr>
                <a:spLocks noGrp="1"/>
              </p:cNvSpPr>
              <p:nvPr>
                <p:ph idx="1"/>
              </p:nvPr>
            </p:nvSpPr>
            <p:spPr>
              <a:xfrm>
                <a:off x="838200" y="1825624"/>
                <a:ext cx="10515600" cy="4961256"/>
              </a:xfrm>
            </p:spPr>
            <p:txBody>
              <a:bodyPr>
                <a:normAutofit fontScale="92500" lnSpcReduction="10000"/>
              </a:bodyPr>
              <a:lstStyle/>
              <a:p>
                <a:r>
                  <a:rPr lang="en-US" dirty="0"/>
                  <a:t>When doing asymptotic analysis of functions:</a:t>
                </a:r>
              </a:p>
              <a:p>
                <a:pPr lvl="1"/>
                <a:r>
                  <a:rPr lang="en-US" dirty="0"/>
                  <a:t>If multiple expressions are added together, ignore all but the “biggest”</a:t>
                </a:r>
              </a:p>
              <a:p>
                <a:pPr lvl="2"/>
                <a:r>
                  <a:rPr lang="en-US" dirty="0"/>
                  <a:t>If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grows asymptotically faster than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then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r>
                  <a:rPr lang="en-US" dirty="0"/>
                  <a:t>Ignore all multiplicative constants</a:t>
                </a:r>
              </a:p>
              <a:p>
                <a:pPr lvl="2"/>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r>
                  <a:rPr lang="en-US" dirty="0"/>
                  <a:t>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r>
                  <a:rPr lang="en-US" dirty="0"/>
                  <a:t>Ignore bases of logarithms</a:t>
                </a:r>
              </a:p>
              <a:p>
                <a:pPr lvl="1"/>
                <a:r>
                  <a:rPr lang="en-US" dirty="0"/>
                  <a:t>Do NOT ignore:</a:t>
                </a:r>
              </a:p>
              <a:p>
                <a:pPr lvl="2"/>
                <a:r>
                  <a:rPr lang="en-US" dirty="0"/>
                  <a:t>Non-multiplicative and non-additive constants (e.g. in exponents, bases of exponents)</a:t>
                </a:r>
              </a:p>
              <a:p>
                <a:pPr lvl="2"/>
                <a:r>
                  <a:rPr lang="en-US" dirty="0"/>
                  <a:t>Logarithms themselves</a:t>
                </a:r>
              </a:p>
              <a:p>
                <a:r>
                  <a:rPr lang="en-US" dirty="0"/>
                  <a:t>Examples:</a:t>
                </a:r>
              </a:p>
              <a:p>
                <a:pPr lvl="1"/>
                <a14:m>
                  <m:oMath xmlns:m="http://schemas.openxmlformats.org/officeDocument/2006/math">
                    <m:r>
                      <a:rPr lang="pt-BR" i="1" dirty="0" smtClean="0">
                        <a:latin typeface="Cambria Math" panose="02040503050406030204" pitchFamily="18" charset="0"/>
                      </a:rPr>
                      <m:t>4</m:t>
                    </m:r>
                    <m:r>
                      <a:rPr lang="pt-BR" i="1" dirty="0" smtClean="0">
                        <a:latin typeface="Cambria Math" panose="02040503050406030204" pitchFamily="18" charset="0"/>
                      </a:rPr>
                      <m:t>𝑛</m:t>
                    </m:r>
                    <m:r>
                      <a:rPr lang="pt-BR" i="1" dirty="0" smtClean="0">
                        <a:latin typeface="Cambria Math" panose="02040503050406030204" pitchFamily="18" charset="0"/>
                      </a:rPr>
                      <m:t> + 5 </m:t>
                    </m:r>
                  </m:oMath>
                </a14:m>
                <a:endParaRPr lang="pt-BR" dirty="0"/>
              </a:p>
              <a:p>
                <a:pPr lvl="1"/>
                <a14:m>
                  <m:oMath xmlns:m="http://schemas.openxmlformats.org/officeDocument/2006/math">
                    <m:r>
                      <a:rPr lang="pt-BR" i="1" dirty="0" smtClean="0">
                        <a:latin typeface="Cambria Math" panose="02040503050406030204" pitchFamily="18" charset="0"/>
                      </a:rPr>
                      <m:t>0.5</m:t>
                    </m:r>
                    <m:r>
                      <a:rPr lang="pt-BR" i="1" dirty="0" smtClean="0">
                        <a:latin typeface="Cambria Math" panose="02040503050406030204" pitchFamily="18" charset="0"/>
                      </a:rPr>
                      <m:t>𝑛</m:t>
                    </m:r>
                    <m:r>
                      <m:rPr>
                        <m:sty m:val="p"/>
                      </m:rPr>
                      <a:rPr lang="pt-BR" i="1" dirty="0" smtClean="0">
                        <a:latin typeface="Cambria Math" panose="02040503050406030204" pitchFamily="18" charset="0"/>
                      </a:rPr>
                      <m:t>log</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 + 2</m:t>
                    </m:r>
                    <m:r>
                      <a:rPr lang="pt-BR" i="1" dirty="0" smtClean="0">
                        <a:latin typeface="Cambria Math" panose="02040503050406030204" pitchFamily="18" charset="0"/>
                      </a:rPr>
                      <m:t>𝑛</m:t>
                    </m:r>
                    <m:r>
                      <a:rPr lang="pt-BR" i="1" dirty="0" smtClean="0">
                        <a:latin typeface="Cambria Math" panose="02040503050406030204" pitchFamily="18" charset="0"/>
                      </a:rPr>
                      <m:t> + 7</m:t>
                    </m:r>
                  </m:oMath>
                </a14:m>
                <a:endParaRPr lang="pt-BR" dirty="0"/>
              </a:p>
              <a:p>
                <a:pPr lvl="1"/>
                <a:r>
                  <a:rPr lang="pt-BR" dirty="0"/>
                  <a:t> </a:t>
                </a:r>
                <a14:m>
                  <m:oMath xmlns:m="http://schemas.openxmlformats.org/officeDocument/2006/math">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𝑛</m:t>
                        </m:r>
                      </m:e>
                      <m:sup>
                        <m:r>
                          <a:rPr lang="pt-BR" i="1" dirty="0" smtClean="0">
                            <a:latin typeface="Cambria Math" panose="02040503050406030204" pitchFamily="18" charset="0"/>
                          </a:rPr>
                          <m:t>3</m:t>
                        </m:r>
                      </m:sup>
                    </m:sSup>
                    <m:r>
                      <a:rPr lang="pt-BR" i="1" dirty="0" smtClean="0">
                        <a:latin typeface="Cambria Math" panose="02040503050406030204" pitchFamily="18" charset="0"/>
                      </a:rPr>
                      <m:t>+</m:t>
                    </m:r>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2</m:t>
                        </m:r>
                      </m:e>
                      <m:sup>
                        <m:r>
                          <a:rPr lang="pt-BR" i="1" dirty="0" smtClean="0">
                            <a:latin typeface="Cambria Math" panose="02040503050406030204" pitchFamily="18" charset="0"/>
                          </a:rPr>
                          <m:t>𝑛</m:t>
                        </m:r>
                      </m:sup>
                    </m:sSup>
                    <m:r>
                      <a:rPr lang="pt-BR" i="1" dirty="0" smtClean="0">
                        <a:latin typeface="Cambria Math" panose="02040503050406030204" pitchFamily="18" charset="0"/>
                      </a:rPr>
                      <m:t>+ 3</m:t>
                    </m:r>
                    <m:r>
                      <a:rPr lang="pt-BR" i="1" dirty="0" smtClean="0">
                        <a:latin typeface="Cambria Math" panose="02040503050406030204" pitchFamily="18" charset="0"/>
                      </a:rPr>
                      <m:t>𝑛</m:t>
                    </m:r>
                  </m:oMath>
                </a14:m>
                <a:endParaRPr lang="pt-BR" dirty="0"/>
              </a:p>
              <a:p>
                <a:pPr lvl="1"/>
                <a:r>
                  <a:rPr lang="pt-BR" dirty="0"/>
                  <a:t> </a:t>
                </a:r>
                <a14:m>
                  <m:oMath xmlns:m="http://schemas.openxmlformats.org/officeDocument/2006/math">
                    <m:r>
                      <a:rPr lang="pt-BR" i="1" dirty="0" smtClean="0">
                        <a:latin typeface="Cambria Math" panose="02040503050406030204" pitchFamily="18" charset="0"/>
                      </a:rPr>
                      <m:t>𝑛</m:t>
                    </m:r>
                    <m:r>
                      <m:rPr>
                        <m:sty m:val="p"/>
                      </m:rPr>
                      <a:rPr lang="pt-BR" i="1" dirty="0" smtClean="0">
                        <a:latin typeface="Cambria Math" panose="02040503050406030204" pitchFamily="18" charset="0"/>
                      </a:rPr>
                      <m:t>log</m:t>
                    </m:r>
                    <m:r>
                      <a:rPr lang="pt-BR" i="1" dirty="0" smtClean="0">
                        <a:latin typeface="Cambria Math" panose="02040503050406030204" pitchFamily="18" charset="0"/>
                      </a:rPr>
                      <m:t>(10</m:t>
                    </m:r>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𝑛</m:t>
                        </m:r>
                      </m:e>
                      <m:sup>
                        <m:r>
                          <a:rPr lang="pt-BR" i="1" dirty="0" smtClean="0">
                            <a:latin typeface="Cambria Math" panose="02040503050406030204" pitchFamily="18" charset="0"/>
                          </a:rPr>
                          <m:t>2</m:t>
                        </m:r>
                      </m:sup>
                    </m:sSup>
                    <m:r>
                      <a:rPr lang="pt-BR" i="1" dirty="0" smtClean="0">
                        <a:latin typeface="Cambria Math" panose="02040503050406030204" pitchFamily="18" charset="0"/>
                      </a:rPr>
                      <m:t>)</m:t>
                    </m:r>
                  </m:oMath>
                </a14:m>
                <a:r>
                  <a:rPr lang="pt-BR" dirty="0"/>
                  <a:t> </a:t>
                </a:r>
                <a:endParaRPr lang="en-US" dirty="0"/>
              </a:p>
            </p:txBody>
          </p:sp>
        </mc:Choice>
        <mc:Fallback xmlns="">
          <p:sp>
            <p:nvSpPr>
              <p:cNvPr id="3" name="Content Placeholder 2">
                <a:extLst>
                  <a:ext uri="{FF2B5EF4-FFF2-40B4-BE49-F238E27FC236}">
                    <a16:creationId xmlns:a16="http://schemas.microsoft.com/office/drawing/2014/main" id="{CD40356D-0C36-B454-54CF-5259710738F5}"/>
                  </a:ext>
                </a:extLst>
              </p:cNvPr>
              <p:cNvSpPr>
                <a:spLocks noGrp="1" noRot="1" noChangeAspect="1" noMove="1" noResize="1" noEditPoints="1" noAdjustHandles="1" noChangeArrowheads="1" noChangeShapeType="1" noTextEdit="1"/>
              </p:cNvSpPr>
              <p:nvPr>
                <p:ph idx="1"/>
              </p:nvPr>
            </p:nvSpPr>
            <p:spPr>
              <a:xfrm>
                <a:off x="838200" y="1825624"/>
                <a:ext cx="10515600" cy="4961256"/>
              </a:xfrm>
              <a:blipFill>
                <a:blip r:embed="rId2"/>
                <a:stretch>
                  <a:fillRect l="-928" t="-2457"/>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02D1C51-73DD-A884-601D-45797A5A45D8}"/>
                  </a:ext>
                </a:extLst>
              </p14:cNvPr>
              <p14:cNvContentPartPr/>
              <p14:nvPr/>
            </p14:nvContentPartPr>
            <p14:xfrm>
              <a:off x="1594800" y="1638000"/>
              <a:ext cx="7653960" cy="4001760"/>
            </p14:xfrm>
          </p:contentPart>
        </mc:Choice>
        <mc:Fallback>
          <p:pic>
            <p:nvPicPr>
              <p:cNvPr id="4" name="Ink 3">
                <a:extLst>
                  <a:ext uri="{FF2B5EF4-FFF2-40B4-BE49-F238E27FC236}">
                    <a16:creationId xmlns:a16="http://schemas.microsoft.com/office/drawing/2014/main" id="{102D1C51-73DD-A884-601D-45797A5A45D8}"/>
                  </a:ext>
                </a:extLst>
              </p:cNvPr>
              <p:cNvPicPr/>
              <p:nvPr/>
            </p:nvPicPr>
            <p:blipFill>
              <a:blip r:embed="rId4"/>
              <a:stretch>
                <a:fillRect/>
              </a:stretch>
            </p:blipFill>
            <p:spPr>
              <a:xfrm>
                <a:off x="1585440" y="1628640"/>
                <a:ext cx="7672680" cy="4020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91F48015-861B-AE75-2E86-6E0CACFEBA7A}"/>
                  </a:ext>
                </a:extLst>
              </p14:cNvPr>
              <p14:cNvContentPartPr/>
              <p14:nvPr/>
            </p14:nvContentPartPr>
            <p14:xfrm>
              <a:off x="1954080" y="3327840"/>
              <a:ext cx="8643600" cy="2183400"/>
            </p14:xfrm>
          </p:contentPart>
        </mc:Choice>
        <mc:Fallback>
          <p:pic>
            <p:nvPicPr>
              <p:cNvPr id="5" name="Ink 4">
                <a:extLst>
                  <a:ext uri="{FF2B5EF4-FFF2-40B4-BE49-F238E27FC236}">
                    <a16:creationId xmlns:a16="http://schemas.microsoft.com/office/drawing/2014/main" id="{91F48015-861B-AE75-2E86-6E0CACFEBA7A}"/>
                  </a:ext>
                </a:extLst>
              </p:cNvPr>
              <p:cNvPicPr/>
              <p:nvPr/>
            </p:nvPicPr>
            <p:blipFill>
              <a:blip r:embed="rId6"/>
              <a:stretch>
                <a:fillRect/>
              </a:stretch>
            </p:blipFill>
            <p:spPr>
              <a:xfrm>
                <a:off x="1944720" y="3318480"/>
                <a:ext cx="8662320" cy="2202120"/>
              </a:xfrm>
              <a:prstGeom prst="rect">
                <a:avLst/>
              </a:prstGeom>
            </p:spPr>
          </p:pic>
        </mc:Fallback>
      </mc:AlternateContent>
    </p:spTree>
    <p:extLst>
      <p:ext uri="{BB962C8B-B14F-4D97-AF65-F5344CB8AC3E}">
        <p14:creationId xmlns:p14="http://schemas.microsoft.com/office/powerpoint/2010/main" val="1832657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F3F7E-A7B8-2706-6C38-56467E612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C66C3-BD9D-5519-26E2-12D9E36F44F9}"/>
              </a:ext>
            </a:extLst>
          </p:cNvPr>
          <p:cNvSpPr>
            <a:spLocks noGrp="1"/>
          </p:cNvSpPr>
          <p:nvPr>
            <p:ph type="title"/>
          </p:nvPr>
        </p:nvSpPr>
        <p:spPr/>
        <p:txBody>
          <a:bodyPr/>
          <a:lstStyle/>
          <a:p>
            <a:r>
              <a:rPr lang="en-US" dirty="0"/>
              <a:t>More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3A0232-F322-2E2D-0CD2-26748C98BFCC}"/>
                  </a:ext>
                </a:extLst>
              </p:cNvPr>
              <p:cNvSpPr>
                <a:spLocks noGrp="1"/>
              </p:cNvSpPr>
              <p:nvPr>
                <p:ph idx="1"/>
              </p:nvPr>
            </p:nvSpPr>
            <p:spPr/>
            <p:txBody>
              <a:bodyPr/>
              <a:lstStyle/>
              <a:p>
                <a:r>
                  <a:rPr lang="pt-BR" dirty="0"/>
                  <a:t>Is each of the following True or False?</a:t>
                </a:r>
              </a:p>
              <a:p>
                <a:pPr lvl="1"/>
                <a14:m>
                  <m:oMath xmlns:m="http://schemas.openxmlformats.org/officeDocument/2006/math">
                    <m:r>
                      <a:rPr lang="pt-BR" i="1" dirty="0" smtClean="0">
                        <a:latin typeface="Cambria Math" panose="02040503050406030204" pitchFamily="18" charset="0"/>
                      </a:rPr>
                      <m:t>4+3</m:t>
                    </m:r>
                    <m:r>
                      <a:rPr lang="pt-BR" i="1" dirty="0" smtClean="0">
                        <a:latin typeface="Cambria Math" panose="02040503050406030204" pitchFamily="18" charset="0"/>
                      </a:rPr>
                      <m:t>𝑛</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m:t>
                    </m:r>
                  </m:oMath>
                </a14:m>
                <a:endParaRPr lang="pt-BR" dirty="0"/>
              </a:p>
              <a:p>
                <a:pPr lvl="1"/>
                <a14:m>
                  <m:oMath xmlns:m="http://schemas.openxmlformats.org/officeDocument/2006/math">
                    <m:r>
                      <a:rPr lang="pt-BR" i="1" dirty="0" smtClean="0">
                        <a:latin typeface="Cambria Math" panose="02040503050406030204" pitchFamily="18" charset="0"/>
                      </a:rPr>
                      <m:t>𝑛</m:t>
                    </m:r>
                    <m:r>
                      <a:rPr lang="pt-BR" i="1" dirty="0" smtClean="0">
                        <a:latin typeface="Cambria Math" panose="02040503050406030204" pitchFamily="18" charset="0"/>
                      </a:rPr>
                      <m:t>+2</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m:t>
                    </m:r>
                  </m:oMath>
                </a14:m>
                <a:r>
                  <a:rPr lang="pt-BR" dirty="0"/>
                  <a:t> </a:t>
                </a:r>
              </a:p>
              <a:p>
                <a:pPr lvl="1"/>
                <a14:m>
                  <m:oMath xmlns:m="http://schemas.openxmlformats.org/officeDocument/2006/math">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+2</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(1)</m:t>
                    </m:r>
                  </m:oMath>
                </a14:m>
                <a:r>
                  <a:rPr lang="pt-BR" dirty="0"/>
                  <a:t> </a:t>
                </a:r>
              </a:p>
              <a:p>
                <a:pPr lvl="1"/>
                <a14:m>
                  <m:oMath xmlns:m="http://schemas.openxmlformats.org/officeDocument/2006/math">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𝑛</m:t>
                        </m:r>
                      </m:e>
                      <m:sup>
                        <m:r>
                          <a:rPr lang="en-US" b="0" i="1" dirty="0" smtClean="0">
                            <a:latin typeface="Cambria Math" panose="02040503050406030204" pitchFamily="18" charset="0"/>
                          </a:rPr>
                          <m:t>50</m:t>
                        </m:r>
                      </m:sup>
                    </m:sSup>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1.1</m:t>
                        </m:r>
                      </m:e>
                      <m:sup>
                        <m:r>
                          <a:rPr lang="en-US" b="0" i="1" dirty="0" smtClean="0">
                            <a:latin typeface="Cambria Math" panose="02040503050406030204" pitchFamily="18" charset="0"/>
                          </a:rPr>
                          <m:t>𝑛</m:t>
                        </m:r>
                      </m:sup>
                    </m:sSup>
                    <m:r>
                      <a:rPr lang="pt-BR" i="1" dirty="0" smtClean="0">
                        <a:latin typeface="Cambria Math" panose="02040503050406030204" pitchFamily="18" charset="0"/>
                      </a:rPr>
                      <m:t>)</m:t>
                    </m:r>
                  </m:oMath>
                </a14:m>
                <a:endParaRPr lang="pt-BR"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pt-BR" dirty="0"/>
                  <a:t> </a:t>
                </a:r>
                <a:endParaRPr lang="en-US" dirty="0"/>
              </a:p>
            </p:txBody>
          </p:sp>
        </mc:Choice>
        <mc:Fallback xmlns="">
          <p:sp>
            <p:nvSpPr>
              <p:cNvPr id="3" name="Content Placeholder 2">
                <a:extLst>
                  <a:ext uri="{FF2B5EF4-FFF2-40B4-BE49-F238E27FC236}">
                    <a16:creationId xmlns:a16="http://schemas.microsoft.com/office/drawing/2014/main" id="{663A0232-F322-2E2D-0CD2-26748C98BFC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04381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8004-4521-2990-7545-99E7189B8476}"/>
              </a:ext>
            </a:extLst>
          </p:cNvPr>
          <p:cNvSpPr>
            <a:spLocks noGrp="1"/>
          </p:cNvSpPr>
          <p:nvPr>
            <p:ph type="title"/>
          </p:nvPr>
        </p:nvSpPr>
        <p:spPr/>
        <p:txBody>
          <a:bodyPr/>
          <a:lstStyle/>
          <a:p>
            <a:r>
              <a:rPr lang="en-US" dirty="0"/>
              <a:t>Solutions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9D13FC-5562-5001-9E77-3F64F87265DF}"/>
                  </a:ext>
                </a:extLst>
              </p:cNvPr>
              <p:cNvSpPr>
                <a:spLocks noGrp="1"/>
              </p:cNvSpPr>
              <p:nvPr>
                <p:ph idx="1"/>
              </p:nvPr>
            </p:nvSpPr>
            <p:spPr/>
            <p:txBody>
              <a:bodyPr>
                <a:normAutofit fontScale="92500" lnSpcReduction="20000"/>
              </a:bodyPr>
              <a:lstStyle/>
              <a:p>
                <a:r>
                  <a:rPr lang="pt-BR" dirty="0"/>
                  <a:t>Is each of the following True or False? Justifications are “semi-intuitive” rather than rigorous:</a:t>
                </a:r>
              </a:p>
              <a:p>
                <a:pPr lvl="1"/>
                <a14:m>
                  <m:oMath xmlns:m="http://schemas.openxmlformats.org/officeDocument/2006/math">
                    <m:r>
                      <a:rPr lang="pt-BR" i="1" dirty="0" smtClean="0">
                        <a:latin typeface="Cambria Math" panose="02040503050406030204" pitchFamily="18" charset="0"/>
                      </a:rPr>
                      <m:t>4+3</m:t>
                    </m:r>
                    <m:r>
                      <a:rPr lang="pt-BR" i="1" dirty="0" smtClean="0">
                        <a:latin typeface="Cambria Math" panose="02040503050406030204" pitchFamily="18" charset="0"/>
                      </a:rPr>
                      <m:t>𝑛</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m:t>
                    </m:r>
                  </m:oMath>
                </a14:m>
                <a:endParaRPr lang="pt-BR" dirty="0"/>
              </a:p>
              <a:p>
                <a:pPr lvl="2"/>
                <a:r>
                  <a:rPr lang="pt-BR" dirty="0"/>
                  <a:t>True because for large inputs, </a:t>
                </a:r>
                <a14:m>
                  <m:oMath xmlns:m="http://schemas.openxmlformats.org/officeDocument/2006/math">
                    <m:r>
                      <a:rPr lang="en-US" b="0" i="1" smtClean="0">
                        <a:latin typeface="Cambria Math" panose="02040503050406030204" pitchFamily="18" charset="0"/>
                      </a:rPr>
                      <m:t>4+3</m:t>
                    </m:r>
                    <m:r>
                      <a:rPr lang="en-US" b="0" i="1" smtClean="0">
                        <a:latin typeface="Cambria Math" panose="02040503050406030204" pitchFamily="18" charset="0"/>
                      </a:rPr>
                      <m:t>𝑛</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+3</m:t>
                    </m:r>
                    <m:r>
                      <a:rPr lang="en-US" b="0" i="1" smtClean="0">
                        <a:latin typeface="Cambria Math" panose="02040503050406030204" pitchFamily="18" charset="0"/>
                      </a:rPr>
                      <m:t>𝑛</m:t>
                    </m:r>
                    <m:r>
                      <a:rPr lang="en-US" b="0" i="1" smtClean="0">
                        <a:latin typeface="Cambria Math" panose="02040503050406030204" pitchFamily="18" charset="0"/>
                      </a:rPr>
                      <m:t>=4</m:t>
                    </m:r>
                    <m:r>
                      <a:rPr lang="en-US" b="0" i="1" smtClean="0">
                        <a:latin typeface="Cambria Math" panose="02040503050406030204" pitchFamily="18" charset="0"/>
                      </a:rPr>
                      <m:t>𝑛</m:t>
                    </m:r>
                  </m:oMath>
                </a14:m>
                <a:endParaRPr lang="pt-BR" dirty="0"/>
              </a:p>
              <a:p>
                <a:pPr lvl="1"/>
                <a14:m>
                  <m:oMath xmlns:m="http://schemas.openxmlformats.org/officeDocument/2006/math">
                    <m:r>
                      <a:rPr lang="pt-BR" i="1" dirty="0" smtClean="0">
                        <a:latin typeface="Cambria Math" panose="02040503050406030204" pitchFamily="18" charset="0"/>
                      </a:rPr>
                      <m:t>𝑛</m:t>
                    </m:r>
                    <m:r>
                      <a:rPr lang="pt-BR" i="1" dirty="0" smtClean="0">
                        <a:latin typeface="Cambria Math" panose="02040503050406030204" pitchFamily="18" charset="0"/>
                      </a:rPr>
                      <m:t>+2</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m:t>
                    </m:r>
                  </m:oMath>
                </a14:m>
                <a:r>
                  <a:rPr lang="pt-BR" dirty="0"/>
                  <a:t> </a:t>
                </a:r>
              </a:p>
              <a:p>
                <a:pPr lvl="2"/>
                <a:r>
                  <a:rPr lang="pt-BR" dirty="0"/>
                  <a:t>False because for any constant </a:t>
                </a:r>
                <a14:m>
                  <m:oMath xmlns:m="http://schemas.openxmlformats.org/officeDocument/2006/math">
                    <m:r>
                      <a:rPr lang="en-US" b="0" i="1" smtClean="0">
                        <a:latin typeface="Cambria Math" panose="02040503050406030204" pitchFamily="18" charset="0"/>
                      </a:rPr>
                      <m:t>𝑐</m:t>
                    </m:r>
                  </m:oMath>
                </a14:m>
                <a:r>
                  <a:rPr lang="pt-BR" dirty="0"/>
                  <a:t> eventually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r>
                      <a:rPr lang="en-US" b="0" i="1" smtClean="0">
                        <a:latin typeface="Cambria Math" panose="02040503050406030204" pitchFamily="18" charset="0"/>
                      </a:rPr>
                      <m:t>𝑐</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oMath>
                </a14:m>
                <a:r>
                  <a:rPr lang="pt-BR" dirty="0"/>
                  <a:t> (specifically, when </a:t>
                </a:r>
                <a14:m>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num>
                      <m:den>
                        <m:r>
                          <a:rPr lang="en-US" b="0" i="1" smtClean="0">
                            <a:latin typeface="Cambria Math" panose="02040503050406030204" pitchFamily="18" charset="0"/>
                          </a:rPr>
                          <m:t>𝑛</m:t>
                        </m:r>
                      </m:den>
                    </m:f>
                    <m:r>
                      <a:rPr lang="en-US" b="0" i="1" smtClean="0">
                        <a:latin typeface="Cambria Math" panose="02040503050406030204" pitchFamily="18" charset="0"/>
                      </a:rPr>
                      <m:t>&gt;</m:t>
                    </m:r>
                    <m:r>
                      <a:rPr lang="en-US" b="0" i="1" smtClean="0">
                        <a:latin typeface="Cambria Math" panose="02040503050406030204" pitchFamily="18" charset="0"/>
                      </a:rPr>
                      <m:t>𝑐</m:t>
                    </m:r>
                  </m:oMath>
                </a14:m>
                <a:r>
                  <a:rPr lang="pt-BR" dirty="0"/>
                  <a:t>) </a:t>
                </a:r>
              </a:p>
              <a:p>
                <a:pPr lvl="1"/>
                <a14:m>
                  <m:oMath xmlns:m="http://schemas.openxmlformats.org/officeDocument/2006/math">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+2</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(1)</m:t>
                    </m:r>
                  </m:oMath>
                </a14:m>
                <a:r>
                  <a:rPr lang="pt-BR" dirty="0"/>
                  <a:t> </a:t>
                </a:r>
              </a:p>
              <a:p>
                <a:pPr lvl="2"/>
                <a:r>
                  <a:rPr lang="pt-BR" dirty="0"/>
                  <a:t>False because for any constant </a:t>
                </a:r>
                <a14:m>
                  <m:oMath xmlns:m="http://schemas.openxmlformats.org/officeDocument/2006/math">
                    <m:r>
                      <a:rPr lang="en-US" b="0" i="1" smtClean="0">
                        <a:latin typeface="Cambria Math" panose="02040503050406030204" pitchFamily="18" charset="0"/>
                      </a:rPr>
                      <m:t>𝑐</m:t>
                    </m:r>
                  </m:oMath>
                </a14:m>
                <a:r>
                  <a:rPr lang="pt-BR" dirty="0"/>
                  <a:t> eventually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&gt;</m:t>
                    </m:r>
                    <m:r>
                      <a:rPr lang="en-US" b="0" i="1" smtClean="0">
                        <a:latin typeface="Cambria Math" panose="02040503050406030204" pitchFamily="18" charset="0"/>
                      </a:rPr>
                      <m:t>𝑐</m:t>
                    </m:r>
                  </m:oMath>
                </a14:m>
                <a:r>
                  <a:rPr lang="pt-BR" dirty="0"/>
                  <a:t> (specifically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𝑐</m:t>
                        </m:r>
                      </m:sup>
                    </m:sSup>
                  </m:oMath>
                </a14:m>
                <a:r>
                  <a:rPr lang="pt-BR" dirty="0"/>
                  <a:t>)</a:t>
                </a:r>
              </a:p>
              <a:p>
                <a:pPr lvl="1"/>
                <a14:m>
                  <m:oMath xmlns:m="http://schemas.openxmlformats.org/officeDocument/2006/math">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𝑛</m:t>
                        </m:r>
                      </m:e>
                      <m:sup>
                        <m:r>
                          <a:rPr lang="en-US" b="0" i="1" dirty="0" smtClean="0">
                            <a:latin typeface="Cambria Math" panose="02040503050406030204" pitchFamily="18" charset="0"/>
                          </a:rPr>
                          <m:t>50</m:t>
                        </m:r>
                      </m:sup>
                    </m:sSup>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1.1</m:t>
                        </m:r>
                      </m:e>
                      <m:sup>
                        <m:r>
                          <a:rPr lang="en-US" b="0" i="1" dirty="0" smtClean="0">
                            <a:latin typeface="Cambria Math" panose="02040503050406030204" pitchFamily="18" charset="0"/>
                          </a:rPr>
                          <m:t>𝑛</m:t>
                        </m:r>
                      </m:sup>
                    </m:sSup>
                    <m:r>
                      <a:rPr lang="pt-BR" i="1" dirty="0" smtClean="0">
                        <a:latin typeface="Cambria Math" panose="02040503050406030204" pitchFamily="18" charset="0"/>
                      </a:rPr>
                      <m:t>)</m:t>
                    </m:r>
                  </m:oMath>
                </a14:m>
                <a:endParaRPr lang="pt-BR" dirty="0"/>
              </a:p>
              <a:p>
                <a:pPr lvl="2"/>
                <a:r>
                  <a:rPr lang="pt-BR" dirty="0"/>
                  <a:t>True because for large </a:t>
                </a:r>
                <a14:m>
                  <m:oMath xmlns:m="http://schemas.openxmlformats.org/officeDocument/2006/math">
                    <m:r>
                      <a:rPr lang="en-US" b="0" i="1" smtClean="0">
                        <a:latin typeface="Cambria Math" panose="02040503050406030204" pitchFamily="18" charset="0"/>
                      </a:rPr>
                      <m:t>𝑛</m:t>
                    </m:r>
                  </m:oMath>
                </a14:m>
                <a:r>
                  <a:rPr lang="pt-BR" dirty="0"/>
                  <a:t> it will be that </a:t>
                </a:r>
                <a14:m>
                  <m:oMath xmlns:m="http://schemas.openxmlformats.org/officeDocument/2006/math">
                    <m:r>
                      <a:rPr lang="en-US" b="0" i="1" smtClean="0">
                        <a:latin typeface="Cambria Math" panose="02040503050406030204" pitchFamily="18" charset="0"/>
                      </a:rPr>
                      <m:t>50</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1.1</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pt-BR"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pt-BR" dirty="0"/>
                  <a:t> </a:t>
                </a:r>
              </a:p>
              <a:p>
                <a:pPr lvl="2"/>
                <a:r>
                  <a:rPr lang="pt-BR" dirty="0"/>
                  <a:t>False because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a:rPr lang="en-US" b="0" i="1" smtClean="0">
                        <a:latin typeface="Cambria Math" panose="02040503050406030204" pitchFamily="18" charset="0"/>
                      </a:rPr>
                      <m:t>𝑐</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is true </a:t>
                </a:r>
                <a:r>
                  <a:rPr lang="en-US" dirty="0" err="1"/>
                  <a:t>iff</a:t>
                </a:r>
                <a:r>
                  <a:rPr lang="en-US" dirty="0"/>
                  <a:t>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b="0" i="0" smtClean="0">
                                <a:latin typeface="Cambria Math" panose="02040503050406030204" pitchFamily="18" charset="0"/>
                              </a:rPr>
                              <m:t>(</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r>
                      <a:rPr lang="en-US" b="0" i="1" smtClean="0">
                        <a:latin typeface="Cambria Math" panose="02040503050406030204" pitchFamily="18" charset="0"/>
                      </a:rPr>
                      <m:t>𝑛</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and eventually multiplying by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oMath>
                </a14:m>
                <a:r>
                  <a:rPr lang="en-US" dirty="0"/>
                  <a:t> has more impact than adding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oMath>
                </a14:m>
                <a:r>
                  <a:rPr lang="en-US" dirty="0"/>
                  <a:t> (for example,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num>
                      <m:den>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r>
                          <a:rPr lang="en-US" b="0" i="1" smtClean="0">
                            <a:latin typeface="Cambria Math" panose="02040503050406030204" pitchFamily="18" charset="0"/>
                          </a:rPr>
                          <m:t>−1</m:t>
                        </m:r>
                      </m:den>
                    </m:f>
                  </m:oMath>
                </a14:m>
                <a:r>
                  <a:rPr lang="en-US" dirty="0"/>
                  <a:t>) </a:t>
                </a:r>
              </a:p>
            </p:txBody>
          </p:sp>
        </mc:Choice>
        <mc:Fallback xmlns="">
          <p:sp>
            <p:nvSpPr>
              <p:cNvPr id="3" name="Content Placeholder 2">
                <a:extLst>
                  <a:ext uri="{FF2B5EF4-FFF2-40B4-BE49-F238E27FC236}">
                    <a16:creationId xmlns:a16="http://schemas.microsoft.com/office/drawing/2014/main" id="{9F9D13FC-5562-5001-9E77-3F64F87265DF}"/>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5BDCD2F-7BB3-CF4D-4FB3-B75328FB1E88}"/>
                  </a:ext>
                </a:extLst>
              </p14:cNvPr>
              <p14:cNvContentPartPr/>
              <p14:nvPr/>
            </p14:nvContentPartPr>
            <p14:xfrm>
              <a:off x="8618760" y="2216520"/>
              <a:ext cx="2114280" cy="89280"/>
            </p14:xfrm>
          </p:contentPart>
        </mc:Choice>
        <mc:Fallback>
          <p:pic>
            <p:nvPicPr>
              <p:cNvPr id="4" name="Ink 3">
                <a:extLst>
                  <a:ext uri="{FF2B5EF4-FFF2-40B4-BE49-F238E27FC236}">
                    <a16:creationId xmlns:a16="http://schemas.microsoft.com/office/drawing/2014/main" id="{65BDCD2F-7BB3-CF4D-4FB3-B75328FB1E88}"/>
                  </a:ext>
                </a:extLst>
              </p:cNvPr>
              <p:cNvPicPr/>
              <p:nvPr/>
            </p:nvPicPr>
            <p:blipFill>
              <a:blip r:embed="rId4"/>
              <a:stretch>
                <a:fillRect/>
              </a:stretch>
            </p:blipFill>
            <p:spPr>
              <a:xfrm>
                <a:off x="8609400" y="2207160"/>
                <a:ext cx="2133000" cy="108000"/>
              </a:xfrm>
              <a:prstGeom prst="rect">
                <a:avLst/>
              </a:prstGeom>
            </p:spPr>
          </p:pic>
        </mc:Fallback>
      </mc:AlternateContent>
    </p:spTree>
    <p:extLst>
      <p:ext uri="{BB962C8B-B14F-4D97-AF65-F5344CB8AC3E}">
        <p14:creationId xmlns:p14="http://schemas.microsoft.com/office/powerpoint/2010/main" val="13334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66FAC-3CF1-21C8-D24E-C2A513888CBB}"/>
              </a:ext>
            </a:extLst>
          </p:cNvPr>
          <p:cNvSpPr>
            <a:spLocks noGrp="1"/>
          </p:cNvSpPr>
          <p:nvPr>
            <p:ph type="title"/>
          </p:nvPr>
        </p:nvSpPr>
        <p:spPr/>
        <p:txBody>
          <a:bodyPr/>
          <a:lstStyle/>
          <a:p>
            <a:r>
              <a:rPr lang="en-US" dirty="0"/>
              <a:t>Common Categories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529C92-55F1-90A3-C1FE-36A88CEA9C28}"/>
                  </a:ext>
                </a:extLst>
              </p:cNvPr>
              <p:cNvSpPr>
                <a:spLocks noGrp="1"/>
              </p:cNvSpPr>
              <p:nvPr>
                <p:ph idx="1"/>
              </p:nvPr>
            </p:nvSpPr>
            <p:spPr/>
            <p:txBody>
              <a:bodyPr>
                <a:normAutofit/>
              </a:bodyPr>
              <a:lstStyle/>
              <a:p>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(1)</m:t>
                    </m:r>
                  </m:oMath>
                </a14:m>
                <a:r>
                  <a:rPr lang="en-US" dirty="0"/>
                  <a:t>	“constant”</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r>
                  <a:rPr lang="en-US" b="0" dirty="0"/>
                  <a:t> 	“logarithmic”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“linear”</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r>
                  <a:rPr lang="en-US" dirty="0"/>
                  <a:t>	“log-linear”</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“quadratic”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“cubic”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𝑘</m:t>
                            </m:r>
                          </m:sup>
                        </m:sSup>
                      </m:e>
                    </m:d>
                  </m:oMath>
                </a14:m>
                <a:r>
                  <a:rPr lang="en-US" dirty="0"/>
                  <a:t>	“polynomial”</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𝑛</m:t>
                            </m:r>
                          </m:sup>
                        </m:sSup>
                      </m:e>
                    </m:d>
                  </m:oMath>
                </a14:m>
                <a:r>
                  <a:rPr lang="en-US" dirty="0"/>
                  <a:t>	“exponential”</a:t>
                </a:r>
              </a:p>
            </p:txBody>
          </p:sp>
        </mc:Choice>
        <mc:Fallback xmlns="">
          <p:sp>
            <p:nvSpPr>
              <p:cNvPr id="3" name="Content Placeholder 2">
                <a:extLst>
                  <a:ext uri="{FF2B5EF4-FFF2-40B4-BE49-F238E27FC236}">
                    <a16:creationId xmlns:a16="http://schemas.microsoft.com/office/drawing/2014/main" id="{11529C92-55F1-90A3-C1FE-36A88CEA9C28}"/>
                  </a:ext>
                </a:extLst>
              </p:cNvPr>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5521563-47A3-8BC8-C1D7-27C6F4EE2745}"/>
                  </a:ext>
                </a:extLst>
              </p14:cNvPr>
              <p14:cNvContentPartPr/>
              <p14:nvPr/>
            </p14:nvContentPartPr>
            <p14:xfrm>
              <a:off x="884880" y="1086840"/>
              <a:ext cx="6369840" cy="4911120"/>
            </p14:xfrm>
          </p:contentPart>
        </mc:Choice>
        <mc:Fallback>
          <p:pic>
            <p:nvPicPr>
              <p:cNvPr id="4" name="Ink 3">
                <a:extLst>
                  <a:ext uri="{FF2B5EF4-FFF2-40B4-BE49-F238E27FC236}">
                    <a16:creationId xmlns:a16="http://schemas.microsoft.com/office/drawing/2014/main" id="{D5521563-47A3-8BC8-C1D7-27C6F4EE2745}"/>
                  </a:ext>
                </a:extLst>
              </p:cNvPr>
              <p:cNvPicPr/>
              <p:nvPr/>
            </p:nvPicPr>
            <p:blipFill>
              <a:blip r:embed="rId4"/>
              <a:stretch>
                <a:fillRect/>
              </a:stretch>
            </p:blipFill>
            <p:spPr>
              <a:xfrm>
                <a:off x="875520" y="1077480"/>
                <a:ext cx="6388560" cy="4929840"/>
              </a:xfrm>
              <a:prstGeom prst="rect">
                <a:avLst/>
              </a:prstGeom>
            </p:spPr>
          </p:pic>
        </mc:Fallback>
      </mc:AlternateContent>
    </p:spTree>
    <p:extLst>
      <p:ext uri="{BB962C8B-B14F-4D97-AF65-F5344CB8AC3E}">
        <p14:creationId xmlns:p14="http://schemas.microsoft.com/office/powerpoint/2010/main" val="3466072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“First In First Out” (FIFO) collection of items</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Is_empty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Priority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92500" lnSpcReduction="20000"/>
          </a:bodyPr>
          <a:lstStyle/>
          <a:p>
            <a:r>
              <a:rPr lang="en-US" dirty="0"/>
              <a:t>What is it?</a:t>
            </a:r>
          </a:p>
          <a:p>
            <a:pPr lvl="1"/>
            <a:r>
              <a:rPr lang="en-US" dirty="0"/>
              <a:t>A collection of items and their “priorities”</a:t>
            </a:r>
          </a:p>
          <a:p>
            <a:pPr lvl="1"/>
            <a:r>
              <a:rPr lang="en-US" dirty="0"/>
              <a:t>Allows quick access/removal to the “top priority” thing</a:t>
            </a:r>
          </a:p>
          <a:p>
            <a:r>
              <a:rPr lang="en-US" dirty="0"/>
              <a:t>What Operations do we need?</a:t>
            </a:r>
          </a:p>
          <a:p>
            <a:pPr lvl="1"/>
            <a:r>
              <a:rPr lang="en-US" dirty="0"/>
              <a:t>insert(item, priority)</a:t>
            </a:r>
          </a:p>
          <a:p>
            <a:pPr lvl="2"/>
            <a:r>
              <a:rPr lang="en-US" dirty="0"/>
              <a:t>Add a new item to the PQ with indicated priority</a:t>
            </a:r>
          </a:p>
          <a:p>
            <a:pPr lvl="2"/>
            <a:r>
              <a:rPr lang="en-US" dirty="0"/>
              <a:t>Usually, smaller priority value means more important</a:t>
            </a:r>
          </a:p>
          <a:p>
            <a:pPr lvl="1"/>
            <a:r>
              <a:rPr lang="en-US" dirty="0"/>
              <a:t>extract</a:t>
            </a:r>
          </a:p>
          <a:p>
            <a:pPr lvl="2"/>
            <a:r>
              <a:rPr lang="en-US" dirty="0"/>
              <a:t>Remove and return the “top priority” item from the queue</a:t>
            </a:r>
          </a:p>
          <a:p>
            <a:pPr lvl="1"/>
            <a:r>
              <a:rPr lang="en-US" dirty="0" err="1"/>
              <a:t>Is_empty</a:t>
            </a:r>
            <a:endParaRPr lang="en-US" dirty="0"/>
          </a:p>
          <a:p>
            <a:pPr lvl="2"/>
            <a:r>
              <a:rPr lang="en-US" dirty="0"/>
              <a:t>Indicate whether or not there are items still on the queue</a:t>
            </a:r>
          </a:p>
          <a:p>
            <a:r>
              <a:rPr lang="en-US" dirty="0"/>
              <a:t>Note: the “priority” value can be any type/class so long as it’s comparable (i.e. you can use “&lt;“ or “</a:t>
            </a:r>
            <a:r>
              <a:rPr lang="en-US" dirty="0" err="1"/>
              <a:t>compareTo</a:t>
            </a:r>
            <a:r>
              <a:rPr lang="en-US" dirty="0"/>
              <a:t>” with it)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C2DD36D-F01A-2D52-45F1-F5F0B7999B7B}"/>
                  </a:ext>
                </a:extLst>
              </p14:cNvPr>
              <p14:cNvContentPartPr/>
              <p14:nvPr/>
            </p14:nvContentPartPr>
            <p14:xfrm>
              <a:off x="848160" y="1604160"/>
              <a:ext cx="6212880" cy="3337560"/>
            </p14:xfrm>
          </p:contentPart>
        </mc:Choice>
        <mc:Fallback>
          <p:pic>
            <p:nvPicPr>
              <p:cNvPr id="4" name="Ink 3">
                <a:extLst>
                  <a:ext uri="{FF2B5EF4-FFF2-40B4-BE49-F238E27FC236}">
                    <a16:creationId xmlns:a16="http://schemas.microsoft.com/office/drawing/2014/main" id="{FC2DD36D-F01A-2D52-45F1-F5F0B7999B7B}"/>
                  </a:ext>
                </a:extLst>
              </p:cNvPr>
              <p:cNvPicPr/>
              <p:nvPr/>
            </p:nvPicPr>
            <p:blipFill>
              <a:blip r:embed="rId3"/>
              <a:stretch>
                <a:fillRect/>
              </a:stretch>
            </p:blipFill>
            <p:spPr>
              <a:xfrm>
                <a:off x="838800" y="1594800"/>
                <a:ext cx="6231600" cy="3356280"/>
              </a:xfrm>
              <a:prstGeom prst="rect">
                <a:avLst/>
              </a:prstGeom>
            </p:spPr>
          </p:pic>
        </mc:Fallback>
      </mc:AlternateContent>
    </p:spTree>
    <p:extLst>
      <p:ext uri="{BB962C8B-B14F-4D97-AF65-F5344CB8AC3E}">
        <p14:creationId xmlns:p14="http://schemas.microsoft.com/office/powerpoint/2010/main" val="284699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0DF-811B-A9CC-41FE-BB616356E3DC}"/>
              </a:ext>
            </a:extLst>
          </p:cNvPr>
          <p:cNvSpPr>
            <a:spLocks noGrp="1"/>
          </p:cNvSpPr>
          <p:nvPr>
            <p:ph type="title"/>
          </p:nvPr>
        </p:nvSpPr>
        <p:spPr/>
        <p:txBody>
          <a:bodyPr/>
          <a:lstStyle/>
          <a:p>
            <a:r>
              <a:rPr lang="en-US" dirty="0"/>
              <a:t>Priority Queue Example 1</a:t>
            </a:r>
          </a:p>
        </p:txBody>
      </p:sp>
      <p:sp>
        <p:nvSpPr>
          <p:cNvPr id="3" name="Content Placeholder 2">
            <a:extLst>
              <a:ext uri="{FF2B5EF4-FFF2-40B4-BE49-F238E27FC236}">
                <a16:creationId xmlns:a16="http://schemas.microsoft.com/office/drawing/2014/main" id="{324C0527-8F8A-97C7-EE9B-44727DD0B004}"/>
              </a:ext>
            </a:extLst>
          </p:cNvPr>
          <p:cNvSpPr>
            <a:spLocks noGrp="1"/>
          </p:cNvSpPr>
          <p:nvPr>
            <p:ph idx="1"/>
          </p:nvPr>
        </p:nvSpPr>
        <p:spPr>
          <a:xfrm>
            <a:off x="838200" y="1574800"/>
            <a:ext cx="10515600" cy="5161279"/>
          </a:xfrm>
        </p:spPr>
        <p:txBody>
          <a:bodyPr>
            <a:normAutofit fontScale="92500" lnSpcReduction="10000"/>
          </a:bodyPr>
          <a:lstStyle/>
          <a:p>
            <a:pPr marL="0" indent="0">
              <a:buNone/>
            </a:pPr>
            <a:r>
              <a:rPr lang="en-US" dirty="0" err="1"/>
              <a:t>PriorityQueue</a:t>
            </a:r>
            <a:r>
              <a:rPr lang="en-US" dirty="0"/>
              <a:t> PQ = new </a:t>
            </a:r>
            <a:r>
              <a:rPr lang="en-US" dirty="0" err="1"/>
              <a:t>PriorityQueue</a:t>
            </a:r>
            <a:r>
              <a:rPr lang="en-US" dirty="0"/>
              <a:t>();</a:t>
            </a:r>
          </a:p>
          <a:p>
            <a:pPr marL="0" indent="0">
              <a:buNone/>
            </a:pPr>
            <a:r>
              <a:rPr lang="en-US" dirty="0" err="1"/>
              <a:t>PQ.insert</a:t>
            </a:r>
            <a:r>
              <a:rPr lang="en-US" dirty="0"/>
              <a:t>(5,5)</a:t>
            </a:r>
          </a:p>
          <a:p>
            <a:pPr marL="0" indent="0">
              <a:buNone/>
            </a:pPr>
            <a:r>
              <a:rPr lang="en-US" dirty="0" err="1"/>
              <a:t>PQ.insert</a:t>
            </a:r>
            <a:r>
              <a:rPr lang="en-US" dirty="0"/>
              <a:t>(6,6)</a:t>
            </a:r>
          </a:p>
          <a:p>
            <a:pPr marL="0" indent="0">
              <a:buNone/>
            </a:pPr>
            <a:r>
              <a:rPr lang="en-US" dirty="0" err="1"/>
              <a:t>PQ.insert</a:t>
            </a:r>
            <a:r>
              <a:rPr lang="en-US" dirty="0"/>
              <a:t>(1,1)</a:t>
            </a:r>
          </a:p>
          <a:p>
            <a:pPr marL="0" indent="0">
              <a:buNone/>
            </a:pPr>
            <a:r>
              <a:rPr lang="en-US" dirty="0" err="1"/>
              <a:t>PQ.insert</a:t>
            </a:r>
            <a:r>
              <a:rPr lang="en-US" dirty="0"/>
              <a:t>(3,3)</a:t>
            </a:r>
          </a:p>
          <a:p>
            <a:pPr marL="0" indent="0">
              <a:buNone/>
            </a:pPr>
            <a:r>
              <a:rPr lang="en-US" dirty="0" err="1"/>
              <a:t>PQ.insert</a:t>
            </a:r>
            <a:r>
              <a:rPr lang="en-US" dirty="0"/>
              <a:t>(8,8)</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endParaRPr lang="en-US" dirty="0"/>
          </a:p>
        </p:txBody>
      </p:sp>
      <p:sp>
        <p:nvSpPr>
          <p:cNvPr id="4" name="TextBox 3">
            <a:extLst>
              <a:ext uri="{FF2B5EF4-FFF2-40B4-BE49-F238E27FC236}">
                <a16:creationId xmlns:a16="http://schemas.microsoft.com/office/drawing/2014/main" id="{65A767D7-3210-0FF8-6162-493406508765}"/>
              </a:ext>
            </a:extLst>
          </p:cNvPr>
          <p:cNvSpPr txBox="1"/>
          <p:nvPr/>
        </p:nvSpPr>
        <p:spPr>
          <a:xfrm>
            <a:off x="7481455" y="2900363"/>
            <a:ext cx="785280" cy="1754326"/>
          </a:xfrm>
          <a:prstGeom prst="rect">
            <a:avLst/>
          </a:prstGeom>
          <a:noFill/>
          <a:ln>
            <a:solidFill>
              <a:srgbClr val="FF0000"/>
            </a:solidFill>
          </a:ln>
        </p:spPr>
        <p:txBody>
          <a:bodyPr wrap="none" rtlCol="0">
            <a:spAutoFit/>
          </a:bodyPr>
          <a:lstStyle/>
          <a:p>
            <a:r>
              <a:rPr lang="en-US" dirty="0">
                <a:solidFill>
                  <a:srgbClr val="FF0000"/>
                </a:solidFill>
              </a:rPr>
              <a:t>Prints:</a:t>
            </a:r>
          </a:p>
          <a:p>
            <a:r>
              <a:rPr lang="en-US" dirty="0">
                <a:solidFill>
                  <a:srgbClr val="FF0000"/>
                </a:solidFill>
              </a:rPr>
              <a:t>1</a:t>
            </a:r>
          </a:p>
          <a:p>
            <a:r>
              <a:rPr lang="en-US" dirty="0">
                <a:solidFill>
                  <a:srgbClr val="FF0000"/>
                </a:solidFill>
              </a:rPr>
              <a:t>3</a:t>
            </a:r>
          </a:p>
          <a:p>
            <a:r>
              <a:rPr lang="en-US" dirty="0">
                <a:solidFill>
                  <a:srgbClr val="FF0000"/>
                </a:solidFill>
              </a:rPr>
              <a:t>5</a:t>
            </a:r>
          </a:p>
          <a:p>
            <a:r>
              <a:rPr lang="en-US" dirty="0">
                <a:solidFill>
                  <a:srgbClr val="FF0000"/>
                </a:solidFill>
              </a:rPr>
              <a:t>6</a:t>
            </a:r>
          </a:p>
          <a:p>
            <a:r>
              <a:rPr lang="en-US" dirty="0">
                <a:solidFill>
                  <a:srgbClr val="FF0000"/>
                </a:solidFill>
              </a:rPr>
              <a:t>8</a:t>
            </a:r>
          </a:p>
        </p:txBody>
      </p:sp>
    </p:spTree>
    <p:extLst>
      <p:ext uri="{BB962C8B-B14F-4D97-AF65-F5344CB8AC3E}">
        <p14:creationId xmlns:p14="http://schemas.microsoft.com/office/powerpoint/2010/main" val="3196050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0DF-811B-A9CC-41FE-BB616356E3DC}"/>
              </a:ext>
            </a:extLst>
          </p:cNvPr>
          <p:cNvSpPr>
            <a:spLocks noGrp="1"/>
          </p:cNvSpPr>
          <p:nvPr>
            <p:ph type="title"/>
          </p:nvPr>
        </p:nvSpPr>
        <p:spPr/>
        <p:txBody>
          <a:bodyPr/>
          <a:lstStyle/>
          <a:p>
            <a:r>
              <a:rPr lang="en-US" dirty="0"/>
              <a:t>Priority Queue Example 2</a:t>
            </a:r>
          </a:p>
        </p:txBody>
      </p:sp>
      <p:sp>
        <p:nvSpPr>
          <p:cNvPr id="3" name="Content Placeholder 2">
            <a:extLst>
              <a:ext uri="{FF2B5EF4-FFF2-40B4-BE49-F238E27FC236}">
                <a16:creationId xmlns:a16="http://schemas.microsoft.com/office/drawing/2014/main" id="{324C0527-8F8A-97C7-EE9B-44727DD0B004}"/>
              </a:ext>
            </a:extLst>
          </p:cNvPr>
          <p:cNvSpPr>
            <a:spLocks noGrp="1"/>
          </p:cNvSpPr>
          <p:nvPr>
            <p:ph idx="1"/>
          </p:nvPr>
        </p:nvSpPr>
        <p:spPr>
          <a:xfrm>
            <a:off x="838200" y="1574800"/>
            <a:ext cx="10515600" cy="5161279"/>
          </a:xfrm>
        </p:spPr>
        <p:txBody>
          <a:bodyPr>
            <a:normAutofit fontScale="92500" lnSpcReduction="10000"/>
          </a:bodyPr>
          <a:lstStyle/>
          <a:p>
            <a:pPr marL="0" indent="0">
              <a:buNone/>
            </a:pPr>
            <a:r>
              <a:rPr lang="en-US" dirty="0" err="1"/>
              <a:t>PriorityQueue</a:t>
            </a:r>
            <a:r>
              <a:rPr lang="en-US" dirty="0"/>
              <a:t> PQ = new </a:t>
            </a:r>
            <a:r>
              <a:rPr lang="en-US" dirty="0" err="1"/>
              <a:t>PriorityQueue</a:t>
            </a:r>
            <a:r>
              <a:rPr lang="en-US" dirty="0"/>
              <a:t>();</a:t>
            </a:r>
          </a:p>
          <a:p>
            <a:pPr marL="0" indent="0">
              <a:buNone/>
            </a:pPr>
            <a:r>
              <a:rPr lang="en-US" dirty="0" err="1"/>
              <a:t>PQ.insert</a:t>
            </a:r>
            <a:r>
              <a:rPr lang="en-US" dirty="0"/>
              <a:t>(5,5)</a:t>
            </a:r>
          </a:p>
          <a:p>
            <a:pPr marL="0" indent="0">
              <a:buNone/>
            </a:pPr>
            <a:r>
              <a:rPr lang="en-US" dirty="0" err="1"/>
              <a:t>PQ.insert</a:t>
            </a:r>
            <a:r>
              <a:rPr lang="en-US" dirty="0"/>
              <a:t>(6,6)</a:t>
            </a:r>
          </a:p>
          <a:p>
            <a:pPr marL="0" indent="0">
              <a:buNone/>
            </a:pPr>
            <a:r>
              <a:rPr lang="en-US" dirty="0" err="1"/>
              <a:t>PQ.insert</a:t>
            </a:r>
            <a:r>
              <a:rPr lang="en-US" dirty="0"/>
              <a:t>(3,3)</a:t>
            </a:r>
          </a:p>
          <a:p>
            <a:pPr marL="0" indent="0">
              <a:buNone/>
            </a:pPr>
            <a:r>
              <a:rPr lang="en-US" dirty="0"/>
              <a:t>Print(</a:t>
            </a:r>
            <a:r>
              <a:rPr lang="en-US" dirty="0" err="1"/>
              <a:t>PQ.extract</a:t>
            </a:r>
            <a:r>
              <a:rPr lang="en-US" dirty="0"/>
              <a:t>)</a:t>
            </a:r>
          </a:p>
          <a:p>
            <a:pPr marL="0" indent="0">
              <a:buNone/>
            </a:pPr>
            <a:r>
              <a:rPr lang="en-US" dirty="0" err="1"/>
              <a:t>PQ.insert</a:t>
            </a:r>
            <a:r>
              <a:rPr lang="en-US" dirty="0"/>
              <a:t>(1,1)</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err="1"/>
              <a:t>PQ.insert</a:t>
            </a:r>
            <a:r>
              <a:rPr lang="en-US" dirty="0"/>
              <a:t>(8,8)</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endParaRPr lang="en-US" dirty="0"/>
          </a:p>
        </p:txBody>
      </p:sp>
      <p:sp>
        <p:nvSpPr>
          <p:cNvPr id="4" name="TextBox 3">
            <a:extLst>
              <a:ext uri="{FF2B5EF4-FFF2-40B4-BE49-F238E27FC236}">
                <a16:creationId xmlns:a16="http://schemas.microsoft.com/office/drawing/2014/main" id="{EA8BC5EA-6620-E627-C7EB-08F64AD48DC4}"/>
              </a:ext>
            </a:extLst>
          </p:cNvPr>
          <p:cNvSpPr txBox="1"/>
          <p:nvPr/>
        </p:nvSpPr>
        <p:spPr>
          <a:xfrm>
            <a:off x="7481455" y="2900363"/>
            <a:ext cx="785280" cy="1754326"/>
          </a:xfrm>
          <a:prstGeom prst="rect">
            <a:avLst/>
          </a:prstGeom>
          <a:noFill/>
          <a:ln>
            <a:solidFill>
              <a:srgbClr val="FF0000"/>
            </a:solidFill>
          </a:ln>
        </p:spPr>
        <p:txBody>
          <a:bodyPr wrap="none" rtlCol="0">
            <a:spAutoFit/>
          </a:bodyPr>
          <a:lstStyle/>
          <a:p>
            <a:r>
              <a:rPr lang="en-US" dirty="0">
                <a:solidFill>
                  <a:srgbClr val="FF0000"/>
                </a:solidFill>
              </a:rPr>
              <a:t>Prints:</a:t>
            </a:r>
          </a:p>
          <a:p>
            <a:r>
              <a:rPr lang="en-US" dirty="0">
                <a:solidFill>
                  <a:srgbClr val="FF0000"/>
                </a:solidFill>
              </a:rPr>
              <a:t>3</a:t>
            </a:r>
          </a:p>
          <a:p>
            <a:r>
              <a:rPr lang="en-US" dirty="0">
                <a:solidFill>
                  <a:srgbClr val="FF0000"/>
                </a:solidFill>
              </a:rPr>
              <a:t>1</a:t>
            </a:r>
          </a:p>
          <a:p>
            <a:r>
              <a:rPr lang="en-US" dirty="0">
                <a:solidFill>
                  <a:srgbClr val="FF0000"/>
                </a:solidFill>
              </a:rPr>
              <a:t>5</a:t>
            </a:r>
          </a:p>
          <a:p>
            <a:r>
              <a:rPr lang="en-US" dirty="0">
                <a:solidFill>
                  <a:srgbClr val="FF0000"/>
                </a:solidFill>
              </a:rPr>
              <a:t>6</a:t>
            </a:r>
          </a:p>
          <a:p>
            <a:r>
              <a:rPr lang="en-US" dirty="0">
                <a:solidFill>
                  <a:srgbClr val="FF0000"/>
                </a:solidFill>
              </a:rPr>
              <a:t>8</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90813BAC-B61D-623B-11D2-72A28BC94B31}"/>
                  </a:ext>
                </a:extLst>
              </p14:cNvPr>
              <p14:cNvContentPartPr/>
              <p14:nvPr/>
            </p14:nvContentPartPr>
            <p14:xfrm>
              <a:off x="955440" y="2225880"/>
              <a:ext cx="6056640" cy="1123920"/>
            </p14:xfrm>
          </p:contentPart>
        </mc:Choice>
        <mc:Fallback>
          <p:pic>
            <p:nvPicPr>
              <p:cNvPr id="5" name="Ink 4">
                <a:extLst>
                  <a:ext uri="{FF2B5EF4-FFF2-40B4-BE49-F238E27FC236}">
                    <a16:creationId xmlns:a16="http://schemas.microsoft.com/office/drawing/2014/main" id="{90813BAC-B61D-623B-11D2-72A28BC94B31}"/>
                  </a:ext>
                </a:extLst>
              </p:cNvPr>
              <p:cNvPicPr/>
              <p:nvPr/>
            </p:nvPicPr>
            <p:blipFill>
              <a:blip r:embed="rId3"/>
              <a:stretch>
                <a:fillRect/>
              </a:stretch>
            </p:blipFill>
            <p:spPr>
              <a:xfrm>
                <a:off x="946080" y="2216520"/>
                <a:ext cx="6075360" cy="1142640"/>
              </a:xfrm>
              <a:prstGeom prst="rect">
                <a:avLst/>
              </a:prstGeom>
            </p:spPr>
          </p:pic>
        </mc:Fallback>
      </mc:AlternateContent>
    </p:spTree>
    <p:extLst>
      <p:ext uri="{BB962C8B-B14F-4D97-AF65-F5344CB8AC3E}">
        <p14:creationId xmlns:p14="http://schemas.microsoft.com/office/powerpoint/2010/main" val="361015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CA63-A283-2B9A-141D-40EDAC372513}"/>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AF75ED34-AF75-C4E8-5894-C0401FAABB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90562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a:t>
            </a:r>
          </a:p>
        </p:txBody>
      </p:sp>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64154171"/>
              </p:ext>
            </p:extLst>
          </p:nvPr>
        </p:nvGraphicFramePr>
        <p:xfrm>
          <a:off x="838200" y="1825625"/>
          <a:ext cx="10515597" cy="246888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endParaRPr lang="en-US" sz="2100"/>
                    </a:p>
                  </a:txBody>
                  <a:tcPr/>
                </a:tc>
                <a:tc>
                  <a:txBody>
                    <a:bodyPr/>
                    <a:lstStyle/>
                    <a:p>
                      <a:endParaRPr lang="en-US" sz="2100" dirty="0"/>
                    </a:p>
                  </a:txBody>
                  <a:tcPr/>
                </a:tc>
                <a:extLst>
                  <a:ext uri="{0D108BD9-81ED-4DB2-BD59-A6C34878D82A}">
                    <a16:rowId xmlns:a16="http://schemas.microsoft.com/office/drawing/2014/main" val="911959055"/>
                  </a:ext>
                </a:extLst>
              </a:tr>
            </a:tbl>
          </a:graphicData>
        </a:graphic>
      </p:graphicFrame>
      <p:sp>
        <p:nvSpPr>
          <p:cNvPr id="5" name="TextBox 4">
            <a:extLst>
              <a:ext uri="{FF2B5EF4-FFF2-40B4-BE49-F238E27FC236}">
                <a16:creationId xmlns:a16="http://schemas.microsoft.com/office/drawing/2014/main" id="{95DC9A6B-441D-32AF-47B4-F4888F339B90}"/>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p:spTree>
    <p:extLst>
      <p:ext uri="{BB962C8B-B14F-4D97-AF65-F5344CB8AC3E}">
        <p14:creationId xmlns:p14="http://schemas.microsoft.com/office/powerpoint/2010/main" val="1318996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 (solutions)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1</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911959055"/>
                      </a:ext>
                    </a:extLst>
                  </a:tr>
                  <a:tr h="370840">
                    <a:tc>
                      <a:txBody>
                        <a:bodyPr/>
                        <a:lstStyle/>
                        <a:p>
                          <a:r>
                            <a:rPr lang="en-US" sz="2100" dirty="0"/>
                            <a:t>Binary Heap</a:t>
                          </a:r>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extLst>
                      <a:ext uri="{0D108BD9-81ED-4DB2-BD59-A6C34878D82A}">
                        <a16:rowId xmlns:a16="http://schemas.microsoft.com/office/drawing/2014/main" val="2607651751"/>
                      </a:ext>
                    </a:extLst>
                  </a:tr>
                </a:tbl>
              </a:graphicData>
            </a:graphic>
          </p:graphicFrame>
        </mc:Choice>
        <mc:Fallback xmlns="">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41148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69453" t="-110448" r="-108842" b="-534328"/>
                          </a:stretch>
                        </a:blipFill>
                      </a:tcPr>
                    </a:tc>
                    <a:tc>
                      <a:txBody>
                        <a:bodyPr/>
                        <a:lstStyle/>
                        <a:p>
                          <a:endParaRPr lang="en-US"/>
                        </a:p>
                      </a:txBody>
                      <a:tcPr>
                        <a:blipFill>
                          <a:blip r:embed="rId2"/>
                          <a:stretch>
                            <a:fillRect l="-156612" t="-110448" r="-594" b="-534328"/>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69453" t="-207353" r="-108842" b="-426471"/>
                          </a:stretch>
                        </a:blipFill>
                      </a:tcPr>
                    </a:tc>
                    <a:tc>
                      <a:txBody>
                        <a:bodyPr/>
                        <a:lstStyle/>
                        <a:p>
                          <a:endParaRPr lang="en-US"/>
                        </a:p>
                      </a:txBody>
                      <a:tcPr>
                        <a:blipFill>
                          <a:blip r:embed="rId2"/>
                          <a:stretch>
                            <a:fillRect l="-156612" t="-207353" r="-594" b="-42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69453" t="-311940" r="-108842" b="-332836"/>
                          </a:stretch>
                        </a:blipFill>
                      </a:tcPr>
                    </a:tc>
                    <a:tc>
                      <a:txBody>
                        <a:bodyPr/>
                        <a:lstStyle/>
                        <a:p>
                          <a:endParaRPr lang="en-US"/>
                        </a:p>
                      </a:txBody>
                      <a:tcPr>
                        <a:blipFill>
                          <a:blip r:embed="rId2"/>
                          <a:stretch>
                            <a:fillRect l="-156612" t="-311940" r="-594" b="-332836"/>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69453" t="-405882" r="-108842" b="-227941"/>
                          </a:stretch>
                        </a:blipFill>
                      </a:tcPr>
                    </a:tc>
                    <a:tc>
                      <a:txBody>
                        <a:bodyPr/>
                        <a:lstStyle/>
                        <a:p>
                          <a:endParaRPr lang="en-US"/>
                        </a:p>
                      </a:txBody>
                      <a:tcPr>
                        <a:blipFill>
                          <a:blip r:embed="rId2"/>
                          <a:stretch>
                            <a:fillRect l="-156612" t="-405882" r="-594" b="-227941"/>
                          </a:stretch>
                        </a:blipFill>
                      </a:tcPr>
                    </a:tc>
                    <a:extLst>
                      <a:ext uri="{0D108BD9-81ED-4DB2-BD59-A6C34878D82A}">
                        <a16:rowId xmlns:a16="http://schemas.microsoft.com/office/drawing/2014/main" val="2877379023"/>
                      </a:ext>
                    </a:extLst>
                  </a:tr>
                  <a:tr h="411480">
                    <a:tc>
                      <a:txBody>
                        <a:bodyPr/>
                        <a:lstStyle/>
                        <a:p>
                          <a:r>
                            <a:rPr lang="en-US" sz="2100" dirty="0"/>
                            <a:t>Binary Search Tree</a:t>
                          </a:r>
                        </a:p>
                      </a:txBody>
                      <a:tcPr/>
                    </a:tc>
                    <a:tc>
                      <a:txBody>
                        <a:bodyPr/>
                        <a:lstStyle/>
                        <a:p>
                          <a:endParaRPr lang="en-US"/>
                        </a:p>
                      </a:txBody>
                      <a:tcPr>
                        <a:blipFill>
                          <a:blip r:embed="rId2"/>
                          <a:stretch>
                            <a:fillRect l="-69453" t="-513433" r="-108842" b="-131343"/>
                          </a:stretch>
                        </a:blipFill>
                      </a:tcPr>
                    </a:tc>
                    <a:tc>
                      <a:txBody>
                        <a:bodyPr/>
                        <a:lstStyle/>
                        <a:p>
                          <a:endParaRPr lang="en-US"/>
                        </a:p>
                      </a:txBody>
                      <a:tcPr>
                        <a:blipFill>
                          <a:blip r:embed="rId2"/>
                          <a:stretch>
                            <a:fillRect l="-156612" t="-513433" r="-594" b="-131343"/>
                          </a:stretch>
                        </a:blipFill>
                      </a:tcPr>
                    </a:tc>
                    <a:extLst>
                      <a:ext uri="{0D108BD9-81ED-4DB2-BD59-A6C34878D82A}">
                        <a16:rowId xmlns:a16="http://schemas.microsoft.com/office/drawing/2014/main" val="911959055"/>
                      </a:ext>
                    </a:extLst>
                  </a:tr>
                  <a:tr h="411480">
                    <a:tc>
                      <a:txBody>
                        <a:bodyPr/>
                        <a:lstStyle/>
                        <a:p>
                          <a:r>
                            <a:rPr lang="en-US" sz="2100" dirty="0"/>
                            <a:t>Binary Heap</a:t>
                          </a:r>
                        </a:p>
                      </a:txBody>
                      <a:tcPr>
                        <a:solidFill>
                          <a:schemeClr val="accent2">
                            <a:lumMod val="60000"/>
                            <a:lumOff val="40000"/>
                          </a:schemeClr>
                        </a:solidFill>
                      </a:tcPr>
                    </a:tc>
                    <a:tc>
                      <a:txBody>
                        <a:bodyPr/>
                        <a:lstStyle/>
                        <a:p>
                          <a:endParaRPr lang="en-US"/>
                        </a:p>
                      </a:txBody>
                      <a:tcPr>
                        <a:blipFill>
                          <a:blip r:embed="rId2"/>
                          <a:stretch>
                            <a:fillRect l="-69453" t="-604412" r="-108842" b="-29412"/>
                          </a:stretch>
                        </a:blipFill>
                      </a:tcPr>
                    </a:tc>
                    <a:tc>
                      <a:txBody>
                        <a:bodyPr/>
                        <a:lstStyle/>
                        <a:p>
                          <a:endParaRPr lang="en-US"/>
                        </a:p>
                      </a:txBody>
                      <a:tcPr>
                        <a:blipFill>
                          <a:blip r:embed="rId2"/>
                          <a:stretch>
                            <a:fillRect l="-156612" t="-604412" r="-594" b="-29412"/>
                          </a:stretch>
                        </a:blipFill>
                      </a:tcPr>
                    </a:tc>
                    <a:extLst>
                      <a:ext uri="{0D108BD9-81ED-4DB2-BD59-A6C34878D82A}">
                        <a16:rowId xmlns:a16="http://schemas.microsoft.com/office/drawing/2014/main" val="2607651751"/>
                      </a:ext>
                    </a:extLst>
                  </a:tr>
                </a:tbl>
              </a:graphicData>
            </a:graphic>
          </p:graphicFrame>
        </mc:Fallback>
      </mc:AlternateContent>
      <p:sp>
        <p:nvSpPr>
          <p:cNvPr id="3" name="TextBox 2">
            <a:extLst>
              <a:ext uri="{FF2B5EF4-FFF2-40B4-BE49-F238E27FC236}">
                <a16:creationId xmlns:a16="http://schemas.microsoft.com/office/drawing/2014/main" id="{B5A04C30-28A0-45BD-0DCC-6FE722E39D48}"/>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p:spTree>
    <p:extLst>
      <p:ext uri="{BB962C8B-B14F-4D97-AF65-F5344CB8AC3E}">
        <p14:creationId xmlns:p14="http://schemas.microsoft.com/office/powerpoint/2010/main" val="3914709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7FF0-73B3-18E1-1353-1FC326B05A0A}"/>
              </a:ext>
            </a:extLst>
          </p:cNvPr>
          <p:cNvSpPr>
            <a:spLocks noGrp="1"/>
          </p:cNvSpPr>
          <p:nvPr>
            <p:ph type="title"/>
          </p:nvPr>
        </p:nvSpPr>
        <p:spPr/>
        <p:txBody>
          <a:bodyPr/>
          <a:lstStyle/>
          <a:p>
            <a:r>
              <a:rPr lang="en-US" dirty="0"/>
              <a:t>Trees for Heaps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FACA28-A63F-17B5-D7E2-8052BDD1DCC7}"/>
                  </a:ext>
                </a:extLst>
              </p:cNvPr>
              <p:cNvSpPr>
                <a:spLocks noGrp="1"/>
              </p:cNvSpPr>
              <p:nvPr>
                <p:ph idx="1"/>
              </p:nvPr>
            </p:nvSpPr>
            <p:spPr/>
            <p:txBody>
              <a:bodyPr>
                <a:normAutofit/>
              </a:bodyPr>
              <a:lstStyle/>
              <a:p>
                <a:r>
                  <a:rPr lang="en-US" dirty="0"/>
                  <a:t>Binary Trees:</a:t>
                </a:r>
              </a:p>
              <a:p>
                <a:pPr lvl="1"/>
                <a:r>
                  <a:rPr lang="en-US" dirty="0"/>
                  <a:t>The branching factor is 2</a:t>
                </a:r>
              </a:p>
              <a:p>
                <a:pPr lvl="1"/>
                <a:r>
                  <a:rPr lang="en-US" dirty="0"/>
                  <a:t>Every node has </a:t>
                </a:r>
                <a14:m>
                  <m:oMath xmlns:m="http://schemas.openxmlformats.org/officeDocument/2006/math">
                    <m:r>
                      <a:rPr lang="en-US" b="0" i="1" smtClean="0">
                        <a:latin typeface="Cambria Math" panose="02040503050406030204" pitchFamily="18" charset="0"/>
                      </a:rPr>
                      <m:t>≤</m:t>
                    </m:r>
                  </m:oMath>
                </a14:m>
                <a:r>
                  <a:rPr lang="en-US" dirty="0"/>
                  <a:t> 2 children</a:t>
                </a:r>
              </a:p>
              <a:p>
                <a:r>
                  <a:rPr lang="en-US" dirty="0"/>
                  <a:t>Complete Tree:</a:t>
                </a:r>
              </a:p>
              <a:p>
                <a:pPr lvl="1"/>
                <a:r>
                  <a:rPr lang="en-US" dirty="0"/>
                  <a:t>All “layers” are full, except the bottom</a:t>
                </a:r>
              </a:p>
              <a:p>
                <a:pPr lvl="1"/>
                <a:r>
                  <a:rPr lang="en-US" dirty="0"/>
                  <a:t>Bottom layer filled left-to-right</a:t>
                </a:r>
              </a:p>
            </p:txBody>
          </p:sp>
        </mc:Choice>
        <mc:Fallback xmlns="">
          <p:sp>
            <p:nvSpPr>
              <p:cNvPr id="3" name="Content Placeholder 2">
                <a:extLst>
                  <a:ext uri="{FF2B5EF4-FFF2-40B4-BE49-F238E27FC236}">
                    <a16:creationId xmlns:a16="http://schemas.microsoft.com/office/drawing/2014/main" id="{50FACA28-A63F-17B5-D7E2-8052BDD1DCC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Depiction of a Heap as a tree. For this slide, we're paying attention to the shape. Every level is completely full, except for the last. The last level must then be filled from left-to-right, meaning we cannot add a node if the there are any &quot;gaps&quot; to its left.">
            <a:extLst>
              <a:ext uri="{FF2B5EF4-FFF2-40B4-BE49-F238E27FC236}">
                <a16:creationId xmlns:a16="http://schemas.microsoft.com/office/drawing/2014/main" id="{745763F0-6769-2287-CC78-BCD511A25F3D}"/>
              </a:ext>
            </a:extLst>
          </p:cNvPr>
          <p:cNvGrpSpPr/>
          <p:nvPr/>
        </p:nvGrpSpPr>
        <p:grpSpPr>
          <a:xfrm>
            <a:off x="5161281" y="2808212"/>
            <a:ext cx="6934200" cy="3368751"/>
            <a:chOff x="2590801" y="2672070"/>
            <a:chExt cx="6934200" cy="3368751"/>
          </a:xfrm>
        </p:grpSpPr>
        <p:sp>
          <p:nvSpPr>
            <p:cNvPr id="5" name="Oval 4">
              <a:extLst>
                <a:ext uri="{FF2B5EF4-FFF2-40B4-BE49-F238E27FC236}">
                  <a16:creationId xmlns:a16="http://schemas.microsoft.com/office/drawing/2014/main" id="{1F7E31A0-3D28-578F-5A14-F09AA762C56B}"/>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18E57D9C-90AC-1E4D-B4B2-6035E42D446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B69181F-C6C8-0F25-3774-618748080A5E}"/>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C4E7A57F-281D-14D1-8FD1-B7676D989C3C}"/>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B69DA9B6-1EB5-447B-ED91-6211BEDDA0F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865DDE04-CC29-E791-DD6A-810566C87691}"/>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0C1B6C2F-9FFB-4EEB-3096-46005109CDE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8F5AC253-EE0F-A59C-CD48-00D35FA98918}"/>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B694BE88-313B-BF69-CC7B-CDB41993619D}"/>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5BEC51-2B81-F5B1-3172-D2C934522EE8}"/>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6CC7CC-AE23-0FD3-CE5F-8504F07C64B7}"/>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5647F1-AB09-5E14-4D54-F9A40B1E0C28}"/>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7D23AFF-4086-7B95-E87D-F527D08A1AD3}"/>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427BB4-6F03-67AA-C1CC-7E6FCA3D63F4}"/>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0041F5-7180-BE30-B46A-30863B150E6E}"/>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52D87F-314D-CE71-4735-6CB05C141444}"/>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B2EEED4-A26A-7898-FCF1-C0AA68E4D5B5}"/>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6353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A069-E0AF-EBEE-3120-4318DF25C837}"/>
              </a:ext>
            </a:extLst>
          </p:cNvPr>
          <p:cNvSpPr>
            <a:spLocks noGrp="1"/>
          </p:cNvSpPr>
          <p:nvPr>
            <p:ph type="title"/>
          </p:nvPr>
        </p:nvSpPr>
        <p:spPr/>
        <p:txBody>
          <a:bodyPr/>
          <a:lstStyle/>
          <a:p>
            <a:r>
              <a:rPr lang="en-US" dirty="0"/>
              <a:t>Heap – Priority Queue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CD4E4A-D376-CCD8-BF06-19D9E2D50515}"/>
                  </a:ext>
                </a:extLst>
              </p:cNvPr>
              <p:cNvSpPr>
                <a:spLocks noGrp="1"/>
              </p:cNvSpPr>
              <p:nvPr>
                <p:ph idx="1"/>
              </p:nvPr>
            </p:nvSpPr>
            <p:spPr/>
            <p:txBody>
              <a:bodyPr/>
              <a:lstStyle/>
              <a:p>
                <a:r>
                  <a:rPr lang="en-US" dirty="0"/>
                  <a:t>Idea: We need to keep some ordering, but it doesn’t need to be entirely sorted</a:t>
                </a:r>
              </a:p>
              <a:p>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worst case for extract and insert</a:t>
                </a:r>
              </a:p>
              <a:p>
                <a:endParaRPr lang="en-US" dirty="0"/>
              </a:p>
            </p:txBody>
          </p:sp>
        </mc:Choice>
        <mc:Fallback xmlns="">
          <p:sp>
            <p:nvSpPr>
              <p:cNvPr id="3" name="Content Placeholder 2">
                <a:extLst>
                  <a:ext uri="{FF2B5EF4-FFF2-40B4-BE49-F238E27FC236}">
                    <a16:creationId xmlns:a16="http://schemas.microsoft.com/office/drawing/2014/main" id="{99CD4E4A-D376-CCD8-BF06-19D9E2D505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30" name="Group 29" descr="There are two advantages to the heap structure required. This image demonstrates the first. It guarantees that the number of levels in the tree is logarithmic in its size since every node has the maximum number of children (until the last 2 levels)">
            <a:extLst>
              <a:ext uri="{FF2B5EF4-FFF2-40B4-BE49-F238E27FC236}">
                <a16:creationId xmlns:a16="http://schemas.microsoft.com/office/drawing/2014/main" id="{860A17D2-D1DC-EB90-0F1F-B576ACAA6D5B}"/>
              </a:ext>
            </a:extLst>
          </p:cNvPr>
          <p:cNvGrpSpPr/>
          <p:nvPr/>
        </p:nvGrpSpPr>
        <p:grpSpPr>
          <a:xfrm>
            <a:off x="5161281" y="2808212"/>
            <a:ext cx="6934200" cy="3368751"/>
            <a:chOff x="2590801" y="2672070"/>
            <a:chExt cx="6934200" cy="3368751"/>
          </a:xfrm>
        </p:grpSpPr>
        <p:sp>
          <p:nvSpPr>
            <p:cNvPr id="4" name="Oval 3">
              <a:extLst>
                <a:ext uri="{FF2B5EF4-FFF2-40B4-BE49-F238E27FC236}">
                  <a16:creationId xmlns:a16="http://schemas.microsoft.com/office/drawing/2014/main" id="{C0E16EF1-E0DE-F370-E581-946E72846104}"/>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Oval 4">
              <a:extLst>
                <a:ext uri="{FF2B5EF4-FFF2-40B4-BE49-F238E27FC236}">
                  <a16:creationId xmlns:a16="http://schemas.microsoft.com/office/drawing/2014/main" id="{245C3EBE-556C-5377-E6B8-DD961CEA7DFD}"/>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 name="Oval 5">
              <a:extLst>
                <a:ext uri="{FF2B5EF4-FFF2-40B4-BE49-F238E27FC236}">
                  <a16:creationId xmlns:a16="http://schemas.microsoft.com/office/drawing/2014/main" id="{60B45233-474B-D142-219F-3E2B3AC692B9}"/>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AE202AD5-FD55-ED1F-2E5A-AA6DE5FB534F}"/>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 name="Oval 7">
              <a:extLst>
                <a:ext uri="{FF2B5EF4-FFF2-40B4-BE49-F238E27FC236}">
                  <a16:creationId xmlns:a16="http://schemas.microsoft.com/office/drawing/2014/main" id="{B55CF38E-7DC0-6240-8663-B411669B6536}"/>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Oval 8">
              <a:extLst>
                <a:ext uri="{FF2B5EF4-FFF2-40B4-BE49-F238E27FC236}">
                  <a16:creationId xmlns:a16="http://schemas.microsoft.com/office/drawing/2014/main" id="{7F4CC478-74A8-998F-9A93-3856DF9C77C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0E3CC96-BBE6-289E-ED25-7D583BF06E0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Oval 10">
              <a:extLst>
                <a:ext uri="{FF2B5EF4-FFF2-40B4-BE49-F238E27FC236}">
                  <a16:creationId xmlns:a16="http://schemas.microsoft.com/office/drawing/2014/main" id="{1E4DD672-6BA5-032B-AF77-D37A27D159F3}"/>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2" name="Oval 11">
              <a:extLst>
                <a:ext uri="{FF2B5EF4-FFF2-40B4-BE49-F238E27FC236}">
                  <a16:creationId xmlns:a16="http://schemas.microsoft.com/office/drawing/2014/main" id="{201B6D2E-E2AA-4C8C-1EAD-8C12D7FF3633}"/>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3" name="Straight Connector 12">
              <a:extLst>
                <a:ext uri="{FF2B5EF4-FFF2-40B4-BE49-F238E27FC236}">
                  <a16:creationId xmlns:a16="http://schemas.microsoft.com/office/drawing/2014/main" id="{3248F384-51C8-527F-7FB4-5BBB372B6677}"/>
                </a:ext>
              </a:extLst>
            </p:cNvPr>
            <p:cNvCxnSpPr>
              <a:cxnSpLocks/>
              <a:stCxn id="4" idx="3"/>
              <a:endCxn id="5"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02DF07-0E13-B858-3BA7-5900F9516216}"/>
                </a:ext>
              </a:extLst>
            </p:cNvPr>
            <p:cNvCxnSpPr>
              <a:cxnSpLocks/>
              <a:stCxn id="4" idx="5"/>
              <a:endCxn id="6"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184EDD4-811C-EDDD-E685-8BB995834CA3}"/>
                </a:ext>
              </a:extLst>
            </p:cNvPr>
            <p:cNvCxnSpPr>
              <a:stCxn id="8" idx="1"/>
              <a:endCxn id="5"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010E68-C147-D53D-76FA-0AC012CD9A6F}"/>
                </a:ext>
              </a:extLst>
            </p:cNvPr>
            <p:cNvCxnSpPr>
              <a:stCxn id="7" idx="7"/>
              <a:endCxn id="5"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35A445-FC36-61C2-4F6B-88DF180C943C}"/>
                </a:ext>
              </a:extLst>
            </p:cNvPr>
            <p:cNvCxnSpPr>
              <a:stCxn id="12" idx="0"/>
              <a:endCxn id="7"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173BE8-0C63-61AC-C82D-DA0736EC7C33}"/>
                </a:ext>
              </a:extLst>
            </p:cNvPr>
            <p:cNvCxnSpPr>
              <a:stCxn id="11" idx="0"/>
              <a:endCxn id="7"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59FA23-DDB5-C437-52D4-C8687D34BF71}"/>
                </a:ext>
              </a:extLst>
            </p:cNvPr>
            <p:cNvCxnSpPr>
              <a:stCxn id="9" idx="7"/>
              <a:endCxn id="6"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0309B5-D192-7F29-3E8C-A9BE86027085}"/>
                </a:ext>
              </a:extLst>
            </p:cNvPr>
            <p:cNvCxnSpPr>
              <a:stCxn id="10" idx="1"/>
              <a:endCxn id="6"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descr="This demonstrates the second advantage. We can easily represent the tree in an array by labelling the nodes with indices following a level-order traversal (so the root has value 1, its left child is value 2, its right child is 3, etc.)">
            <a:extLst>
              <a:ext uri="{FF2B5EF4-FFF2-40B4-BE49-F238E27FC236}">
                <a16:creationId xmlns:a16="http://schemas.microsoft.com/office/drawing/2014/main" id="{49F8F235-A831-9627-1314-311769E6820F}"/>
              </a:ext>
            </a:extLst>
          </p:cNvPr>
          <p:cNvGrpSpPr/>
          <p:nvPr/>
        </p:nvGrpSpPr>
        <p:grpSpPr>
          <a:xfrm>
            <a:off x="5354476" y="3530219"/>
            <a:ext cx="6547808" cy="2962656"/>
            <a:chOff x="5354476" y="3530219"/>
            <a:chExt cx="6547808" cy="2962656"/>
          </a:xfrm>
        </p:grpSpPr>
        <p:sp>
          <p:nvSpPr>
            <p:cNvPr id="21" name="TextBox 20">
              <a:extLst>
                <a:ext uri="{FF2B5EF4-FFF2-40B4-BE49-F238E27FC236}">
                  <a16:creationId xmlns:a16="http://schemas.microsoft.com/office/drawing/2014/main" id="{AE60BECB-F493-D718-723F-93EFBCB2CADD}"/>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55FA8D7-584A-3D92-2374-D4D9B039A1F0}"/>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A074B26C-2E4B-B7B4-53B8-684267F34C93}"/>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24" name="TextBox 23">
              <a:extLst>
                <a:ext uri="{FF2B5EF4-FFF2-40B4-BE49-F238E27FC236}">
                  <a16:creationId xmlns:a16="http://schemas.microsoft.com/office/drawing/2014/main" id="{7736FF71-9127-2B32-CF43-58B262D44B28}"/>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25" name="TextBox 24">
              <a:extLst>
                <a:ext uri="{FF2B5EF4-FFF2-40B4-BE49-F238E27FC236}">
                  <a16:creationId xmlns:a16="http://schemas.microsoft.com/office/drawing/2014/main" id="{7EE074B9-88F8-F18E-08DC-F75747103A96}"/>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26" name="TextBox 25">
              <a:extLst>
                <a:ext uri="{FF2B5EF4-FFF2-40B4-BE49-F238E27FC236}">
                  <a16:creationId xmlns:a16="http://schemas.microsoft.com/office/drawing/2014/main" id="{BFC00382-10D4-B39D-2D3C-D7507FF529ED}"/>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C405E667-1185-441D-DD92-CD75408C8AE1}"/>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28" name="TextBox 27">
              <a:extLst>
                <a:ext uri="{FF2B5EF4-FFF2-40B4-BE49-F238E27FC236}">
                  <a16:creationId xmlns:a16="http://schemas.microsoft.com/office/drawing/2014/main" id="{5C176F8B-5318-0EBC-E447-A87986A92571}"/>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29" name="TextBox 28">
              <a:extLst>
                <a:ext uri="{FF2B5EF4-FFF2-40B4-BE49-F238E27FC236}">
                  <a16:creationId xmlns:a16="http://schemas.microsoft.com/office/drawing/2014/main" id="{483F1FB1-D52E-6857-07D9-7BB2E4A44120}"/>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52072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206E-E4F0-F25D-7FB9-EC12CCD00DB7}"/>
              </a:ext>
            </a:extLst>
          </p:cNvPr>
          <p:cNvSpPr>
            <a:spLocks noGrp="1"/>
          </p:cNvSpPr>
          <p:nvPr>
            <p:ph type="title"/>
          </p:nvPr>
        </p:nvSpPr>
        <p:spPr/>
        <p:txBody>
          <a:bodyPr/>
          <a:lstStyle/>
          <a:p>
            <a:r>
              <a:rPr lang="en-US" dirty="0"/>
              <a:t>Tree Measurements Challenge!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8C1EDC-77CF-F245-8CDE-E3968F223C83}"/>
                  </a:ext>
                </a:extLst>
              </p:cNvPr>
              <p:cNvSpPr>
                <a:spLocks noGrp="1"/>
              </p:cNvSpPr>
              <p:nvPr>
                <p:ph idx="1"/>
              </p:nvPr>
            </p:nvSpPr>
            <p:spPr/>
            <p:txBody>
              <a:bodyPr>
                <a:normAutofit/>
              </a:bodyPr>
              <a:lstStyle/>
              <a:p>
                <a:r>
                  <a:rPr lang="en-US" dirty="0"/>
                  <a:t>What is the maximum number of total nodes in a binary tree of height </a:t>
                </a:r>
                <a14:m>
                  <m:oMath xmlns:m="http://schemas.openxmlformats.org/officeDocument/2006/math">
                    <m:r>
                      <a:rPr lang="en-US" b="0" i="1" smtClean="0">
                        <a:latin typeface="Cambria Math" panose="02040503050406030204" pitchFamily="18" charset="0"/>
                      </a:rPr>
                      <m:t>h</m:t>
                    </m:r>
                  </m:oMath>
                </a14:m>
                <a:r>
                  <a:rPr lang="en-US" dirty="0"/>
                  <a:t>?</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sup>
                        </m:sSup>
                      </m:e>
                    </m:d>
                  </m:oMath>
                </a14:m>
                <a:endParaRPr lang="en-US" dirty="0"/>
              </a:p>
              <a:p>
                <a:r>
                  <a:rPr lang="en-US" dirty="0"/>
                  <a:t>If I have </a:t>
                </a:r>
                <a14:m>
                  <m:oMath xmlns:m="http://schemas.openxmlformats.org/officeDocument/2006/math">
                    <m:r>
                      <a:rPr lang="en-US" b="0" i="1" smtClean="0">
                        <a:latin typeface="Cambria Math" panose="02040503050406030204" pitchFamily="18" charset="0"/>
                      </a:rPr>
                      <m:t>𝑛</m:t>
                    </m:r>
                  </m:oMath>
                </a14:m>
                <a:r>
                  <a:rPr lang="en-US" dirty="0"/>
                  <a:t> nodes in a binary tree, what is its minimum height?</a:t>
                </a:r>
                <a:endParaRPr lang="en-US" b="0"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a:p>
                <a:r>
                  <a:rPr lang="en-US" dirty="0">
                    <a:solidFill>
                      <a:srgbClr val="FF0000"/>
                    </a:solidFill>
                  </a:rPr>
                  <a:t>Heap Idea:</a:t>
                </a:r>
              </a:p>
              <a:p>
                <a:pPr lvl="1"/>
                <a:r>
                  <a:rPr lang="en-US" dirty="0">
                    <a:solidFill>
                      <a:srgbClr val="FF0000"/>
                    </a:solidFill>
                  </a:rPr>
                  <a:t>If </a:t>
                </a:r>
                <a14:m>
                  <m:oMath xmlns:m="http://schemas.openxmlformats.org/officeDocument/2006/math">
                    <m:r>
                      <a:rPr lang="en-US" b="0" i="1" smtClean="0">
                        <a:solidFill>
                          <a:srgbClr val="FF0000"/>
                        </a:solidFill>
                        <a:latin typeface="Cambria Math" panose="02040503050406030204" pitchFamily="18" charset="0"/>
                      </a:rPr>
                      <m:t>𝑛</m:t>
                    </m:r>
                  </m:oMath>
                </a14:m>
                <a:r>
                  <a:rPr lang="en-US" dirty="0">
                    <a:solidFill>
                      <a:srgbClr val="FF0000"/>
                    </a:solidFill>
                  </a:rPr>
                  <a:t> values are inserted into a complete tree, the height will be roughly </a:t>
                </a:r>
                <a14:m>
                  <m:oMath xmlns:m="http://schemas.openxmlformats.org/officeDocument/2006/math">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𝑛</m:t>
                        </m:r>
                      </m:e>
                    </m:func>
                  </m:oMath>
                </a14:m>
                <a:endParaRPr lang="en-US" b="0" dirty="0">
                  <a:solidFill>
                    <a:srgbClr val="FF0000"/>
                  </a:solidFill>
                </a:endParaRPr>
              </a:p>
              <a:p>
                <a:pPr lvl="1"/>
                <a:r>
                  <a:rPr lang="en-US" dirty="0">
                    <a:solidFill>
                      <a:srgbClr val="FF0000"/>
                    </a:solidFill>
                  </a:rPr>
                  <a:t>Ensure each insert and extract requires just one “trip” from root to leaf</a:t>
                </a:r>
              </a:p>
            </p:txBody>
          </p:sp>
        </mc:Choice>
        <mc:Fallback xmlns="">
          <p:sp>
            <p:nvSpPr>
              <p:cNvPr id="3" name="Content Placeholder 2">
                <a:extLst>
                  <a:ext uri="{FF2B5EF4-FFF2-40B4-BE49-F238E27FC236}">
                    <a16:creationId xmlns:a16="http://schemas.microsoft.com/office/drawing/2014/main" id="{B18C1EDC-77CF-F245-8CDE-E3968F223C83}"/>
                  </a:ext>
                </a:extLst>
              </p:cNvPr>
              <p:cNvSpPr>
                <a:spLocks noGrp="1" noRot="1" noChangeAspect="1" noMove="1" noResize="1" noEditPoints="1" noAdjustHandles="1" noChangeArrowheads="1" noChangeShapeType="1" noTextEdit="1"/>
              </p:cNvSpPr>
              <p:nvPr>
                <p:ph idx="1"/>
              </p:nvPr>
            </p:nvSpPr>
            <p:spPr>
              <a:blipFill>
                <a:blip r:embed="rId2"/>
                <a:stretch>
                  <a:fillRect l="-1043" t="-2241" b="-1681"/>
                </a:stretch>
              </a:blipFill>
            </p:spPr>
            <p:txBody>
              <a:bodyPr/>
              <a:lstStyle/>
              <a:p>
                <a:r>
                  <a:rPr lang="en-US">
                    <a:noFill/>
                  </a:rPr>
                  <a:t> </a:t>
                </a:r>
              </a:p>
            </p:txBody>
          </p:sp>
        </mc:Fallback>
      </mc:AlternateContent>
    </p:spTree>
    <p:extLst>
      <p:ext uri="{BB962C8B-B14F-4D97-AF65-F5344CB8AC3E}">
        <p14:creationId xmlns:p14="http://schemas.microsoft.com/office/powerpoint/2010/main" val="1538902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BF59-083A-CA08-93EA-90DDC967B0F2}"/>
              </a:ext>
            </a:extLst>
          </p:cNvPr>
          <p:cNvSpPr>
            <a:spLocks noGrp="1"/>
          </p:cNvSpPr>
          <p:nvPr>
            <p:ph type="title"/>
          </p:nvPr>
        </p:nvSpPr>
        <p:spPr/>
        <p:txBody>
          <a:bodyPr/>
          <a:lstStyle/>
          <a:p>
            <a:r>
              <a:rPr lang="en-US" dirty="0"/>
              <a:t>(Min) Heap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97669B-CBB0-4757-983B-3F44485761DF}"/>
                  </a:ext>
                </a:extLst>
              </p:cNvPr>
              <p:cNvSpPr>
                <a:spLocks noGrp="1"/>
              </p:cNvSpPr>
              <p:nvPr>
                <p:ph idx="1"/>
              </p:nvPr>
            </p:nvSpPr>
            <p:spPr/>
            <p:txBody>
              <a:bodyPr/>
              <a:lstStyle/>
              <a:p>
                <a:r>
                  <a:rPr lang="en-US" dirty="0"/>
                  <a:t>Keep items in a complete binary tree</a:t>
                </a:r>
              </a:p>
              <a:p>
                <a:r>
                  <a:rPr lang="en-US" dirty="0"/>
                  <a:t>Maintain the “(Min) Heap Property” of the tree</a:t>
                </a:r>
              </a:p>
              <a:p>
                <a:pPr lvl="1"/>
                <a:r>
                  <a:rPr lang="en-US" dirty="0"/>
                  <a:t>Every node’s priority is </a:t>
                </a:r>
                <a14:m>
                  <m:oMath xmlns:m="http://schemas.openxmlformats.org/officeDocument/2006/math">
                    <m:r>
                      <a:rPr lang="en-US" b="0" i="1" smtClean="0">
                        <a:latin typeface="Cambria Math" panose="02040503050406030204" pitchFamily="18" charset="0"/>
                      </a:rPr>
                      <m:t>≤</m:t>
                    </m:r>
                  </m:oMath>
                </a14:m>
                <a:r>
                  <a:rPr lang="en-US" dirty="0"/>
                  <a:t> its children’s priority</a:t>
                </a:r>
              </a:p>
              <a:p>
                <a:pPr lvl="1"/>
                <a:r>
                  <a:rPr lang="en-US" sz="2000" dirty="0"/>
                  <a:t>Max Heap Property: every node’s priority is </a:t>
                </a:r>
                <a14:m>
                  <m:oMath xmlns:m="http://schemas.openxmlformats.org/officeDocument/2006/math">
                    <m:r>
                      <a:rPr lang="en-US" sz="2000" b="0" i="1" smtClean="0">
                        <a:latin typeface="Cambria Math" panose="02040503050406030204" pitchFamily="18" charset="0"/>
                      </a:rPr>
                      <m:t>≥</m:t>
                    </m:r>
                  </m:oMath>
                </a14:m>
                <a:r>
                  <a:rPr lang="en-US" sz="2000" dirty="0"/>
                  <a:t> its children</a:t>
                </a:r>
                <a:endParaRPr lang="en-US" dirty="0"/>
              </a:p>
              <a:p>
                <a:r>
                  <a:rPr lang="en-US" dirty="0"/>
                  <a:t>Where is the min?</a:t>
                </a:r>
              </a:p>
              <a:p>
                <a:r>
                  <a:rPr lang="en-US" dirty="0"/>
                  <a:t>How do I insert?</a:t>
                </a:r>
              </a:p>
              <a:p>
                <a:r>
                  <a:rPr lang="en-US" dirty="0"/>
                  <a:t>How do I extract?</a:t>
                </a:r>
              </a:p>
              <a:p>
                <a:r>
                  <a:rPr lang="en-US" dirty="0"/>
                  <a:t>How to do it in Java?</a:t>
                </a:r>
              </a:p>
            </p:txBody>
          </p:sp>
        </mc:Choice>
        <mc:Fallback xmlns="">
          <p:sp>
            <p:nvSpPr>
              <p:cNvPr id="3" name="Content Placeholder 2">
                <a:extLst>
                  <a:ext uri="{FF2B5EF4-FFF2-40B4-BE49-F238E27FC236}">
                    <a16:creationId xmlns:a16="http://schemas.microsoft.com/office/drawing/2014/main" id="{0A97669B-CBB0-4757-983B-3F44485761D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0" name="Group 49" descr="In addition to requiring a specific shape, we also require specific positions of values in the heap. Specifically, for a min heap, each value must be less than or equal to both of its children.&#10;&#10;For a max heap, each value maust be greater than or equal to both of its children.">
            <a:extLst>
              <a:ext uri="{FF2B5EF4-FFF2-40B4-BE49-F238E27FC236}">
                <a16:creationId xmlns:a16="http://schemas.microsoft.com/office/drawing/2014/main" id="{D1E79A52-4366-7D86-3CE5-487CC7504B28}"/>
              </a:ext>
            </a:extLst>
          </p:cNvPr>
          <p:cNvGrpSpPr/>
          <p:nvPr/>
        </p:nvGrpSpPr>
        <p:grpSpPr>
          <a:xfrm>
            <a:off x="5161281" y="2808212"/>
            <a:ext cx="6934200" cy="3684663"/>
            <a:chOff x="5161281" y="2808212"/>
            <a:chExt cx="6934200" cy="3684663"/>
          </a:xfrm>
        </p:grpSpPr>
        <p:grpSp>
          <p:nvGrpSpPr>
            <p:cNvPr id="22" name="Group 21">
              <a:extLst>
                <a:ext uri="{FF2B5EF4-FFF2-40B4-BE49-F238E27FC236}">
                  <a16:creationId xmlns:a16="http://schemas.microsoft.com/office/drawing/2014/main" id="{77DE7DEC-D96B-EA41-522E-BACB5E00AF5A}"/>
                </a:ext>
              </a:extLst>
            </p:cNvPr>
            <p:cNvGrpSpPr/>
            <p:nvPr/>
          </p:nvGrpSpPr>
          <p:grpSpPr>
            <a:xfrm>
              <a:off x="5161281" y="2808212"/>
              <a:ext cx="6934200" cy="3368751"/>
              <a:chOff x="2590801" y="2672070"/>
              <a:chExt cx="6934200" cy="3368751"/>
            </a:xfrm>
          </p:grpSpPr>
          <p:sp>
            <p:nvSpPr>
              <p:cNvPr id="23" name="Oval 22">
                <a:extLst>
                  <a:ext uri="{FF2B5EF4-FFF2-40B4-BE49-F238E27FC236}">
                    <a16:creationId xmlns:a16="http://schemas.microsoft.com/office/drawing/2014/main" id="{2475AFEA-0931-6A2D-AF3A-1048A17212E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Oval 23">
                <a:extLst>
                  <a:ext uri="{FF2B5EF4-FFF2-40B4-BE49-F238E27FC236}">
                    <a16:creationId xmlns:a16="http://schemas.microsoft.com/office/drawing/2014/main" id="{A11B07D2-2321-6A39-64B5-7E4060F5628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AC64FF64-4C5D-0195-15DC-5CC3F33E01F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6" name="Oval 25">
                <a:extLst>
                  <a:ext uri="{FF2B5EF4-FFF2-40B4-BE49-F238E27FC236}">
                    <a16:creationId xmlns:a16="http://schemas.microsoft.com/office/drawing/2014/main" id="{A8680C63-48A1-9F3A-E873-3CFB11C41C10}"/>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0B08D0B6-30D1-F36D-0D42-060172D3E554}"/>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CDB46187-C49D-84CB-3705-F2FECBC945C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9" name="Oval 28">
                <a:extLst>
                  <a:ext uri="{FF2B5EF4-FFF2-40B4-BE49-F238E27FC236}">
                    <a16:creationId xmlns:a16="http://schemas.microsoft.com/office/drawing/2014/main" id="{63D4311F-94D9-551A-B1F6-662661120A5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0" name="Oval 29">
                <a:extLst>
                  <a:ext uri="{FF2B5EF4-FFF2-40B4-BE49-F238E27FC236}">
                    <a16:creationId xmlns:a16="http://schemas.microsoft.com/office/drawing/2014/main" id="{3A8F24A6-E2DB-4341-0DB5-BA34B56A8895}"/>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Oval 30">
                <a:extLst>
                  <a:ext uri="{FF2B5EF4-FFF2-40B4-BE49-F238E27FC236}">
                    <a16:creationId xmlns:a16="http://schemas.microsoft.com/office/drawing/2014/main" id="{EC61B993-9CD0-8625-DF18-74174DEC3ABA}"/>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32" name="Straight Connector 31">
                <a:extLst>
                  <a:ext uri="{FF2B5EF4-FFF2-40B4-BE49-F238E27FC236}">
                    <a16:creationId xmlns:a16="http://schemas.microsoft.com/office/drawing/2014/main" id="{9E7D69A5-5A86-7A51-A55B-5A89054C7F51}"/>
                  </a:ext>
                </a:extLst>
              </p:cNvPr>
              <p:cNvCxnSpPr>
                <a:cxnSpLocks/>
                <a:stCxn id="23" idx="3"/>
                <a:endCxn id="24"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D8578C-B772-0CF0-2221-FA48116C5E3F}"/>
                  </a:ext>
                </a:extLst>
              </p:cNvPr>
              <p:cNvCxnSpPr>
                <a:cxnSpLocks/>
                <a:stCxn id="23" idx="5"/>
                <a:endCxn id="25"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C3F6B-5E8C-1A95-9457-18748CB390A2}"/>
                  </a:ext>
                </a:extLst>
              </p:cNvPr>
              <p:cNvCxnSpPr>
                <a:stCxn id="27" idx="1"/>
                <a:endCxn id="24"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CE2C5E6-9899-1E12-31DA-A5C96CF085C5}"/>
                  </a:ext>
                </a:extLst>
              </p:cNvPr>
              <p:cNvCxnSpPr>
                <a:stCxn id="26" idx="7"/>
                <a:endCxn id="24"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51A26A1-A320-0572-06B2-66651FCD7E43}"/>
                  </a:ext>
                </a:extLst>
              </p:cNvPr>
              <p:cNvCxnSpPr>
                <a:stCxn id="31" idx="0"/>
                <a:endCxn id="26"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30AC82-8D99-6D22-802C-82C87F06B4A2}"/>
                  </a:ext>
                </a:extLst>
              </p:cNvPr>
              <p:cNvCxnSpPr>
                <a:stCxn id="30" idx="0"/>
                <a:endCxn id="26"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93A2C1-03E3-32FF-44D2-FAA12A5CFFAB}"/>
                  </a:ext>
                </a:extLst>
              </p:cNvPr>
              <p:cNvCxnSpPr>
                <a:stCxn id="28" idx="7"/>
                <a:endCxn id="25"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F33365-DA32-2345-F43C-A08C1DFFC492}"/>
                  </a:ext>
                </a:extLst>
              </p:cNvPr>
              <p:cNvCxnSpPr>
                <a:stCxn id="29" idx="1"/>
                <a:endCxn id="25"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A20ECDB-BDE0-3336-879C-79A076150515}"/>
                </a:ext>
              </a:extLst>
            </p:cNvPr>
            <p:cNvGrpSpPr/>
            <p:nvPr/>
          </p:nvGrpSpPr>
          <p:grpSpPr>
            <a:xfrm>
              <a:off x="5354476" y="3530219"/>
              <a:ext cx="6547808" cy="2962656"/>
              <a:chOff x="5354476" y="3530219"/>
              <a:chExt cx="6547808" cy="2962656"/>
            </a:xfrm>
          </p:grpSpPr>
          <p:sp>
            <p:nvSpPr>
              <p:cNvPr id="41" name="TextBox 40">
                <a:extLst>
                  <a:ext uri="{FF2B5EF4-FFF2-40B4-BE49-F238E27FC236}">
                    <a16:creationId xmlns:a16="http://schemas.microsoft.com/office/drawing/2014/main" id="{01BEA433-7BF0-F973-0EDD-8FB8710A55DF}"/>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42" name="TextBox 41">
                <a:extLst>
                  <a:ext uri="{FF2B5EF4-FFF2-40B4-BE49-F238E27FC236}">
                    <a16:creationId xmlns:a16="http://schemas.microsoft.com/office/drawing/2014/main" id="{40EB1A8B-6BAA-704C-95A9-877342ED11FD}"/>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43" name="TextBox 42">
                <a:extLst>
                  <a:ext uri="{FF2B5EF4-FFF2-40B4-BE49-F238E27FC236}">
                    <a16:creationId xmlns:a16="http://schemas.microsoft.com/office/drawing/2014/main" id="{AAC2C075-19EE-2E4F-9776-70B96778F046}"/>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44" name="TextBox 43">
                <a:extLst>
                  <a:ext uri="{FF2B5EF4-FFF2-40B4-BE49-F238E27FC236}">
                    <a16:creationId xmlns:a16="http://schemas.microsoft.com/office/drawing/2014/main" id="{399CD9B6-0AEF-13B9-E116-1137DE1D9BC6}"/>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45" name="TextBox 44">
                <a:extLst>
                  <a:ext uri="{FF2B5EF4-FFF2-40B4-BE49-F238E27FC236}">
                    <a16:creationId xmlns:a16="http://schemas.microsoft.com/office/drawing/2014/main" id="{733A190F-37F3-1B69-A083-FC70FD325130}"/>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46" name="TextBox 45">
                <a:extLst>
                  <a:ext uri="{FF2B5EF4-FFF2-40B4-BE49-F238E27FC236}">
                    <a16:creationId xmlns:a16="http://schemas.microsoft.com/office/drawing/2014/main" id="{C51A7115-0D3D-16F1-8AE1-00E7BBC584CA}"/>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47" name="TextBox 46">
                <a:extLst>
                  <a:ext uri="{FF2B5EF4-FFF2-40B4-BE49-F238E27FC236}">
                    <a16:creationId xmlns:a16="http://schemas.microsoft.com/office/drawing/2014/main" id="{24451D89-D646-660D-7FEE-A019C1769785}"/>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48" name="TextBox 47">
                <a:extLst>
                  <a:ext uri="{FF2B5EF4-FFF2-40B4-BE49-F238E27FC236}">
                    <a16:creationId xmlns:a16="http://schemas.microsoft.com/office/drawing/2014/main" id="{72FFA396-78AA-8813-DEC6-7638EC91BB55}"/>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49" name="TextBox 48">
                <a:extLst>
                  <a:ext uri="{FF2B5EF4-FFF2-40B4-BE49-F238E27FC236}">
                    <a16:creationId xmlns:a16="http://schemas.microsoft.com/office/drawing/2014/main" id="{1E8F17B1-2132-5641-026F-5AE327A5125F}"/>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grpSp>
    </p:spTree>
    <p:extLst>
      <p:ext uri="{BB962C8B-B14F-4D97-AF65-F5344CB8AC3E}">
        <p14:creationId xmlns:p14="http://schemas.microsoft.com/office/powerpoint/2010/main" val="3638341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10119</TotalTime>
  <Words>2386</Words>
  <Application>Microsoft Office PowerPoint</Application>
  <PresentationFormat>Widescreen</PresentationFormat>
  <Paragraphs>324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Cambria Math</vt:lpstr>
      <vt:lpstr>Calibri Light</vt:lpstr>
      <vt:lpstr>Office Theme</vt:lpstr>
      <vt:lpstr>CSE 332 Spring 2026 Lecture 4: Algorithm Analysis and Priority Queues</vt:lpstr>
      <vt:lpstr>Motivation for Algorithm Analysis</vt:lpstr>
      <vt:lpstr>Process for Algorithm Analysis</vt:lpstr>
      <vt:lpstr>Comparing Running Times</vt:lpstr>
      <vt:lpstr>Asymptotically comparing f(n) with g(n)</vt:lpstr>
      <vt:lpstr>Idea of Θ</vt:lpstr>
      <vt:lpstr>Asymptotic Notation</vt:lpstr>
      <vt:lpstr>Asymptotic Notation Example 1</vt:lpstr>
      <vt:lpstr>Asymptotic Notation Example 1 (Scratchwork)</vt:lpstr>
      <vt:lpstr>Asymptotic Notation Example 1 (Proof)</vt:lpstr>
      <vt:lpstr>Asymptotic Notation Example 2</vt:lpstr>
      <vt:lpstr>Asymptotic Notation Example 2 (Scratchwork)</vt:lpstr>
      <vt:lpstr>Asymptotic Notation Example 2 (Proof)</vt:lpstr>
      <vt:lpstr>Gaining Intuition</vt:lpstr>
      <vt:lpstr>More Examples</vt:lpstr>
      <vt:lpstr>Solutions</vt:lpstr>
      <vt:lpstr>Common Categories</vt:lpstr>
      <vt:lpstr>ADT: Queue</vt:lpstr>
      <vt:lpstr>ADT: Priority Queue</vt:lpstr>
      <vt:lpstr>Priority Queue Example 1</vt:lpstr>
      <vt:lpstr>Priority Queue Example 2</vt:lpstr>
      <vt:lpstr>Applications?</vt:lpstr>
      <vt:lpstr>Thinking through implementations</vt:lpstr>
      <vt:lpstr>Thinking through implementations (solutions)</vt:lpstr>
      <vt:lpstr>Trees for Heaps</vt:lpstr>
      <vt:lpstr>Heap – Priority Queue Data Structure</vt:lpstr>
      <vt:lpstr>Tree Measurements Challenge!</vt:lpstr>
      <vt:lpstr>(Min) Heap Data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4</dc:title>
  <dc:creator>Nathan Brunelle</dc:creator>
  <cp:lastModifiedBy>Nathan Brunelle</cp:lastModifiedBy>
  <cp:revision>76</cp:revision>
  <dcterms:created xsi:type="dcterms:W3CDTF">2023-09-26T20:08:20Z</dcterms:created>
  <dcterms:modified xsi:type="dcterms:W3CDTF">2026-04-06T22:25:32Z</dcterms:modified>
</cp:coreProperties>
</file>