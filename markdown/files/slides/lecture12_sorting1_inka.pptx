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2"/>
  </p:notesMasterIdLst>
  <p:handoutMasterIdLst>
    <p:handoutMasterId r:id="rId53"/>
  </p:handoutMasterIdLst>
  <p:sldIdLst>
    <p:sldId id="256" r:id="rId2"/>
    <p:sldId id="388" r:id="rId3"/>
    <p:sldId id="397" r:id="rId4"/>
    <p:sldId id="398" r:id="rId5"/>
    <p:sldId id="399" r:id="rId6"/>
    <p:sldId id="400" r:id="rId7"/>
    <p:sldId id="365" r:id="rId8"/>
    <p:sldId id="370" r:id="rId9"/>
    <p:sldId id="546" r:id="rId10"/>
    <p:sldId id="547" r:id="rId11"/>
    <p:sldId id="548" r:id="rId12"/>
    <p:sldId id="549" r:id="rId13"/>
    <p:sldId id="550" r:id="rId14"/>
    <p:sldId id="551" r:id="rId15"/>
    <p:sldId id="552" r:id="rId16"/>
    <p:sldId id="553" r:id="rId17"/>
    <p:sldId id="554" r:id="rId18"/>
    <p:sldId id="555" r:id="rId19"/>
    <p:sldId id="379" r:id="rId20"/>
    <p:sldId id="380" r:id="rId21"/>
    <p:sldId id="381" r:id="rId22"/>
    <p:sldId id="500" r:id="rId23"/>
    <p:sldId id="543" r:id="rId24"/>
    <p:sldId id="504" r:id="rId25"/>
    <p:sldId id="506" r:id="rId26"/>
    <p:sldId id="443" r:id="rId27"/>
    <p:sldId id="556" r:id="rId28"/>
    <p:sldId id="445" r:id="rId29"/>
    <p:sldId id="557" r:id="rId30"/>
    <p:sldId id="447" r:id="rId31"/>
    <p:sldId id="448" r:id="rId32"/>
    <p:sldId id="449" r:id="rId33"/>
    <p:sldId id="450" r:id="rId34"/>
    <p:sldId id="451" r:id="rId35"/>
    <p:sldId id="558" r:id="rId36"/>
    <p:sldId id="559" r:id="rId37"/>
    <p:sldId id="507" r:id="rId38"/>
    <p:sldId id="518" r:id="rId39"/>
    <p:sldId id="519" r:id="rId40"/>
    <p:sldId id="520" r:id="rId41"/>
    <p:sldId id="521" r:id="rId42"/>
    <p:sldId id="522" r:id="rId43"/>
    <p:sldId id="523" r:id="rId44"/>
    <p:sldId id="524" r:id="rId45"/>
    <p:sldId id="525" r:id="rId46"/>
    <p:sldId id="527" r:id="rId47"/>
    <p:sldId id="528" r:id="rId48"/>
    <p:sldId id="529" r:id="rId49"/>
    <p:sldId id="530" r:id="rId50"/>
    <p:sldId id="526" r:id="rId51"/>
  </p:sldIdLst>
  <p:sldSz cx="12192000" cy="6858000"/>
  <p:notesSz cx="6858000" cy="9144000"/>
  <p:embeddedFontLst>
    <p:embeddedFont>
      <p:font typeface="Cambria Math" panose="02040503050406030204" pitchFamily="18" charset="0"/>
      <p:regular r:id="rId54"/>
    </p:embeddedFont>
    <p:embeddedFont>
      <p:font typeface="Consolas" panose="020B0609020204030204" pitchFamily="49" charset="0"/>
      <p:regular r:id="rId55"/>
      <p:bold r:id="rId56"/>
      <p:italic r:id="rId57"/>
      <p:boldItalic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01" autoAdjust="0"/>
  </p:normalViewPr>
  <p:slideViewPr>
    <p:cSldViewPr snapToGrid="0">
      <p:cViewPr varScale="1">
        <p:scale>
          <a:sx n="73" d="100"/>
          <a:sy n="73" d="100"/>
        </p:scale>
        <p:origin x="296" y="36"/>
      </p:cViewPr>
      <p:guideLst/>
    </p:cSldViewPr>
  </p:slid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4/24/2026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35:20.626"/>
    </inkml:context>
    <inkml:brush xml:id="br0">
      <inkml:brushProperty name="width" value="0.05292" units="cm"/>
      <inkml:brushProperty name="height" value="0.05292" units="cm"/>
      <inkml:brushProperty name="color" value="#FF0000"/>
    </inkml:brush>
  </inkml:definitions>
  <inkml:trace contextRef="#ctx0" brushRef="#br0">4327 8411 0,'0'0'0,"-8"0"0,8 0 0,0 0 0,-34 17 0,34-17 0,-69 25 31,-42 18-31,-25 8 0,-18 43 31,-25 16-31,17-8 16,42 0 0,9 17-16,34 0 15,18-17-15,33-25 16,18-18 0,16-8-1,35 9-15,42 8 16,35-8-16,8 8 15,-9-9 1,-34-16-16,-16-9 16,-9 0-1,-9 0 1,-17 0-16,-17 8 16,-34 26-1,-34 26-15,-18-9 16,-7-17-16,-18-9 15,8-16 1,18-18 0,25 1-16,9-17 15,17-1-15,0 1 16,17-1 0,9 1-16,33 16 15,35 1-15,26 8 31,7 0-31,-16 0 16,-34 0-16,-9 8 16,-17 18-1,-42 16 1,-60 43-16,-35 17 0,9-8 16,35-35-1,33-33 1,26 0-1,60 8 1,153 8-16,154-33 16,68-52-16,-42-42 15</inkml:trace>
  <inkml:trace contextRef="#ctx0" brushRef="#br0" timeOffset="24822.15">3918 11404 0,'0'0'0,"0"0"0,0 0 16,-9 0-16,-8 0 16,-26 0-1,9 0 1,0 9-16,17-1 15,0-8 1,0 0-16,8 0 16,1 0-1,8 0-15,-9 0 16,1 0-16,-1 9 16,-17 8-1,-33 17 1,-18 9-16,9 16 15,-26 26 1,-26 9-16,-16 16 16,16 1-16,35-1 15,-9 18 1,0-9-16,17 0 16,35-25-1,16-1-15,35-16 16,33-1-16,27 1 31,33-18-31,60 1 16,-17-9-1,-17-9-15,0 9 16,-8 0-16,-18 17 16,-17 18-16,-25 16 15,-34 25 1,-52 9-16,-34 9 15,-42 8 1,-9-26 0,-8-16-1,-9-17-15,8-26 0,26-17 16,26-26 0,8-8-1,9-8 1,17-1-16,17-8 15,8 0 1,18-8-16,8-9 0,34-9 31,43-8-31,34 9 16,-17 25 0,-43 8-16,9 18 15,0 25-15,-17 17 16,-43 25-1,-34 26 1,-43 51-16,-43 34 16,-8-16-1,26-18 1,34-17-16,51-17 16,60-9-16,51 1 0,187-1 15,129-41 1,-51-52-1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36:54.235"/>
    </inkml:context>
    <inkml:brush xml:id="br0">
      <inkml:brushProperty name="width" value="0.05292" units="cm"/>
      <inkml:brushProperty name="height" value="0.05292" units="cm"/>
      <inkml:brushProperty name="color" value="#FF0000"/>
    </inkml:brush>
  </inkml:definitions>
  <inkml:trace contextRef="#ctx0" brushRef="#br0">21440 10852 0,'0'0'0,"8"0"0,35 0 0,42 0 16,18 0 0,-1 0-16,18 0 15,16 0-15,26-9 31,9 1-31,0-1 16,8-8 0,-34 0-16,-25 17 15,-27 0-15,-24 9 0,-35-1 32,-8 1-17,-9 16-15,-9 43 16,-16 68-1,-9 9-15,-18 16 0,1 44 16,0-35-16,8 0 16,9 42-1,9-59 1,-1-34 0,-8 35-16,17-27 15,0-33 1,9-43-16,-9-17 15,8-9-15,1-16 32,-9-9-32</inkml:trace>
  <inkml:trace contextRef="#ctx0" brushRef="#br0" timeOffset="357.66">22583 12374 0,'0'0'0,"0"0"0,0 0 0,9 17 15,8 34 1,9 68-1,-9 34-15,0-25 16,0-26-16,17-9 16,9 9-1,8-25 1,0-43-16,26-26 16,34-42-16,43-42 15,16-69 1,-8-59-16,-17 17 15,60-43 1</inkml:trace>
  <inkml:trace contextRef="#ctx0" brushRef="#br0" timeOffset="3670.57">22609 14075 0,'0'0'0,"0"0"16,26 0-16,50-17 0,53-9 0,7-16 15,9-9 1,-8 8-16,-26 26 15,-26 0 17,-25 17-32,-18 0 15,-16 17 1,0 9-16,-18 42 0,-16 25 16,-26 26-16,-43 26 15,-26 0 1,9-18-16,-8 9 31,25-25-31,17-43 16,26-17-1,0-26-15,17-8 16,0-8 0,0-9-1,0-51-15,17-68 16,34-34-1,26-17-15,25 0 16,0 33 0,1 35-16,-18 34 15,-34 43 1,-8 8-16,-1 25 16,-8 43-1,-8 77-15,-35 85 16,-8 16-1,9 1-15,-1-26 16,18-60 0,8-33-16,0-34 15,0-35 1,0-16-16,0-9 16,0-9-1,-9-25-15,-17-59 16,-16-60-16,-9-43 15,-9-17 1,9 18 0,-1 33-16,-16 18 15,-9 33 1,0 17-16,35 35 16</inkml:trace>
  <inkml:trace contextRef="#ctx0" brushRef="#br0" timeOffset="4504.33">23155 13326 0,'0'0'0,"0"0"0,0 0 0,0 0 0,0 0 16,0 0-1,0 0-15,0 0 16,9-17-1,16-34 1,44-25-16,42-26 31,8-9-31,1-16 16,8 8-16,25 0 0,-16 25 31,-18 18-31,18 24 16,-18 18-1,-42 26-15,-17 16 16,8 18 0,-17 34-16,-8 25 15,-17 17 1,-18 17-16,-16-9 16,-1-8-1,1-25-15,8-9 16,0-17-1,0-17-15,0-9 16,0-16 0,0-9-16</inkml:trace>
  <inkml:trace contextRef="#ctx0" brushRef="#br0" timeOffset="4812.04">24478 13012 0,'0'0'0,"0"0"0,0 0 15,0 0-15,0 0 16,0 0 0,0 0-1,17 17-15,17 0 16,1 8-16,7 1 16,-16-1-1,-1-8-15,-16-8 16,0-1-1,-1 1-15,1-1 16,8 1 0,34-26-16,103-51 15,33-51 1,1-85 0,34-111-16</inkml:trace>
  <inkml:trace contextRef="#ctx0" brushRef="#br0" timeOffset="6807.09">24581 14075 0,'8'0'0,"43"-9"0,77 1 0,35-1 16,-44 9-16,-25 0 16,-34 9-16,-18 8 15,-16 8 1,-35 35-1,-50 59-15,-78 68 16,-51 9-16,9-18 16,26-42-1,67-59 1,43-26-16,18-26 16,16-16-16,9-18 15,17-25 1,43-76-1,17-43-15,-17-9 16,17-25-16,-1-8 16,-24 33-1,-27 60 1,-8 34-16,-8 25 16,-1 26-16,1 0 15,-9 17 1,0 9-1,17 59-15,-9 68 16,1 68 0,0 17-16,8-17 15,0 9 1,-9-43-16,-16-43 16,-18-24-1,-8-35-15,-17-26 16,-9-16-1,-34-35-15,-25-42 16,25-25 0,17-44-16,26-16 15,25-17 1,9 26-16,0 25 16,17 68-1</inkml:trace>
  <inkml:trace contextRef="#ctx0" brushRef="#br0" timeOffset="8716.24">25554 13012 0,'0'0'0,"0"0"0,0 0 0,0 0 16,17 17-1,8 8-15,18 35 16,17 16 0,17 35-1,8 0-15,17 16 16,26 35 0,-25 16-16,-18 9 0,-17 43 15,-16 8 1,-18 17-1,-17 0-15,-34 18 16,-9-18 0,-42-9-16,-26-33 15,-34-9 1,-43 9-16,-17-43 16,-51-17-1,-25 8 1,-18-25-16,-25-42 0,0-34 15,-35-18 1,-59-16 0,0-1-1,-17-16-15,-43-1 16,-26 9 0,-8-8-16,-8-9 15,-1-9-15,1-8 16,-1 9-16,-8-9 15,-17 0 1,0 8 0,0 1-16,-18-18 15,1 1 1,-9-9 0,1 0-16,7 8 15,10-8 1,25-9-16,-1-8 15,27 9-15,8-9 16,-8 8-16,-1 9 31,9 0-31,17 0 16,34 9-16,18-26 16,16-9-16,-8-16 15,25-9 1,52 0-1,8-17 1,18-18-16,33-24 16,26-18-16,51 1 15,-8-35 1,25 9 0,43-26-16,17-16 0,34-1 31,9-16-31,26 24 15,16-7 1,34 25-16,27-9 16,24-8-16,27 8 15,25-8 1,34 17 0,25 0-16,35-9 15,0 43 1,-17 51-16,25 0 15,-8 17 1,-17 26-16,34-1 16,-17 26-16,17 9 15,-18 16 1,-59 26-16,9 26 16,-9 16-16,-42 26 31,-27 26-31,-24 25 15,-18 51-15,-34 8 16,-17-25 0,-9-16-1,0-10-15,-8-25 16,17-34 0,0-34-16,9-8 15,8-18 1,-9-25-16,9 0 0</inkml:trace>
  <inkml:trace contextRef="#ctx0" brushRef="#br0" timeOffset="9086.75">8603 12170 0,'0'0'0,"-8"0"0,-1 17 0,-8 25 15,0 18 1,8 8 0,9 0-1,9 0-15,0 17 16,-1 0-16,1 0 16,-9 9-1,0-9 1,0-17-16,8-17 15,1-26 1,16-8-16,52-25 16,68-69-1,52-110-15,33-34 16,-34 26-16,-8 16 16,68-34-1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37:49.880"/>
    </inkml:context>
    <inkml:brush xml:id="br0">
      <inkml:brushProperty name="width" value="0.05292" units="cm"/>
      <inkml:brushProperty name="height" value="0.05292" units="cm"/>
      <inkml:brushProperty name="color" value="#FF0000"/>
    </inkml:brush>
  </inkml:definitions>
  <inkml:trace contextRef="#ctx0" brushRef="#br0">15943 12901 0,'0'0'0,"0"0"0,0 0 15,9 17-15,-1 9 16,9 25 0,-8 42-1,-1 43 1,-16 1-16,-1-10 15,1 1-15,-1-18 16,9-25 0,0-34-1,0-8-15,9-1 16,-1-16 0,1-1-16,-9 1 15,0-18 1,0 1-16,0-1 0,0-8 15,-17 0 1,-9 0 0,1 9-16,16-9 15</inkml:trace>
  <inkml:trace contextRef="#ctx0" brushRef="#br0" timeOffset="260.3">15465 14083 0,'0'0'0,"0"0"0,0 0 0,0 0 31,9 17-31,16 26 16,10 25 0,16 34-16,-9-8 15,-7-26 1,16-26-16,-8-8 15,8-17 1,8-17-16,35-34 0,26-51 31,-1-34-31,-50 59 16</inkml:trace>
  <inkml:trace contextRef="#ctx0" brushRef="#br0" timeOffset="49446.58">15781 15682 0,'0'0'0,"0"0"0,0 0 0,0 0 0,17 0 15,9 0 1,8 0-1,0 0 1,0 17-16,0 9 16,9 16-1,0 35-15,-18 25 16,-16 17 0,-26 43-16,-26 16 15,0-50-15,9-43 16,0-34-1,17-17-15,9-17 16,8-9 0,0-33-1,17-111-15,8-51 16,18-60 0,-9 0-16,0 69 15,-8 16 1,-1 69-16,-16 33 15,-1 26 1,1 26-16,8 16 16,9 60-16,8 102 15,-26 94 1,-16-9 0,-18-34-16,1-34 15,-1-68-15,-8-34 16,17-51-1,-9-17 1,1-17-16,-35-42 16,-34-111-16,9-43 15,16 9 1,1 8-16,17 35 16,8 42-16,26 42 31,0 26-31,17 34 15</inkml:trace>
  <inkml:trace contextRef="#ctx0" brushRef="#br0" timeOffset="50379.71">17394 15937 0,'0'0'0,"0"0"0,34-8 0,35-1 16,33-16 0,26-9-16,-8 0 15,-9 0 1,-18 17-16,-41 17 15,-10 0 1,-16 0-16,-26 42 16,-34 60-1,-52 43-15,-33 25 16,-9 0-16,25-34 16,10-42-1,24-43 1,35-34-16,9-17 15,7-68 1,27-94-16,34-59 16,16-26-1,1 52-15,-17 59 16,-9 42-16,-8 43 16,-18 26-1,1 16 1,8 43-16,8 111 15,-8 76 1,-8-26 0,-9-41-16,0-52 15,0-51-15,0-26 16,0-8 0,-9-8-16,-8-43 15,-34-60 1,-9-76-16,18 0 0,16 34 15,9 51 1,9 34-16,8 34 31,0 17-31</inkml:trace>
  <inkml:trace contextRef="#ctx0" brushRef="#br0" timeOffset="51370.28">19315 15835 0,'0'0'0,"0"0"0,0 0 0,25 0 16,52 9-1,42-1-15,10-16 16,-10-18 0,0 9-1,-16 0-15,-43 0 16,-35 17-1,-8 0-15,-34 17 16,-60 77 0,-85 67-16,-25 18 15,24-26-15,52-34 16,43-42 0,25-43-1,26-17-15,17-9 16,9-33-1,42-77-15,52-77 16,25-34 0,-26 26-16,-34 51 15,-25 34 1,-17 34-16,-18 34 16,1 17-1,-1 0-15,1 17 16,-9 17-1,8 60-15,-8 84 16,-8 43-16,-18 9 16,9-26-1,-9-42-15,9-52 16,0-42 0,-8-25-1,-1-26-15,-25-51 16,-26-94-1,9-50-15,8 7 16,17 18 0,9 60-16,26 76 0</inkml:trace>
  <inkml:trace contextRef="#ctx0" brushRef="#br0" timeOffset="52405.07">21124 15988 0,'0'0'0,"0"0"0,0 0 16,0 0 0,17 0-16,26 9 15,8-1 1,26 1-16,25-1 16,18-8-1,8 0 1,-43 9-16,-17-1 15,-34 1-15,-8 8 16,-17 8-16,-44 60 16,-75 60-1,-36 25-15,-24-17 16,16-25 0,43-43-1,34-26 1,18-25-16,24-34 15,1-42 1,9-60-16,16-77 0,35-42 16,16 43-1,-7 50 1,-10 26-16,1 42 16,-9 26-16,0 17 31,26 26-31,8 33 15,9 69 1,-18 51-16,-16-1 16,-1-8-16,-7-8 15,-1-35 1,0-16 0,-9-35-16,1-25 15,-1-8 1,-8-18-16,-8-16 15,-26-26 1,-43-60-16,-17-67 0,17-43 16,34 8-1,18 9 1,8 25-16,17 94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39:39.841"/>
    </inkml:context>
    <inkml:brush xml:id="br0">
      <inkml:brushProperty name="width" value="0.05292" units="cm"/>
      <inkml:brushProperty name="height" value="0.05292" units="cm"/>
      <inkml:brushProperty name="color" value="#FF0000"/>
    </inkml:brush>
  </inkml:definitions>
  <inkml:trace contextRef="#ctx0" brushRef="#br0">11445 8139 0,'0'0'0,"17"-9"0,86 9 0,93-17 0,69-17 15,33-8 1,95 8-1,17 17-15</inkml:trace>
  <inkml:trace contextRef="#ctx0" brushRef="#br0" timeOffset="5912.72">15278 9219 0,'0'0'0,"0"0"0,0 0 0,0 0 16,17 0-1,0 0 1,0 17-16,17 0 16,0 17-16,17 17 15,-8 0 1,8 17-16,0 17 15,26 17 1,26 0-16,-1 0 16,0-8-1,1-1 1,16 9-16,1 9 16,-18-1-1,-8 1-15,-17-17 16,-9-26-16,-17-17 15,-25-26 1,0-8 0,-18-8-16,-8-9 15</inkml:trace>
  <inkml:trace contextRef="#ctx0" brushRef="#br0" timeOffset="6288.42">16549 9525 0,'0'0'0,"0"0"0,0 0 0,0 0 16,0 0-1,0 0 1,-8 0-16,-1 17 16,-33 26-1,-35 33-15,0 1 16,9-9-1,-35 34-15,-85 59 16,-8 18 0,51-35-16,34-24 15,68-61-15</inkml:trace>
  <inkml:trace contextRef="#ctx0" brushRef="#br0" timeOffset="27507.78">17940 8709 0,'0'0'0,"0"0"0,0 0 0,0 0 16,0 0-1,0 0 1,0 0-16,0 0 16,0 0-1,9 8-15,-9-8 16,9 17 0,-1-8-16,-8 8 15,0 8-15,0-16 16,0-1-1,0 1 1,0-1-16,0 1 16,0-1-1,0-8-15,0 0 16,0 0-16,0 0 16,0 0-16,0 0 15,0 0 1,0 0-1,-8 0 1,-1-8-16,0-9 16,-16-9-1,-1-8-15,1-8 16,-1-1 0,-8-8-16,-17-17 15,-26-9 1,0 1-16,-17-18 15,-17 1 1,-8 16-16,-1 1 16,9 16-1,9 9-15,-9 17 16,0 9 0,-9 16-16,1 26 15,-1 26 1,1 8-16,8 25 15,17 1 1,26-1-16,25 1 16,9-1-1,17-16-15,0-26 16,0-9 0,0-8-1,8-8-15,1-35 16,-9-25-1,17-25-15,0 8 0,17 0 16,-9 8 0,1 35-1,-9 8-15,0 0 16,0 8 0,0 9-16,0 0 15,-9 0-15,1 26 16,-9 25-1,-9 17 1,9 8-16,17-16 16,9-1-16,33 1 15,18-9 1,25 0 0,43-17-16,34-25 15,9-26 1,119-26-1</inkml:trace>
  <inkml:trace contextRef="#ctx0" brushRef="#br0" timeOffset="28471.89">19810 8683 0,'0'0'0,"0"0"0,0 0 0,0-8 16,-9-9-16,-8-17 15,-17-26 1,-17-25 0,-18-17-16,-33-17 15,0 34 1,-18 17-16,-25 8 16,-9 43-16,1 26 15,-9 25 1,-1 34-16,1 17 15,34-9 1,51-16 0,35-1-16,8-16 15,16-1 1,1-16-16,9-18 16,8 1-16,0-18 15,17-16 1,34-52-1,0 1-15,-8 25 16,-17 17 0,-9 8-16,-9 9 15,1 0 1,-1 9-16,1 8 16,-18 0-16,-16 25 15,-26 35 1,-1 25-1,1 0-15,17 8 16,17-16 0,8-17-16,35-1 15,25-8-15,43-8 16,26-26 0,33-43-1,52-16-15,111-43 16</inkml:trace>
  <inkml:trace contextRef="#ctx0" brushRef="#br0" timeOffset="29105.83">21773 8385 0,'0'0'0,"0"0"0,0 0 0,0 0 32,0 0-32,0 0 15,0 0 1,0 0-16,-9-8 0,-8-1 16,-17-33-1,-17-26 1,-9 0-1,0 8-15,-17 1 16,-8 8 0,8 17-16,9 17 15,-17 0 1,-18 17-16,-33 25 16,-9 35-1,-18 42 1,1 17-16,34-26 15,26 9-15,16 9 16,10-9 0,24-34-16,18-25 0,17-18 31,0 1-15,9-18-16,-1-8 15,9 0 1</inkml:trace>
  <inkml:trace contextRef="#ctx0" brushRef="#br0" timeOffset="29331.51">19750 8215 0,'0'0'0,"0"0"0,0 0 16,0 0 0,0 17-16,8 26 15,-8 25 1,-8 25-16,-18 35 15,1-17 1,16-43-16,9-26 16,9-16-1,33-1-15,69-8 16,111-59-16,77-52 16,42-42-1</inkml:trace>
  <inkml:trace contextRef="#ctx0" brushRef="#br0" timeOffset="32516.71">13135 14976 0,'0'0'0,"0"0"0,0 0 0,0 0 15,0 0 1,9-8-1,16-18-15,18-16 16,34-26-16,34-9 16,17 9-1,0 17 1,17-8 0,0-9-16,-8 8 15,-26 26-15,0 0 16,-18 26-16,1 16 15,-8 18 1,-18 25 0,-8-9-16,-9 9 15,0 0-15,0 9 16,1-1 0,7 1-1,27-9-15,8-9 16,16-25-1,27-17-15,0-25 16,8-18-16,8 1 16,-8-9-1,1 8 1,-18 9-16,-18 0 16,-24 9-1,-9-1-15,-18 9 16,-16 9-1,0 8 1,-1 8-16,1 1 16,-9 8-1,0 8-15,9 26 0,-9 9 16,0 16 0,9-8-1,8-17 1,35-8-16,33-26 15,26-17-15,17-43 16,35-25 0,25-8-16,-1 8 15,10 17 1,-26 17 0,8 17-16,9 17 15,-43 25 1,-8 26-16,-17 43 15,-26 33 1,-35 1-16,-50-60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40:42.798"/>
    </inkml:context>
    <inkml:brush xml:id="br0">
      <inkml:brushProperty name="width" value="0.05292" units="cm"/>
      <inkml:brushProperty name="height" value="0.05292" units="cm"/>
      <inkml:brushProperty name="color" value="#FF0000"/>
    </inkml:brush>
  </inkml:definitions>
  <inkml:trace contextRef="#ctx0" brushRef="#br0">15295 8726 0,'0'0'0,"0"0"0,0 0 0,0 8 16,0 1-16,0-1 31,0 1-31,0 8 16,8 25-1,18 35-15,42 25 16,34 34 0,26 17-16,9 17 15,-9 17 1,-8 17-1,-9 0-15,-9 0 16,-8-17 0,0 18-16,-17-27 0,-18-33 15,-16-43 1,-17-34 0,-1-9-1,-8-25-15</inkml:trace>
  <inkml:trace contextRef="#ctx0" brushRef="#br0" timeOffset="341.88">16720 8904 0,'0'0'0,"0"0"0,-26 17 16,-16 34-16,-52 68 15,-60 77 1,-76 110-16,-26 34 15,8-25 1,35-26-16,25-17 16,26 0-1,-26 34 1</inkml:trace>
  <inkml:trace contextRef="#ctx0" brushRef="#br0" timeOffset="6844.93">17898 8649 0,'0'0'0,"0"0"0,0 0 0,0 0 16,0 0 0,0 0-16,0 0 15,0 0 1,0 0-1,0 0 1,0 0-16,-9 0 16,1 0-1,-1 0 1,1 0-16,-1-8 0,-16-1 16,7 1-1,-7-1 1,-1-8-16,1 0 0,-1-9 15,-17-25 1,-16-8-16,16-9 16,9-9-1,-9-8 1,-17 9 0,-16-1-16,-1 26 0,-17 0 15,8 9 1,27 25-16,-27 0 31,-16 17-31,8 8 16,-8 9-1,16 0-15,18 9 0,-17 16 16,-9 35 15,8-1-31,27-25 16,25-17-16,-1-8 15,10-1 1,8-16 0,0-1-16,8 1 15,9-9-15,0-9 0,0-25 32,0 0-17,0 0-15,0 0 0,0 0 16,-8 0-1,-1 17 1,1 0-16,-1 0 16,0 17-1,-16 9-15,-1 25 16,-8 34 0,9 0-16,7 0 0,10-9 31,8-8-16,0-17-15,34 0 16,43 9 0,51-26-16,-9-17 15,-8-17 1,-42 0-16</inkml:trace>
  <inkml:trace contextRef="#ctx0" brushRef="#br0" timeOffset="7710.8">19818 8649 0,'0'0'0,"0"0"0,0-8 0,-8-9 32,-1-17-32,-17-18 15,-8-16 1,0-8-16,0-1 16,-17-16-16,-9 16 15,-8 18 1,-9 8-1,-17 8-15,9 18 0,-26 25 32,-26 17-32,-16 17 15,33 17 1,18 8-16,-18 9 16,26-8-1,0-9-15,18-17 16,33-9-1,17-16-15,9-1 16,17-16 0,0-1-16</inkml:trace>
  <inkml:trace contextRef="#ctx0" brushRef="#br0" timeOffset="7963.94">18521 8071 0,'0'0'16,"0"0"-16,0 0 0,-9 0 15,-8 8-15,-25 26 16,-35 34 0,-43 17-1,9 9-15,52-9 16,7-9-16,27-25 16,8-25-1,17 0 1,0-9-16,42-9 15,86-16-15,17-9 16,-17 8 0,-59 9-1</inkml:trace>
  <inkml:trace contextRef="#ctx0" brushRef="#br0" timeOffset="8635.75">21798 8504 0,'0'0'0,"0"0"0,0 0 0,0 0 15,0 0 1,-8-8-16,-1-18 15,-25 1 1,-17-18-16,-26-16 16,-34-18-1,9 26-15,-18 9 16,-33 16-16,-1 35 16,26 8-1,0 17-15,0 0 16,8 0-1,9 0 1,43 0-16,0 17 16,-9 8-1,17-16-15,18-9 16,7-9 0,18-16-16,0-1 15,17 1 1</inkml:trace>
  <inkml:trace contextRef="#ctx0" brushRef="#br0" timeOffset="8874.12">19878 8300 0,'0'0'0,"0"0"0,-9 9 16,-8 25-1,-25 34 1,-27 68-16,10 9 15,7-18 1,18-25-16,26-17 16,8-17-1,51-25-15,77-9 0,43-34 16,33-17 0,129 8-1</inkml:trace>
  <inkml:trace contextRef="#ctx0" brushRef="#br0" timeOffset="34571.92">16199 11677 0,'0'0'0,"0"0"0,0 0 0,0 0 16,0 0-16,0 0 15,0 0 1,-8 0-16,-1 0 15,-8 0 1,-8 0-16,-27 0 16,-16 0-1,0 8-15,-52 26 16,-16 26-16,16-1 0,35 9 31,34 0-15,34 0-16,42 9 15,86-26 1,120-26-16,59-59 16,43-59-1</inkml:trace>
  <inkml:trace contextRef="#ctx0" brushRef="#br0" timeOffset="38508.99">11326 7314 0,'0'0'0,"0"0"0,17 8 16,17 1-16,43-18 16,51-8-16,17-8 15,26-1-15,25 9 16,-8 17 0,25 17-1,129 26 1</inkml:trace>
  <inkml:trace contextRef="#ctx0" brushRef="#br0" timeOffset="40560.26">17812 6821 0,'0'0'0,"0"8"0,0 35 15,0 16-15,0 26 16,-8 60-1,-18 33 1,-8-16-16,0 0 16,8-18-1,18-59-15,8-34 16,0-25 0,0-18-16,0 1 15,-9-35 1,-8-50-16,-25-9 15,16 59-15</inkml:trace>
  <inkml:trace contextRef="#ctx0" brushRef="#br0" timeOffset="40758.61">17445 7637 0,'0'0'0,"0"0"16,-8 0 0,-1 17-16,-16 0 15,-1 26 1,1 16-16,7 1 15,18-9 1,0-9-16,26-8 16,17-8-1,16-9-15,44-26 16,42-50-16,17-35 16,-17 18-1,-76 42 1</inkml:trace>
  <inkml:trace contextRef="#ctx0" brushRef="#br0" timeOffset="46430.18">17727 7773 0,'0'0'0,"0"0"0,0 0 0,0 0 0,17-8 31,9-1-31,8 1 16,34-18-16,52-8 15,33-17 1,9-26 0,1-16-16,24-1 15,-24 9 1,-18 17-16,-9 26 16,-25 25-1,-8 8-15,-18 26 16,-25 26-1,-18 25-15,-8 25 16,-25-8 0,-9 9-16,-9 8 15,-8-8 1,9-9-16,8-34 16,0-17-1,8-17-15,1-17 16,8-17-1,-8 0-15</inkml:trace>
  <inkml:trace contextRef="#ctx0" brushRef="#br0" timeOffset="46666.62">19494 7611 0,'0'0'0,"-9"0"0,1 0 0,-9 0 16,8 0-1,1 9-15,-18 17 16,9 16 0,0 18-16,17-1 15,0-8 1,25-8 0,27-9-16,7-34 15,35-26-15,43-42 16,-9 0-1,-26 0-15,-59 43 16</inkml:trace>
  <inkml:trace contextRef="#ctx0" brushRef="#br0" timeOffset="50264.83">19630 7909 0,'0'0'0,"0"0"0,0 0 16,17-8-16,26-9 15,34-34 1,34-17-16,8 0 16,9-9-1,26-8-15,0-17 16,-18 17-1,-16 17-15,-9 17 16,-17 17 0,-1 17-16,-16 0 15,-17 17 1,-9 0-16,-8 25 16,0 26-1,-18 26-15,-16 8 16,-9-9-1,-9-16-15,9-9 16,0-8 0,0-18-1,9 1-15,-1-18 16,1-16 0,-1 8-16,-8 0 15</inkml:trace>
  <inkml:trace contextRef="#ctx0" brushRef="#br0" timeOffset="50509.79">21252 7637 0,'0'0'0,"-9"-8"0,-16-1 16,-18 9-16,1 9 15,-10 8 1,18 8-16,9 1 16,-1 8-1,9 0 1,0 8-16,17 1 15,8-1 1,9 1-16,18-1 16,33-8-1,26-25-15,34-26 16,8-34 0,18-26-16,-17 9 15,-69 34 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42:21.856"/>
    </inkml:context>
    <inkml:brush xml:id="br0">
      <inkml:brushProperty name="width" value="0.05292" units="cm"/>
      <inkml:brushProperty name="height" value="0.05292" units="cm"/>
      <inkml:brushProperty name="color" value="#FF0000"/>
    </inkml:brush>
  </inkml:definitions>
  <inkml:trace contextRef="#ctx0" brushRef="#br0">12862 9083 0,'0'0'0,"0"0"0,0 0 0,-8-9 0,-1 1 16,-17-1-16,1-8 16,-9 0-1,0 0-15,-1 0 16,10 0 0,-1 17-1,-25 0-15,-17 17 16,-26 0-1,-17 9-15,-26 16 16,-25 26 0,9 26-16,7 8 15,36 25 1,24 18-16,35-9 16,34 17-1,34-17-15,43-8 16,59-18-16,43-8 15,43-34 1,9-33 0,-18-35-16,0-35 15,-17-33-15,-16-25 16,-35-35 0,-17-50-1,-52-18-15,-50 1 16,-112-27-1,-101 44-15,-215 59 16,10 51 0</inkml:trace>
  <inkml:trace contextRef="#ctx0" brushRef="#br0" timeOffset="2420.92">12717 9134 0,'0'0'0,"0"0"0,0 0 0,0 0 16,0 0-16,0 0 31,0-9-31,-8-16 16,8-9-16,0-9 16,0 1-1,0-1 1,17-16-1,0-18-15,25-8 16,27-34 0,59-34-16,17 0 15,8 17-15,61-9 16,16 1 0,52-9-1,-9-1-15,-8 35 16,25-8-1,26-1-15,51 9 16,-52 26 0,52 16-16,43 9 15,-69 26 1,61 8-16,24 17 16,-110 8-1,34 9-15,34 9 16,-77 8-1,43 8-15,68 9 16,-110 9 0,25-1-16,51 18 15,-51 33 1,16 18-16,-67-18 16,8 9-1,-8 17-15,-17 35 16,-44-35-1,-101-51-15,-9 0 16,-9 0 0,-33-9-16,-10-8 15,-16-8 1,0 8-16,-1 0 16,1-9-1,0 1-15,-9-9 16,-9-9-1,-16-16-15,0-1 16,-1 1 0,1-1-16,-9-16 15,0 8 1</inkml:trace>
  <inkml:trace contextRef="#ctx0" brushRef="#br0" timeOffset="3866.93">23795 8062 0,'0'0'0,"0"0"0,0 0 0,0 0 0,0 0 15,0 0 1,0 0-1,0 9-15,17 16 0,1 26 32,-1-8-17,8 8-15,9 0 0,9-9 32,0 1-32,-9-9 15,-9-9-15,1 1 16,0-9-1,-9 8-15,-9-8 16,1-8 0,-1-1-1,1 1-15,-9-1 16,-17 9 0,-43 9-16,-85-9 15,-43-25 1,18-27-16,7 1 15,-7-8-15,-129-26 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43:12.451"/>
    </inkml:context>
    <inkml:brush xml:id="br0">
      <inkml:brushProperty name="width" value="0.05292" units="cm"/>
      <inkml:brushProperty name="height" value="0.05292" units="cm"/>
      <inkml:brushProperty name="color" value="#FF0000"/>
    </inkml:brush>
  </inkml:definitions>
  <inkml:trace contextRef="#ctx0" brushRef="#br0">11249 4422 0,'0'0'0,"0"0"0,0 0 0,0 0 0,0 0 15,0 0-15,0 0 16,0 0-1,0 0-15,17 9 16,26 8 0,8 0-16,51-9 15,120 1 1,17-18-16,43-8 16,59 17-1,52 26 1,68 16-16,25 9 15,-76-17-15</inkml:trace>
  <inkml:trace contextRef="#ctx0" brushRef="#br0" timeOffset="5006.34">7033 4635 0,'0'0'0,"0"0"0,0 0 0,0 0 16,0 0 0,0 0-1,0 0 1,0 17-1,-9 8-15,9 9 16,0 0 0,0-8-16,0 0 15,0-1 1,0-8-16,0 0 16,0 0-1,0-8-15,17-1 16,17 1-1,18-1-15,-1 1 16,26-1 0,0 1-16,16-1 15,44-25 1,0-8-16,-1 8 16,35-9-1,8 9-15,-25-8 16,50 8-1,10 0-15,-43 17 16,25 8 0,-8 1-16,-52-1 15,18 9 1,-1 9-16,-25-1 16,-8 1-1,8-1-15,9 1 16,-18-18-1,-25 1-15,-17-9 16,-26 0 0,-17 0-16,-8 8 15,-9-8 1,-9 0-16,1 0 16,-9-8-1,-9-18-15,1-8 16,16-59-1,43-180-15</inkml:trace>
  <inkml:trace contextRef="#ctx0" brushRef="#br0" timeOffset="14454.16">3277 8547 0,'0'0'0,"0"0"0,0 0 16,0 0-1,-8 0 1,-18 0-16,-16 0 15,-35 8-15,-9 9 16,-7 26-16,-18 17 16,0 16-1,-26 26 1,9 0 0,17 26-1,-17 25-15,17 8 16,34-24-1,9-10-15,8 18 16,26-9 0,17-17-16,26 0 15,16-9 1,18 1-16,0-17 16,42 8-16,-8-17 15,0-9 1,34 9-16,8-8 15,0-1 1,-25-8-16,-25-17 16,16 17-1,0 17-15,-16 9 16,-27-9 0,-16 17-1,-26-8-15,-34 16 16,-35 18-16,-7-9 15,-52 25 1,-43-16 0,26-35-16,25-16 15,1-26 1,51-8-16,25-18 16,17-16-1,9-1-15,17 9 16,9 0-16,33 26 15,27 16 1,25 9-16,42 43 16,1 25-1,-9 25-15,-43 27 16,-34 33 0,-25 42-16,-18 9 15,-8 9 1,0-9-1,0-25-15,18-26 16,101-8 0,69-52-16,187-93 15,44-42 1</inkml:trace>
  <inkml:trace contextRef="#ctx0" brushRef="#br0" timeOffset="33274.86">15636 15266 0,'0'0'0,"0"0"0,0 0 0,0 0 16,0 0 0,-9 17-16,-8 17 15,-8 34 1,-9 34 0,0 0-16,8 8 15,9 18 1,0-9-16,8-34 15,1 0-15,8 26 16,-9 8 0,9 0-16,0-26 15,0-33 1,0 8-16,9-9 16,-9 1-1,0-18-15,0-16 16,0-1-1,0-8 1,0-8-16,0-1 16,8 1-1,9-1-15,9 1 16,8-18-16,26-8 16,34-17-1,17 0 1,0 0-16,17 0 15,8 0-15,-8 17 16,-34 9 0,-17 8-1,-17 8-15,-18 1 16,-8-1 0,-8 1-16,0-1 15,-18 1-15,1-9 16,-1 0-16,1 0 15,-9 0 1,0-17-16,8-26 16,1-33-1,8-43-15,-9-17 16,1 8 0,0 9-16,-1 17 15,1 8 1,-1 9-1,9 0 1,-8 17-16,-1 17 16,1 17-1,-9 0-15,0 17 0,-9 0 16,1 0 0,-35 0-1,-76 0 1,-129 26-16,-119 33 15,-17 26-15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45:45.249"/>
    </inkml:context>
    <inkml:brush xml:id="br0">
      <inkml:brushProperty name="width" value="0.05292" units="cm"/>
      <inkml:brushProperty name="height" value="0.05292" units="cm"/>
      <inkml:brushProperty name="color" value="#FF0000"/>
    </inkml:brush>
  </inkml:definitions>
  <inkml:trace contextRef="#ctx0" brushRef="#br0">20612 3606 0,'0'0'0,"8"8"0,18 18 0,8 16 0,0 26 16,-8 26-1,-9 25-15,-26 17 16,-33 34 0,-9-17-16,16-59 15,18-26 1,0-26-16,17-16 15,0-18 1,0 1-16,26 8 16,25-9-1,43-8-15,51-17 16,26 0-16,34-8 16,51 8-1,34 0-15,17 17 16,17 17-1,-16 25 1,-10 9 0,-24 9-16,-35 0 0,-52-9 31,-67 0-31,-35-17 16,-34-9-16,-34-16 15,-8-9 1,-26-26-1,-51-59-15,-35-77 16,-8-76 0,17-51-16,9-59 15</inkml:trace>
  <inkml:trace contextRef="#ctx0" brushRef="#br0" timeOffset="16702.53">9465 6404 0,'0'0'0,"0"0"0,0 0 0,0 0 0,0 0 0,0 0 15,-8 8 1,-18 43-16,-8 34 31,8 9-15,9 8-16,0 0 15,0-17 1,9-8-16,8-9 16,0 8-1,0-16-15,0-9 16,8-9-1,9-16-15,0 8 16,17 0 0,26-9-16,34-8 15,17-8 1,17-18-16,43-8 16,-1-8-1,10 8-15,-1 0 16,0 8-1,-8 9-15,17 17 16,-9-8 0,-17 8-16,-42-9 15,-44 1 1,-24-1-16,-18-8 16,-9 0-1,-8-8-15,-8-9 16,-1-34-16,-8-43 15,-8-25 1,-1-8-16,9-9 16,-8 0-1,8-1 1,0 1-16,8 0 16,1 9-16,-1 33 15,1 35 1,-18 25-16,1 0 15,-9 8 1,-34 1 0,-77 16-16,-52 18 15,-50 16 1,-35 18-16,-50 33 16,-10-16-16,-25-18 15</inkml:trace>
  <inkml:trace contextRef="#ctx0" brushRef="#br0" timeOffset="17520.84">11949 7263 0,'0'0'0,"-9"0"0,1 17 0,8 8 16,17 9-1,9 0-15,50 17 16,104 9 0,59-26-16,51-17 15,136-9 1,10-8-16,33-8 16,60-9-1,43 0-15,26 8 16,16 26-1,1 26 1,-52 16-16,17 18 16,-8-9-16,-68-34 15,-112-17 1</inkml:trace>
  <inkml:trace contextRef="#ctx0" brushRef="#br0" timeOffset="18288.48">7861 6480 0,'0'0'0,"0"0"0,-9 9 0,1 8 15,-18 25 1,-8 18-16,17 25 15,8 9 1,18 25-16,8 8 16,8-8-1,-7-17-15,7-8 16,1-18-16,-18-42 16</inkml:trace>
  <inkml:trace contextRef="#ctx0" brushRef="#br0" timeOffset="18894.25">7946 6115 0,'0'0'0,"9"0"0,59 17 0,60 0 0,17 8 16,-26-8-16,44 9 15,-1-1 1,-43 9-16,-25-8 15,-26-1 1,-16 1-16,-10 8 16,-8 0-16,-8 0 15,-17-9 1,-1 9 0,1 0-16,-9-8 15,0 8 1,0 0-16,-9 17 15,9 0-15,-8 0 16,-1 17 0,9 0-1,0 0 1,0-17-16,0-17 16,0-8-16,0-9 15,-8-9 1,-1 1-16,-25-18 15,-69-25 1,-76-34 0,-17 0-16,-77-8 15,-111 16-15,0 26 16</inkml:trace>
  <inkml:trace contextRef="#ctx0" brushRef="#br0" timeOffset="34099.69">19630 8224 0,'0'0'16,"0"0"-16,0 0 0,0 0 0,0 0 16,0 0-1,0 0 1,9 17-16,-1 8 15,-8 18-15,-8 16 16,-1 9 0,1 9-1,8-9-15,0-25 16,0-9 0,0-9-16,17 1 15,26-9-15,25 8 16,26-8-1,17-8 1,0 8-16,0 0 16,-26 0-1,-17 0-15,-17 0 16,-25-9 0,-9 1-16,-8-1 15,-1 1-15,1-18 16,8-16-1,51-120-15,86-161 16</inkml:trace>
  <inkml:trace contextRef="#ctx0" brushRef="#br0" timeOffset="35405.1">25050 8828 0,'0'0'0,"0"0"15,0 0 1,0 0-16,0 0 16,0 0-1,26-9-15,68-8 16,42-8 0,86-18-16,102 1 15,95 25 1,84 51-1,26 25-15,9 1 16,51-1 0,94 9-16,59-8 15,26-18 1,103 60-16,-402-17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50:34.696"/>
    </inkml:context>
    <inkml:brush xml:id="br0">
      <inkml:brushProperty name="width" value="0.05292" units="cm"/>
      <inkml:brushProperty name="height" value="0.05292" units="cm"/>
      <inkml:brushProperty name="color" value="#FF0000"/>
    </inkml:brush>
  </inkml:definitions>
  <inkml:trace contextRef="#ctx0" brushRef="#br0">14236 13862 0,'0'0'0,"0"0"0,0 0 0,0 0 0,0 0 15,0 0-15,0 17 16,0 17 0,-8 9-16,-1 33 15,9 18-15,0 16 16,0 1-16,-8-26 15,-1-17 1,1 0-16,-9 0 16,-1-8 15,10-9-31,-9-9 0,8-16 16</inkml:trace>
  <inkml:trace contextRef="#ctx0" brushRef="#br0" timeOffset="460.08">13827 14560 0,'0'0'0,"0"0"0,0 0 0,0 0 16,0 0-16,8 17 15,9 8 1,-8 26-16,-1 34 16,1 9-1,-9-26-15,8-17 16,1-26-1,-1 1-15,1-1 16,-1-8 0,10 0-16,-1-8 15,8 8 1,18 0-16,8-17 16,9-17-1,8-26-15,9-42 16,-9-17-1,-8 9-15,-9 8 16,17-26 0,9-8-16,-34 68 15</inkml:trace>
  <inkml:trace contextRef="#ctx0" brushRef="#br0" timeOffset="53357.62">20407 4176 0,'0'0'0,"34"17"0,77 17 0,94 17 0,77 0 15,102-9-15,68 1 16,103-18 0,-137 1-1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55:28.600"/>
    </inkml:context>
    <inkml:brush xml:id="br0">
      <inkml:brushProperty name="width" value="0.05292" units="cm"/>
      <inkml:brushProperty name="height" value="0.05292" units="cm"/>
      <inkml:brushProperty name="color" value="#FF0000"/>
    </inkml:brush>
  </inkml:definitions>
  <inkml:trace contextRef="#ctx0" brushRef="#br0">2834 3172 0,'0'0'0,"-9"9"0,-8 16 0,-9 9 0,1 0 16,-1 17-16,-8 9 16,0 16 15,0-8-31,0-8 15,17-1-15,-1 1 16,10-1 0,8-16-16,0 0 15,8-1 1,10 1-16,24-18 16,52 9-1,51-8-15,26-26 16,34-9-1,25-16-15,18-18 16,25 1 0,26 16-1,42 9-15,0 17 16,35 0-16,25 17 16,-34 26-1,26 8-15,-18-9 16,-42-16-1,8 8 1,-33-9-16,-44 1 16,-50-18-16,-44 1 15,-42-9 1,-51 0-16,-34 0 16,-18-9-1,-16-8 1,-9-25-16,-43-60 15,-25-60-15,-51-119 16</inkml:trace>
  <inkml:trace contextRef="#ctx0" brushRef="#br0" timeOffset="12621.9">7750 6472 0,'0'0'15,"0"0"-15,0 8 0,-9 43 16,1 51-16,-18 60 16,0-34-1,1-9-15,-18 17 16,9-26-1,17-42-15,17-25 16,0-18 0,17 1-16,0-9 15,0-9 1,9-8-16,34-8 16,16-18-16,35-16 15,9 8 1,-26 0-1,-9 8-15,17 9 16,-33 17 0,-27 0-16,-7 9 15,-10-1-15,1 1 16,-18-1 0,1 1-16,-1-1 15,-8-8 1,0 0-1,0-17-15,9-34 16,-9-25-16,0-26 16,-9-17-1,1 17 1,-18 25-16,1 18 16,-27 8-1,-24 16-15,-44 18 16,-34 9-1,-42-9-15,-128-26 16</inkml:trace>
  <inkml:trace contextRef="#ctx0" brushRef="#br0" timeOffset="15138.69">9354 6378 0,'0'0'0,"-8"26"0,-1 25 0,-8 17 16,0 17-16,17 0 16,17 0-1,0 0-15,9 0 16,-1-8-1,10-9-15,-1 0 16,17-9 0,0 1-16,17-18 15,18 1 1,8-1-16,8-16 16,9-9-1,43-9-15,16 1 16,-16-1-1,17 1-15,-1 8 16,-42-9-16,-17 9 16,-8 0-1,-26-8 1,-9-1-16,-34 1 16,-8-1-1,-9-16-15,17-9 16,0-43-16,17-42 15,0-42 1,1-26-16,-10 8 16,-8 18-1,-8 7 1,-17 35-16,-18 17 16,-17 17-16,-8 9 15,-51-9 1,-43 8-16,-68 1 15,-78 16 1,-93 35-16,-17 16 16</inkml:trace>
  <inkml:trace contextRef="#ctx0" brushRef="#br0" timeOffset="15819.62">11369 7586 0,'0'0'16,"0"0"-16,0 0 0,0 0 0,17-9 0,59-8 16,121-34-1,93-8-15,68 25 16,52 8-1,77 18-15,50 16 16,52 1 0,94 16-16,102-8 15,69-8 1,42-9-16,77-26 16,-470 18-1</inkml:trace>
  <inkml:trace contextRef="#ctx0" brushRef="#br0" timeOffset="25496.08">15866 7858 0,'0'0'0,"0"0"0,0 0 0,9 0 16,-9 0-16,0 0 15,0 0 1,0 0-1,0 0-15,0 0 16,9 17-16,-9 9 16,-9 16-1,-8 35-15,-26 16 16,9-8 0,0-17-1,17-17-15,0-17 16,8-8-1,9-18-15,0 1 16,0-1 0,0 1-16,0-1 15,0-8 1,0 9-16,0-9 16,0 0-1,26 17-15,8-9 16,9 1-1,16-1-15,27-8 16,16-8 0,26-9-16,9 8 15,-9-8-15,0 0 16,25 9 0,1 8-16,-34 0 15,8 8 1,8 18-1,1-1-15,-43-8 16,-9 0 0,-17 9-16,1-9 15,16 0 1,0 8-16,-16-16 16,-27 0-16,-8-1 15,0-8 1,1 0-1,-1 0-15,8-8 16,-7-1 0,-10 0-16,1 1 15,-1-1 1,1 1-16,8-1 16,9 1-16,-1 8 15,1 0 1,-9 0-16,-8 0 15,0 0 1,-9 0 0,0 0-16,-9 0 15,1 0 1,-1 0-16,1 0 16,-1 0-16,1 0 15,-1 0 1,1 0-16,-9 0 15,0 0 1,0 0 0,0 0-16,0 0 15,0 0-15,0 0 16,0-9 0,0-8-1,8-25-15,1-69 16,8-161-1</inkml:trace>
  <inkml:trace contextRef="#ctx0" brushRef="#br0" timeOffset="36699.25">11949 9244 0,'0'0'0,"-9"0"0,1 0 0,-1 0 0,-8 0 0,0 0 16,9 0-1</inkml:trace>
  <inkml:trace contextRef="#ctx0" brushRef="#br0" timeOffset="37392.85">11787 9244 0,'0'0'0,"0"0"0,0 0 0,0 0 16,0 0-1,0 0-15,0 0 16,0 0-16,0 0 31,0 0-31,0 0 16,0 0-1,0 17-15,0 9 16,0 16-16,-9 9 16,9 17-16,0-8 15,0 0 1,9-1-16,-1-8 15,1-8 1,-1-9 0,1-9-16,8 1 15,17-9 1,43 0-16,0 0 31,17-9-31,0 1 16,34-9-1,25-9-15,-8 1 16,26-1-16,17 1 16,-9-1-1,-17 9 1,9 0-16,0 17 16,-43 0-1,-18-8-15,19 8 0,-19 0 16,-41-9-16,-9 1 15,-18-1 1,-16-8 0,-1 0-1,-16 0-15,-1 0 16,1-8 0,0-9-1,-1-43-15,9-42 16,9-25-16,16-27 0,35-7 31,85-103-31</inkml:trace>
  <inkml:trace contextRef="#ctx0" brushRef="#br0" timeOffset="44789.53">11753 10103 0,'0'0'0,"0"0"0,0 0 0,0 9 16,-9 8-1,1 0-15,-1 25 16,0 26 0,-16 9-16,8-1 15,0-7-15,0-18 16,17-9 0,0 1-16,0-18 15,0 1 1,8-1-1,9 1-15,9-1 16,34-8 0,42-8-16,35-18 15,-1-8 1,43 0-16,1 9 16,-18-9-16,34 0 15,9 0 1,-34 17-16,25 0 15,-8 0 1,-43 0-16,-9 0 16,1 0-1,-35 8-15,-33 1 16,-18-1 0,-8-8-1,-18 0-15,-8 0 16,-8 0-16,-1 0 15,1 0 1,-9-8 0,8-9-16,1-34 15,-9 8 1</inkml:trace>
  <inkml:trace contextRef="#ctx0" brushRef="#br0" timeOffset="48277.3">11770 11268 0,'0'0'0,"0"0"0,0 0 0,0 26 16,0 16-1,-9 26-15,-16 60 16,-10 8-1,10 0-15,-9-17 16,17-25 0,8-35-16,9-16 15,9-18 1,16-8-16,18-8 16,85-1-1,51-16-15,-25-9 16,68-9-1,0 18-15,-9-1 16,17 18 0,-16 8-16,8 8 15,-17 18 1,-60-1-16,-17-8 16,0 0-1,-52-8-15,-33-18 16,-17 1-1,-1-18-15,18-16 16,8-60 0,9-60-16,34-152 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19:57:34.228"/>
    </inkml:context>
    <inkml:brush xml:id="br0">
      <inkml:brushProperty name="width" value="0.05292" units="cm"/>
      <inkml:brushProperty name="height" value="0.05292" units="cm"/>
      <inkml:brushProperty name="color" value="#FF0000"/>
    </inkml:brush>
  </inkml:definitions>
  <inkml:trace contextRef="#ctx0" brushRef="#br0">19161 15699 0,'0'0'0,"0"0"0,0 0 0,0 0 0,0 0 0,0 0 15,0 0 1,17 0-16,0-8 16,17 8-1,26-9-15,8 1 16,-8-1-1,0 1-15,-9 8 16,0 0 0,0 0-16,-8 0 15,0 0 1,-18 0-16,1 8 16,-9-8-1,-8 0-15,-1 0 16,1 0-1,-9 0-15,-9 0 16,-17 26 0,-25 25-16,-34 25 15,-18 26 1,1 9-16,8-9 16,0-8-1,26-9-15,25-26 16,9-16-1,17-1-15,17-8 16,0-17 0</inkml:trace>
  <inkml:trace contextRef="#ctx0" brushRef="#br0" timeOffset="671.63">20527 15606 0,'0'0'0,"0"0"0,-9 0 0,-17 0 16,-8 17-1,-17 8-15,-26 18 0,0 8 31,1 8-31,7 1 0,1-1 32,8 9-32,1 9 15,7-1-15,1-7 16,17 24 0,8-8-16,9-17 31,17-8-31,17-1 15,18-8-15,7-8 0,18-18 16,25-8 0,-8-25-1,-9-1-15,-16-16 16,-10-26 0,-16-17-1,-26-9 1,-43 9-16,-42 0 0,-26 26 31,-43 33-31,-16 35 16,33 8-16,77-9 15</inkml:trace>
  <inkml:trace contextRef="#ctx0" brushRef="#br0" timeOffset="51056.52">17334 15725 0,'0'0'0,"0"0"0,0 8 0,-8 18 16,-1 16-16,1 9 16,-1 9-16,1-1 31,-1 1-31,1-18 16,-1-16-1,9-1-15,0 1 16,0-9-1,0-9-15,0 1 16,0-1-16,0 1 16,0-9-1,0 9 1,26-1-16,25 1 16,9-9-1,-1 0-15,-16 0 0,0 0 16,0-9-1,-1 1 1,-16 8-16,-1 0 16,-16 0-1,-1 0 1,1 0-16,0 0 0</inkml:trace>
  <inkml:trace contextRef="#ctx0" brushRef="#br0" timeOffset="51394.66">17770 15682 0,'0'0'0,"0"0"0,0 0 16,0 9 0,-9 25-16,1 8 31,-9 26-31,-9 17 16,0 26-1,9 8-15,0-8 16,9-1-1,8-8 1,-9-17-16,1-34 16,8-34-16</inkml:trace>
  <inkml:trace contextRef="#ctx0" brushRef="#br0" timeOffset="53019.42">18222 15903 0,'0'0'0,"0"0"0,0 0 16,0 0-1,0 0 1,0 0-16,0 0 16,0 0-1,0 0-15,0 0 0,0 0 32,0 0-32,0 0 15,0 0 1,-8 9-16,-1 8 15,1 8-15,-10 9 16,-7 26 0,-18 8-1,-8 17-15,0 0 16,17-17 0,17-8-16,-1-1 15,1-8 1,0 0-16,17-8 15,0-1 1,17-8-16,0-8 16,9-1-16,8 1 15,0-18 1,0 1 0,9-18-16,0 1 15,-9-9 1,9-9-16,-9-16 15,-9-1 1,1-16-16,-17-1 16,-1 1-1,-8 8-15,-8 8 16,-10-8 0,1 0-1,0 17-15,0 0 16,0 0-16,0 17 15,9 0 1,-9 17-16,-18 8 16,18 1-1</inkml:trace>
  <inkml:trace contextRef="#ctx0" brushRef="#br0" timeOffset="73898.62">8108 15682 0,'0'0'0,"0"0"0,-8 0 0,-1 9 16,9-1 0,-8-8-16,8 9 15,0-9 1,0 8-16,0 1 16,0-9-1,0 0-15,-9 8 16,1 9-1,-1 0-15,9 0 16,-9 9 0,9-1-16,0-8 15,0 0-15,0-8 16,0-1 0,0 1-1,0-1-15,0-8 16,0 9-1,0-1-15,0 1 16,0-1 0,0-8-16,0 9 15,0-1-15,0-8 16,9 9 0,8-1-16,26 1 15,16-9 1,-7-9-1,-10 1-15,10-1 16,-1-8 0,-9 0-16,-7 0 15,-10 9 1,1-1-16,-18 9 16,1 0-1,-1 0-15,1 0 16,-1 0-16,-8 0 15,18-8 1,-10 8 0</inkml:trace>
  <inkml:trace contextRef="#ctx0" brushRef="#br0" timeOffset="74252.88">8603 15538 0,'0'0'0,"0"0"0,0 0 15,0 0 1,-8 25 0,-1 35-16,1 25 15,-9 0-15,-9 8 32,0 9-32,9 9 15,0-18-15,0-7 0,9-10 16,-1-16-1,1-1-15,-1-25 32</inkml:trace>
  <inkml:trace contextRef="#ctx0" brushRef="#br0" timeOffset="75907.1">9346 15665 0,'0'0'0,"0"0"0,0 0 0,0 0 32,0 0-32,0 0 15,0 0 1,0 0-16,0 0 15,0 0 1,-9 0-16,1-8 0,-18 8 31,0 0-31,1 0 16,-1 8 0,1 9-16,-9 0 15,8 0 1,-8 0-16,8 0 15,1 0 1,8 0-16,-1-8 16,10-1-1,-1 1-15,1-1 16,-1 1-16,9-1 16,0 9-1,0 0 1,0 0-16,0 17 15,17 0 1,0 0-16,1 0 16,7 0-16,1 0 15,-1-8 1,-8-1 0,9 1-16,-9 8 15,9-8 1,-18-1-16,1-8 15,-1 0 1,-8 0-16,0 0 16,-8 0-1,-1 0-15,1 0 16,-9 9-16,8-9 16,-8 0-1,0 0 1,-9-9-16,9 1 15,-8-1 1,-1-8-16,9-8 16,0-1-16,-9-16 15,9-1-15,0 1 32,9 8-32,8-9 15,0 1-15,0-1 0,0 1 31,17-18-15,0 0-16,17 1 16,0 8-1,0 0-15,0 0 16,18 0 0,-10 8-1,9 1-15,-8-9 16,0 8-16,-18-8 15,1 9 1,-17-1-16,-1 1 16,-16-9-1,-1 25-15</inkml:trace>
  <inkml:trace contextRef="#ctx0" brushRef="#br0" timeOffset="128051.83">12111 15657 0,'0'0'0,"0"0"0,9 0 0,-1 0 0,1-9 15,-1 9-15,-8 0 16,0 0-1,0 0 1,0 0-16,0 0 16,0 17-16,-8 26 15,-18 16-15,0 18 16,1-1 0,-1 1-16,1-18 31,8-25-31,0-8 15,8-18-15,9 1 16,0-1 0,0-8-1,26-8-15,8-1 16,0-8 0,17-8-16,-8 8 15,-1 0-15,-7 17 16,-1 0-1,0 17-15,-9 8 16,1 1 0,0-9-1,-9 8-15,0 1 16,-9 8 0,-8 0-16,-8 0 15,-9 0 1,-9 9-16,-17-9 15,1 0 1,-35 0-16,-17 0 16,26-9-1,17 1-15,8-9 16,26-9 0</inkml:trace>
  <inkml:trace contextRef="#ctx0" brushRef="#br0" timeOffset="128432.23">12222 15708 0,'0'0'0,"0"0"0,9 0 0,16-9 16,18 1 15,51-18-31,25-8 16,18 0-16,42 0 15,137-17 1</inkml:trace>
  <inkml:trace contextRef="#ctx0" brushRef="#br0" timeOffset="161272.92">13673 15682 0,'0'0'0,"0"0"0,0 0 0,0 0 16,9 9 0,-1-9-16,1 0 15,-1 0 1,-8 0-16,9 8 15,-9 1 1,0 8-16,0 0 16,0 17-1,-9 0 1,1 0-16,-1-9 16,1 1-1,-1-1-15,9 1 16,0-1-1,0 1-15,9-9 16,-1 0 0,1-9-16,-1 1 15,1-1-15,-1 1 16,1-1 0,8 9-16,0 0 15,0 9 1,0 8-16,-8 0 15,-1 0 1,1 0 0,-1 0-16,-8 9 15,-8-1 1,-1-8-16,1-8 16,-1-1-16,-17-8 15,1-8 1,-1-1-1,-8 1-15,17-9 16,0 0 0,17-9-16,0 9 15</inkml:trace>
  <inkml:trace contextRef="#ctx0" brushRef="#br0" timeOffset="161627.13">13784 15844 0,'0'0'0,"0"0"0,0 0 0,0 0 31,0 0-31,17 0 16,17 0-1,9-9-15,17-8 0,8 9 16,0-18 15,-8 1-31,-35 16 0</inkml:trace>
  <inkml:trace contextRef="#ctx0" brushRef="#br0" timeOffset="162576.91">14595 15903 0,'0'0'0,"0"0"0,0 0 0,0 0 15,0 0-15,0 0 16,0 0 15,-9 17-31,1 17 16,-1 9-16,-8 8 16,0 17-1,-9 0 1,9-8-16,0-18 15,0-8-15,9-8 16,-1-9-16,9-9 16,0 1-1,0-9-15,0 0 32,17 0-32,0 0 15,0 0 1,-8 0-16,8 8 15,0 18 1,-8 16-16,-1 26 0,-16-8 16,-10 8-16,1-9 15,-8-16 1,-1-18-16,1-16 16,8-9-1</inkml:trace>
  <inkml:trace contextRef="#ctx0" brushRef="#br0" timeOffset="162870.94">14561 16014 0,'0'0'0,"0"0"0,0 0 0,0 0 16,0 0-16,25 0 15,18 8 1,34 1-16,17-18 15,17-25 1,-52 17 0</inkml:trace>
  <inkml:trace contextRef="#ctx0" brushRef="#br0" timeOffset="-157366.34">3610 13275 0,'0'0'0,"0"0"15,0 0-15,0 0 0</inkml:trace>
  <inkml:trace contextRef="#ctx0" brushRef="#br0" timeOffset="-157224.37">3909 13037 0,'0'0'0,"9"0"0,25 26 15,68 33 1,94 26-1,154-17-15,94-34 16,145-42 0,0-35-16,-188-8 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20:03:12.211"/>
    </inkml:context>
    <inkml:brush xml:id="br0">
      <inkml:brushProperty name="width" value="0.05292" units="cm"/>
      <inkml:brushProperty name="height" value="0.05292" units="cm"/>
      <inkml:brushProperty name="color" value="#FF0000"/>
    </inkml:brush>
  </inkml:definitions>
  <inkml:trace contextRef="#ctx0" brushRef="#br0">3994 7637 0,'0'0'0,"9"-8"0,8-1 0,0 0 0,-8 1 16,-1-1 0,1 1-16,-1-1 31,1 1-31,-1 8 15,1 0 1,8 8-16,8 18 16,1 34-1,-17 25-15,-9 25 16,-9 9 0,1-25-16,8-26 15,0-17 1,0-9-1,17-8-15,8-8 16,18-9 0,17-9-16,25 1 15,26-18 1,0 1-16,8-1 16,9 1-16,26-18 15,17 1 1,42-18-16,18 1 15,8-1 1,8 1 0,18 16-16,-9 1 0,8 8 0,-8 8 31,-8 9-15,8 0-1,-9 0-15,-25 0 16,-34 9-16,8-1 15,-16 9 1,-27 9 0,18-1-16,0 1 15,-26-9 1,-26 8-16,-16-8 16,8-8-1,0-1-15,-18-8 0,-16 0 31,-9-8-31,-25-1 16,0 1 0,-18-1-16,1 1 0,-9-1 15,-8 1-15,8-1 32,0-8-17,25-34-15,-7 9 16</inkml:trace>
  <inkml:trace contextRef="#ctx0" brushRef="#br0" timeOffset="5145.22">15807 7161 0,'0'0'0,"-9"0"0,1 17 15,-9 8 1,-9 43 0,0 51-16,9 17 15,0-8 1,-8 0-16,8-18 16,-1-33-1,1-18 1,9-16-16,8-18 15,0 1-15,0-1 16,0-8 0,0-8-16,0 8 15,25 0 1,35 0 0,51 0-16,34-9 15,35-16-15,24-9 16,-24 8-1,-1 1-15,34 16 16,1 9 0,16 9-16,9-9 15,-9 8 1,-8 9 0,-8 0-16,-35 9 15,-34-1 1,-17 1-16,-34-9 15,-26-9 1,-34-8-16,-8-8 16,-17 0-16,-1-1 15,1-8 1,-9 0 0,0-8-16,8-10 15,1-33 1,-9-25-16,-9-52 15,9-33-15,9-1 16,42-135 0</inkml:trace>
  <inkml:trace contextRef="#ctx0" brushRef="#br0" timeOffset="59780.06">9457 11456 0,'0'0'0,"0"0"0,0 0 0,8 17 0,1 17 15,-1 17 1,-8 17-16,9-9 16,-1-8-16,-8 9 15,0-18 1,0 1-16,9-1 15,-1-8 1,10 0 0,-1-8-16,8 8 15,18-9 1,8 1-16,34-18 16,35-8-1,34-25-15,25-9 16,9-9-1,-1 9-15,10 9 16,-10-1 0,10 1-16,8 16 15,-9 9 1,17-8-16,1-1 16,-1 9-16,-8 0 15,-26 9 1,9 16-1,17 1 1,-18-1-16,1 1 16,17-1-16,0 1 15,-17-18 1,16 9 0,1 9-16,-8-9 15,-10 0-15,10 0 16,-1-9-16,-17 9 15,0-8 1,-16-1 0,-27 1-16,1-1 15,-18-16 1,-16-1-16,-9 1 16,-18-9-16,-7 0 15,-27 0 1,-16 0-1,0-9 1,-1-16-16,-8-18 16,0 26-16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20:06:27.273"/>
    </inkml:context>
    <inkml:brush xml:id="br0">
      <inkml:brushProperty name="width" value="0.05292" units="cm"/>
      <inkml:brushProperty name="height" value="0.05292" units="cm"/>
      <inkml:brushProperty name="color" value="#FF0000"/>
    </inkml:brush>
    <inkml:context xml:id="ctx1">
      <inkml:inkSource xml:id="inkSrc4">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1" timeString="2026-04-24T20:09:36.540"/>
    </inkml:context>
  </inkml:definitions>
  <inkml:trace contextRef="#ctx0" brushRef="#br0">18111 8470 0,'0'0'0,"0"0"0,-8-8 0,-9 8 15,-9 0-15,-34 8 16,-34 18 0,-8 8-1,-9 26-15,9-1 16,8 9 0,0 17-16,8 26 15,27-9-15,7-17 16,10 34-1,-1 17 1,26-17-16,17-34 0,26-8 16,33 16-1,44 9 1,42-17 0,60-25-16,8-26 15,26-26 1,-17-25-16,0-17 15,0-17 1,-26-8-16,-17-18 0,-16-25 16,-35-8-1,-43-1 1,-17 0-16,-42-16 16,-43-9-1,-69-17 1,-76-17-16,-68-9 15,-35 26-15,-16 25 16,16 18 0,9 50-1,-86 26-15</inkml:trace>
  <inkml:trace contextRef="#ctx0" brushRef="#br0" timeOffset="1077.1">14177 9865 0,'0'0'0,"0"0"0,0 0 0,-9 0 15,0 0 1,-25 0-16,-25 9 31,-27 8-31,-25 8 16,-17 18-16,26-1 15,16 9-15,10 0 16,7-8 0,10-1-16,-27 18 15,9-1 1,9-8-16,0 0 16,8 0-1,9 9 1,8-9-16,9-8 15,17-1 1,17 1-16,9 8 16,8 0-16,17 8 15,34 9 1,17 9 0,1-9-1,25-9-15,25 1 0,18-18 31,34-16-31,42-18 16,-8 1-16,-9-9 0,1 0 31,-18-17-15,9-9-16,-9 1 0,-34-26 31,-8-17-31,17-17 0,-26-9 16,-17 1-1,-17-9 1,-17-17 0,0 8-16,-26 17 0,-34 9 31,-43 0-15,-25-25-16,-51-9 15,-86-17-15,-76 17 16,-78 34-1,-42 34-15,0 17 16</inkml:trace>
  <inkml:trace contextRef="#ctx0" brushRef="#br0" timeOffset="2333.08">14279 10835 0,'0'0'0,"0"-9"0,9 9 0,-9 0 16,-9-8 0,-8-1-16,-9-8 15,1 0 1,-18 9 0,-8-9-1,-9 0-15,-8 0 16,8 17-1,-25 0-15,-9 8 16,8 9 0,10 26-16,-1 8 15,9 17 1,-1 8-16,18 9 16,8-8-1,-16 8-15,7 0 16,10-9-1,8 1-15,17 0 0,-1 8 16,18 8 0,9 9-1,34-8 1,8-1-16,0 1 16,17-18-1,18 1-15,42-9 16,8-9-1,1-7 1,34-10-16,25-8 16,0-8-1,26-18-15,9-16 16,8-9 0,8-9-16,9-16 15,-34-1 1,-51 0-16,8 1 15,-34-9-15,-34 0 16,-34 8 0,-17 1-1,-18-1-15,-25-25 16,-17-17 0,-34-17-16,-60-34 15,-51-8-15,-51-1 16,-60 26-1,-60 42-15,-51 9 16,-17 0 0</inkml:trace>
  <inkml:trace contextRef="#ctx0" brushRef="#br0" timeOffset="47945.06">20066 7101 0,'0'0'0,"-9"0"0,1 9 0,8-1 16,-9-8-16,1 0 31,-1 9-15,0-1-16,-16 9 15,-18 0 1,-8 26-16,-17 16 15,-1 35 1,-7 50-16,-35 69 16,-9 0-1,18-26-15,-1-26 16,35-50 0,34-35-16,17-33 15,8-18 1,9-16-16,0-9 15,-8-17 1,-1-17-16,9 0 16,0 17-1,-8 0-15,8 0 16,-9 8 0,1 1-16,-1-1 15,1 1 1,8 8-16,0 0 15,0 0 1,0 0 0,0 0-16,0 0 15,8 8 1,26 35-16,17 8 16,1 0-16,50 17 15,43-17 1,111-51-16,34-25 15,43-44 1</inkml:trace>
  <inkml:trace contextRef="#ctx1" brushRef="#br0">20338 8555 0</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4T20:13:18.757"/>
    </inkml:context>
    <inkml:brush xml:id="br0">
      <inkml:brushProperty name="width" value="0.05292" units="cm"/>
      <inkml:brushProperty name="height" value="0.05292" units="cm"/>
      <inkml:brushProperty name="color" value="#FF0000"/>
    </inkml:brush>
  </inkml:definitions>
  <inkml:trace contextRef="#ctx0" brushRef="#br0">2910 3895 0,'9'-8'0,"59"-9"0,120-17 0,896-26 15,-615 51-15,52-8 0,-521 17 0,563-17 16,69 0-16,34 9 0,51-1 16,-291 1-1</inkml:trace>
  <inkml:trace contextRef="#ctx0" brushRef="#br0" timeOffset="20542.64">6162 6200 0,'0'0'16,"9"8"-16,8 9 0,8 17 15,10-8 1,7 8-16,18-9 16,25 1-1,18-9-15,33 0 16,44-9-16,33 1 31,43-9-31,51-9 16,60-8-1,43-17-15,25-8 16,35 33 0,25 26-16,34 9 0,26-9 15,34 0 1,85 76 0,-247-8-16</inkml:trace>
  <inkml:trace contextRef="#ctx0" brushRef="#br0" timeOffset="36120.71">17462 6140 0,'0'0'0,"0"9"0,35 33 0,24 9 0,44 9 16,59 8-1,51-17-15,95-17 16,67-34-1,77-17 1,61-9-16,58 1 16,27 8-1,-188 0-15</inkml:trace>
  <inkml:trace contextRef="#ctx0" brushRef="#br0" timeOffset="37962.41">3312 7135 0,'0'0'0,"51"0"0,77 0 16,94-8-16,34-1 16,25 18-1,35 16-15,43 18 16,102 25-1,76-34-15,-119-26 16</inkml:trace>
  <inkml:trace contextRef="#ctx0" brushRef="#br0" timeOffset="44504.36">8006 8045 0,'0'0'0,"0"0"0,0 0 0,-9 0 31,1 9-31,-9 8 16,-9 17-16,0 8 15,-8 9-15,9-8 16,8-1-1,0 1 1,8-18 0,0 1-16,9-1 15,0 1 1,0-1-16,0 1 16,0-9-1,0 0-15,9 8 16,0 1-1,8 0-15,0-9 16,25 0 0,10-9-16,24 1 15,27-18 1,-9-8-16,8-8 16,26-10-1,9 1-15,8 9 16,0-9-1,9 8-15,16 1 16,1 8 0,-17 0-16,16 0 15,9 17 1,-25 0-16,25 0 16,1 0-1,-27 8-15,26 9 16,1-8-1,-27-1-15,18 1 16,8-1 0,0-16-16,43-1 15,17-8 1,-17 0-16,0 0 16,-8 9-1,7-1-15,10 9 16,-18 0-1,9 9-15,-8-9 16,25 0 0,8-9-16,-8 9 15,-9 9 1,-8-9-16,0 0 16,0 8-1,0-8-15,0 9 16,-26-1-1,-8 1-15,-34-1 16,-26 1-16,-26-9 16,-17 8-1,-25-8 1,-26 0-16,-8 0 16,-9 0-1,-8 0-15,-1 0 16,-8-8-1,0-26-15,-8-60 16,8-33-16,0-9 16,17-26-1,17-144 1</inkml:trace>
  <inkml:trace contextRef="#ctx0" brushRef="#br0" timeOffset="68447.39">12051 11226 0,'0'0'0,"0"0"0,0 0 0,0 17 16,0 8 0,-8 18-16,-18 33 15,1 44-15,-18 16 16,9-34-1,0-9 1,0-8-16,16-17 16,1-34-1,9-8-15,8-1 16,8-16-16,18-1 16,34-16-1,34-1 1,34-16-16,8-18 15,18 9 1,-18 0-16,9 9 16,26-1-16,17 1 15,-9 16 1,26-8 0,-9 9-16,-16 8 15,41 0-15,18-9 16,0-8-1,9 0 1,17 0-16,-18 0 16,-17 0-1,-25 9-15,-25 8 16,24 8-16,-16 1 16,-17-1-1,17-8 1,-26 0-16,-34 9 15,-26-9 1,-25 0-16,-26 8 16,-17-8-1,-8 9-15,-17-9 16,-1 0-16,1 0 16,-9-9-1,8-25-15,1-34 16,16-34-1,1 51-15</inkml:trace>
  <inkml:trace contextRef="#ctx0" brushRef="#br0" timeOffset="69678">5514 12799 0,'0'0'0,"25"-8"0,78-26 0,50-17 16,78-9-1,42 18-15,51 8 16,60 8-16</inkml:trace>
  <inkml:trace contextRef="#ctx0" brushRef="#br0" timeOffset="118319.02">23463 12451 0,'0'0'0,"0"0"0,8 0 0,9-9 0,0 9 16,0-8-16,17-1 15,18 1 1,-1 8-16,0 0 15,9 0 1,8 8-16,-17 9 16,-8 17-1,0 17-15,-9 26 16,-26 25 0,-33 25-16,-35 1 15,-8 8 1,-9-9-16,0-33 15,-17-26 1,0-17-16,17-25 16,18-18-1,16-16-15,9-1 16,17-16 0,0-18-16,17-8 15,17 0 1,17 8-16,26 1 15,8 16 1,26 26 0,25 9-16,26 33 15,-8 9 1,-26 0-16,9 1 16,-1-18-16,-17-17 15,-25-9 1,-43 1-16</inkml:trace>
  <inkml:trace contextRef="#ctx0" brushRef="#br0" timeOffset="119798.11">24350 11898 0,'0'0'0,"0"0"0,0 0 0,0 0 0,9 17 31,25 17-31,26 0 16,8 8-16,0 1 15,9-1 1,-17 1 0,-9-9-16,-8 8 15,-1-8 1,-16-8-16,8 8 16,-17-17-1</inkml:trace>
  <inkml:trace contextRef="#ctx0" brushRef="#br0" timeOffset="120065.8">24871 11779 0,'0'0'0,"-17"8"0,-17 18 0,-35 25 15,-42 34 1,-34 25 0,17-8-16,26-17 15,17-25-15,25-9 16,43-34-1</inkml:trace>
  <inkml:trace contextRef="#ctx0" brushRef="#br0" timeOffset="120528.47">25374 12842 0,'0'0'0,"0"0"0,0 0 0,9 0 0,34 0 15,33 8 1,27 1-16,8-9 15,8 0 1,-16-9-16,-44 1 16,-41 8-1</inkml:trace>
  <inkml:trace contextRef="#ctx0" brushRef="#br0" timeOffset="120726.2">26603 12297 0,'0'0'0,"0"34"0,9 60 0,-1 34 16,-25 67-1,-34 52-15,0 8 16,-26 68 0</inkml:trace>
  <inkml:trace contextRef="#ctx0" brushRef="#br0" timeOffset="143260.57">22814 13114 0,'0'0'0,"0"0"0,-9 0 0,1 8 15,-1 9 1,1 9-16,-18 25 16,1 25-1,-1 27-15,9 7 16,0-8 0,0-8-16,17-26 15,0-17 1,0-9-16,8 1 15,9-9-15,9-9 16,34 1 0,17-18-16,-1 1 15,18-9 1,77-17-16,25-9 16,1 1-1,67-1 1,26 9-16,26 0 15,34 9 1,-17 16-16,17 9 16,51 9-16,-85-1 15,-9 1 1,-8 8 0,-52-9-16,-33 9 15,-78 0 1,-50-8-16,-27-9 15,-25-9 1,-25 1-16,-1-9 16,-8-17-16,-8-43 15,-1-118 1,1-171-16</inkml:trace>
  <inkml:trace contextRef="#ctx0" brushRef="#br0" timeOffset="154003.51">23198 15410 0,'0'0'0,"9"-17"0,33-17 0,35-25 0,25-1 15,1 26 1,25 17-16,-9 0 15,-25 8 1,-8 9-16,-27 17 16,-16 17-1,-26 35-15,-43 41 16,-33 1 0,-44-26-16,-33 0 15,8-9 1,42-25-16,27-17 15,24-17 1,18-8-16,17-9 16,0 0-1,9-9-15,34 1 16,42 8 0,17 8-16,-8 9 15,-25 17-15,7 17 16,-7 9-1,-18-18 1,-17-16-16,-8-9 16,-1-17-1,-8 0-15</inkml:trace>
  <inkml:trace contextRef="#ctx0" brushRef="#br0" timeOffset="154294.57">25042 14968 0,'0'0'0,"-9"8"0,-17 26 15,-16 26-15,-27 42 16,-7 77-1,-27 25-15,1 42 16,34-25 0,42-51-16,26 18 15,51-52 1,52-43 0,33-59-16,-68-34 15</inkml:trace>
  <inkml:trace contextRef="#ctx0" brushRef="#br0" timeOffset="155056.07">25750 15546 0,'0'0'0,"0"0"0,0 0 0,26 0 16,16 26 0,9 8-16,9 17 15,-9 17 1,-16 0-16,-18 0 15,-26 8 1,-25 1-16,-26-9 16,-25-9-1,-26-16 1,17-17-16,17-18 16,34 1-1,9-9-15,17 0 16,9 0-1,8 0-15,8 8 16,26 35 0,35 25-16,16 8 15,26 1 1,0-9-16,-17-34 16,-9-34-1,9-43-15,-43 18 0</inkml:trace>
  <inkml:trace contextRef="#ctx0" brushRef="#br0" timeOffset="155408.49">26288 15036 0,'0'0'0,"8"17"0,18 34 0,8 17 15,17 17 1,9 0 0,0-8-16,-1-9 15,10-17 1,-1-9-16,-25-25 16</inkml:trace>
  <inkml:trace contextRef="#ctx0" brushRef="#br0" timeOffset="155615.38">26859 15044 0,'-8'0'0,"-69"60"0,-42 59 15,-1 17-15,18 0 16,16-42-1,10-18 1,24-8-16,27-17 16,16-25-16</inkml:trace>
  <inkml:trace contextRef="#ctx0" brushRef="#br0" timeOffset="155885.88">27167 16167 0,'0'0'0,"8"0"0,26 8 15,52-8-15,33-8 16,-8-9 0,-68 8-16</inkml:trace>
  <inkml:trace contextRef="#ctx0" brushRef="#br0" timeOffset="156271.76">28660 15869 0,'0'0'0,"-8"17"0,-26 43 0,-9 42 15,-8 17 1,-9 9 0,17-26-16,9-34 0,17-17 31,9-34-15</inkml:trace>
  <inkml:trace contextRef="#ctx0" brushRef="#br0" timeOffset="156723.66">29548 15172 0,'0'0'0,"0"0"0,9 8 0,-1 1 16,1-1 0,-1-8-16,1 0 15,8 9 1,0 8-16,0 0 15,0 9 1,0 8-16,0 8 16,-8 43-1,-1 51-15,1 26 16,-9 25 0,-9 0-16,-34 43 15,-33-9 1,-18-34-16,-51 0 15,-77-34 1,-43-51-16,-85 9 16</inkml:trace>
  <inkml:trace contextRef="#ctx0" brushRef="#br0" timeOffset="157804.03">23531 17230 0,'0'0'0,"0"0"0,0 0 0,17 0 16,17 17 0,17 17-1,0 43-15,9 33 16,-26 9-16,-25-34 15,-18 0 1,-33 26-16,-18-1 16,-17-42-1,9-25-15,8-26 16,9-34 0,17-34-1,25 0-15,26 8 16,26-8-16,17 17 15,8 9 1,9 25-16,8 8 16,-8 26-1,0 26 1,-17 8-16,-18 0 16,-8-17-1,-17-17-15,-8-25 0</inkml:trace>
  <inkml:trace contextRef="#ctx0" brushRef="#br0" timeOffset="158154.98">24359 17094 0,'0'0'0,"0"0"0,25 25 0,27 18 31,7 0-31,-7 8 16,-1 0-16,0-17 16,26-17-1,8-34-15,-34 8 16</inkml:trace>
  <inkml:trace contextRef="#ctx0" brushRef="#br0" timeOffset="158344.68">24785 17026 0,'-8'0'0,"-18"17"0,-25 25 31,-51 27-31,-1 16 31,1 8-15,8 18-16,94-111 0,-60 76 0,26-33 0,26-18 15</inkml:trace>
  <inkml:trace contextRef="#ctx0" brushRef="#br0" timeOffset="158585.66">25443 17026 0,'0'0'0,"-9"0"0,1 17 0,-9 17 0,-9 25 16,-8 18-1,0 0-15,8-9 16,0-26-1,18-25-15</inkml:trace>
  <inkml:trace contextRef="#ctx0" brushRef="#br0" timeOffset="158773.47">25229 17171 0,'0'0'0,"0"0"0,9 0 16,34 8-16,42-16 16,17-1-1,-33 9 1,-10 0-16,-25 0 16</inkml:trace>
  <inkml:trace contextRef="#ctx0" brushRef="#br0" timeOffset="159011.35">26049 17128 0,'0'0'0,"-9"0"0,1 17 16,-1 9-1,9-1-15,0 1 16,9 8-16,8 25 16,0-25-1</inkml:trace>
  <inkml:trace contextRef="#ctx0" brushRef="#br0" timeOffset="159320.92">26544 17953 0,'0'0'0,"8"0"0,43 0 0,35-9 32,25 1-32,8-9 15,-25 8-15,-9 1 0,-42-1 16</inkml:trace>
  <inkml:trace contextRef="#ctx0" brushRef="#br0" timeOffset="159727.12">27722 17672 0,'0'0'0,"0"0"0,0 0 0,17 0 16,8 9 0,9 8-16,-8 0 15,0 0 1,-18 8-16,1 9 15,-18 26 1,-17 16-16,1 1 16,-9-1-1,0-24-15,17-18 16,-1-9 0,18-16-16,18 8 15,33 0 1,60 17-16,34-9 15,17-25 1,94-51-16,102-51 16</inkml:trace>
  <inkml:trace contextRef="#ctx0" brushRef="#br0" timeOffset="-104768.62">19929 12646 0,'0'0'0,"0"0"0,0 0 0,0 0 16,0 0-16,0 0 31,0 0-31,0 0 15,0 0-15,0 0 0,-8 26 16,-1 16 0,-8 35-16,-17 42 15,-9 17 1,-8-9 0,-26 1-1,0-17-15,26-18 16,0-16-1,17-18-15,8-25 16,18-17 0</inkml:trace>
  <inkml:trace contextRef="#ctx0" brushRef="#br0" timeOffset="-104413.08">18948 13131 0,'0'0'0,"0"0"0,0 0 15,0 0-15,0 0 16,0 0 0,0 25-16,-9 26 15,1 17 1,8 18-16,0-18 15,17-9 1,0-8-16,17-8 16,8-18-1,-7 1-15,-1-9 16,8-9 0,18-8-16,17-17 15,51-42 1,51-35-16,43-68 15,68-76 1</inkml:trace>
  <inkml:trace contextRef="#ctx0" brushRef="#br0" timeOffset="-95740.95">17847 16754 0,'0'0'0,"0"0"0,0 0 0,0 0 16,0 0-16,0 0 16,0 0-1,0 0-15,0 0 16,0 0-1,0 0-15,0 0 16,0-9 0,17 1-16,0 8 15,-9 0 1</inkml:trace>
  <inkml:trace contextRef="#ctx0" brushRef="#br0" timeOffset="-93785.03">20185 12570 0,'0'0'0,"0"0"0,9 0 0,-9 0 15,0 0-15,0 8 16,-17 9 0,-9 9-1,-8 8-15,0 0 16,0 0-16,-1 0 15,-7 0 1,-1 25-16,-8 18 16,-26 50-1,-25 26 1,8-16-16,34-27 16,9-16-1,17-35-15,17-25 16,0-17-16,8-25 15,9-1 1</inkml:trace>
  <inkml:trace contextRef="#ctx0" brushRef="#br0" timeOffset="-93491.45">19195 12893 0,'0'0'0,"0"0"0,0 17 0,0 42 16,9 26-1,-1 9 1,9-9-16,9 0 16,8 9-1,-8-26-15,-1-17 16,1-9-1,8-16-15,51-1 16,52-25 0,25-42-16,26-35 15,102-50-15</inkml:trace>
  <inkml:trace contextRef="#ctx0" brushRef="#br0" timeOffset="-81047.59">21252 17290 0,'0'0'0,"0"0"0,0 0 0,9 0 0,-1 0 16,-8 0-16,0 0 15,-8 0 1,-18 0-16,0 0 16,-8 0-1,-8-9 1,-1 1-16,-8-9 15,-1-9 1,-7-16-16,-27-18 16,1-8-1,17 8-15,17 9 16,16 17-16,10 9 31,8-1-31,0 9 16,8 0-16,9 17 0</inkml:trace>
  <inkml:trace contextRef="#ctx0" brushRef="#br0" timeOffset="-80665.66">20646 17119 0,'0'0'0,"-8"17"0,-1 9 16,0 0-1,1-1 1,-1-16-16,1-1 0,-1 1 15,9-1 1,-8 1 0,-1-1-1,1 1 1,-18-1-16,0-8 16,-8-8-1,0-1-15,9-8 16,8-8-16,-1-1 0,1 1 31,9 8-15,-1-1-16,9 1 0,0 9 31,0-18-31,26 1 16,8-9-1,34-9-15,35-8 16,16 9-1,1-1-15,-61 26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4/24/2026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4/24/2026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7.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4.png"/><Relationship Id="rId7" Type="http://schemas.openxmlformats.org/officeDocument/2006/relationships/customXml" Target="../ink/ink8.xml"/><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4.png"/><Relationship Id="rId7" Type="http://schemas.openxmlformats.org/officeDocument/2006/relationships/customXml" Target="../ink/ink9.xml"/><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50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0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dirty="0"/>
              <a:t>Lecture 12: Sorting</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A8AF-72A5-B472-A0CD-E37AFD3D075A}"/>
              </a:ext>
            </a:extLst>
          </p:cNvPr>
          <p:cNvSpPr>
            <a:spLocks noGrp="1"/>
          </p:cNvSpPr>
          <p:nvPr>
            <p:ph type="title"/>
          </p:nvPr>
        </p:nvSpPr>
        <p:spPr/>
        <p:txBody>
          <a:bodyPr/>
          <a:lstStyle/>
          <a:p>
            <a:r>
              <a:rPr lang="en-US" dirty="0"/>
              <a:t>Collision Resolution</a:t>
            </a:r>
          </a:p>
        </p:txBody>
      </p:sp>
      <p:sp>
        <p:nvSpPr>
          <p:cNvPr id="3" name="Content Placeholder 2">
            <a:extLst>
              <a:ext uri="{FF2B5EF4-FFF2-40B4-BE49-F238E27FC236}">
                <a16:creationId xmlns:a16="http://schemas.microsoft.com/office/drawing/2014/main" id="{3D07292A-1917-0E43-0B96-34F56EC9DE4C}"/>
              </a:ext>
            </a:extLst>
          </p:cNvPr>
          <p:cNvSpPr>
            <a:spLocks noGrp="1"/>
          </p:cNvSpPr>
          <p:nvPr>
            <p:ph idx="1"/>
          </p:nvPr>
        </p:nvSpPr>
        <p:spPr/>
        <p:txBody>
          <a:bodyPr/>
          <a:lstStyle/>
          <a:p>
            <a:r>
              <a:rPr lang="en-US" dirty="0"/>
              <a:t>A Collision occurs when we want to insert something into an already-occupied position in the hash table</a:t>
            </a:r>
          </a:p>
          <a:p>
            <a:r>
              <a:rPr lang="en-US" dirty="0"/>
              <a:t>2 main strategies:</a:t>
            </a:r>
          </a:p>
          <a:p>
            <a:pPr lvl="1"/>
            <a:r>
              <a:rPr lang="en-US" dirty="0"/>
              <a:t>Separate Chaining</a:t>
            </a:r>
          </a:p>
          <a:p>
            <a:pPr lvl="2"/>
            <a:r>
              <a:rPr lang="en-US" dirty="0"/>
              <a:t>Use a secondary data structure to contain the items</a:t>
            </a:r>
          </a:p>
          <a:p>
            <a:pPr lvl="3"/>
            <a:r>
              <a:rPr lang="en-US" dirty="0"/>
              <a:t>E.g. each index in the hash table is itself a linked list</a:t>
            </a:r>
          </a:p>
          <a:p>
            <a:pPr lvl="1"/>
            <a:r>
              <a:rPr lang="en-US" dirty="0"/>
              <a:t>Open Addressing</a:t>
            </a:r>
          </a:p>
          <a:p>
            <a:pPr lvl="2"/>
            <a:r>
              <a:rPr lang="en-US" dirty="0"/>
              <a:t>Use a different spot in the table instead</a:t>
            </a:r>
          </a:p>
          <a:p>
            <a:pPr lvl="3"/>
            <a:r>
              <a:rPr lang="en-US" dirty="0"/>
              <a:t>Linear Probing</a:t>
            </a:r>
          </a:p>
          <a:p>
            <a:pPr lvl="3"/>
            <a:r>
              <a:rPr lang="en-US" dirty="0"/>
              <a:t>Quadratic Probing</a:t>
            </a:r>
          </a:p>
          <a:p>
            <a:pPr lvl="3"/>
            <a:r>
              <a:rPr lang="en-US" dirty="0"/>
              <a:t>Double Hashing</a:t>
            </a:r>
          </a:p>
          <a:p>
            <a:pPr marL="0" indent="0">
              <a:buNone/>
            </a:pPr>
            <a:endParaRPr lang="en-US" dirty="0"/>
          </a:p>
        </p:txBody>
      </p:sp>
      <p:grpSp>
        <p:nvGrpSpPr>
          <p:cNvPr id="4" name="Group 3" descr="An empty array of size 10">
            <a:extLst>
              <a:ext uri="{FF2B5EF4-FFF2-40B4-BE49-F238E27FC236}">
                <a16:creationId xmlns:a16="http://schemas.microsoft.com/office/drawing/2014/main" id="{AF91B734-73D3-DC0E-2EA2-99B52DE40162}"/>
              </a:ext>
            </a:extLst>
          </p:cNvPr>
          <p:cNvGrpSpPr/>
          <p:nvPr/>
        </p:nvGrpSpPr>
        <p:grpSpPr>
          <a:xfrm>
            <a:off x="5389880" y="5395595"/>
            <a:ext cx="6400800" cy="1097280"/>
            <a:chOff x="4953000" y="660717"/>
            <a:chExt cx="6400800" cy="1097280"/>
          </a:xfrm>
        </p:grpSpPr>
        <p:grpSp>
          <p:nvGrpSpPr>
            <p:cNvPr id="5" name="Group 4">
              <a:extLst>
                <a:ext uri="{FF2B5EF4-FFF2-40B4-BE49-F238E27FC236}">
                  <a16:creationId xmlns:a16="http://schemas.microsoft.com/office/drawing/2014/main" id="{EBAB576A-E277-4D44-8605-52AA1885F28A}"/>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FB6B729D-973C-9729-632E-7734BF046430}"/>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8D280AE4-DF69-9BCF-A1E0-3A8E6BE2B33B}"/>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9B8C4FDE-B0DE-2771-370F-1A0C867096C0}"/>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7B97DC60-EB0D-24EA-F496-C00651236C4A}"/>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18589CB5-BA80-50F5-226F-5781BC30B897}"/>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41334B41-6AC4-A0BD-25EF-9FB7C063565F}"/>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2AA01879-292C-EAF8-264C-81133339D775}"/>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A0E7C03F-94AB-7223-381C-92C41393769B}"/>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75E6F94F-27FE-D263-E64E-FE7AB20BF7C9}"/>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4F73501A-40F5-F49B-0791-7DCE4C018645}"/>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F5C056CA-946D-B557-9168-1E9CA2B477B6}"/>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D2E4B604-A8C8-A753-DAD3-56463AC1B8B9}"/>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440D010B-46BA-24A7-2F9F-E2B5E82325AC}"/>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EDE21E00-A30B-1A54-F38A-541C565F9340}"/>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A4F2D1BF-F61C-68D8-1070-7FA83CFF1DF3}"/>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7D8FBC60-940C-B628-8C12-BC09ED41F408}"/>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39443195-B9EA-DE7E-DBA2-00E011DBA1C2}"/>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3800E23E-90B1-5279-C25A-4E2AC8972ED3}"/>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C77FE1D7-CC95-D643-4744-7214AFBD5D15}"/>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9DCB5281-E8A2-F396-0EC9-1F31090E63F7}"/>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CED01229-04B7-F7D8-4C7C-A8A02458CA1E}"/>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3608BDFC-5DA1-3001-9344-024161170286}"/>
                  </a:ext>
                </a:extLst>
              </p14:cNvPr>
              <p14:cNvContentPartPr/>
              <p14:nvPr/>
            </p14:nvContentPartPr>
            <p14:xfrm>
              <a:off x="924840" y="3027960"/>
              <a:ext cx="879120" cy="2838600"/>
            </p14:xfrm>
          </p:contentPart>
        </mc:Choice>
        <mc:Fallback>
          <p:pic>
            <p:nvPicPr>
              <p:cNvPr id="27" name="Ink 26">
                <a:extLst>
                  <a:ext uri="{FF2B5EF4-FFF2-40B4-BE49-F238E27FC236}">
                    <a16:creationId xmlns:a16="http://schemas.microsoft.com/office/drawing/2014/main" id="{3608BDFC-5DA1-3001-9344-024161170286}"/>
                  </a:ext>
                </a:extLst>
              </p:cNvPr>
              <p:cNvPicPr/>
              <p:nvPr/>
            </p:nvPicPr>
            <p:blipFill>
              <a:blip r:embed="rId3"/>
              <a:stretch>
                <a:fillRect/>
              </a:stretch>
            </p:blipFill>
            <p:spPr>
              <a:xfrm>
                <a:off x="915480" y="3018600"/>
                <a:ext cx="897840" cy="2857320"/>
              </a:xfrm>
              <a:prstGeom prst="rect">
                <a:avLst/>
              </a:prstGeom>
            </p:spPr>
          </p:pic>
        </mc:Fallback>
      </mc:AlternateContent>
    </p:spTree>
    <p:extLst>
      <p:ext uri="{BB962C8B-B14F-4D97-AF65-F5344CB8AC3E}">
        <p14:creationId xmlns:p14="http://schemas.microsoft.com/office/powerpoint/2010/main" val="979381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D21D-C91E-3FE2-2027-49433DFD68FC}"/>
              </a:ext>
            </a:extLst>
          </p:cNvPr>
          <p:cNvSpPr>
            <a:spLocks noGrp="1"/>
          </p:cNvSpPr>
          <p:nvPr>
            <p:ph type="title"/>
          </p:nvPr>
        </p:nvSpPr>
        <p:spPr/>
        <p:txBody>
          <a:bodyPr/>
          <a:lstStyle/>
          <a:p>
            <a:r>
              <a:rPr lang="en-US" dirty="0"/>
              <a:t>Collision Resolution: Linear Probing</a:t>
            </a:r>
          </a:p>
        </p:txBody>
      </p:sp>
      <p:sp>
        <p:nvSpPr>
          <p:cNvPr id="3" name="Content Placeholder 2">
            <a:extLst>
              <a:ext uri="{FF2B5EF4-FFF2-40B4-BE49-F238E27FC236}">
                <a16:creationId xmlns:a16="http://schemas.microsoft.com/office/drawing/2014/main" id="{218C88E4-9BBE-71CC-681D-27A20BEEA2AF}"/>
              </a:ext>
            </a:extLst>
          </p:cNvPr>
          <p:cNvSpPr>
            <a:spLocks noGrp="1"/>
          </p:cNvSpPr>
          <p:nvPr>
            <p:ph idx="1"/>
          </p:nvPr>
        </p:nvSpPr>
        <p:spPr/>
        <p:txBody>
          <a:bodyPr/>
          <a:lstStyle/>
          <a:p>
            <a:r>
              <a:rPr lang="en-US" dirty="0"/>
              <a:t>When there’s a collision, use the next open space in the table</a:t>
            </a:r>
          </a:p>
          <a:p>
            <a:pPr marL="0" indent="0">
              <a:buNone/>
            </a:pPr>
            <a:endParaRPr lang="en-US" dirty="0"/>
          </a:p>
        </p:txBody>
      </p:sp>
      <p:grpSp>
        <p:nvGrpSpPr>
          <p:cNvPr id="4" name="Group 3" descr="An empty hash table of size 10">
            <a:extLst>
              <a:ext uri="{FF2B5EF4-FFF2-40B4-BE49-F238E27FC236}">
                <a16:creationId xmlns:a16="http://schemas.microsoft.com/office/drawing/2014/main" id="{0E33847A-21B7-8D67-70E7-20697D5D828F}"/>
              </a:ext>
            </a:extLst>
          </p:cNvPr>
          <p:cNvGrpSpPr/>
          <p:nvPr/>
        </p:nvGrpSpPr>
        <p:grpSpPr>
          <a:xfrm>
            <a:off x="2895600" y="4838063"/>
            <a:ext cx="6400800" cy="1097280"/>
            <a:chOff x="4953000" y="660717"/>
            <a:chExt cx="6400800" cy="1097280"/>
          </a:xfrm>
        </p:grpSpPr>
        <p:grpSp>
          <p:nvGrpSpPr>
            <p:cNvPr id="5" name="Group 4">
              <a:extLst>
                <a:ext uri="{FF2B5EF4-FFF2-40B4-BE49-F238E27FC236}">
                  <a16:creationId xmlns:a16="http://schemas.microsoft.com/office/drawing/2014/main" id="{072483E0-035B-552B-046B-B8CFCDDDA378}"/>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10A2255D-F389-165E-90CE-D5FDEDDAD427}"/>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9873DF17-BBDE-7098-679E-F718BD0005E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7497686A-BF93-5D4B-62ED-13F2DCF99D2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23DB1FA2-F273-056C-0BC0-3CF45C0F23ED}"/>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5EFCA446-C2F3-17AC-0BE3-69BCB6EC8B5A}"/>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9E15B43A-CE28-5824-C803-3DB155C25B9F}"/>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DD50E83A-82AF-5B5F-4819-0B3B5A4A67D4}"/>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D477FBFB-DD77-940B-BBEF-1081F2AB4D8D}"/>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F54EC3AB-7728-01B1-C085-C01979A56E18}"/>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35AF9B6F-5851-F1D1-4A8F-611B3182AB28}"/>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F6CBC511-68D6-8230-0208-019B6D43F0C0}"/>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AEAA4797-6DEA-8CBE-BAC1-E915143B9341}"/>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DF550FB6-B136-FD0A-CDFB-8DCF58F3E6BD}"/>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B75A14D9-1D9F-1F25-2689-4B160E4CD780}"/>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5B50E096-C2C7-35F2-770A-652F4CB9C336}"/>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81390E29-9377-939E-4D08-909131F81DFA}"/>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718A230B-E4DC-C904-C2DD-D6BF5FD6E094}"/>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6C3758B1-9087-D7B1-ABB7-BF5CFE288F86}"/>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FC2C4802-4643-0124-1D32-E88B8617331A}"/>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34B46D2A-B3B0-8BFB-4118-5BA56C95DCC4}"/>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3DB85716-D30D-EBB1-5947-E6BF559FAEB6}"/>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16F7FB69-3B92-6FC6-C759-C6C3F1930DDD}"/>
                  </a:ext>
                </a:extLst>
              </p14:cNvPr>
              <p14:cNvContentPartPr/>
              <p14:nvPr/>
            </p14:nvContentPartPr>
            <p14:xfrm>
              <a:off x="2015640" y="3885120"/>
              <a:ext cx="7506720" cy="2364120"/>
            </p14:xfrm>
          </p:contentPart>
        </mc:Choice>
        <mc:Fallback>
          <p:pic>
            <p:nvPicPr>
              <p:cNvPr id="27" name="Ink 26">
                <a:extLst>
                  <a:ext uri="{FF2B5EF4-FFF2-40B4-BE49-F238E27FC236}">
                    <a16:creationId xmlns:a16="http://schemas.microsoft.com/office/drawing/2014/main" id="{16F7FB69-3B92-6FC6-C759-C6C3F1930DDD}"/>
                  </a:ext>
                </a:extLst>
              </p:cNvPr>
              <p:cNvPicPr/>
              <p:nvPr/>
            </p:nvPicPr>
            <p:blipFill>
              <a:blip r:embed="rId3"/>
              <a:stretch>
                <a:fillRect/>
              </a:stretch>
            </p:blipFill>
            <p:spPr>
              <a:xfrm>
                <a:off x="2006280" y="3875760"/>
                <a:ext cx="7525440" cy="2382840"/>
              </a:xfrm>
              <a:prstGeom prst="rect">
                <a:avLst/>
              </a:prstGeom>
            </p:spPr>
          </p:pic>
        </mc:Fallback>
      </mc:AlternateContent>
    </p:spTree>
    <p:extLst>
      <p:ext uri="{BB962C8B-B14F-4D97-AF65-F5344CB8AC3E}">
        <p14:creationId xmlns:p14="http://schemas.microsoft.com/office/powerpoint/2010/main" val="2297001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Linear Probing: Insert Procedure</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is occupied then try index </a:t>
            </a:r>
            <a:r>
              <a:rPr lang="en-US" dirty="0">
                <a:latin typeface="Consolas" panose="020B0609020204030204" pitchFamily="49" charset="0"/>
              </a:rPr>
              <a:t>(i+1)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that is occupied try index </a:t>
            </a:r>
            <a:r>
              <a:rPr lang="en-US" dirty="0">
                <a:latin typeface="Consolas" panose="020B0609020204030204" pitchFamily="49" charset="0"/>
              </a:rPr>
              <a:t>(i+2) % </a:t>
            </a:r>
            <a:r>
              <a:rPr lang="en-US" dirty="0" err="1">
                <a:latin typeface="Consolas" panose="020B0609020204030204" pitchFamily="49" charset="0"/>
              </a:rPr>
              <a:t>table.length</a:t>
            </a:r>
            <a:endParaRPr lang="en-US" dirty="0"/>
          </a:p>
          <a:p>
            <a:pPr lvl="1"/>
            <a:r>
              <a:rPr lang="en-US" dirty="0"/>
              <a:t>If that is occupied try index </a:t>
            </a:r>
            <a:r>
              <a:rPr lang="en-US" dirty="0">
                <a:latin typeface="Consolas" panose="020B0609020204030204" pitchFamily="49" charset="0"/>
              </a:rPr>
              <a:t>(i+3) % </a:t>
            </a:r>
            <a:r>
              <a:rPr lang="en-US" dirty="0" err="1">
                <a:latin typeface="Consolas" panose="020B0609020204030204" pitchFamily="49" charset="0"/>
              </a:rPr>
              <a:t>table.length</a:t>
            </a:r>
            <a:endParaRPr lang="en-US" dirty="0"/>
          </a:p>
          <a:p>
            <a:pPr lvl="1"/>
            <a:r>
              <a:rPr lang="en-US" dirty="0"/>
              <a:t>…</a:t>
            </a:r>
          </a:p>
        </p:txBody>
      </p:sp>
      <p:grpSp>
        <p:nvGrpSpPr>
          <p:cNvPr id="4" name="Group 3" descr="An empty hash table of size 10">
            <a:extLst>
              <a:ext uri="{FF2B5EF4-FFF2-40B4-BE49-F238E27FC236}">
                <a16:creationId xmlns:a16="http://schemas.microsoft.com/office/drawing/2014/main" id="{A7F5364F-88DC-3F96-2BC8-BAFA44EC14BE}"/>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784DAC70-2D02-4363-C33E-910CC23D54FE}"/>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313EEE87-6AB8-548B-F84D-F081E8ECF76E}"/>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84FFA859-CE6A-3363-4D19-9CAB7D56F05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0627DBA0-51B9-2EDB-EBA7-1E4A030D3BD3}"/>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54B5109F-FED7-B365-433C-F0CF16F73FD8}"/>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7C3AF265-E570-4D67-F01B-B938693539B6}"/>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491A2D82-FDC4-EA2F-2A43-D14EA4AA9250}"/>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DDEA582E-177A-FEBE-3F05-79B2349E7EED}"/>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9A7DDDD4-8D2E-F314-F507-8FA0016B4B5C}"/>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CF9000BC-81DC-CE44-03EB-CDF8D357E516}"/>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5DF3124B-193F-D905-24FE-C943F42B8A33}"/>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56F3B3C3-578B-F0CF-7FDA-4D658EACB546}"/>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5ECA0DCD-68D5-0470-BBE4-88793B346E25}"/>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049C5070-60AB-1BF9-E768-8ADCF618F29D}"/>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7ABDDB81-53DE-3741-D996-1F287A6DDDB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1A6C8874-6AA8-354F-33B5-648D0C65EEE2}"/>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6790C2C0-54CD-8E8A-29F1-4E4245996583}"/>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777B6A59-79DD-E078-29A8-28E65E272796}"/>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2BC9E6AB-C5FC-2724-1BF9-D8BBC6BF709A}"/>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9198A0B8-7969-41D6-DAFF-DB99A0ED3CF0}"/>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C69979AC-43BC-32F9-927F-21D434B1657C}"/>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C3FB1665-49F1-41F3-8E29-06DAC51EBB0E}"/>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527012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How to find?</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p:txBody>
          <a:bodyPr/>
          <a:lstStyle/>
          <a:p>
            <a:r>
              <a:rPr lang="en-US" dirty="0"/>
              <a:t>What do you think?</a:t>
            </a:r>
          </a:p>
        </p:txBody>
      </p:sp>
      <p:grpSp>
        <p:nvGrpSpPr>
          <p:cNvPr id="4" name="Group 3" descr="An empty hash table of size 10">
            <a:extLst>
              <a:ext uri="{FF2B5EF4-FFF2-40B4-BE49-F238E27FC236}">
                <a16:creationId xmlns:a16="http://schemas.microsoft.com/office/drawing/2014/main" id="{81CB483B-1B51-81A4-998F-C18BDFC7A15B}"/>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C59E03DE-9160-760E-CF86-C5941F904018}"/>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1FB13D3D-1B90-EAA5-7AFB-EA801C2BB03B}"/>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CFE21E7F-24A9-345B-6179-CE9B6B64048E}"/>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8C08EC2F-4B9F-A549-E285-F42819929435}"/>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3385E2DE-C98D-9B83-787C-CDCDA12EE202}"/>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C6E10180-6F3A-3B45-83C4-214CAC8D7CD9}"/>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B778B9FA-5B1A-6BAA-D0ED-497B6D233882}"/>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825C5EA0-74A9-C388-4C28-4D4F714373D5}"/>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F6DE8AEA-6615-91BD-FFF6-5CBC5567FDB2}"/>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58753DEE-E10D-C9D8-4695-E23D2D67AB45}"/>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96618187-A7D6-BE09-20B6-BAA91D197150}"/>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4D31F8DB-D9C0-B9CB-3688-A3070BDBF18E}"/>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8FB6E01C-853F-A01D-EC7F-ADF1B7503A78}"/>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15FC6836-E37B-902E-DCCA-42612165BE79}"/>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A5BF1168-2CD5-0057-BC2B-4909F76A33DD}"/>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40BAE604-1186-0894-51A9-CDB7E3244583}"/>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7C78DDE3-ACB7-0049-DED7-1DAD1BC7F508}"/>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1B16DDB0-7B34-54E8-8893-11222F305B1A}"/>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BC05449B-00C3-5D02-3BCE-87B9791D97FD}"/>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BF1FDF2D-2EED-BE48-04B0-683CDAB71ABE}"/>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9851D624-3FB9-0A77-322F-64E16B3803E0}"/>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EA3D70CC-3542-191B-70BD-13DD27D6CB44}"/>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4981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Find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p:txBody>
              <a:bodyPr/>
              <a:lstStyle/>
              <a:p>
                <a:r>
                  <a:rPr lang="en-US" dirty="0"/>
                  <a:t>To find key </a:t>
                </a:r>
                <a:r>
                  <a:rPr lang="en-US" dirty="0">
                    <a:latin typeface="Consolas" panose="020B0609020204030204" pitchFamily="49" charset="0"/>
                  </a:rPr>
                  <a:t>k</a:t>
                </a: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If </a:t>
                </a:r>
                <a:r>
                  <a:rPr lang="en-US" sz="2000" dirty="0">
                    <a:solidFill>
                      <a:prstClr val="black"/>
                    </a:solidFill>
                    <a:latin typeface="Consolas" panose="020B0609020204030204" pitchFamily="49" charset="0"/>
                  </a:rPr>
                  <a:t>table[</a:t>
                </a:r>
                <a:r>
                  <a:rPr lang="en-US" sz="2000" dirty="0" err="1">
                    <a:solidFill>
                      <a:prstClr val="black"/>
                    </a:solidFill>
                    <a:latin typeface="Consolas" panose="020B0609020204030204" pitchFamily="49" charset="0"/>
                  </a:rPr>
                  <a:t>i</a:t>
                </a:r>
                <a:r>
                  <a:rPr lang="en-US" sz="2000" dirty="0">
                    <a:solidFill>
                      <a:prstClr val="black"/>
                    </a:solidFill>
                    <a:latin typeface="Consolas" panose="020B0609020204030204" pitchFamily="49" charset="0"/>
                  </a:rPr>
                  <a:t>] </a:t>
                </a:r>
                <a:r>
                  <a:rPr lang="en-US" dirty="0"/>
                  <a:t>is occupied but doesn’t have </a:t>
                </a:r>
                <a:r>
                  <a:rPr lang="en-US" dirty="0">
                    <a:latin typeface="Consolas" panose="020B0609020204030204" pitchFamily="49" charset="0"/>
                  </a:rPr>
                  <a:t>k</a:t>
                </a:r>
                <a:r>
                  <a:rPr lang="en-US" dirty="0"/>
                  <a:t>, check</a:t>
                </a:r>
                <a:r>
                  <a:rPr lang="en-US" sz="2000" dirty="0"/>
                  <a:t> </a:t>
                </a:r>
                <a:r>
                  <a:rPr lang="en-US" sz="2000" dirty="0">
                    <a:latin typeface="Consolas" panose="020B0609020204030204" pitchFamily="49" charset="0"/>
                  </a:rPr>
                  <a:t>(i+1) % </a:t>
                </a:r>
                <a:r>
                  <a:rPr lang="en-US" sz="2000" dirty="0" err="1">
                    <a:latin typeface="Consolas" panose="020B0609020204030204" pitchFamily="49" charset="0"/>
                  </a:rPr>
                  <a:t>table.length</a:t>
                </a:r>
                <a:endParaRPr lang="en-US" b="0" dirty="0"/>
              </a:p>
              <a:p>
                <a:pPr lvl="1"/>
                <a:r>
                  <a:rPr lang="en-US" dirty="0"/>
                  <a:t>If that is occupied and doesn’t contain </a:t>
                </a:r>
                <a:r>
                  <a:rPr lang="en-US" dirty="0">
                    <a:latin typeface="Consolas" panose="020B0609020204030204" pitchFamily="49" charset="0"/>
                  </a:rPr>
                  <a:t>k</a:t>
                </a:r>
                <a:r>
                  <a:rPr lang="en-US" dirty="0"/>
                  <a:t>, check </a:t>
                </a:r>
                <a:r>
                  <a:rPr lang="en-US" sz="2000" dirty="0">
                    <a:latin typeface="Consolas" panose="020B0609020204030204" pitchFamily="49" charset="0"/>
                  </a:rPr>
                  <a:t>(i+2) % </a:t>
                </a:r>
                <a:r>
                  <a:rPr lang="en-US" sz="2000" dirty="0" err="1">
                    <a:latin typeface="Consolas" panose="020B0609020204030204" pitchFamily="49" charset="0"/>
                  </a:rPr>
                  <a:t>table.length</a:t>
                </a:r>
                <a:endParaRPr lang="en-US" dirty="0"/>
              </a:p>
              <a:p>
                <a:pPr lvl="1"/>
                <a:r>
                  <a:rPr lang="en-US" dirty="0"/>
                  <a:t>If that is occupied and doesn’t contain </a:t>
                </a:r>
                <a:r>
                  <a:rPr lang="en-US" dirty="0">
                    <a:latin typeface="Consolas" panose="020B0609020204030204" pitchFamily="49" charset="0"/>
                  </a:rPr>
                  <a:t>k</a:t>
                </a:r>
                <a:r>
                  <a:rPr lang="en-US" dirty="0"/>
                  <a:t>, check </a:t>
                </a:r>
                <a:r>
                  <a:rPr lang="en-US" sz="1800" dirty="0">
                    <a:latin typeface="Consolas" panose="020B0609020204030204" pitchFamily="49" charset="0"/>
                  </a:rPr>
                  <a:t>(i+3) % </a:t>
                </a:r>
                <a:r>
                  <a:rPr lang="en-US" sz="1800" dirty="0" err="1">
                    <a:latin typeface="Consolas" panose="020B0609020204030204" pitchFamily="49" charset="0"/>
                  </a:rPr>
                  <a:t>table.length</a:t>
                </a:r>
                <a:endParaRPr lang="en-US" dirty="0"/>
              </a:p>
              <a:p>
                <a:pPr lvl="1"/>
                <a:r>
                  <a:rPr lang="en-US" dirty="0"/>
                  <a:t>Repeat until you either find </a:t>
                </a:r>
                <a14:m>
                  <m:oMath xmlns:m="http://schemas.openxmlformats.org/officeDocument/2006/math">
                    <m:r>
                      <a:rPr lang="en-US" b="0" i="1" smtClean="0">
                        <a:latin typeface="Cambria Math" panose="02040503050406030204" pitchFamily="18" charset="0"/>
                      </a:rPr>
                      <m:t>𝑘</m:t>
                    </m:r>
                  </m:oMath>
                </a14:m>
                <a:r>
                  <a:rPr lang="en-US" dirty="0"/>
                  <a:t> or else you reach an empty cell in the table</a:t>
                </a:r>
              </a:p>
            </p:txBody>
          </p:sp>
        </mc:Choice>
        <mc:Fallback xmlns="">
          <p:sp>
            <p:nvSpPr>
              <p:cNvPr id="3" name="Content Placeholder 2">
                <a:extLst>
                  <a:ext uri="{FF2B5EF4-FFF2-40B4-BE49-F238E27FC236}">
                    <a16:creationId xmlns:a16="http://schemas.microsoft.com/office/drawing/2014/main" id="{A97C19AB-1C53-85A1-A3AF-83DFA61F94B5}"/>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grpSp>
        <p:nvGrpSpPr>
          <p:cNvPr id="4" name="Group 3" descr="An empty hash table of size 10">
            <a:extLst>
              <a:ext uri="{FF2B5EF4-FFF2-40B4-BE49-F238E27FC236}">
                <a16:creationId xmlns:a16="http://schemas.microsoft.com/office/drawing/2014/main" id="{276BC9F7-99BA-B7BC-1AD2-84242D56EDF4}"/>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412EC1DB-D4A6-6B7B-7C6F-C60875C4B880}"/>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0F0BD263-8B0C-EE09-006A-586758C03449}"/>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1BCB131B-1A39-0FB0-EC28-AB2DC7165455}"/>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20065800-76F9-7D0C-E5B6-87020D3297B3}"/>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AA775EEE-4045-A0E9-526E-AC2E4A2B220F}"/>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48B9BA47-C1A1-480B-FBD9-0B5D0C3FEC27}"/>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BB61FD45-4837-E870-55ED-6756EC2B5361}"/>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AEEA9484-5BD7-74CD-F516-9CC8D067DE6A}"/>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2F251C79-01BF-5C06-7487-02E695D99A4F}"/>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C67AFA12-FBBE-9F99-7B1A-AE3BB7D429F8}"/>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1A245A2F-6564-4891-A90C-E3E2BF04E125}"/>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EAE4A53B-9B6C-7B8D-8E87-A270ED0D10A3}"/>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BBBD0B4C-F158-E738-E58A-1DA6795238D8}"/>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EE8BF469-3A2B-FC51-C4A4-253D9013DAF7}"/>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C9AC31F3-54B7-B947-0217-17FC02604175}"/>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E6818FCD-6E83-A9BD-EAA4-3AAD7B03036B}"/>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39B224D1-EB59-30C6-540B-8994D7663CDC}"/>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C63F476A-B374-374B-789B-67414FC2A447}"/>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B23329E1-825C-BBDB-1055-328D27B7B737}"/>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C09B7E04-AA65-9DC6-22AD-B63B7FA8D350}"/>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CF17D356-8CC5-C0AF-2880-5EE8F66A33EB}"/>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D3BF3FBC-BB62-99F8-8361-7ECF47FBB82E}"/>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mc:AlternateContent xmlns:mc="http://schemas.openxmlformats.org/markup-compatibility/2006">
        <mc:Choice xmlns:p14="http://schemas.microsoft.com/office/powerpoint/2010/main" Requires="p14">
          <p:contentPart p14:bwMode="auto" r:id="rId3">
            <p14:nvContentPartPr>
              <p14:cNvPr id="27" name="Ink 26">
                <a:extLst>
                  <a:ext uri="{FF2B5EF4-FFF2-40B4-BE49-F238E27FC236}">
                    <a16:creationId xmlns:a16="http://schemas.microsoft.com/office/drawing/2014/main" id="{7EE7B700-5DB3-DCE3-D64C-62CDC3B5107B}"/>
                  </a:ext>
                </a:extLst>
              </p14:cNvPr>
              <p14:cNvContentPartPr/>
              <p14:nvPr/>
            </p14:nvContentPartPr>
            <p14:xfrm>
              <a:off x="5567400" y="4644360"/>
              <a:ext cx="2311200" cy="1476000"/>
            </p14:xfrm>
          </p:contentPart>
        </mc:Choice>
        <mc:Fallback>
          <p:pic>
            <p:nvPicPr>
              <p:cNvPr id="27" name="Ink 26">
                <a:extLst>
                  <a:ext uri="{FF2B5EF4-FFF2-40B4-BE49-F238E27FC236}">
                    <a16:creationId xmlns:a16="http://schemas.microsoft.com/office/drawing/2014/main" id="{7EE7B700-5DB3-DCE3-D64C-62CDC3B5107B}"/>
                  </a:ext>
                </a:extLst>
              </p:cNvPr>
              <p:cNvPicPr/>
              <p:nvPr/>
            </p:nvPicPr>
            <p:blipFill>
              <a:blip r:embed="rId4"/>
              <a:stretch>
                <a:fillRect/>
              </a:stretch>
            </p:blipFill>
            <p:spPr>
              <a:xfrm>
                <a:off x="5558040" y="4635000"/>
                <a:ext cx="2329920" cy="1494720"/>
              </a:xfrm>
              <a:prstGeom prst="rect">
                <a:avLst/>
              </a:prstGeom>
            </p:spPr>
          </p:pic>
        </mc:Fallback>
      </mc:AlternateContent>
    </p:spTree>
    <p:extLst>
      <p:ext uri="{BB962C8B-B14F-4D97-AF65-F5344CB8AC3E}">
        <p14:creationId xmlns:p14="http://schemas.microsoft.com/office/powerpoint/2010/main" val="414194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Delete is Hard (Example 1)</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825625"/>
            <a:ext cx="10515600" cy="1037157"/>
          </a:xfrm>
        </p:spPr>
        <p:txBody>
          <a:bodyPr/>
          <a:lstStyle/>
          <a:p>
            <a:r>
              <a:rPr lang="en-US" dirty="0"/>
              <a:t>Suppose we insert A, B, C, D, and E in that order, where all map to 3</a:t>
            </a:r>
          </a:p>
          <a:p>
            <a:r>
              <a:rPr lang="en-US" dirty="0"/>
              <a:t>How should we delete B?</a:t>
            </a:r>
          </a:p>
        </p:txBody>
      </p:sp>
      <p:grpSp>
        <p:nvGrpSpPr>
          <p:cNvPr id="53" name="Group 52" descr="Before the deletion our hash table is an array of length 10. Its contents are as follows:&#10;&#10;Index 3: A&#10;Index 4: B&#10;Index 5: C&#10;Index 6: D&#10;Index 7: E&#10;All other indices are empty">
            <a:extLst>
              <a:ext uri="{FF2B5EF4-FFF2-40B4-BE49-F238E27FC236}">
                <a16:creationId xmlns:a16="http://schemas.microsoft.com/office/drawing/2014/main" id="{7C976558-1999-8862-1F35-32829A558698}"/>
              </a:ext>
            </a:extLst>
          </p:cNvPr>
          <p:cNvGrpSpPr/>
          <p:nvPr/>
        </p:nvGrpSpPr>
        <p:grpSpPr>
          <a:xfrm>
            <a:off x="1600429" y="3198609"/>
            <a:ext cx="7637782" cy="1097280"/>
            <a:chOff x="1600429" y="3198609"/>
            <a:chExt cx="7637782" cy="1097280"/>
          </a:xfrm>
        </p:grpSpPr>
        <p:grpSp>
          <p:nvGrpSpPr>
            <p:cNvPr id="4" name="Group 3" descr="An array of length 10. Its contents are as follows:&#10;&#10;Index 3: A&#10;Index 4: B&#10;Index 5: C&#10;Index 6: D&#10;Index 7: E&#10;All other indices are empty">
              <a:extLst>
                <a:ext uri="{FF2B5EF4-FFF2-40B4-BE49-F238E27FC236}">
                  <a16:creationId xmlns:a16="http://schemas.microsoft.com/office/drawing/2014/main" id="{23317F43-9CD7-8DA0-A5D0-001E0001053F}"/>
                </a:ext>
              </a:extLst>
            </p:cNvPr>
            <p:cNvGrpSpPr/>
            <p:nvPr/>
          </p:nvGrpSpPr>
          <p:grpSpPr>
            <a:xfrm>
              <a:off x="2837411" y="3198609"/>
              <a:ext cx="6400800" cy="1097280"/>
              <a:chOff x="4953000" y="660717"/>
              <a:chExt cx="6400800" cy="1097280"/>
            </a:xfrm>
          </p:grpSpPr>
          <p:grpSp>
            <p:nvGrpSpPr>
              <p:cNvPr id="5" name="Group 4">
                <a:extLst>
                  <a:ext uri="{FF2B5EF4-FFF2-40B4-BE49-F238E27FC236}">
                    <a16:creationId xmlns:a16="http://schemas.microsoft.com/office/drawing/2014/main" id="{D1202B14-1CA9-7427-2AFA-FA1DD7757A51}"/>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CA3C04AB-11E3-0E1D-5512-CF9905E76CA3}"/>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7505F905-78AC-0FED-63A8-D158F9F6DB98}"/>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56C3C739-190D-77AE-094B-B5A1ABEDD15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DDB671C4-36E4-5759-BD56-4B984DE8E14C}"/>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21" name="Rectangle 20">
                  <a:extLst>
                    <a:ext uri="{FF2B5EF4-FFF2-40B4-BE49-F238E27FC236}">
                      <a16:creationId xmlns:a16="http://schemas.microsoft.com/office/drawing/2014/main" id="{45E106D1-7203-82F6-280F-7E853F2B0A6B}"/>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22" name="Rectangle 21">
                  <a:extLst>
                    <a:ext uri="{FF2B5EF4-FFF2-40B4-BE49-F238E27FC236}">
                      <a16:creationId xmlns:a16="http://schemas.microsoft.com/office/drawing/2014/main" id="{30048179-5B5B-1D84-4BEE-B63E119BE515}"/>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23" name="Rectangle 22">
                  <a:extLst>
                    <a:ext uri="{FF2B5EF4-FFF2-40B4-BE49-F238E27FC236}">
                      <a16:creationId xmlns:a16="http://schemas.microsoft.com/office/drawing/2014/main" id="{EAF1E2D4-BFD0-E7A3-64D2-1DB262FEE593}"/>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24" name="Rectangle 23">
                  <a:extLst>
                    <a:ext uri="{FF2B5EF4-FFF2-40B4-BE49-F238E27FC236}">
                      <a16:creationId xmlns:a16="http://schemas.microsoft.com/office/drawing/2014/main" id="{C9BCC972-4F49-985D-FF80-F251AC888966}"/>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25" name="Rectangle 24">
                  <a:extLst>
                    <a:ext uri="{FF2B5EF4-FFF2-40B4-BE49-F238E27FC236}">
                      <a16:creationId xmlns:a16="http://schemas.microsoft.com/office/drawing/2014/main" id="{9F5EC299-2C81-C998-0B48-905B653F2074}"/>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835EE393-F261-7112-0EE4-348AA0A16376}"/>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FF74D851-AE84-7BB2-15D2-B8B3FDBD30F2}"/>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0D037339-333A-C3D8-3E6C-65B8FAD06306}"/>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AD452F40-2861-0C61-C782-DA10FBC1BF55}"/>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0EDF1C0F-B926-C860-D53D-B07734898241}"/>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7466C9CD-1D81-A75D-F1FC-9BF215023E22}"/>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715135D2-4A37-6E73-2735-7DD762D195B1}"/>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54DAB7D0-ACAD-CF90-8FD1-642768251F99}"/>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FD6C6D38-B5FA-0844-809D-ECE94165422E}"/>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18481B7C-6E6D-1241-B31F-BBD1206BCACC}"/>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C7E7B75A-56BD-E34F-5441-E945C7024148}"/>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E10EF039-58EA-D1AF-24E2-766AB95BFBAC}"/>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50" name="TextBox 49">
              <a:extLst>
                <a:ext uri="{FF2B5EF4-FFF2-40B4-BE49-F238E27FC236}">
                  <a16:creationId xmlns:a16="http://schemas.microsoft.com/office/drawing/2014/main" id="{F70D4F65-1C9F-2430-9212-AF08A10A5B82}"/>
                </a:ext>
              </a:extLst>
            </p:cNvPr>
            <p:cNvSpPr txBox="1"/>
            <p:nvPr/>
          </p:nvSpPr>
          <p:spPr>
            <a:xfrm>
              <a:off x="1600429" y="3301311"/>
              <a:ext cx="865622" cy="369332"/>
            </a:xfrm>
            <a:prstGeom prst="rect">
              <a:avLst/>
            </a:prstGeom>
            <a:noFill/>
          </p:spPr>
          <p:txBody>
            <a:bodyPr wrap="none" rtlCol="0">
              <a:spAutoFit/>
            </a:bodyPr>
            <a:lstStyle/>
            <a:p>
              <a:r>
                <a:rPr lang="en-US" dirty="0"/>
                <a:t>Before:</a:t>
              </a:r>
            </a:p>
          </p:txBody>
        </p:sp>
      </p:grpSp>
      <p:sp>
        <p:nvSpPr>
          <p:cNvPr id="52" name="Content Placeholder 2">
            <a:extLst>
              <a:ext uri="{FF2B5EF4-FFF2-40B4-BE49-F238E27FC236}">
                <a16:creationId xmlns:a16="http://schemas.microsoft.com/office/drawing/2014/main" id="{3BA10E1D-58A7-9792-3AD4-C1C9C47033AA}"/>
              </a:ext>
            </a:extLst>
          </p:cNvPr>
          <p:cNvSpPr txBox="1">
            <a:spLocks/>
          </p:cNvSpPr>
          <p:nvPr/>
        </p:nvSpPr>
        <p:spPr>
          <a:xfrm>
            <a:off x="838200" y="4503285"/>
            <a:ext cx="10515600" cy="4996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need future probing to work correctly, so we must fill in the hole.</a:t>
            </a:r>
          </a:p>
        </p:txBody>
      </p:sp>
      <p:grpSp>
        <p:nvGrpSpPr>
          <p:cNvPr id="54" name="Group 53" descr="After deleting key B we have an array of length 10. Its contents are as follows:&#10;&#10;Index 3: A&#10;Index 4: C&#10;Index 5: D&#10;Index 6: E&#10;All other indices are empty">
            <a:extLst>
              <a:ext uri="{FF2B5EF4-FFF2-40B4-BE49-F238E27FC236}">
                <a16:creationId xmlns:a16="http://schemas.microsoft.com/office/drawing/2014/main" id="{141B36DF-FA73-7210-669F-E00EE6FE784C}"/>
              </a:ext>
            </a:extLst>
          </p:cNvPr>
          <p:cNvGrpSpPr/>
          <p:nvPr/>
        </p:nvGrpSpPr>
        <p:grpSpPr>
          <a:xfrm>
            <a:off x="1600429" y="5467983"/>
            <a:ext cx="7695971" cy="1097280"/>
            <a:chOff x="1600429" y="5467983"/>
            <a:chExt cx="7695971" cy="1097280"/>
          </a:xfrm>
        </p:grpSpPr>
        <p:grpSp>
          <p:nvGrpSpPr>
            <p:cNvPr id="27" name="Group 26" descr="An array of length 10. Its contents are as follows:&#10;&#10;Index 3: A&#10;Index 4: C&#10;Index 5: D&#10;Index 6: E&#10;All other indices are empty">
              <a:extLst>
                <a:ext uri="{FF2B5EF4-FFF2-40B4-BE49-F238E27FC236}">
                  <a16:creationId xmlns:a16="http://schemas.microsoft.com/office/drawing/2014/main" id="{05116AA1-79E7-7B8F-6B63-5AD080903693}"/>
                </a:ext>
              </a:extLst>
            </p:cNvPr>
            <p:cNvGrpSpPr/>
            <p:nvPr/>
          </p:nvGrpSpPr>
          <p:grpSpPr>
            <a:xfrm>
              <a:off x="2895600" y="5467983"/>
              <a:ext cx="6400800" cy="1097280"/>
              <a:chOff x="4953000" y="660717"/>
              <a:chExt cx="6400800" cy="1097280"/>
            </a:xfrm>
          </p:grpSpPr>
          <p:grpSp>
            <p:nvGrpSpPr>
              <p:cNvPr id="28" name="Group 27">
                <a:extLst>
                  <a:ext uri="{FF2B5EF4-FFF2-40B4-BE49-F238E27FC236}">
                    <a16:creationId xmlns:a16="http://schemas.microsoft.com/office/drawing/2014/main" id="{4E2BEEE4-F2F5-4A6D-A7F1-74E5F59B87C3}"/>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56E892C7-4BB7-7892-D8EF-72CBDED38551}"/>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8C937C9A-A150-3B3B-5F5D-A46B057E77E9}"/>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514F1BB8-CD89-6CC4-271E-B54E8B76D927}"/>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EB063377-763D-7E6B-A2E2-168A8418FD90}"/>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4" name="Rectangle 43">
                  <a:extLst>
                    <a:ext uri="{FF2B5EF4-FFF2-40B4-BE49-F238E27FC236}">
                      <a16:creationId xmlns:a16="http://schemas.microsoft.com/office/drawing/2014/main" id="{3BDC69C8-0C62-202A-1D29-F6FA19617469}"/>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45" name="Rectangle 44">
                  <a:extLst>
                    <a:ext uri="{FF2B5EF4-FFF2-40B4-BE49-F238E27FC236}">
                      <a16:creationId xmlns:a16="http://schemas.microsoft.com/office/drawing/2014/main" id="{B2C24F4D-45E7-429F-1A5A-E2F8B8908173}"/>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46" name="Rectangle 45">
                  <a:extLst>
                    <a:ext uri="{FF2B5EF4-FFF2-40B4-BE49-F238E27FC236}">
                      <a16:creationId xmlns:a16="http://schemas.microsoft.com/office/drawing/2014/main" id="{C9CAD924-3E43-437B-0227-B82DCA6BCC64}"/>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47" name="Rectangle 46">
                  <a:extLst>
                    <a:ext uri="{FF2B5EF4-FFF2-40B4-BE49-F238E27FC236}">
                      <a16:creationId xmlns:a16="http://schemas.microsoft.com/office/drawing/2014/main" id="{1082242E-03C9-DAC8-4F5A-35CBD59C5E64}"/>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E4CCBA9C-3E8E-4B95-CA6E-01032FF83852}"/>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C792AA63-0871-0F41-E9F2-588857F0A4F8}"/>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9509C928-E94D-95A9-C016-C6809689E499}"/>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B2AA9EB9-788C-B4ED-3ADA-785D5BE14080}"/>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FFBF553E-1BDD-5C2E-6BB1-8C3C791134B5}"/>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38A8E60-CF0C-00C6-275F-9CBAE91141F1}"/>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DC89A41F-BF8D-9B3D-B3C1-AA50B5DDCE1C}"/>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3C7892DC-2FA8-A5BA-5797-5FBAD88AFA6D}"/>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EEF67158-5307-F23C-E512-778B1FDB75D9}"/>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5788CA28-DB30-5C22-5B10-37895107B113}"/>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9AF9FD98-F08E-74AD-B4D7-CC0C2EDE31F7}"/>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45B24D09-3912-D852-0607-0B6184BE452C}"/>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24A771A6-FE79-3EE8-742B-09A1A7CE80E6}"/>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51" name="TextBox 50">
              <a:extLst>
                <a:ext uri="{FF2B5EF4-FFF2-40B4-BE49-F238E27FC236}">
                  <a16:creationId xmlns:a16="http://schemas.microsoft.com/office/drawing/2014/main" id="{FAD923D7-3737-D6A6-A7FB-34380866D88E}"/>
                </a:ext>
              </a:extLst>
            </p:cNvPr>
            <p:cNvSpPr txBox="1"/>
            <p:nvPr/>
          </p:nvSpPr>
          <p:spPr>
            <a:xfrm>
              <a:off x="1600429" y="5603357"/>
              <a:ext cx="720775" cy="369332"/>
            </a:xfrm>
            <a:prstGeom prst="rect">
              <a:avLst/>
            </a:prstGeom>
            <a:noFill/>
          </p:spPr>
          <p:txBody>
            <a:bodyPr wrap="none" rtlCol="0">
              <a:spAutoFit/>
            </a:bodyPr>
            <a:lstStyle/>
            <a:p>
              <a:r>
                <a:rPr lang="en-US" dirty="0"/>
                <a:t>After:</a:t>
              </a:r>
            </a:p>
          </p:txBody>
        </p:sp>
      </p:grpSp>
      <mc:AlternateContent xmlns:mc="http://schemas.openxmlformats.org/markup-compatibility/2006">
        <mc:Choice xmlns:p14="http://schemas.microsoft.com/office/powerpoint/2010/main" Requires="p14">
          <p:contentPart p14:bwMode="auto" r:id="rId2">
            <p14:nvContentPartPr>
              <p14:cNvPr id="55" name="Ink 54">
                <a:extLst>
                  <a:ext uri="{FF2B5EF4-FFF2-40B4-BE49-F238E27FC236}">
                    <a16:creationId xmlns:a16="http://schemas.microsoft.com/office/drawing/2014/main" id="{4FD6183F-14E6-D737-0A70-2B0330F04712}"/>
                  </a:ext>
                </a:extLst>
              </p14:cNvPr>
              <p14:cNvContentPartPr/>
              <p14:nvPr/>
            </p14:nvContentPartPr>
            <p14:xfrm>
              <a:off x="4120200" y="2835000"/>
              <a:ext cx="3718440" cy="2602800"/>
            </p14:xfrm>
          </p:contentPart>
        </mc:Choice>
        <mc:Fallback>
          <p:pic>
            <p:nvPicPr>
              <p:cNvPr id="55" name="Ink 54">
                <a:extLst>
                  <a:ext uri="{FF2B5EF4-FFF2-40B4-BE49-F238E27FC236}">
                    <a16:creationId xmlns:a16="http://schemas.microsoft.com/office/drawing/2014/main" id="{4FD6183F-14E6-D737-0A70-2B0330F04712}"/>
                  </a:ext>
                </a:extLst>
              </p:cNvPr>
              <p:cNvPicPr/>
              <p:nvPr/>
            </p:nvPicPr>
            <p:blipFill>
              <a:blip r:embed="rId3"/>
              <a:stretch>
                <a:fillRect/>
              </a:stretch>
            </p:blipFill>
            <p:spPr>
              <a:xfrm>
                <a:off x="4110840" y="2825640"/>
                <a:ext cx="3737160" cy="2621520"/>
              </a:xfrm>
              <a:prstGeom prst="rect">
                <a:avLst/>
              </a:prstGeom>
            </p:spPr>
          </p:pic>
        </mc:Fallback>
      </mc:AlternateContent>
    </p:spTree>
    <p:extLst>
      <p:ext uri="{BB962C8B-B14F-4D97-AF65-F5344CB8AC3E}">
        <p14:creationId xmlns:p14="http://schemas.microsoft.com/office/powerpoint/2010/main" val="565583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Delete is Hard (Example 2)</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825625"/>
            <a:ext cx="10515600" cy="1325563"/>
          </a:xfrm>
        </p:spPr>
        <p:txBody>
          <a:bodyPr>
            <a:normAutofit lnSpcReduction="10000"/>
          </a:bodyPr>
          <a:lstStyle/>
          <a:p>
            <a:r>
              <a:rPr lang="en-US" dirty="0"/>
              <a:t>Suppose we insert A, B, C, D, and E in that order, where A,B,E all map to 3 and C,D map to 5.</a:t>
            </a:r>
          </a:p>
          <a:p>
            <a:r>
              <a:rPr lang="en-US" dirty="0"/>
              <a:t>How should we delete B?</a:t>
            </a:r>
          </a:p>
        </p:txBody>
      </p:sp>
      <p:grpSp>
        <p:nvGrpSpPr>
          <p:cNvPr id="5" name="Group 4" descr="Before the deletion our hash table is an array of length 10. Its contents are as follows:&#10;&#10;Index 3: A&#10;Index 4: B&#10;Index 5: C&#10;Index 6: D&#10;Index 7: E&#10;All other indices are empty">
            <a:extLst>
              <a:ext uri="{FF2B5EF4-FFF2-40B4-BE49-F238E27FC236}">
                <a16:creationId xmlns:a16="http://schemas.microsoft.com/office/drawing/2014/main" id="{26AE6485-EF51-D616-6917-B457D5CEDA8E}"/>
              </a:ext>
            </a:extLst>
          </p:cNvPr>
          <p:cNvGrpSpPr/>
          <p:nvPr/>
        </p:nvGrpSpPr>
        <p:grpSpPr>
          <a:xfrm>
            <a:off x="1600429" y="3198609"/>
            <a:ext cx="7637782" cy="1097280"/>
            <a:chOff x="1600429" y="3198609"/>
            <a:chExt cx="7637782" cy="1097280"/>
          </a:xfrm>
        </p:grpSpPr>
        <p:grpSp>
          <p:nvGrpSpPr>
            <p:cNvPr id="27" name="Group 26" descr="An array of length 10. Its contents are as follows:&#10;&#10;Index 3: A&#10;Index 4: B&#10;Index 5: C&#10;Index 6: D&#10;Index 7: E&#10;All other indices are empty">
              <a:extLst>
                <a:ext uri="{FF2B5EF4-FFF2-40B4-BE49-F238E27FC236}">
                  <a16:creationId xmlns:a16="http://schemas.microsoft.com/office/drawing/2014/main" id="{6557A905-A4AB-3521-6E44-053E83039717}"/>
                </a:ext>
              </a:extLst>
            </p:cNvPr>
            <p:cNvGrpSpPr/>
            <p:nvPr/>
          </p:nvGrpSpPr>
          <p:grpSpPr>
            <a:xfrm>
              <a:off x="2837411" y="3198609"/>
              <a:ext cx="6400800" cy="1097280"/>
              <a:chOff x="4953000" y="660717"/>
              <a:chExt cx="6400800" cy="1097280"/>
            </a:xfrm>
          </p:grpSpPr>
          <p:grpSp>
            <p:nvGrpSpPr>
              <p:cNvPr id="28" name="Group 27">
                <a:extLst>
                  <a:ext uri="{FF2B5EF4-FFF2-40B4-BE49-F238E27FC236}">
                    <a16:creationId xmlns:a16="http://schemas.microsoft.com/office/drawing/2014/main" id="{080D7FBF-B01A-0263-3C32-5EE2F7A16537}"/>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A47806BC-9D6A-BA52-C7E9-2B88DE6B0DB6}"/>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DE16997F-BE67-C4CF-33DB-F3CEB9B5E7FF}"/>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5F4DD397-D99C-7646-A67D-CF7F7D487B88}"/>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CCB4BB42-9793-1214-47D0-4B30BC0780D9}"/>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4" name="Rectangle 43">
                  <a:extLst>
                    <a:ext uri="{FF2B5EF4-FFF2-40B4-BE49-F238E27FC236}">
                      <a16:creationId xmlns:a16="http://schemas.microsoft.com/office/drawing/2014/main" id="{6F4F6AC1-6C76-A972-3D3C-C502B6358025}"/>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45" name="Rectangle 44">
                  <a:extLst>
                    <a:ext uri="{FF2B5EF4-FFF2-40B4-BE49-F238E27FC236}">
                      <a16:creationId xmlns:a16="http://schemas.microsoft.com/office/drawing/2014/main" id="{7D294464-AC69-3D07-3DB2-36131BDFBEAC}"/>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46" name="Rectangle 45">
                  <a:extLst>
                    <a:ext uri="{FF2B5EF4-FFF2-40B4-BE49-F238E27FC236}">
                      <a16:creationId xmlns:a16="http://schemas.microsoft.com/office/drawing/2014/main" id="{1BF1821F-C1E3-EA41-AE19-92A28DAE621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47" name="Rectangle 46">
                  <a:extLst>
                    <a:ext uri="{FF2B5EF4-FFF2-40B4-BE49-F238E27FC236}">
                      <a16:creationId xmlns:a16="http://schemas.microsoft.com/office/drawing/2014/main" id="{DA3F0A40-04D7-AD38-9174-FBAA27A8621E}"/>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48" name="Rectangle 47">
                  <a:extLst>
                    <a:ext uri="{FF2B5EF4-FFF2-40B4-BE49-F238E27FC236}">
                      <a16:creationId xmlns:a16="http://schemas.microsoft.com/office/drawing/2014/main" id="{3E94F093-0B15-C706-A522-819BF36D2D9B}"/>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C3FB048E-0C7B-F708-75DA-E2C6FA8F5826}"/>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50DD7863-789A-A342-31AA-A1A494FE2D02}"/>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474489EC-EAE6-0437-2AD4-E63C397FE366}"/>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D12EB49C-DAB9-BEB9-59C3-10CAFDCCA95F}"/>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EE59E87-303A-7922-37B0-7EED645DBB8D}"/>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9548E299-9524-3D95-0330-A77CA45E23C4}"/>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6D65189A-1BBE-D762-F7A0-0E1C52656C4A}"/>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0374B8B0-C318-594E-6595-2927D1887D2F}"/>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F6478652-DF0C-8932-2F4B-DCFF3721D7AE}"/>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0E1CC52F-5B67-A094-24D5-3FFD152CCCB4}"/>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F281D43C-365F-E9E0-2F3E-3AEC6E041CFF}"/>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00EFE913-0974-C71F-7F24-0616C6028245}"/>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3" name="TextBox 72">
              <a:extLst>
                <a:ext uri="{FF2B5EF4-FFF2-40B4-BE49-F238E27FC236}">
                  <a16:creationId xmlns:a16="http://schemas.microsoft.com/office/drawing/2014/main" id="{AB07EE8C-AC48-9B51-CA01-3DF09601C283}"/>
                </a:ext>
              </a:extLst>
            </p:cNvPr>
            <p:cNvSpPr txBox="1"/>
            <p:nvPr/>
          </p:nvSpPr>
          <p:spPr>
            <a:xfrm>
              <a:off x="1600429" y="3301311"/>
              <a:ext cx="865622" cy="369332"/>
            </a:xfrm>
            <a:prstGeom prst="rect">
              <a:avLst/>
            </a:prstGeom>
            <a:noFill/>
          </p:spPr>
          <p:txBody>
            <a:bodyPr wrap="none" rtlCol="0">
              <a:spAutoFit/>
            </a:bodyPr>
            <a:lstStyle/>
            <a:p>
              <a:r>
                <a:rPr lang="en-US" dirty="0"/>
                <a:t>Before:</a:t>
              </a:r>
            </a:p>
          </p:txBody>
        </p:sp>
      </p:grpSp>
      <p:sp>
        <p:nvSpPr>
          <p:cNvPr id="4" name="Content Placeholder 2">
            <a:extLst>
              <a:ext uri="{FF2B5EF4-FFF2-40B4-BE49-F238E27FC236}">
                <a16:creationId xmlns:a16="http://schemas.microsoft.com/office/drawing/2014/main" id="{5C150E18-9A49-DAA7-4B4C-534FD55FFA76}"/>
              </a:ext>
            </a:extLst>
          </p:cNvPr>
          <p:cNvSpPr txBox="1">
            <a:spLocks/>
          </p:cNvSpPr>
          <p:nvPr/>
        </p:nvSpPr>
        <p:spPr>
          <a:xfrm>
            <a:off x="838200" y="4503285"/>
            <a:ext cx="10515600" cy="79665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need future probing to work correctly, so we must fill in the hole.</a:t>
            </a:r>
          </a:p>
          <a:p>
            <a:pPr marL="0" indent="0" algn="ctr">
              <a:buNone/>
            </a:pPr>
            <a:r>
              <a:rPr lang="en-US" sz="2400" dirty="0"/>
              <a:t>We cannot move C or D over because they map to an index later in the probe path</a:t>
            </a:r>
          </a:p>
        </p:txBody>
      </p:sp>
      <p:grpSp>
        <p:nvGrpSpPr>
          <p:cNvPr id="6" name="Group 5" descr="After deleting B we have an array of length 10. Its contents are as follows:&#10;&#10;Index 3: A&#10;Index 4: E&#10;Index 5: C&#10;Index 6: D&#10;All other indices are empty">
            <a:extLst>
              <a:ext uri="{FF2B5EF4-FFF2-40B4-BE49-F238E27FC236}">
                <a16:creationId xmlns:a16="http://schemas.microsoft.com/office/drawing/2014/main" id="{77777F6F-1CD1-3B44-6890-33D6DD56EF77}"/>
              </a:ext>
            </a:extLst>
          </p:cNvPr>
          <p:cNvGrpSpPr/>
          <p:nvPr/>
        </p:nvGrpSpPr>
        <p:grpSpPr>
          <a:xfrm>
            <a:off x="1600429" y="5467983"/>
            <a:ext cx="7695971" cy="1097280"/>
            <a:chOff x="1600429" y="5467983"/>
            <a:chExt cx="7695971" cy="1097280"/>
          </a:xfrm>
        </p:grpSpPr>
        <p:grpSp>
          <p:nvGrpSpPr>
            <p:cNvPr id="50" name="Group 49" descr="An array of length 10. Its contents are as follows:&#10;&#10;Index 3: A&#10;Index 4: E&#10;Index 5: C&#10;Index 6: D&#10;All other indices are empty">
              <a:extLst>
                <a:ext uri="{FF2B5EF4-FFF2-40B4-BE49-F238E27FC236}">
                  <a16:creationId xmlns:a16="http://schemas.microsoft.com/office/drawing/2014/main" id="{FF0E7FA8-3BC2-B1F6-F856-E242C2F1AE79}"/>
                </a:ext>
              </a:extLst>
            </p:cNvPr>
            <p:cNvGrpSpPr/>
            <p:nvPr/>
          </p:nvGrpSpPr>
          <p:grpSpPr>
            <a:xfrm>
              <a:off x="2895600" y="5467983"/>
              <a:ext cx="6400800" cy="1097280"/>
              <a:chOff x="4953000" y="660717"/>
              <a:chExt cx="6400800" cy="1097280"/>
            </a:xfrm>
          </p:grpSpPr>
          <p:grpSp>
            <p:nvGrpSpPr>
              <p:cNvPr id="51" name="Group 50">
                <a:extLst>
                  <a:ext uri="{FF2B5EF4-FFF2-40B4-BE49-F238E27FC236}">
                    <a16:creationId xmlns:a16="http://schemas.microsoft.com/office/drawing/2014/main" id="{3080B4AB-EF77-14B3-B419-5CA35BE5DB03}"/>
                  </a:ext>
                </a:extLst>
              </p:cNvPr>
              <p:cNvGrpSpPr/>
              <p:nvPr/>
            </p:nvGrpSpPr>
            <p:grpSpPr>
              <a:xfrm>
                <a:off x="4953000" y="660717"/>
                <a:ext cx="6400800" cy="640080"/>
                <a:chOff x="2252980" y="5083048"/>
                <a:chExt cx="6400800" cy="640080"/>
              </a:xfrm>
            </p:grpSpPr>
            <p:sp>
              <p:nvSpPr>
                <p:cNvPr id="63" name="Rectangle 62">
                  <a:extLst>
                    <a:ext uri="{FF2B5EF4-FFF2-40B4-BE49-F238E27FC236}">
                      <a16:creationId xmlns:a16="http://schemas.microsoft.com/office/drawing/2014/main" id="{04249A9C-6ED1-D9FC-95EC-B4B4859E7E6A}"/>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4" name="Rectangle 63">
                  <a:extLst>
                    <a:ext uri="{FF2B5EF4-FFF2-40B4-BE49-F238E27FC236}">
                      <a16:creationId xmlns:a16="http://schemas.microsoft.com/office/drawing/2014/main" id="{2AB09D0E-533D-6A0E-99E3-33D37733B1A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5" name="Rectangle 64">
                  <a:extLst>
                    <a:ext uri="{FF2B5EF4-FFF2-40B4-BE49-F238E27FC236}">
                      <a16:creationId xmlns:a16="http://schemas.microsoft.com/office/drawing/2014/main" id="{78410FC4-E45A-B5FD-B222-FC7DA0EAD62C}"/>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6" name="Rectangle 65">
                  <a:extLst>
                    <a:ext uri="{FF2B5EF4-FFF2-40B4-BE49-F238E27FC236}">
                      <a16:creationId xmlns:a16="http://schemas.microsoft.com/office/drawing/2014/main" id="{1CCC229D-3A1C-5FEB-FC0B-A77D5870FA31}"/>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7" name="Rectangle 66">
                  <a:extLst>
                    <a:ext uri="{FF2B5EF4-FFF2-40B4-BE49-F238E27FC236}">
                      <a16:creationId xmlns:a16="http://schemas.microsoft.com/office/drawing/2014/main" id="{DE62C7C2-8671-2E6A-DA8F-CF7A29CDA5AD}"/>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68" name="Rectangle 67">
                  <a:extLst>
                    <a:ext uri="{FF2B5EF4-FFF2-40B4-BE49-F238E27FC236}">
                      <a16:creationId xmlns:a16="http://schemas.microsoft.com/office/drawing/2014/main" id="{2F6BD7A7-540E-8EC5-D043-5E081630C2C7}"/>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69" name="Rectangle 68">
                  <a:extLst>
                    <a:ext uri="{FF2B5EF4-FFF2-40B4-BE49-F238E27FC236}">
                      <a16:creationId xmlns:a16="http://schemas.microsoft.com/office/drawing/2014/main" id="{E8D7D4D6-8E24-244C-3971-3CCAD4261AEC}"/>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70" name="Rectangle 69">
                  <a:extLst>
                    <a:ext uri="{FF2B5EF4-FFF2-40B4-BE49-F238E27FC236}">
                      <a16:creationId xmlns:a16="http://schemas.microsoft.com/office/drawing/2014/main" id="{A67DFB6D-37C3-C196-F5BA-42A77E9D771B}"/>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1" name="Rectangle 70">
                  <a:extLst>
                    <a:ext uri="{FF2B5EF4-FFF2-40B4-BE49-F238E27FC236}">
                      <a16:creationId xmlns:a16="http://schemas.microsoft.com/office/drawing/2014/main" id="{DA4B8E49-61D8-BCC7-82FA-A482EDEE8E05}"/>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2" name="Rectangle 71">
                  <a:extLst>
                    <a:ext uri="{FF2B5EF4-FFF2-40B4-BE49-F238E27FC236}">
                      <a16:creationId xmlns:a16="http://schemas.microsoft.com/office/drawing/2014/main" id="{306DB1D8-0C5C-14B6-26C6-6D75B2A5EFB1}"/>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52" name="Group 51">
                <a:extLst>
                  <a:ext uri="{FF2B5EF4-FFF2-40B4-BE49-F238E27FC236}">
                    <a16:creationId xmlns:a16="http://schemas.microsoft.com/office/drawing/2014/main" id="{D2D755FE-F515-40EC-653B-223CEB76CA73}"/>
                  </a:ext>
                </a:extLst>
              </p:cNvPr>
              <p:cNvGrpSpPr/>
              <p:nvPr/>
            </p:nvGrpSpPr>
            <p:grpSpPr>
              <a:xfrm>
                <a:off x="4953000" y="1117917"/>
                <a:ext cx="6400800" cy="640080"/>
                <a:chOff x="2252980" y="5083048"/>
                <a:chExt cx="6400800" cy="640080"/>
              </a:xfrm>
              <a:noFill/>
            </p:grpSpPr>
            <p:sp>
              <p:nvSpPr>
                <p:cNvPr id="53" name="Rectangle 52">
                  <a:extLst>
                    <a:ext uri="{FF2B5EF4-FFF2-40B4-BE49-F238E27FC236}">
                      <a16:creationId xmlns:a16="http://schemas.microsoft.com/office/drawing/2014/main" id="{31D220B9-29A0-64DD-2500-3019131C007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54" name="Rectangle 53">
                  <a:extLst>
                    <a:ext uri="{FF2B5EF4-FFF2-40B4-BE49-F238E27FC236}">
                      <a16:creationId xmlns:a16="http://schemas.microsoft.com/office/drawing/2014/main" id="{03D5157E-11D6-BE97-7FBE-07ED93BE870F}"/>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5" name="Rectangle 54">
                  <a:extLst>
                    <a:ext uri="{FF2B5EF4-FFF2-40B4-BE49-F238E27FC236}">
                      <a16:creationId xmlns:a16="http://schemas.microsoft.com/office/drawing/2014/main" id="{4DA80E3F-EE44-1BE6-C659-DB84450793F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56" name="Rectangle 55">
                  <a:extLst>
                    <a:ext uri="{FF2B5EF4-FFF2-40B4-BE49-F238E27FC236}">
                      <a16:creationId xmlns:a16="http://schemas.microsoft.com/office/drawing/2014/main" id="{8B8FC242-387C-B27E-C1C6-8FE7AA601A71}"/>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57" name="Rectangle 56">
                  <a:extLst>
                    <a:ext uri="{FF2B5EF4-FFF2-40B4-BE49-F238E27FC236}">
                      <a16:creationId xmlns:a16="http://schemas.microsoft.com/office/drawing/2014/main" id="{E43771C7-E8E0-43A1-2859-0D4A771F59E8}"/>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58" name="Rectangle 57">
                  <a:extLst>
                    <a:ext uri="{FF2B5EF4-FFF2-40B4-BE49-F238E27FC236}">
                      <a16:creationId xmlns:a16="http://schemas.microsoft.com/office/drawing/2014/main" id="{AF78C97C-EF94-9133-7554-3A31C4B65CD3}"/>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59" name="Rectangle 58">
                  <a:extLst>
                    <a:ext uri="{FF2B5EF4-FFF2-40B4-BE49-F238E27FC236}">
                      <a16:creationId xmlns:a16="http://schemas.microsoft.com/office/drawing/2014/main" id="{574F169C-2BD0-1676-4932-755C5A0E5328}"/>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60" name="Rectangle 59">
                  <a:extLst>
                    <a:ext uri="{FF2B5EF4-FFF2-40B4-BE49-F238E27FC236}">
                      <a16:creationId xmlns:a16="http://schemas.microsoft.com/office/drawing/2014/main" id="{DFB6C60F-0F31-9D5A-8B8B-27195326098D}"/>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61" name="Rectangle 60">
                  <a:extLst>
                    <a:ext uri="{FF2B5EF4-FFF2-40B4-BE49-F238E27FC236}">
                      <a16:creationId xmlns:a16="http://schemas.microsoft.com/office/drawing/2014/main" id="{C3F8A554-51E7-EB90-5525-BCC34E507E3E}"/>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62" name="Rectangle 61">
                  <a:extLst>
                    <a:ext uri="{FF2B5EF4-FFF2-40B4-BE49-F238E27FC236}">
                      <a16:creationId xmlns:a16="http://schemas.microsoft.com/office/drawing/2014/main" id="{5851A8B6-4F8D-214A-6A55-233D3318CC0D}"/>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4" name="TextBox 73">
              <a:extLst>
                <a:ext uri="{FF2B5EF4-FFF2-40B4-BE49-F238E27FC236}">
                  <a16:creationId xmlns:a16="http://schemas.microsoft.com/office/drawing/2014/main" id="{3A4787DE-530B-3E10-4F22-AADFE50C03BD}"/>
                </a:ext>
              </a:extLst>
            </p:cNvPr>
            <p:cNvSpPr txBox="1"/>
            <p:nvPr/>
          </p:nvSpPr>
          <p:spPr>
            <a:xfrm>
              <a:off x="1600429" y="5603357"/>
              <a:ext cx="720775" cy="369332"/>
            </a:xfrm>
            <a:prstGeom prst="rect">
              <a:avLst/>
            </a:prstGeom>
            <a:noFill/>
          </p:spPr>
          <p:txBody>
            <a:bodyPr wrap="none" rtlCol="0">
              <a:spAutoFit/>
            </a:bodyPr>
            <a:lstStyle/>
            <a:p>
              <a:r>
                <a:rPr lang="en-US" dirty="0"/>
                <a:t>After:</a:t>
              </a:r>
            </a:p>
          </p:txBody>
        </p:sp>
      </p:gr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5BEB0BE3-FEB2-7687-2075-898CA99640DA}"/>
                  </a:ext>
                </a:extLst>
              </p14:cNvPr>
              <p14:cNvContentPartPr/>
              <p14:nvPr/>
            </p14:nvContentPartPr>
            <p14:xfrm>
              <a:off x="4077360" y="2455560"/>
              <a:ext cx="3773520" cy="1935000"/>
            </p14:xfrm>
          </p:contentPart>
        </mc:Choice>
        <mc:Fallback>
          <p:pic>
            <p:nvPicPr>
              <p:cNvPr id="7" name="Ink 6">
                <a:extLst>
                  <a:ext uri="{FF2B5EF4-FFF2-40B4-BE49-F238E27FC236}">
                    <a16:creationId xmlns:a16="http://schemas.microsoft.com/office/drawing/2014/main" id="{5BEB0BE3-FEB2-7687-2075-898CA99640DA}"/>
                  </a:ext>
                </a:extLst>
              </p:cNvPr>
              <p:cNvPicPr/>
              <p:nvPr/>
            </p:nvPicPr>
            <p:blipFill>
              <a:blip r:embed="rId3"/>
              <a:stretch>
                <a:fillRect/>
              </a:stretch>
            </p:blipFill>
            <p:spPr>
              <a:xfrm>
                <a:off x="4068000" y="2446200"/>
                <a:ext cx="3792240" cy="1953720"/>
              </a:xfrm>
              <a:prstGeom prst="rect">
                <a:avLst/>
              </a:prstGeom>
            </p:spPr>
          </p:pic>
        </mc:Fallback>
      </mc:AlternateContent>
    </p:spTree>
    <p:extLst>
      <p:ext uri="{BB962C8B-B14F-4D97-AF65-F5344CB8AC3E}">
        <p14:creationId xmlns:p14="http://schemas.microsoft.com/office/powerpoint/2010/main" val="134674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E5DD-0241-AAC9-05EF-BE9B3FAF8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FE969-C6E3-F2A6-CF07-ECADF7E61DC4}"/>
              </a:ext>
            </a:extLst>
          </p:cNvPr>
          <p:cNvSpPr>
            <a:spLocks noGrp="1"/>
          </p:cNvSpPr>
          <p:nvPr>
            <p:ph type="title"/>
          </p:nvPr>
        </p:nvSpPr>
        <p:spPr/>
        <p:txBody>
          <a:bodyPr/>
          <a:lstStyle/>
          <a:p>
            <a:r>
              <a:rPr lang="en-US" dirty="0"/>
              <a:t>Linear Probing: Delete is Hard (Example 3)</a:t>
            </a:r>
          </a:p>
        </p:txBody>
      </p:sp>
      <p:sp>
        <p:nvSpPr>
          <p:cNvPr id="3" name="Content Placeholder 2">
            <a:extLst>
              <a:ext uri="{FF2B5EF4-FFF2-40B4-BE49-F238E27FC236}">
                <a16:creationId xmlns:a16="http://schemas.microsoft.com/office/drawing/2014/main" id="{2EB65E61-D29B-A7D5-C396-7B1D90B6499D}"/>
              </a:ext>
            </a:extLst>
          </p:cNvPr>
          <p:cNvSpPr>
            <a:spLocks noGrp="1"/>
          </p:cNvSpPr>
          <p:nvPr>
            <p:ph idx="1"/>
          </p:nvPr>
        </p:nvSpPr>
        <p:spPr>
          <a:xfrm>
            <a:off x="838200" y="1825625"/>
            <a:ext cx="10515600" cy="1307640"/>
          </a:xfrm>
        </p:spPr>
        <p:txBody>
          <a:bodyPr>
            <a:normAutofit lnSpcReduction="10000"/>
          </a:bodyPr>
          <a:lstStyle/>
          <a:p>
            <a:r>
              <a:rPr lang="en-US" dirty="0"/>
              <a:t>Suppose we insert A, B, C, D, and E in that order, where A,B,E map to 8 and C,D map to 0.</a:t>
            </a:r>
          </a:p>
          <a:p>
            <a:r>
              <a:rPr lang="en-US" dirty="0"/>
              <a:t>How should we delete B?</a:t>
            </a:r>
          </a:p>
        </p:txBody>
      </p:sp>
      <p:grpSp>
        <p:nvGrpSpPr>
          <p:cNvPr id="5" name="Group 4" descr="Before the deletion our hash table is an array of length 10. Its contents are as follows:&#10;&#10;Index 0: C&#10;Index 1: D&#10;Index 2: E&#10;Index 8: A&#10;Index 9: B&#10;All other indices are empty">
            <a:extLst>
              <a:ext uri="{FF2B5EF4-FFF2-40B4-BE49-F238E27FC236}">
                <a16:creationId xmlns:a16="http://schemas.microsoft.com/office/drawing/2014/main" id="{A24CEE36-510B-9050-7681-672BD0775F5E}"/>
              </a:ext>
            </a:extLst>
          </p:cNvPr>
          <p:cNvGrpSpPr/>
          <p:nvPr/>
        </p:nvGrpSpPr>
        <p:grpSpPr>
          <a:xfrm>
            <a:off x="1600429" y="3198609"/>
            <a:ext cx="7637782" cy="1097280"/>
            <a:chOff x="1600429" y="3198609"/>
            <a:chExt cx="7637782" cy="1097280"/>
          </a:xfrm>
        </p:grpSpPr>
        <p:grpSp>
          <p:nvGrpSpPr>
            <p:cNvPr id="27" name="Group 26" descr="An array of length 10. Its contents are as follows:&#10;&#10;Index 0: C&#10;Index 1: D&#10;Index 2: E&#10;Index 8: A&#10;Index 9: B&#10;All other indices are empty">
              <a:extLst>
                <a:ext uri="{FF2B5EF4-FFF2-40B4-BE49-F238E27FC236}">
                  <a16:creationId xmlns:a16="http://schemas.microsoft.com/office/drawing/2014/main" id="{6D23A5FE-B46B-7803-BC5F-9933F002C54E}"/>
                </a:ext>
              </a:extLst>
            </p:cNvPr>
            <p:cNvGrpSpPr/>
            <p:nvPr/>
          </p:nvGrpSpPr>
          <p:grpSpPr>
            <a:xfrm>
              <a:off x="2837411" y="3198609"/>
              <a:ext cx="6400800" cy="1097280"/>
              <a:chOff x="4953000" y="660717"/>
              <a:chExt cx="6400800" cy="1097280"/>
            </a:xfrm>
          </p:grpSpPr>
          <p:grpSp>
            <p:nvGrpSpPr>
              <p:cNvPr id="28" name="Group 27">
                <a:extLst>
                  <a:ext uri="{FF2B5EF4-FFF2-40B4-BE49-F238E27FC236}">
                    <a16:creationId xmlns:a16="http://schemas.microsoft.com/office/drawing/2014/main" id="{83BEBE46-C409-08C2-4633-1B9F75B40BF3}"/>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528BE05D-FFD4-0D23-EE41-F863480DFE6A}"/>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41" name="Rectangle 40">
                  <a:extLst>
                    <a:ext uri="{FF2B5EF4-FFF2-40B4-BE49-F238E27FC236}">
                      <a16:creationId xmlns:a16="http://schemas.microsoft.com/office/drawing/2014/main" id="{59B77BD6-D4D6-F96D-A643-7D023C6BA1AC}"/>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42" name="Rectangle 41">
                  <a:extLst>
                    <a:ext uri="{FF2B5EF4-FFF2-40B4-BE49-F238E27FC236}">
                      <a16:creationId xmlns:a16="http://schemas.microsoft.com/office/drawing/2014/main" id="{8F86643F-0197-1381-A207-92F9B33D832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43" name="Rectangle 42">
                  <a:extLst>
                    <a:ext uri="{FF2B5EF4-FFF2-40B4-BE49-F238E27FC236}">
                      <a16:creationId xmlns:a16="http://schemas.microsoft.com/office/drawing/2014/main" id="{CCE6ECC5-9577-9E4D-7894-A5122BB13885}"/>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256CEA7E-F52A-707F-5E0B-2BF525A820B2}"/>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F38EF8A4-58C7-5DCA-BCDA-CE133FD7893D}"/>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74B3E3FD-6828-FB97-49B4-B1A61C233E59}"/>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DB663BA4-8B11-2C81-5EC9-3EF1FD064EA5}"/>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DF65CE64-91B6-D81F-268B-1BCF19DA8DEB}"/>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9" name="Rectangle 48">
                  <a:extLst>
                    <a:ext uri="{FF2B5EF4-FFF2-40B4-BE49-F238E27FC236}">
                      <a16:creationId xmlns:a16="http://schemas.microsoft.com/office/drawing/2014/main" id="{AC5AEBC5-1236-C8E2-2FF8-B7B617A5F874}"/>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grpSp>
          <p:grpSp>
            <p:nvGrpSpPr>
              <p:cNvPr id="29" name="Group 28">
                <a:extLst>
                  <a:ext uri="{FF2B5EF4-FFF2-40B4-BE49-F238E27FC236}">
                    <a16:creationId xmlns:a16="http://schemas.microsoft.com/office/drawing/2014/main" id="{2DFE1540-F518-F37D-2149-5BEDFB9699F3}"/>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E7E2EBA3-9757-2C96-FF5B-9A5BB1AC3EA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78371EB5-0D7E-70D5-14D6-21F88250DE62}"/>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C7A54A7-B6E8-FFAA-48D6-204FB853BF12}"/>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42740EEB-B5A9-2B09-76E5-7412C2707643}"/>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08CABA42-6D38-5BF5-3A74-B8DF0B2ACA39}"/>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BB915538-D60E-B471-8BA0-C90825A33198}"/>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DA301906-59BF-9CAC-83A3-79B4A281E0E5}"/>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B3BC5E6F-C6F6-9CE6-19D9-6CBC5A67A400}"/>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2B137083-8592-7270-719E-A8BC57EBE4B8}"/>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CF13F882-19CB-9403-D71A-C096C179BCB9}"/>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3" name="TextBox 72">
              <a:extLst>
                <a:ext uri="{FF2B5EF4-FFF2-40B4-BE49-F238E27FC236}">
                  <a16:creationId xmlns:a16="http://schemas.microsoft.com/office/drawing/2014/main" id="{B7DB9724-7F37-6817-5C27-758E678C8A0E}"/>
                </a:ext>
              </a:extLst>
            </p:cNvPr>
            <p:cNvSpPr txBox="1"/>
            <p:nvPr/>
          </p:nvSpPr>
          <p:spPr>
            <a:xfrm>
              <a:off x="1600429" y="3301311"/>
              <a:ext cx="865622" cy="369332"/>
            </a:xfrm>
            <a:prstGeom prst="rect">
              <a:avLst/>
            </a:prstGeom>
            <a:noFill/>
          </p:spPr>
          <p:txBody>
            <a:bodyPr wrap="none" rtlCol="0">
              <a:spAutoFit/>
            </a:bodyPr>
            <a:lstStyle/>
            <a:p>
              <a:r>
                <a:rPr lang="en-US" dirty="0"/>
                <a:t>Before:</a:t>
              </a:r>
            </a:p>
          </p:txBody>
        </p:sp>
      </p:grpSp>
      <p:sp>
        <p:nvSpPr>
          <p:cNvPr id="4" name="Content Placeholder 2">
            <a:extLst>
              <a:ext uri="{FF2B5EF4-FFF2-40B4-BE49-F238E27FC236}">
                <a16:creationId xmlns:a16="http://schemas.microsoft.com/office/drawing/2014/main" id="{A4E6D3D8-0773-6C5D-9245-A7A0F25A1520}"/>
              </a:ext>
            </a:extLst>
          </p:cNvPr>
          <p:cNvSpPr txBox="1">
            <a:spLocks/>
          </p:cNvSpPr>
          <p:nvPr/>
        </p:nvSpPr>
        <p:spPr>
          <a:xfrm>
            <a:off x="838200" y="4295889"/>
            <a:ext cx="10515600" cy="10040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cannot move C or D over because they map to an index later in the probe path, even though the index number happens to be smaller. </a:t>
            </a:r>
            <a:br>
              <a:rPr lang="en-US" sz="2400" dirty="0"/>
            </a:br>
            <a:r>
              <a:rPr lang="en-US" sz="2400" dirty="0"/>
              <a:t>E moves to a larger index because it’s earlier in its probe path</a:t>
            </a:r>
          </a:p>
        </p:txBody>
      </p:sp>
      <p:grpSp>
        <p:nvGrpSpPr>
          <p:cNvPr id="6" name="Group 5" descr="After deleting the key B we have an array of length 10. Its contents are as follows:&#10;&#10;Index 0: C&#10;Index 1: D&#10;Index 8: A&#10;Index 9: E&#10;All other indices are empty">
            <a:extLst>
              <a:ext uri="{FF2B5EF4-FFF2-40B4-BE49-F238E27FC236}">
                <a16:creationId xmlns:a16="http://schemas.microsoft.com/office/drawing/2014/main" id="{4D2EC61E-7223-1F13-4BE4-B998A2BB93AC}"/>
              </a:ext>
            </a:extLst>
          </p:cNvPr>
          <p:cNvGrpSpPr/>
          <p:nvPr/>
        </p:nvGrpSpPr>
        <p:grpSpPr>
          <a:xfrm>
            <a:off x="1600429" y="5467983"/>
            <a:ext cx="7695971" cy="1097280"/>
            <a:chOff x="1600429" y="5467983"/>
            <a:chExt cx="7695971" cy="1097280"/>
          </a:xfrm>
        </p:grpSpPr>
        <p:grpSp>
          <p:nvGrpSpPr>
            <p:cNvPr id="50" name="Group 49" descr="An array of length 10. Its contents are as follows:&#10;&#10;Index 0: C&#10;Index 1: D&#10;Index 8: A&#10;Index 9: E&#10;All other indices are empty">
              <a:extLst>
                <a:ext uri="{FF2B5EF4-FFF2-40B4-BE49-F238E27FC236}">
                  <a16:creationId xmlns:a16="http://schemas.microsoft.com/office/drawing/2014/main" id="{757BBB44-5F2E-A8DA-5DC0-E11ADCCCE600}"/>
                </a:ext>
              </a:extLst>
            </p:cNvPr>
            <p:cNvGrpSpPr/>
            <p:nvPr/>
          </p:nvGrpSpPr>
          <p:grpSpPr>
            <a:xfrm>
              <a:off x="2895600" y="5467983"/>
              <a:ext cx="6400800" cy="1097280"/>
              <a:chOff x="4953000" y="660717"/>
              <a:chExt cx="6400800" cy="1097280"/>
            </a:xfrm>
          </p:grpSpPr>
          <p:grpSp>
            <p:nvGrpSpPr>
              <p:cNvPr id="51" name="Group 50">
                <a:extLst>
                  <a:ext uri="{FF2B5EF4-FFF2-40B4-BE49-F238E27FC236}">
                    <a16:creationId xmlns:a16="http://schemas.microsoft.com/office/drawing/2014/main" id="{74A88986-A58B-B4C4-FBDF-0195A1F69738}"/>
                  </a:ext>
                </a:extLst>
              </p:cNvPr>
              <p:cNvGrpSpPr/>
              <p:nvPr/>
            </p:nvGrpSpPr>
            <p:grpSpPr>
              <a:xfrm>
                <a:off x="4953000" y="660717"/>
                <a:ext cx="6400800" cy="640080"/>
                <a:chOff x="2252980" y="5083048"/>
                <a:chExt cx="6400800" cy="640080"/>
              </a:xfrm>
            </p:grpSpPr>
            <p:sp>
              <p:nvSpPr>
                <p:cNvPr id="63" name="Rectangle 62">
                  <a:extLst>
                    <a:ext uri="{FF2B5EF4-FFF2-40B4-BE49-F238E27FC236}">
                      <a16:creationId xmlns:a16="http://schemas.microsoft.com/office/drawing/2014/main" id="{50E1C9E6-B1CC-BFEE-EB66-166EC1C671FB}"/>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64" name="Rectangle 63">
                  <a:extLst>
                    <a:ext uri="{FF2B5EF4-FFF2-40B4-BE49-F238E27FC236}">
                      <a16:creationId xmlns:a16="http://schemas.microsoft.com/office/drawing/2014/main" id="{AA826B72-7EAE-B7C0-2111-33121B87BC0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65" name="Rectangle 64">
                  <a:extLst>
                    <a:ext uri="{FF2B5EF4-FFF2-40B4-BE49-F238E27FC236}">
                      <a16:creationId xmlns:a16="http://schemas.microsoft.com/office/drawing/2014/main" id="{B814FF9D-834B-E79E-BA53-02E0A26701E0}"/>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6" name="Rectangle 65">
                  <a:extLst>
                    <a:ext uri="{FF2B5EF4-FFF2-40B4-BE49-F238E27FC236}">
                      <a16:creationId xmlns:a16="http://schemas.microsoft.com/office/drawing/2014/main" id="{C2F1422A-81B7-5F67-2831-2DB9C97411CC}"/>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7" name="Rectangle 66">
                  <a:extLst>
                    <a:ext uri="{FF2B5EF4-FFF2-40B4-BE49-F238E27FC236}">
                      <a16:creationId xmlns:a16="http://schemas.microsoft.com/office/drawing/2014/main" id="{857D0398-0DC7-E8DD-8DF8-49DFE3DB7973}"/>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8" name="Rectangle 67">
                  <a:extLst>
                    <a:ext uri="{FF2B5EF4-FFF2-40B4-BE49-F238E27FC236}">
                      <a16:creationId xmlns:a16="http://schemas.microsoft.com/office/drawing/2014/main" id="{C811B8FF-2F06-6DAD-9256-E34EC47CC2D0}"/>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9" name="Rectangle 68">
                  <a:extLst>
                    <a:ext uri="{FF2B5EF4-FFF2-40B4-BE49-F238E27FC236}">
                      <a16:creationId xmlns:a16="http://schemas.microsoft.com/office/drawing/2014/main" id="{73F16650-5C60-3259-1AC5-26E39BA0AEBB}"/>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0" name="Rectangle 69">
                  <a:extLst>
                    <a:ext uri="{FF2B5EF4-FFF2-40B4-BE49-F238E27FC236}">
                      <a16:creationId xmlns:a16="http://schemas.microsoft.com/office/drawing/2014/main" id="{1A7BE5A4-87FB-933A-29C5-33DA5D08D9B9}"/>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1" name="Rectangle 70">
                  <a:extLst>
                    <a:ext uri="{FF2B5EF4-FFF2-40B4-BE49-F238E27FC236}">
                      <a16:creationId xmlns:a16="http://schemas.microsoft.com/office/drawing/2014/main" id="{C0709E10-8B22-5E4B-89A7-9063A6887CCA}"/>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72" name="Rectangle 71">
                  <a:extLst>
                    <a:ext uri="{FF2B5EF4-FFF2-40B4-BE49-F238E27FC236}">
                      <a16:creationId xmlns:a16="http://schemas.microsoft.com/office/drawing/2014/main" id="{40B9EA6A-C763-551F-88E2-6EC4EBD5C6F9}"/>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grpSp>
          <p:grpSp>
            <p:nvGrpSpPr>
              <p:cNvPr id="52" name="Group 51">
                <a:extLst>
                  <a:ext uri="{FF2B5EF4-FFF2-40B4-BE49-F238E27FC236}">
                    <a16:creationId xmlns:a16="http://schemas.microsoft.com/office/drawing/2014/main" id="{BFBABD74-6667-6A86-1B23-FD88797528C5}"/>
                  </a:ext>
                </a:extLst>
              </p:cNvPr>
              <p:cNvGrpSpPr/>
              <p:nvPr/>
            </p:nvGrpSpPr>
            <p:grpSpPr>
              <a:xfrm>
                <a:off x="4953000" y="1117917"/>
                <a:ext cx="6400800" cy="640080"/>
                <a:chOff x="2252980" y="5083048"/>
                <a:chExt cx="6400800" cy="640080"/>
              </a:xfrm>
              <a:noFill/>
            </p:grpSpPr>
            <p:sp>
              <p:nvSpPr>
                <p:cNvPr id="53" name="Rectangle 52">
                  <a:extLst>
                    <a:ext uri="{FF2B5EF4-FFF2-40B4-BE49-F238E27FC236}">
                      <a16:creationId xmlns:a16="http://schemas.microsoft.com/office/drawing/2014/main" id="{F9F6EBD8-02C0-558D-0F20-D2CB03D443EE}"/>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54" name="Rectangle 53">
                  <a:extLst>
                    <a:ext uri="{FF2B5EF4-FFF2-40B4-BE49-F238E27FC236}">
                      <a16:creationId xmlns:a16="http://schemas.microsoft.com/office/drawing/2014/main" id="{95A8ABF1-B84D-32C4-314D-5D5801330298}"/>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5" name="Rectangle 54">
                  <a:extLst>
                    <a:ext uri="{FF2B5EF4-FFF2-40B4-BE49-F238E27FC236}">
                      <a16:creationId xmlns:a16="http://schemas.microsoft.com/office/drawing/2014/main" id="{B05E08F2-55F4-729C-74B8-173ADDAD18EB}"/>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56" name="Rectangle 55">
                  <a:extLst>
                    <a:ext uri="{FF2B5EF4-FFF2-40B4-BE49-F238E27FC236}">
                      <a16:creationId xmlns:a16="http://schemas.microsoft.com/office/drawing/2014/main" id="{CA5FD097-3399-840F-E8C5-D06899B7A946}"/>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57" name="Rectangle 56">
                  <a:extLst>
                    <a:ext uri="{FF2B5EF4-FFF2-40B4-BE49-F238E27FC236}">
                      <a16:creationId xmlns:a16="http://schemas.microsoft.com/office/drawing/2014/main" id="{18E6677F-16EC-C7CC-D577-3664FA67D96E}"/>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58" name="Rectangle 57">
                  <a:extLst>
                    <a:ext uri="{FF2B5EF4-FFF2-40B4-BE49-F238E27FC236}">
                      <a16:creationId xmlns:a16="http://schemas.microsoft.com/office/drawing/2014/main" id="{ADC911A1-D33F-7899-9FCA-1BB73A60A924}"/>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59" name="Rectangle 58">
                  <a:extLst>
                    <a:ext uri="{FF2B5EF4-FFF2-40B4-BE49-F238E27FC236}">
                      <a16:creationId xmlns:a16="http://schemas.microsoft.com/office/drawing/2014/main" id="{65B62B5D-4D30-358B-B837-70A2CAB45633}"/>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60" name="Rectangle 59">
                  <a:extLst>
                    <a:ext uri="{FF2B5EF4-FFF2-40B4-BE49-F238E27FC236}">
                      <a16:creationId xmlns:a16="http://schemas.microsoft.com/office/drawing/2014/main" id="{CF990708-C698-45CE-9287-1A6692A87EFA}"/>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61" name="Rectangle 60">
                  <a:extLst>
                    <a:ext uri="{FF2B5EF4-FFF2-40B4-BE49-F238E27FC236}">
                      <a16:creationId xmlns:a16="http://schemas.microsoft.com/office/drawing/2014/main" id="{DDEA605A-CD21-C44E-B987-EEC2D8D7AA7B}"/>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62" name="Rectangle 61">
                  <a:extLst>
                    <a:ext uri="{FF2B5EF4-FFF2-40B4-BE49-F238E27FC236}">
                      <a16:creationId xmlns:a16="http://schemas.microsoft.com/office/drawing/2014/main" id="{640335E9-56DE-363B-28B9-958B228DA456}"/>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4" name="TextBox 73">
              <a:extLst>
                <a:ext uri="{FF2B5EF4-FFF2-40B4-BE49-F238E27FC236}">
                  <a16:creationId xmlns:a16="http://schemas.microsoft.com/office/drawing/2014/main" id="{787FB319-D6DF-2C6D-52DD-B9E7AEF39FAC}"/>
                </a:ext>
              </a:extLst>
            </p:cNvPr>
            <p:cNvSpPr txBox="1"/>
            <p:nvPr/>
          </p:nvSpPr>
          <p:spPr>
            <a:xfrm>
              <a:off x="1600429" y="5603357"/>
              <a:ext cx="720775" cy="369332"/>
            </a:xfrm>
            <a:prstGeom prst="rect">
              <a:avLst/>
            </a:prstGeom>
            <a:noFill/>
          </p:spPr>
          <p:txBody>
            <a:bodyPr wrap="none" rtlCol="0">
              <a:spAutoFit/>
            </a:bodyPr>
            <a:lstStyle/>
            <a:p>
              <a:r>
                <a:rPr lang="en-US" dirty="0"/>
                <a:t>After:</a:t>
              </a:r>
            </a:p>
          </p:txBody>
        </p:sp>
      </p:gr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9B402303-9703-5A54-0F83-C74C7CEF28C8}"/>
                  </a:ext>
                </a:extLst>
              </p14:cNvPr>
              <p14:cNvContentPartPr/>
              <p14:nvPr/>
            </p14:nvContentPartPr>
            <p14:xfrm>
              <a:off x="4123440" y="2421720"/>
              <a:ext cx="4572360" cy="1350720"/>
            </p14:xfrm>
          </p:contentPart>
        </mc:Choice>
        <mc:Fallback>
          <p:pic>
            <p:nvPicPr>
              <p:cNvPr id="7" name="Ink 6">
                <a:extLst>
                  <a:ext uri="{FF2B5EF4-FFF2-40B4-BE49-F238E27FC236}">
                    <a16:creationId xmlns:a16="http://schemas.microsoft.com/office/drawing/2014/main" id="{9B402303-9703-5A54-0F83-C74C7CEF28C8}"/>
                  </a:ext>
                </a:extLst>
              </p:cNvPr>
              <p:cNvPicPr/>
              <p:nvPr/>
            </p:nvPicPr>
            <p:blipFill>
              <a:blip r:embed="rId3"/>
              <a:stretch>
                <a:fillRect/>
              </a:stretch>
            </p:blipFill>
            <p:spPr>
              <a:xfrm>
                <a:off x="4114080" y="2412360"/>
                <a:ext cx="4591080" cy="1369440"/>
              </a:xfrm>
              <a:prstGeom prst="rect">
                <a:avLst/>
              </a:prstGeom>
            </p:spPr>
          </p:pic>
        </mc:Fallback>
      </mc:AlternateContent>
    </p:spTree>
    <p:extLst>
      <p:ext uri="{BB962C8B-B14F-4D97-AF65-F5344CB8AC3E}">
        <p14:creationId xmlns:p14="http://schemas.microsoft.com/office/powerpoint/2010/main" val="2403830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Delete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336100"/>
                <a:ext cx="10515600" cy="4351338"/>
              </a:xfrm>
            </p:spPr>
            <p:txBody>
              <a:bodyPr/>
              <a:lstStyle/>
              <a:p>
                <a:r>
                  <a:rPr lang="en-US" b="1" dirty="0"/>
                  <a:t>Option 1 (harder)</a:t>
                </a:r>
                <a:r>
                  <a:rPr lang="en-US" dirty="0"/>
                  <a:t>: Plug the hole with other items in a way that makes probes behave correctly</a:t>
                </a:r>
              </a:p>
              <a:p>
                <a:pPr lvl="1"/>
                <a:r>
                  <a:rPr lang="en-US" dirty="0"/>
                  <a:t>Something like: to delete at index </a:t>
                </a:r>
                <a14:m>
                  <m:oMath xmlns:m="http://schemas.openxmlformats.org/officeDocument/2006/math">
                    <m:r>
                      <a:rPr lang="en-US" b="0" i="1" smtClean="0">
                        <a:latin typeface="Cambria Math" panose="02040503050406030204" pitchFamily="18" charset="0"/>
                      </a:rPr>
                      <m:t>𝑖</m:t>
                    </m:r>
                  </m:oMath>
                </a14:m>
                <a:r>
                  <a:rPr lang="en-US" dirty="0"/>
                  <a:t>, starting from </a:t>
                </a:r>
                <a14:m>
                  <m:oMath xmlns:m="http://schemas.openxmlformats.org/officeDocument/2006/math">
                    <m:r>
                      <a:rPr lang="en-US" b="0" i="1" smtClean="0">
                        <a:latin typeface="Cambria Math" panose="02040503050406030204" pitchFamily="18" charset="0"/>
                      </a:rPr>
                      <m:t>𝑖</m:t>
                    </m:r>
                  </m:oMath>
                </a14:m>
                <a:r>
                  <a:rPr lang="en-US" dirty="0"/>
                  <a:t> and going until we find an empty index, if probe path of the key at index </a:t>
                </a:r>
                <a14:m>
                  <m:oMath xmlns:m="http://schemas.openxmlformats.org/officeDocument/2006/math">
                    <m:r>
                      <a:rPr lang="en-US" b="0" i="1" smtClean="0">
                        <a:latin typeface="Cambria Math" panose="02040503050406030204" pitchFamily="18" charset="0"/>
                      </a:rPr>
                      <m:t>𝑗</m:t>
                    </m:r>
                  </m:oMath>
                </a14:m>
                <a:r>
                  <a:rPr lang="en-US" dirty="0"/>
                  <a:t> has index </a:t>
                </a:r>
                <a14:m>
                  <m:oMath xmlns:m="http://schemas.openxmlformats.org/officeDocument/2006/math">
                    <m:r>
                      <a:rPr lang="en-US" b="0" i="1" smtClean="0">
                        <a:latin typeface="Cambria Math" panose="02040503050406030204" pitchFamily="18" charset="0"/>
                      </a:rPr>
                      <m:t>𝑖</m:t>
                    </m:r>
                  </m:oMath>
                </a14:m>
                <a:r>
                  <a:rPr lang="en-US" dirty="0"/>
                  <a:t> before </a:t>
                </a:r>
                <a14:m>
                  <m:oMath xmlns:m="http://schemas.openxmlformats.org/officeDocument/2006/math">
                    <m:r>
                      <a:rPr lang="en-US" b="0" i="1" smtClean="0">
                        <a:latin typeface="Cambria Math" panose="02040503050406030204" pitchFamily="18" charset="0"/>
                      </a:rPr>
                      <m:t>𝑗</m:t>
                    </m:r>
                  </m:oMath>
                </a14:m>
                <a:r>
                  <a:rPr lang="en-US" dirty="0"/>
                  <a:t> then move the key-value pair at </a:t>
                </a:r>
                <a14:m>
                  <m:oMath xmlns:m="http://schemas.openxmlformats.org/officeDocument/2006/math">
                    <m:r>
                      <a:rPr lang="en-US" b="0" i="1" smtClean="0">
                        <a:latin typeface="Cambria Math" panose="02040503050406030204" pitchFamily="18" charset="0"/>
                      </a:rPr>
                      <m:t>𝑗</m:t>
                    </m:r>
                  </m:oMath>
                </a14:m>
                <a:r>
                  <a:rPr lang="en-US" dirty="0"/>
                  <a:t> to index </a:t>
                </a:r>
                <a14:m>
                  <m:oMath xmlns:m="http://schemas.openxmlformats.org/officeDocument/2006/math">
                    <m:r>
                      <a:rPr lang="en-US" b="0" i="1" smtClean="0">
                        <a:latin typeface="Cambria Math" panose="02040503050406030204" pitchFamily="18" charset="0"/>
                      </a:rPr>
                      <m:t>𝑖</m:t>
                    </m:r>
                  </m:oMath>
                </a14:m>
                <a:r>
                  <a:rPr lang="en-US" dirty="0"/>
                  <a:t>, then repeat on index </a:t>
                </a:r>
                <a14:m>
                  <m:oMath xmlns:m="http://schemas.openxmlformats.org/officeDocument/2006/math">
                    <m:r>
                      <a:rPr lang="en-US" b="0" i="1" smtClean="0">
                        <a:latin typeface="Cambria Math" panose="02040503050406030204" pitchFamily="18" charset="0"/>
                      </a:rPr>
                      <m:t>𝑗</m:t>
                    </m:r>
                  </m:oMath>
                </a14:m>
                <a:r>
                  <a:rPr lang="en-US" dirty="0"/>
                  <a:t>.</a:t>
                </a:r>
              </a:p>
              <a:p>
                <a:r>
                  <a:rPr lang="en-US" b="1" dirty="0"/>
                  <a:t>Option 2 (easier)</a:t>
                </a:r>
                <a:r>
                  <a:rPr lang="en-US" dirty="0"/>
                  <a:t>: “Tombstone” deletion. Leave a special object that indicates an something was deleted from there</a:t>
                </a:r>
              </a:p>
              <a:p>
                <a:pPr lvl="1"/>
                <a:r>
                  <a:rPr lang="en-US" dirty="0"/>
                  <a:t>The tombstone does not act as an open space when finding (so keep looking after its reached)</a:t>
                </a:r>
              </a:p>
              <a:p>
                <a:pPr lvl="1"/>
                <a:r>
                  <a:rPr lang="en-US" dirty="0"/>
                  <a:t>When inserting you can replace a tombstone with a new item</a:t>
                </a:r>
              </a:p>
            </p:txBody>
          </p:sp>
        </mc:Choice>
        <mc:Fallback xmlns="">
          <p:sp>
            <p:nvSpPr>
              <p:cNvPr id="3" name="Content Placeholder 2">
                <a:extLst>
                  <a:ext uri="{FF2B5EF4-FFF2-40B4-BE49-F238E27FC236}">
                    <a16:creationId xmlns:a16="http://schemas.microsoft.com/office/drawing/2014/main" id="{A97C19AB-1C53-85A1-A3AF-83DFA61F94B5}"/>
                  </a:ext>
                </a:extLst>
              </p:cNvPr>
              <p:cNvSpPr>
                <a:spLocks noGrp="1" noRot="1" noChangeAspect="1" noMove="1" noResize="1" noEditPoints="1" noAdjustHandles="1" noChangeArrowheads="1" noChangeShapeType="1" noTextEdit="1"/>
              </p:cNvSpPr>
              <p:nvPr>
                <p:ph idx="1"/>
              </p:nvPr>
            </p:nvSpPr>
            <p:spPr>
              <a:xfrm>
                <a:off x="838200" y="1336100"/>
                <a:ext cx="10515600" cy="4351338"/>
              </a:xfrm>
              <a:blipFill>
                <a:blip r:embed="rId2"/>
                <a:stretch>
                  <a:fillRect l="-1043" t="-2241" r="-1391"/>
                </a:stretch>
              </a:blipFill>
            </p:spPr>
            <p:txBody>
              <a:bodyPr/>
              <a:lstStyle/>
              <a:p>
                <a:r>
                  <a:rPr lang="en-US">
                    <a:noFill/>
                  </a:rPr>
                  <a:t> </a:t>
                </a:r>
              </a:p>
            </p:txBody>
          </p:sp>
        </mc:Fallback>
      </mc:AlternateContent>
      <p:grpSp>
        <p:nvGrpSpPr>
          <p:cNvPr id="27" name="Group 26" descr="For option 2 (tombstone deletion) when we delete a key from the dictionary we replace the key-value pair in the hash table with a special &quot;tombstone&quot; object to indicate that an item used to be present. &#10;&#10;This way when we're probing we know the spot is available to re-use if we insert a new key-value pair, but for a find we need to continue probing past that index since past inserts may have probed past it.">
            <a:extLst>
              <a:ext uri="{FF2B5EF4-FFF2-40B4-BE49-F238E27FC236}">
                <a16:creationId xmlns:a16="http://schemas.microsoft.com/office/drawing/2014/main" id="{5CEBE7AC-62BA-50C0-827E-A9312E83C711}"/>
              </a:ext>
            </a:extLst>
          </p:cNvPr>
          <p:cNvGrpSpPr/>
          <p:nvPr/>
        </p:nvGrpSpPr>
        <p:grpSpPr>
          <a:xfrm>
            <a:off x="2895600" y="5467983"/>
            <a:ext cx="6400800" cy="1097280"/>
            <a:chOff x="2895600" y="5467983"/>
            <a:chExt cx="6400800" cy="1097280"/>
          </a:xfrm>
        </p:grpSpPr>
        <p:grpSp>
          <p:nvGrpSpPr>
            <p:cNvPr id="4" name="Group 3">
              <a:extLst>
                <a:ext uri="{FF2B5EF4-FFF2-40B4-BE49-F238E27FC236}">
                  <a16:creationId xmlns:a16="http://schemas.microsoft.com/office/drawing/2014/main" id="{D2398797-8895-3723-4DFA-5FD577DC625E}"/>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A94E3EBE-92D3-3CBC-4097-E854D2FB517E}"/>
                  </a:ext>
                </a:extLst>
              </p:cNvPr>
              <p:cNvGrpSpPr/>
              <p:nvPr/>
            </p:nvGrpSpPr>
            <p:grpSpPr>
              <a:xfrm>
                <a:off x="4953000" y="660717"/>
                <a:ext cx="6400800" cy="640080"/>
                <a:chOff x="2252980" y="5083048"/>
                <a:chExt cx="6400800" cy="640080"/>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F9CF4CB-A27A-964D-A636-9F4C5BAF32BE}"/>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17" name="Rectangle 16">
                      <a:extLst>
                        <a:ext uri="{FF2B5EF4-FFF2-40B4-BE49-F238E27FC236}">
                          <a16:creationId xmlns:a16="http://schemas.microsoft.com/office/drawing/2014/main" id="{9F9CF4CB-A27A-964D-A636-9F4C5BAF32BE}"/>
                        </a:ext>
                      </a:extLst>
                    </p:cNvPr>
                    <p:cNvSpPr>
                      <a:spLocks noRot="1" noChangeAspect="1" noMove="1" noResize="1" noEditPoints="1" noAdjustHandles="1" noChangeArrowheads="1" noChangeShapeType="1" noTextEdit="1"/>
                    </p:cNvSpPr>
                    <p:nvPr/>
                  </p:nvSpPr>
                  <p:spPr>
                    <a:xfrm>
                      <a:off x="2252980" y="5083048"/>
                      <a:ext cx="640080" cy="640080"/>
                    </a:xfrm>
                    <a:prstGeom prst="rect">
                      <a:avLst/>
                    </a:prstGeom>
                    <a:blipFill>
                      <a:blip r:embed="rId3"/>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D168045C-4DD0-521D-E388-E155A93DAFF1}"/>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CBD1F50D-0106-BB33-E7B4-DF9459A8ED27}"/>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19" name="Rectangle 18">
                      <a:extLst>
                        <a:ext uri="{FF2B5EF4-FFF2-40B4-BE49-F238E27FC236}">
                          <a16:creationId xmlns:a16="http://schemas.microsoft.com/office/drawing/2014/main" id="{CBD1F50D-0106-BB33-E7B4-DF9459A8ED27}"/>
                        </a:ext>
                      </a:extLst>
                    </p:cNvPr>
                    <p:cNvSpPr>
                      <a:spLocks noRot="1" noChangeAspect="1" noMove="1" noResize="1" noEditPoints="1" noAdjustHandles="1" noChangeArrowheads="1" noChangeShapeType="1" noTextEdit="1"/>
                    </p:cNvSpPr>
                    <p:nvPr/>
                  </p:nvSpPr>
                  <p:spPr>
                    <a:xfrm>
                      <a:off x="3533140" y="5083048"/>
                      <a:ext cx="640080" cy="64008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68DA8B2-9D14-9376-BA10-6072DC3F7AAE}"/>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20" name="Rectangle 19">
                      <a:extLst>
                        <a:ext uri="{FF2B5EF4-FFF2-40B4-BE49-F238E27FC236}">
                          <a16:creationId xmlns:a16="http://schemas.microsoft.com/office/drawing/2014/main" id="{F68DA8B2-9D14-9376-BA10-6072DC3F7AAE}"/>
                        </a:ext>
                      </a:extLst>
                    </p:cNvPr>
                    <p:cNvSpPr>
                      <a:spLocks noRot="1" noChangeAspect="1" noMove="1" noResize="1" noEditPoints="1" noAdjustHandles="1" noChangeArrowheads="1" noChangeShapeType="1" noTextEdit="1"/>
                    </p:cNvSpPr>
                    <p:nvPr/>
                  </p:nvSpPr>
                  <p:spPr>
                    <a:xfrm>
                      <a:off x="4173220" y="5083048"/>
                      <a:ext cx="640080" cy="640080"/>
                    </a:xfrm>
                    <a:prstGeom prst="rect">
                      <a:avLst/>
                    </a:prstGeom>
                    <a:blipFill>
                      <a:blip r:embed="rId3"/>
                      <a:stretch>
                        <a:fillRect/>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E872695B-70F4-3DA6-F9C7-C39AA3021A96}"/>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7C73464A-B923-7D8A-08E9-FA6362BB975F}"/>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22" name="Rectangle 21">
                      <a:extLst>
                        <a:ext uri="{FF2B5EF4-FFF2-40B4-BE49-F238E27FC236}">
                          <a16:creationId xmlns:a16="http://schemas.microsoft.com/office/drawing/2014/main" id="{7C73464A-B923-7D8A-08E9-FA6362BB975F}"/>
                        </a:ext>
                      </a:extLst>
                    </p:cNvPr>
                    <p:cNvSpPr>
                      <a:spLocks noRot="1" noChangeAspect="1" noMove="1" noResize="1" noEditPoints="1" noAdjustHandles="1" noChangeArrowheads="1" noChangeShapeType="1" noTextEdit="1"/>
                    </p:cNvSpPr>
                    <p:nvPr/>
                  </p:nvSpPr>
                  <p:spPr>
                    <a:xfrm>
                      <a:off x="5453380" y="5083048"/>
                      <a:ext cx="640080" cy="640080"/>
                    </a:xfrm>
                    <a:prstGeom prst="rect">
                      <a:avLst/>
                    </a:prstGeom>
                    <a:blipFill>
                      <a:blip r:embed="rId3"/>
                      <a:stretch>
                        <a:fillRect/>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32B62BA5-C7A9-1093-C1C5-92B30048EF21}"/>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B7E8C7D0-301F-810C-81D7-8032D43CCED2}"/>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EEF34426-81D0-A00D-F869-CE2CC1F69DD9}"/>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27B13CF2-FF93-8502-9E02-8932AAC3B628}"/>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ECD7BD24-78C4-485A-B642-694347CAF79F}"/>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0E07A55D-FD55-65C4-B762-EE475FB813D9}"/>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22B816F0-1D87-DCEE-EE23-73BA3F93C0D0}"/>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3472B5DE-98C0-ED41-C1C2-5402072D17EC}"/>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01DF7F5A-E96D-9469-1E44-2B9982B5F417}"/>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24290CC6-A7C4-513F-0046-64C15C576672}"/>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6AAFCECB-C9D4-B0F1-13A6-E6A0B9F5E5FC}"/>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76966F40-4191-1551-B59D-C33E64E92ED2}"/>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91B32752-91AD-18C5-0ABD-530E78C6EAE1}"/>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E950CBD8-72AD-EB1F-CF08-19E9158FCF57}"/>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F2A5AD5E-A38F-FFBF-1612-402BB356C254}"/>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pic>
          <p:nvPicPr>
            <p:cNvPr id="1026" name="Picture 2" descr="Tombstone Graphic by Lowkey21 · Creative Fabrica">
              <a:extLst>
                <a:ext uri="{FF2B5EF4-FFF2-40B4-BE49-F238E27FC236}">
                  <a16:creationId xmlns:a16="http://schemas.microsoft.com/office/drawing/2014/main" id="{4D539D6B-C7E5-D7DC-674F-BD419E4829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682" t="13451" r="15903" b="12240"/>
            <a:stretch/>
          </p:blipFill>
          <p:spPr bwMode="auto">
            <a:xfrm>
              <a:off x="5515827" y="5640183"/>
              <a:ext cx="510106" cy="380820"/>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p14="http://schemas.microsoft.com/office/powerpoint/2010/main" Requires="p14">
          <p:contentPart p14:bwMode="auto" r:id="rId5">
            <p14:nvContentPartPr>
              <p14:cNvPr id="28" name="Ink 27">
                <a:extLst>
                  <a:ext uri="{FF2B5EF4-FFF2-40B4-BE49-F238E27FC236}">
                    <a16:creationId xmlns:a16="http://schemas.microsoft.com/office/drawing/2014/main" id="{DA90C308-C477-6BB1-72E1-39C33C4A7ED7}"/>
                  </a:ext>
                </a:extLst>
              </p14:cNvPr>
              <p14:cNvContentPartPr/>
              <p14:nvPr/>
            </p14:nvContentPartPr>
            <p14:xfrm>
              <a:off x="666720" y="1591920"/>
              <a:ext cx="5386680" cy="4513320"/>
            </p14:xfrm>
          </p:contentPart>
        </mc:Choice>
        <mc:Fallback>
          <p:pic>
            <p:nvPicPr>
              <p:cNvPr id="28" name="Ink 27">
                <a:extLst>
                  <a:ext uri="{FF2B5EF4-FFF2-40B4-BE49-F238E27FC236}">
                    <a16:creationId xmlns:a16="http://schemas.microsoft.com/office/drawing/2014/main" id="{DA90C308-C477-6BB1-72E1-39C33C4A7ED7}"/>
                  </a:ext>
                </a:extLst>
              </p:cNvPr>
              <p:cNvPicPr/>
              <p:nvPr/>
            </p:nvPicPr>
            <p:blipFill>
              <a:blip r:embed="rId6"/>
              <a:stretch>
                <a:fillRect/>
              </a:stretch>
            </p:blipFill>
            <p:spPr>
              <a:xfrm>
                <a:off x="657360" y="1582560"/>
                <a:ext cx="5405400" cy="4532040"/>
              </a:xfrm>
              <a:prstGeom prst="rect">
                <a:avLst/>
              </a:prstGeom>
            </p:spPr>
          </p:pic>
        </mc:Fallback>
      </mc:AlternateContent>
    </p:spTree>
    <p:extLst>
      <p:ext uri="{BB962C8B-B14F-4D97-AF65-F5344CB8AC3E}">
        <p14:creationId xmlns:p14="http://schemas.microsoft.com/office/powerpoint/2010/main" val="2477407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 Tombstone: Find</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825625"/>
            <a:ext cx="10515600" cy="3555298"/>
          </a:xfrm>
        </p:spPr>
        <p:txBody>
          <a:bodyPr/>
          <a:lstStyle/>
          <a:p>
            <a:r>
              <a:rPr lang="en-US" dirty="0"/>
              <a:t>To find key </a:t>
            </a:r>
            <a:r>
              <a:rPr lang="en-US" dirty="0">
                <a:latin typeface="Consolas" panose="020B0609020204030204" pitchFamily="49" charset="0"/>
              </a:rPr>
              <a:t>k</a:t>
            </a: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While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has a key other than </a:t>
            </a:r>
            <a:r>
              <a:rPr lang="en-US" dirty="0">
                <a:latin typeface="Consolas" panose="020B0609020204030204" pitchFamily="49" charset="0"/>
              </a:rPr>
              <a:t>k</a:t>
            </a:r>
            <a:r>
              <a:rPr lang="en-US" dirty="0"/>
              <a:t>, set </a:t>
            </a:r>
            <a:r>
              <a:rPr lang="en-US" dirty="0" err="1">
                <a:latin typeface="Consolas" panose="020B0609020204030204" pitchFamily="49" charset="0"/>
              </a:rPr>
              <a:t>i</a:t>
            </a:r>
            <a:r>
              <a:rPr lang="en-US" dirty="0">
                <a:latin typeface="Consolas" panose="020B0609020204030204" pitchFamily="49" charset="0"/>
              </a:rPr>
              <a:t> = (i+1) % </a:t>
            </a:r>
            <a:r>
              <a:rPr lang="en-US" dirty="0" err="1">
                <a:latin typeface="Consolas" panose="020B0609020204030204" pitchFamily="49" charset="0"/>
              </a:rPr>
              <a:t>table.length</a:t>
            </a:r>
            <a:endParaRPr lang="en-US" dirty="0"/>
          </a:p>
          <a:p>
            <a:pPr lvl="1"/>
            <a:r>
              <a:rPr lang="en-US" dirty="0"/>
              <a:t>If you come across </a:t>
            </a:r>
            <a:r>
              <a:rPr lang="en-US" dirty="0">
                <a:latin typeface="Consolas" panose="020B0609020204030204" pitchFamily="49" charset="0"/>
              </a:rPr>
              <a:t>k</a:t>
            </a:r>
            <a:r>
              <a:rPr lang="en-US" dirty="0"/>
              <a:t> return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endParaRPr lang="en-US" dirty="0"/>
          </a:p>
          <a:p>
            <a:pPr lvl="1"/>
            <a:r>
              <a:rPr lang="en-US" dirty="0"/>
              <a:t>If you come across an empty index, the find was unsuccessful</a:t>
            </a:r>
          </a:p>
          <a:p>
            <a:pPr lvl="2"/>
            <a:r>
              <a:rPr lang="en-US" dirty="0"/>
              <a:t>Tombstones do not count as empty!</a:t>
            </a:r>
          </a:p>
        </p:txBody>
      </p:sp>
      <p:grpSp>
        <p:nvGrpSpPr>
          <p:cNvPr id="27" name="Group 26" descr="A hash table with a tombstone. Its contents are as follows (for each pair the first element is the key and the second is the value):&#10;&#10;Index 0: k1, v1&#10;Index 2: k2,v2&#10;Index 3: k3, v3&#10;Index 4: tombstone&#10;Index 5: k4, v4&#10;All other indices are empty&#10;&#10;Supposing we do an unsuccessful find on key k which maps to index 2. In this case we will need to check index 2, index 3, index 4 (which contains the tombstone), index 5, and then can conclude the find was unsuccessful when we see index 6 is empty.">
            <a:extLst>
              <a:ext uri="{FF2B5EF4-FFF2-40B4-BE49-F238E27FC236}">
                <a16:creationId xmlns:a16="http://schemas.microsoft.com/office/drawing/2014/main" id="{173FC6B8-AB4A-FD8C-6863-E218D088B95F}"/>
              </a:ext>
            </a:extLst>
          </p:cNvPr>
          <p:cNvGrpSpPr/>
          <p:nvPr/>
        </p:nvGrpSpPr>
        <p:grpSpPr>
          <a:xfrm>
            <a:off x="2895600" y="5467983"/>
            <a:ext cx="6400800" cy="1097280"/>
            <a:chOff x="2895600" y="5467983"/>
            <a:chExt cx="6400800" cy="1097280"/>
          </a:xfrm>
        </p:grpSpPr>
        <p:grpSp>
          <p:nvGrpSpPr>
            <p:cNvPr id="28" name="Group 27">
              <a:extLst>
                <a:ext uri="{FF2B5EF4-FFF2-40B4-BE49-F238E27FC236}">
                  <a16:creationId xmlns:a16="http://schemas.microsoft.com/office/drawing/2014/main" id="{62EBE785-09DD-2129-EF50-6BED889CAFDF}"/>
                </a:ext>
              </a:extLst>
            </p:cNvPr>
            <p:cNvGrpSpPr/>
            <p:nvPr/>
          </p:nvGrpSpPr>
          <p:grpSpPr>
            <a:xfrm>
              <a:off x="2895600" y="5467983"/>
              <a:ext cx="6400800" cy="1097280"/>
              <a:chOff x="4953000" y="660717"/>
              <a:chExt cx="6400800" cy="1097280"/>
            </a:xfrm>
          </p:grpSpPr>
          <p:grpSp>
            <p:nvGrpSpPr>
              <p:cNvPr id="30" name="Group 29">
                <a:extLst>
                  <a:ext uri="{FF2B5EF4-FFF2-40B4-BE49-F238E27FC236}">
                    <a16:creationId xmlns:a16="http://schemas.microsoft.com/office/drawing/2014/main" id="{4D7616CE-CEB2-3F78-01C7-559381A7E459}"/>
                  </a:ext>
                </a:extLst>
              </p:cNvPr>
              <p:cNvGrpSpPr/>
              <p:nvPr/>
            </p:nvGrpSpPr>
            <p:grpSpPr>
              <a:xfrm>
                <a:off x="4953000" y="660717"/>
                <a:ext cx="6400800" cy="640080"/>
                <a:chOff x="2252980" y="5083048"/>
                <a:chExt cx="6400800" cy="640080"/>
              </a:xfrm>
            </p:grpSpPr>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A0882B2-FBB3-893B-47AC-ED5A54E5D7EF}"/>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42" name="Rectangle 41">
                      <a:extLst>
                        <a:ext uri="{FF2B5EF4-FFF2-40B4-BE49-F238E27FC236}">
                          <a16:creationId xmlns:a16="http://schemas.microsoft.com/office/drawing/2014/main" id="{DA0882B2-FBB3-893B-47AC-ED5A54E5D7EF}"/>
                        </a:ext>
                      </a:extLst>
                    </p:cNvPr>
                    <p:cNvSpPr>
                      <a:spLocks noRot="1" noChangeAspect="1" noMove="1" noResize="1" noEditPoints="1" noAdjustHandles="1" noChangeArrowheads="1" noChangeShapeType="1" noTextEdit="1"/>
                    </p:cNvSpPr>
                    <p:nvPr/>
                  </p:nvSpPr>
                  <p:spPr>
                    <a:xfrm>
                      <a:off x="2252980" y="5083048"/>
                      <a:ext cx="640080" cy="640080"/>
                    </a:xfrm>
                    <a:prstGeom prst="rect">
                      <a:avLst/>
                    </a:prstGeom>
                    <a:blipFill>
                      <a:blip r:embed="rId2"/>
                      <a:stretch>
                        <a:fillRect l="-8411"/>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9CC71AC7-66ED-D0EA-E2C9-4D9B8C7164CC}"/>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8FDFB75C-BC8B-A7B1-D939-0A388B717AE7}"/>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44" name="Rectangle 43">
                      <a:extLst>
                        <a:ext uri="{FF2B5EF4-FFF2-40B4-BE49-F238E27FC236}">
                          <a16:creationId xmlns:a16="http://schemas.microsoft.com/office/drawing/2014/main" id="{8FDFB75C-BC8B-A7B1-D939-0A388B717AE7}"/>
                        </a:ext>
                      </a:extLst>
                    </p:cNvPr>
                    <p:cNvSpPr>
                      <a:spLocks noRot="1" noChangeAspect="1" noMove="1" noResize="1" noEditPoints="1" noAdjustHandles="1" noChangeArrowheads="1" noChangeShapeType="1" noTextEdit="1"/>
                    </p:cNvSpPr>
                    <p:nvPr/>
                  </p:nvSpPr>
                  <p:spPr>
                    <a:xfrm>
                      <a:off x="3533140" y="5083048"/>
                      <a:ext cx="640080" cy="640080"/>
                    </a:xfrm>
                    <a:prstGeom prst="rect">
                      <a:avLst/>
                    </a:prstGeom>
                    <a:blipFill>
                      <a:blip r:embed="rId3"/>
                      <a:stretch>
                        <a:fillRect l="-9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4D3201B6-2128-AA78-0502-860BF7B613BB}"/>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45" name="Rectangle 44">
                      <a:extLst>
                        <a:ext uri="{FF2B5EF4-FFF2-40B4-BE49-F238E27FC236}">
                          <a16:creationId xmlns:a16="http://schemas.microsoft.com/office/drawing/2014/main" id="{4D3201B6-2128-AA78-0502-860BF7B613BB}"/>
                        </a:ext>
                      </a:extLst>
                    </p:cNvPr>
                    <p:cNvSpPr>
                      <a:spLocks noRot="1" noChangeAspect="1" noMove="1" noResize="1" noEditPoints="1" noAdjustHandles="1" noChangeArrowheads="1" noChangeShapeType="1" noTextEdit="1"/>
                    </p:cNvSpPr>
                    <p:nvPr/>
                  </p:nvSpPr>
                  <p:spPr>
                    <a:xfrm>
                      <a:off x="4173220" y="5083048"/>
                      <a:ext cx="640080" cy="640080"/>
                    </a:xfrm>
                    <a:prstGeom prst="rect">
                      <a:avLst/>
                    </a:prstGeom>
                    <a:blipFill>
                      <a:blip r:embed="rId4"/>
                      <a:stretch>
                        <a:fillRect l="-9346"/>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041711FE-E996-23C1-97AD-7FDE658BA2E1}"/>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6DAEE92F-6002-9637-4F17-E5FB04B17788}"/>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4</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47" name="Rectangle 46">
                      <a:extLst>
                        <a:ext uri="{FF2B5EF4-FFF2-40B4-BE49-F238E27FC236}">
                          <a16:creationId xmlns:a16="http://schemas.microsoft.com/office/drawing/2014/main" id="{6DAEE92F-6002-9637-4F17-E5FB04B17788}"/>
                        </a:ext>
                      </a:extLst>
                    </p:cNvPr>
                    <p:cNvSpPr>
                      <a:spLocks noRot="1" noChangeAspect="1" noMove="1" noResize="1" noEditPoints="1" noAdjustHandles="1" noChangeArrowheads="1" noChangeShapeType="1" noTextEdit="1"/>
                    </p:cNvSpPr>
                    <p:nvPr/>
                  </p:nvSpPr>
                  <p:spPr>
                    <a:xfrm>
                      <a:off x="5453380" y="5083048"/>
                      <a:ext cx="640080" cy="640080"/>
                    </a:xfrm>
                    <a:prstGeom prst="rect">
                      <a:avLst/>
                    </a:prstGeom>
                    <a:blipFill>
                      <a:blip r:embed="rId5"/>
                      <a:stretch>
                        <a:fillRect l="-8411"/>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101D0832-8C87-DBB7-A03D-B331DBF755EF}"/>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37BBC0C9-9AE3-DF08-8D24-E971DA5754C3}"/>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0" name="Rectangle 49">
                  <a:extLst>
                    <a:ext uri="{FF2B5EF4-FFF2-40B4-BE49-F238E27FC236}">
                      <a16:creationId xmlns:a16="http://schemas.microsoft.com/office/drawing/2014/main" id="{38A6AC15-B4C8-948A-A1B6-31F5BEACFF6D}"/>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1" name="Rectangle 50">
                  <a:extLst>
                    <a:ext uri="{FF2B5EF4-FFF2-40B4-BE49-F238E27FC236}">
                      <a16:creationId xmlns:a16="http://schemas.microsoft.com/office/drawing/2014/main" id="{181753CC-4DE4-F5BD-AFEC-DA4B6D39AF0E}"/>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31" name="Group 30">
                <a:extLst>
                  <a:ext uri="{FF2B5EF4-FFF2-40B4-BE49-F238E27FC236}">
                    <a16:creationId xmlns:a16="http://schemas.microsoft.com/office/drawing/2014/main" id="{551F7581-2694-4F16-2D77-99EBD233E618}"/>
                  </a:ext>
                </a:extLst>
              </p:cNvPr>
              <p:cNvGrpSpPr/>
              <p:nvPr/>
            </p:nvGrpSpPr>
            <p:grpSpPr>
              <a:xfrm>
                <a:off x="4953000" y="1117917"/>
                <a:ext cx="6400800" cy="640080"/>
                <a:chOff x="2252980" y="5083048"/>
                <a:chExt cx="6400800" cy="640080"/>
              </a:xfrm>
              <a:noFill/>
            </p:grpSpPr>
            <p:sp>
              <p:nvSpPr>
                <p:cNvPr id="32" name="Rectangle 31">
                  <a:extLst>
                    <a:ext uri="{FF2B5EF4-FFF2-40B4-BE49-F238E27FC236}">
                      <a16:creationId xmlns:a16="http://schemas.microsoft.com/office/drawing/2014/main" id="{F17FFAC9-CE14-DCBB-F204-A9EE3D53FDC2}"/>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3" name="Rectangle 32">
                  <a:extLst>
                    <a:ext uri="{FF2B5EF4-FFF2-40B4-BE49-F238E27FC236}">
                      <a16:creationId xmlns:a16="http://schemas.microsoft.com/office/drawing/2014/main" id="{BCF16176-C858-3F4B-2338-71EE8AEA7156}"/>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4" name="Rectangle 33">
                  <a:extLst>
                    <a:ext uri="{FF2B5EF4-FFF2-40B4-BE49-F238E27FC236}">
                      <a16:creationId xmlns:a16="http://schemas.microsoft.com/office/drawing/2014/main" id="{0D9BF06B-65D6-9864-3A5D-83DA1D72FBCC}"/>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5" name="Rectangle 34">
                  <a:extLst>
                    <a:ext uri="{FF2B5EF4-FFF2-40B4-BE49-F238E27FC236}">
                      <a16:creationId xmlns:a16="http://schemas.microsoft.com/office/drawing/2014/main" id="{C6E9A345-05AB-412F-04A7-06DEAAA67AE8}"/>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6" name="Rectangle 35">
                  <a:extLst>
                    <a:ext uri="{FF2B5EF4-FFF2-40B4-BE49-F238E27FC236}">
                      <a16:creationId xmlns:a16="http://schemas.microsoft.com/office/drawing/2014/main" id="{B3A0273C-3478-8C2E-FF29-E2FD3B8B81EF}"/>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7" name="Rectangle 36">
                  <a:extLst>
                    <a:ext uri="{FF2B5EF4-FFF2-40B4-BE49-F238E27FC236}">
                      <a16:creationId xmlns:a16="http://schemas.microsoft.com/office/drawing/2014/main" id="{2A17E45D-8163-8373-1EE1-E0EEC0B7F1E0}"/>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8" name="Rectangle 37">
                  <a:extLst>
                    <a:ext uri="{FF2B5EF4-FFF2-40B4-BE49-F238E27FC236}">
                      <a16:creationId xmlns:a16="http://schemas.microsoft.com/office/drawing/2014/main" id="{26C69C17-57A7-433D-4954-3E9C7742E35B}"/>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9" name="Rectangle 38">
                  <a:extLst>
                    <a:ext uri="{FF2B5EF4-FFF2-40B4-BE49-F238E27FC236}">
                      <a16:creationId xmlns:a16="http://schemas.microsoft.com/office/drawing/2014/main" id="{1F0EBE50-D77D-6ACC-6154-87179C219DEF}"/>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40" name="Rectangle 39">
                  <a:extLst>
                    <a:ext uri="{FF2B5EF4-FFF2-40B4-BE49-F238E27FC236}">
                      <a16:creationId xmlns:a16="http://schemas.microsoft.com/office/drawing/2014/main" id="{BA195B53-7382-BFB7-0F97-3EB6EB5DC4AD}"/>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41" name="Rectangle 40">
                  <a:extLst>
                    <a:ext uri="{FF2B5EF4-FFF2-40B4-BE49-F238E27FC236}">
                      <a16:creationId xmlns:a16="http://schemas.microsoft.com/office/drawing/2014/main" id="{9B875D04-ECAD-DA0A-F8BD-36E7E0E46C3B}"/>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pic>
          <p:nvPicPr>
            <p:cNvPr id="29" name="Picture 2" descr="Tombstone Graphic by Lowkey21 · Creative Fabrica">
              <a:extLst>
                <a:ext uri="{FF2B5EF4-FFF2-40B4-BE49-F238E27FC236}">
                  <a16:creationId xmlns:a16="http://schemas.microsoft.com/office/drawing/2014/main" id="{CF584FA7-0070-6E40-7FA7-4BA779C84DE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682" t="13451" r="15903" b="12240"/>
            <a:stretch/>
          </p:blipFill>
          <p:spPr bwMode="auto">
            <a:xfrm>
              <a:off x="5515827" y="5640183"/>
              <a:ext cx="510106" cy="380820"/>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BA0D4EAB-AC96-3A87-8B67-43D2657653E6}"/>
                  </a:ext>
                </a:extLst>
              </p14:cNvPr>
              <p14:cNvContentPartPr/>
              <p14:nvPr/>
            </p14:nvContentPartPr>
            <p14:xfrm>
              <a:off x="2737800" y="1298160"/>
              <a:ext cx="8769240" cy="2030040"/>
            </p14:xfrm>
          </p:contentPart>
        </mc:Choice>
        <mc:Fallback>
          <p:pic>
            <p:nvPicPr>
              <p:cNvPr id="4" name="Ink 3">
                <a:extLst>
                  <a:ext uri="{FF2B5EF4-FFF2-40B4-BE49-F238E27FC236}">
                    <a16:creationId xmlns:a16="http://schemas.microsoft.com/office/drawing/2014/main" id="{BA0D4EAB-AC96-3A87-8B67-43D2657653E6}"/>
                  </a:ext>
                </a:extLst>
              </p:cNvPr>
              <p:cNvPicPr/>
              <p:nvPr/>
            </p:nvPicPr>
            <p:blipFill>
              <a:blip r:embed="rId8"/>
              <a:stretch>
                <a:fillRect/>
              </a:stretch>
            </p:blipFill>
            <p:spPr>
              <a:xfrm>
                <a:off x="2728440" y="1288800"/>
                <a:ext cx="8787960" cy="2048760"/>
              </a:xfrm>
              <a:prstGeom prst="rect">
                <a:avLst/>
              </a:prstGeom>
            </p:spPr>
          </p:pic>
        </mc:Fallback>
      </mc:AlternateContent>
    </p:spTree>
    <p:extLst>
      <p:ext uri="{BB962C8B-B14F-4D97-AF65-F5344CB8AC3E}">
        <p14:creationId xmlns:p14="http://schemas.microsoft.com/office/powerpoint/2010/main" val="1486664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Linear Probing + Tombstone: Insert</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While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has a key other than </a:t>
            </a:r>
            <a:r>
              <a:rPr lang="en-US" dirty="0">
                <a:latin typeface="Consolas" panose="020B0609020204030204" pitchFamily="49" charset="0"/>
              </a:rPr>
              <a:t>k</a:t>
            </a:r>
            <a:r>
              <a:rPr lang="en-US" dirty="0"/>
              <a:t>, set </a:t>
            </a:r>
            <a:r>
              <a:rPr lang="en-US" dirty="0" err="1">
                <a:latin typeface="Consolas" panose="020B0609020204030204" pitchFamily="49" charset="0"/>
              </a:rPr>
              <a:t>i</a:t>
            </a:r>
            <a:r>
              <a:rPr lang="en-US" dirty="0">
                <a:latin typeface="Consolas" panose="020B0609020204030204" pitchFamily="49" charset="0"/>
              </a:rPr>
              <a:t> = (i+1) % </a:t>
            </a:r>
            <a:r>
              <a:rPr lang="en-US" dirty="0" err="1">
                <a:latin typeface="Consolas" panose="020B0609020204030204" pitchFamily="49" charset="0"/>
              </a:rPr>
              <a:t>table.length</a:t>
            </a:r>
            <a:endParaRPr lang="en-US" dirty="0">
              <a:latin typeface="Consolas" panose="020B0609020204030204" pitchFamily="49" charset="0"/>
            </a:endParaRPr>
          </a:p>
          <a:p>
            <a:pPr lvl="2"/>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has a tombstone, set </a:t>
            </a:r>
            <a:r>
              <a:rPr lang="en-US" dirty="0" err="1">
                <a:latin typeface="Consolas" panose="020B0609020204030204" pitchFamily="49" charset="0"/>
              </a:rPr>
              <a:t>dest</a:t>
            </a:r>
            <a:r>
              <a:rPr lang="en-US" dirty="0">
                <a:latin typeface="Consolas" panose="020B0609020204030204" pitchFamily="49" charset="0"/>
              </a:rPr>
              <a:t> = </a:t>
            </a:r>
            <a:r>
              <a:rPr lang="en-US" dirty="0" err="1">
                <a:latin typeface="Consolas" panose="020B0609020204030204" pitchFamily="49" charset="0"/>
              </a:rPr>
              <a:t>i</a:t>
            </a:r>
            <a:endParaRPr lang="en-US" b="0" dirty="0">
              <a:latin typeface="Consolas" panose="020B0609020204030204" pitchFamily="49" charset="0"/>
            </a:endParaRPr>
          </a:p>
          <a:p>
            <a:pPr lvl="3"/>
            <a:r>
              <a:rPr lang="en-US" dirty="0"/>
              <a:t>That is where we will insert if the find is unsuccessful</a:t>
            </a:r>
          </a:p>
          <a:p>
            <a:pPr lvl="2"/>
            <a:r>
              <a:rPr lang="en-US" dirty="0"/>
              <a:t>If you come across </a:t>
            </a:r>
            <a:r>
              <a:rPr lang="en-US" dirty="0">
                <a:latin typeface="Consolas" panose="020B0609020204030204" pitchFamily="49" charset="0"/>
              </a:rPr>
              <a:t>k</a:t>
            </a:r>
            <a:r>
              <a:rPr lang="en-US" dirty="0"/>
              <a:t>, set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 = </a:t>
            </a:r>
            <a:r>
              <a:rPr lang="en-US" dirty="0" err="1">
                <a:latin typeface="Consolas" panose="020B0609020204030204" pitchFamily="49" charset="0"/>
              </a:rPr>
              <a:t>k,v</a:t>
            </a:r>
            <a:endParaRPr lang="en-US" dirty="0">
              <a:latin typeface="Consolas" panose="020B0609020204030204" pitchFamily="49" charset="0"/>
            </a:endParaRPr>
          </a:p>
          <a:p>
            <a:pPr lvl="2"/>
            <a:r>
              <a:rPr lang="en-US" dirty="0"/>
              <a:t>If you come across an empty index, the find was unsuccessful</a:t>
            </a:r>
          </a:p>
          <a:p>
            <a:pPr lvl="3"/>
            <a:r>
              <a:rPr lang="en-US" dirty="0"/>
              <a:t>Set </a:t>
            </a:r>
            <a:r>
              <a:rPr lang="en-US" dirty="0">
                <a:latin typeface="Consolas" panose="020B0609020204030204" pitchFamily="49" charset="0"/>
              </a:rPr>
              <a:t>table[x] = </a:t>
            </a:r>
            <a:r>
              <a:rPr lang="en-US" dirty="0" err="1">
                <a:latin typeface="Consolas" panose="020B0609020204030204" pitchFamily="49" charset="0"/>
              </a:rPr>
              <a:t>k,v</a:t>
            </a:r>
            <a:r>
              <a:rPr lang="en-US" dirty="0"/>
              <a:t> if we saw a tombstone</a:t>
            </a:r>
          </a:p>
          <a:p>
            <a:pPr lvl="2"/>
            <a:r>
              <a:rPr lang="en-US" dirty="0"/>
              <a:t>Set </a:t>
            </a:r>
            <a:r>
              <a:rPr lang="en-US" dirty="0">
                <a:latin typeface="Consolas" panose="020B0609020204030204" pitchFamily="49" charset="0"/>
              </a:rPr>
              <a:t>table[x] = </a:t>
            </a:r>
            <a:r>
              <a:rPr lang="en-US" dirty="0" err="1">
                <a:latin typeface="Consolas" panose="020B0609020204030204" pitchFamily="49" charset="0"/>
              </a:rPr>
              <a:t>k,v</a:t>
            </a:r>
            <a:r>
              <a:rPr lang="en-US" dirty="0"/>
              <a:t> otherwise</a:t>
            </a:r>
          </a:p>
        </p:txBody>
      </p:sp>
      <p:grpSp>
        <p:nvGrpSpPr>
          <p:cNvPr id="52" name="Group 51" descr="A hash table with a tombstone. Its contents are as follows (for each pair the first element is the key and the second is the value):&#10;&#10;Index 0: k1, v1&#10;Index 2: k2,v2&#10;Index 3: k3, v3&#10;Index 4: tombstone&#10;Index 5: k4, v4&#10;All other indices are empty&#10;&#10;Supposing we do an insert on a new key k which maps to index 2. In this case we will need to check index 2, index 3, index 4 (which contains the tombstone), index 5, and then can conclude the key is not already present. The new key-value pair will then be added at index 4, replacing the tombstone.">
            <a:extLst>
              <a:ext uri="{FF2B5EF4-FFF2-40B4-BE49-F238E27FC236}">
                <a16:creationId xmlns:a16="http://schemas.microsoft.com/office/drawing/2014/main" id="{4FBD874A-F45D-3FB5-EED7-5548DA2EF994}"/>
              </a:ext>
            </a:extLst>
          </p:cNvPr>
          <p:cNvGrpSpPr/>
          <p:nvPr/>
        </p:nvGrpSpPr>
        <p:grpSpPr>
          <a:xfrm>
            <a:off x="2895600" y="5467983"/>
            <a:ext cx="6400800" cy="1097280"/>
            <a:chOff x="2895600" y="5467983"/>
            <a:chExt cx="6400800" cy="1097280"/>
          </a:xfrm>
        </p:grpSpPr>
        <p:grpSp>
          <p:nvGrpSpPr>
            <p:cNvPr id="53" name="Group 52">
              <a:extLst>
                <a:ext uri="{FF2B5EF4-FFF2-40B4-BE49-F238E27FC236}">
                  <a16:creationId xmlns:a16="http://schemas.microsoft.com/office/drawing/2014/main" id="{FCA24555-DC6F-9F47-C438-D2193716322E}"/>
                </a:ext>
              </a:extLst>
            </p:cNvPr>
            <p:cNvGrpSpPr/>
            <p:nvPr/>
          </p:nvGrpSpPr>
          <p:grpSpPr>
            <a:xfrm>
              <a:off x="2895600" y="5467983"/>
              <a:ext cx="6400800" cy="1097280"/>
              <a:chOff x="4953000" y="660717"/>
              <a:chExt cx="6400800" cy="1097280"/>
            </a:xfrm>
          </p:grpSpPr>
          <p:grpSp>
            <p:nvGrpSpPr>
              <p:cNvPr id="55" name="Group 54">
                <a:extLst>
                  <a:ext uri="{FF2B5EF4-FFF2-40B4-BE49-F238E27FC236}">
                    <a16:creationId xmlns:a16="http://schemas.microsoft.com/office/drawing/2014/main" id="{FEA72BE6-8063-3C34-3C24-D4A5E4EE6F00}"/>
                  </a:ext>
                </a:extLst>
              </p:cNvPr>
              <p:cNvGrpSpPr/>
              <p:nvPr/>
            </p:nvGrpSpPr>
            <p:grpSpPr>
              <a:xfrm>
                <a:off x="4953000" y="660717"/>
                <a:ext cx="6400800" cy="640080"/>
                <a:chOff x="2252980" y="5083048"/>
                <a:chExt cx="6400800" cy="640080"/>
              </a:xfrm>
            </p:grpSpPr>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8E5E0B5A-52FD-6423-81E7-B32D3FCF8CE7}"/>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7" name="Rectangle 66">
                      <a:extLst>
                        <a:ext uri="{FF2B5EF4-FFF2-40B4-BE49-F238E27FC236}">
                          <a16:creationId xmlns:a16="http://schemas.microsoft.com/office/drawing/2014/main" id="{8E5E0B5A-52FD-6423-81E7-B32D3FCF8CE7}"/>
                        </a:ext>
                      </a:extLst>
                    </p:cNvPr>
                    <p:cNvSpPr>
                      <a:spLocks noRot="1" noChangeAspect="1" noMove="1" noResize="1" noEditPoints="1" noAdjustHandles="1" noChangeArrowheads="1" noChangeShapeType="1" noTextEdit="1"/>
                    </p:cNvSpPr>
                    <p:nvPr/>
                  </p:nvSpPr>
                  <p:spPr>
                    <a:xfrm>
                      <a:off x="2252980" y="5083048"/>
                      <a:ext cx="640080" cy="640080"/>
                    </a:xfrm>
                    <a:prstGeom prst="rect">
                      <a:avLst/>
                    </a:prstGeom>
                    <a:blipFill>
                      <a:blip r:embed="rId2"/>
                      <a:stretch>
                        <a:fillRect l="-8411"/>
                      </a:stretch>
                    </a:blipFill>
                  </p:spPr>
                  <p:txBody>
                    <a:bodyPr/>
                    <a:lstStyle/>
                    <a:p>
                      <a:r>
                        <a:rPr lang="en-US">
                          <a:noFill/>
                        </a:rPr>
                        <a:t> </a:t>
                      </a:r>
                    </a:p>
                  </p:txBody>
                </p:sp>
              </mc:Fallback>
            </mc:AlternateContent>
            <p:sp>
              <p:nvSpPr>
                <p:cNvPr id="68" name="Rectangle 67">
                  <a:extLst>
                    <a:ext uri="{FF2B5EF4-FFF2-40B4-BE49-F238E27FC236}">
                      <a16:creationId xmlns:a16="http://schemas.microsoft.com/office/drawing/2014/main" id="{B4FC1C40-8AD3-A17A-B895-F9E93E6FDC81}"/>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8141E5FC-1D98-DC12-60E4-6A731912800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69" name="Rectangle 68">
                      <a:extLst>
                        <a:ext uri="{FF2B5EF4-FFF2-40B4-BE49-F238E27FC236}">
                          <a16:creationId xmlns:a16="http://schemas.microsoft.com/office/drawing/2014/main" id="{8141E5FC-1D98-DC12-60E4-6A7319128001}"/>
                        </a:ext>
                      </a:extLst>
                    </p:cNvPr>
                    <p:cNvSpPr>
                      <a:spLocks noRot="1" noChangeAspect="1" noMove="1" noResize="1" noEditPoints="1" noAdjustHandles="1" noChangeArrowheads="1" noChangeShapeType="1" noTextEdit="1"/>
                    </p:cNvSpPr>
                    <p:nvPr/>
                  </p:nvSpPr>
                  <p:spPr>
                    <a:xfrm>
                      <a:off x="3533140" y="5083048"/>
                      <a:ext cx="640080" cy="640080"/>
                    </a:xfrm>
                    <a:prstGeom prst="rect">
                      <a:avLst/>
                    </a:prstGeom>
                    <a:blipFill>
                      <a:blip r:embed="rId3"/>
                      <a:stretch>
                        <a:fillRect l="-9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D8ACACD4-4231-E6C1-1086-B4A0FB4F9C65}"/>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70" name="Rectangle 69">
                      <a:extLst>
                        <a:ext uri="{FF2B5EF4-FFF2-40B4-BE49-F238E27FC236}">
                          <a16:creationId xmlns:a16="http://schemas.microsoft.com/office/drawing/2014/main" id="{D8ACACD4-4231-E6C1-1086-B4A0FB4F9C65}"/>
                        </a:ext>
                      </a:extLst>
                    </p:cNvPr>
                    <p:cNvSpPr>
                      <a:spLocks noRot="1" noChangeAspect="1" noMove="1" noResize="1" noEditPoints="1" noAdjustHandles="1" noChangeArrowheads="1" noChangeShapeType="1" noTextEdit="1"/>
                    </p:cNvSpPr>
                    <p:nvPr/>
                  </p:nvSpPr>
                  <p:spPr>
                    <a:xfrm>
                      <a:off x="4173220" y="5083048"/>
                      <a:ext cx="640080" cy="640080"/>
                    </a:xfrm>
                    <a:prstGeom prst="rect">
                      <a:avLst/>
                    </a:prstGeom>
                    <a:blipFill>
                      <a:blip r:embed="rId4"/>
                      <a:stretch>
                        <a:fillRect l="-9346"/>
                      </a:stretch>
                    </a:blipFill>
                  </p:spPr>
                  <p:txBody>
                    <a:bodyPr/>
                    <a:lstStyle/>
                    <a:p>
                      <a:r>
                        <a:rPr lang="en-US">
                          <a:noFill/>
                        </a:rPr>
                        <a:t> </a:t>
                      </a:r>
                    </a:p>
                  </p:txBody>
                </p:sp>
              </mc:Fallback>
            </mc:AlternateContent>
            <p:sp>
              <p:nvSpPr>
                <p:cNvPr id="71" name="Rectangle 70">
                  <a:extLst>
                    <a:ext uri="{FF2B5EF4-FFF2-40B4-BE49-F238E27FC236}">
                      <a16:creationId xmlns:a16="http://schemas.microsoft.com/office/drawing/2014/main" id="{FABCCAC9-F36B-A1BA-667A-78802FFF6C6E}"/>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2BE99131-A086-2B36-648D-2F8AC6D2F7E9}"/>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4</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72" name="Rectangle 71">
                      <a:extLst>
                        <a:ext uri="{FF2B5EF4-FFF2-40B4-BE49-F238E27FC236}">
                          <a16:creationId xmlns:a16="http://schemas.microsoft.com/office/drawing/2014/main" id="{2BE99131-A086-2B36-648D-2F8AC6D2F7E9}"/>
                        </a:ext>
                      </a:extLst>
                    </p:cNvPr>
                    <p:cNvSpPr>
                      <a:spLocks noRot="1" noChangeAspect="1" noMove="1" noResize="1" noEditPoints="1" noAdjustHandles="1" noChangeArrowheads="1" noChangeShapeType="1" noTextEdit="1"/>
                    </p:cNvSpPr>
                    <p:nvPr/>
                  </p:nvSpPr>
                  <p:spPr>
                    <a:xfrm>
                      <a:off x="5453380" y="5083048"/>
                      <a:ext cx="640080" cy="640080"/>
                    </a:xfrm>
                    <a:prstGeom prst="rect">
                      <a:avLst/>
                    </a:prstGeom>
                    <a:blipFill>
                      <a:blip r:embed="rId5"/>
                      <a:stretch>
                        <a:fillRect l="-8411"/>
                      </a:stretch>
                    </a:blipFill>
                  </p:spPr>
                  <p:txBody>
                    <a:bodyPr/>
                    <a:lstStyle/>
                    <a:p>
                      <a:r>
                        <a:rPr lang="en-US">
                          <a:noFill/>
                        </a:rPr>
                        <a:t> </a:t>
                      </a:r>
                    </a:p>
                  </p:txBody>
                </p:sp>
              </mc:Fallback>
            </mc:AlternateContent>
            <p:sp>
              <p:nvSpPr>
                <p:cNvPr id="73" name="Rectangle 72">
                  <a:extLst>
                    <a:ext uri="{FF2B5EF4-FFF2-40B4-BE49-F238E27FC236}">
                      <a16:creationId xmlns:a16="http://schemas.microsoft.com/office/drawing/2014/main" id="{D23AD1D0-2779-76DE-762C-E62A781C27A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4" name="Rectangle 73">
                  <a:extLst>
                    <a:ext uri="{FF2B5EF4-FFF2-40B4-BE49-F238E27FC236}">
                      <a16:creationId xmlns:a16="http://schemas.microsoft.com/office/drawing/2014/main" id="{443002A0-8B12-348E-CA47-F1274759CBAA}"/>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5" name="Rectangle 74">
                  <a:extLst>
                    <a:ext uri="{FF2B5EF4-FFF2-40B4-BE49-F238E27FC236}">
                      <a16:creationId xmlns:a16="http://schemas.microsoft.com/office/drawing/2014/main" id="{47B5A1A1-85A3-E02C-0468-F04A20E88D70}"/>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6" name="Rectangle 75">
                  <a:extLst>
                    <a:ext uri="{FF2B5EF4-FFF2-40B4-BE49-F238E27FC236}">
                      <a16:creationId xmlns:a16="http://schemas.microsoft.com/office/drawing/2014/main" id="{820AFF44-7D99-FD98-034E-A50A6F192902}"/>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56" name="Group 55">
                <a:extLst>
                  <a:ext uri="{FF2B5EF4-FFF2-40B4-BE49-F238E27FC236}">
                    <a16:creationId xmlns:a16="http://schemas.microsoft.com/office/drawing/2014/main" id="{00EA210E-A610-EC71-019C-C68C26505630}"/>
                  </a:ext>
                </a:extLst>
              </p:cNvPr>
              <p:cNvGrpSpPr/>
              <p:nvPr/>
            </p:nvGrpSpPr>
            <p:grpSpPr>
              <a:xfrm>
                <a:off x="4953000" y="1117917"/>
                <a:ext cx="6400800" cy="640080"/>
                <a:chOff x="2252980" y="5083048"/>
                <a:chExt cx="6400800" cy="640080"/>
              </a:xfrm>
              <a:noFill/>
            </p:grpSpPr>
            <p:sp>
              <p:nvSpPr>
                <p:cNvPr id="57" name="Rectangle 56">
                  <a:extLst>
                    <a:ext uri="{FF2B5EF4-FFF2-40B4-BE49-F238E27FC236}">
                      <a16:creationId xmlns:a16="http://schemas.microsoft.com/office/drawing/2014/main" id="{1BC9CABD-A5AD-23B4-7543-FEE882A88D8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58" name="Rectangle 57">
                  <a:extLst>
                    <a:ext uri="{FF2B5EF4-FFF2-40B4-BE49-F238E27FC236}">
                      <a16:creationId xmlns:a16="http://schemas.microsoft.com/office/drawing/2014/main" id="{70013DAA-466F-0FCA-8CC7-29B12DD45633}"/>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9" name="Rectangle 58">
                  <a:extLst>
                    <a:ext uri="{FF2B5EF4-FFF2-40B4-BE49-F238E27FC236}">
                      <a16:creationId xmlns:a16="http://schemas.microsoft.com/office/drawing/2014/main" id="{5874873E-7B28-2871-B6D5-5CD86143A42F}"/>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60" name="Rectangle 59">
                  <a:extLst>
                    <a:ext uri="{FF2B5EF4-FFF2-40B4-BE49-F238E27FC236}">
                      <a16:creationId xmlns:a16="http://schemas.microsoft.com/office/drawing/2014/main" id="{67D84E82-933E-823D-4E31-030CCF0CD267}"/>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61" name="Rectangle 60">
                  <a:extLst>
                    <a:ext uri="{FF2B5EF4-FFF2-40B4-BE49-F238E27FC236}">
                      <a16:creationId xmlns:a16="http://schemas.microsoft.com/office/drawing/2014/main" id="{21F2F06C-D463-6964-8C0C-2864D213D64F}"/>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62" name="Rectangle 61">
                  <a:extLst>
                    <a:ext uri="{FF2B5EF4-FFF2-40B4-BE49-F238E27FC236}">
                      <a16:creationId xmlns:a16="http://schemas.microsoft.com/office/drawing/2014/main" id="{B7BB9DB0-34E6-88C3-31F4-46A9A73C7EA6}"/>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63" name="Rectangle 62">
                  <a:extLst>
                    <a:ext uri="{FF2B5EF4-FFF2-40B4-BE49-F238E27FC236}">
                      <a16:creationId xmlns:a16="http://schemas.microsoft.com/office/drawing/2014/main" id="{61FB43B4-6CAE-DB5D-BE33-1E332A8C4988}"/>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64" name="Rectangle 63">
                  <a:extLst>
                    <a:ext uri="{FF2B5EF4-FFF2-40B4-BE49-F238E27FC236}">
                      <a16:creationId xmlns:a16="http://schemas.microsoft.com/office/drawing/2014/main" id="{682C96ED-631A-C62A-E2CC-08988EA05557}"/>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65" name="Rectangle 64">
                  <a:extLst>
                    <a:ext uri="{FF2B5EF4-FFF2-40B4-BE49-F238E27FC236}">
                      <a16:creationId xmlns:a16="http://schemas.microsoft.com/office/drawing/2014/main" id="{98324CC0-B7CB-6590-1138-B30A81B6A397}"/>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66" name="Rectangle 65">
                  <a:extLst>
                    <a:ext uri="{FF2B5EF4-FFF2-40B4-BE49-F238E27FC236}">
                      <a16:creationId xmlns:a16="http://schemas.microsoft.com/office/drawing/2014/main" id="{5A2629E3-C645-DCD7-D045-C975EEBA6BD9}"/>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pic>
          <p:nvPicPr>
            <p:cNvPr id="54" name="Picture 2" descr="Tombstone Graphic by Lowkey21 · Creative Fabrica">
              <a:extLst>
                <a:ext uri="{FF2B5EF4-FFF2-40B4-BE49-F238E27FC236}">
                  <a16:creationId xmlns:a16="http://schemas.microsoft.com/office/drawing/2014/main" id="{9A8BBA4D-2C28-2FCA-1BE7-BF9850028A0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682" t="13451" r="15903" b="12240"/>
            <a:stretch/>
          </p:blipFill>
          <p:spPr bwMode="auto">
            <a:xfrm>
              <a:off x="5515827" y="5640183"/>
              <a:ext cx="510106" cy="380820"/>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D939FC3D-FFE6-163C-0552-E44739093407}"/>
                  </a:ext>
                </a:extLst>
              </p14:cNvPr>
              <p14:cNvContentPartPr/>
              <p14:nvPr/>
            </p14:nvContentPartPr>
            <p14:xfrm>
              <a:off x="4977720" y="1503360"/>
              <a:ext cx="3247920" cy="3934440"/>
            </p14:xfrm>
          </p:contentPart>
        </mc:Choice>
        <mc:Fallback>
          <p:pic>
            <p:nvPicPr>
              <p:cNvPr id="4" name="Ink 3">
                <a:extLst>
                  <a:ext uri="{FF2B5EF4-FFF2-40B4-BE49-F238E27FC236}">
                    <a16:creationId xmlns:a16="http://schemas.microsoft.com/office/drawing/2014/main" id="{D939FC3D-FFE6-163C-0552-E44739093407}"/>
                  </a:ext>
                </a:extLst>
              </p:cNvPr>
              <p:cNvPicPr/>
              <p:nvPr/>
            </p:nvPicPr>
            <p:blipFill>
              <a:blip r:embed="rId8"/>
              <a:stretch>
                <a:fillRect/>
              </a:stretch>
            </p:blipFill>
            <p:spPr>
              <a:xfrm>
                <a:off x="4968360" y="1494000"/>
                <a:ext cx="3266640" cy="3953160"/>
              </a:xfrm>
              <a:prstGeom prst="rect">
                <a:avLst/>
              </a:prstGeom>
            </p:spPr>
          </p:pic>
        </mc:Fallback>
      </mc:AlternateContent>
    </p:spTree>
    <p:extLst>
      <p:ext uri="{BB962C8B-B14F-4D97-AF65-F5344CB8AC3E}">
        <p14:creationId xmlns:p14="http://schemas.microsoft.com/office/powerpoint/2010/main" val="20104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DBF2-63C9-8594-E37F-13EE9BA0ACCA}"/>
              </a:ext>
            </a:extLst>
          </p:cNvPr>
          <p:cNvSpPr>
            <a:spLocks noGrp="1"/>
          </p:cNvSpPr>
          <p:nvPr>
            <p:ph type="title"/>
          </p:nvPr>
        </p:nvSpPr>
        <p:spPr/>
        <p:txBody>
          <a:bodyPr/>
          <a:lstStyle/>
          <a:p>
            <a:r>
              <a:rPr lang="en-US" dirty="0"/>
              <a:t>Downsides of Linear Probing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0D9F20-503B-1CC5-FAAD-15F079F00C56}"/>
                  </a:ext>
                </a:extLst>
              </p:cNvPr>
              <p:cNvSpPr>
                <a:spLocks noGrp="1"/>
              </p:cNvSpPr>
              <p:nvPr>
                <p:ph idx="1"/>
              </p:nvPr>
            </p:nvSpPr>
            <p:spPr/>
            <p:txBody>
              <a:bodyPr/>
              <a:lstStyle/>
              <a:p>
                <a:r>
                  <a:rPr lang="en-US" dirty="0"/>
                  <a:t>What happens when </a:t>
                </a:r>
                <a14:m>
                  <m:oMath xmlns:m="http://schemas.openxmlformats.org/officeDocument/2006/math">
                    <m:r>
                      <a:rPr lang="en-US" b="0" i="1" smtClean="0">
                        <a:latin typeface="Cambria Math" panose="02040503050406030204" pitchFamily="18" charset="0"/>
                      </a:rPr>
                      <m:t>𝜆</m:t>
                    </m:r>
                  </m:oMath>
                </a14:m>
                <a:r>
                  <a:rPr lang="en-US" dirty="0"/>
                  <a:t> approaches 1?</a:t>
                </a:r>
              </a:p>
              <a:p>
                <a:pPr lvl="1"/>
                <a:r>
                  <a:rPr lang="en-US" dirty="0"/>
                  <a:t>Get longer and longer contiguous blocks</a:t>
                </a:r>
              </a:p>
              <a:p>
                <a:pPr lvl="1"/>
                <a:r>
                  <a:rPr lang="en-US" dirty="0"/>
                  <a:t>A collision is guaranteed to grow a block</a:t>
                </a:r>
              </a:p>
              <a:p>
                <a:pPr lvl="2"/>
                <a:r>
                  <a:rPr lang="en-US" dirty="0"/>
                  <a:t>Larger blocks experience more collisions</a:t>
                </a:r>
              </a:p>
              <a:p>
                <a:pPr lvl="2"/>
                <a:r>
                  <a:rPr lang="en-US" dirty="0"/>
                  <a:t>Feedback loop!</a:t>
                </a:r>
              </a:p>
              <a:p>
                <a:r>
                  <a:rPr lang="en-US" dirty="0"/>
                  <a:t>What happens when </a:t>
                </a:r>
                <a14:m>
                  <m:oMath xmlns:m="http://schemas.openxmlformats.org/officeDocument/2006/math">
                    <m:r>
                      <a:rPr lang="en-US" b="0" i="1" smtClean="0">
                        <a:latin typeface="Cambria Math" panose="02040503050406030204" pitchFamily="18" charset="0"/>
                      </a:rPr>
                      <m:t>𝜆</m:t>
                    </m:r>
                  </m:oMath>
                </a14:m>
                <a:r>
                  <a:rPr lang="en-US" dirty="0"/>
                  <a:t> exceeds 1?</a:t>
                </a:r>
              </a:p>
              <a:p>
                <a:pPr lvl="1"/>
                <a:r>
                  <a:rPr lang="en-US" dirty="0"/>
                  <a:t>Impossible!</a:t>
                </a:r>
              </a:p>
              <a:p>
                <a:pPr lvl="1"/>
                <a:r>
                  <a:rPr lang="en-US" dirty="0"/>
                  <a:t>You can’t insert more stuff</a:t>
                </a:r>
              </a:p>
            </p:txBody>
          </p:sp>
        </mc:Choice>
        <mc:Fallback xmlns="">
          <p:sp>
            <p:nvSpPr>
              <p:cNvPr id="3" name="Content Placeholder 2">
                <a:extLst>
                  <a:ext uri="{FF2B5EF4-FFF2-40B4-BE49-F238E27FC236}">
                    <a16:creationId xmlns:a16="http://schemas.microsoft.com/office/drawing/2014/main" id="{9E0D9F20-503B-1CC5-FAAD-15F079F00C5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26511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Quadratic Probing: Insert 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is occupied then try </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that is occupied try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2</m:t>
                        </m:r>
                      </m:e>
                      <m:sup>
                        <m:r>
                          <a:rPr lang="en-US" i="1">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dirty="0"/>
              </a:p>
              <a:p>
                <a:pPr lvl="1"/>
                <a:r>
                  <a:rPr lang="en-US" dirty="0"/>
                  <a:t>If that is occupied try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3</m:t>
                        </m:r>
                      </m:e>
                      <m:sup>
                        <m:r>
                          <a:rPr lang="en-US" i="1">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b="0" dirty="0"/>
              </a:p>
              <a:p>
                <a:pPr lvl="1"/>
                <a:r>
                  <a:rPr lang="en-US" dirty="0"/>
                  <a:t>If that is occupied try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4</m:t>
                        </m:r>
                      </m:e>
                      <m:sup>
                        <m:r>
                          <a:rPr lang="en-US" i="1">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dirty="0"/>
              </a:p>
              <a:p>
                <a:pPr lvl="1"/>
                <a:r>
                  <a:rPr lang="en-US" dirty="0"/>
                  <a:t>…</a:t>
                </a:r>
              </a:p>
            </p:txBody>
          </p:sp>
        </mc:Choice>
        <mc:Fallback xmlns="">
          <p:sp>
            <p:nvSpPr>
              <p:cNvPr id="3" name="Content Placeholder 2">
                <a:extLst>
                  <a:ext uri="{FF2B5EF4-FFF2-40B4-BE49-F238E27FC236}">
                    <a16:creationId xmlns:a16="http://schemas.microsoft.com/office/drawing/2014/main" id="{6CBEF850-0680-6520-62A9-DA71336F124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grpSp>
        <p:nvGrpSpPr>
          <p:cNvPr id="27" name="Group 26" descr="An empty hash table of size 10">
            <a:extLst>
              <a:ext uri="{FF2B5EF4-FFF2-40B4-BE49-F238E27FC236}">
                <a16:creationId xmlns:a16="http://schemas.microsoft.com/office/drawing/2014/main" id="{756D933F-0667-60C4-43AB-754CAECD7250}"/>
              </a:ext>
            </a:extLst>
          </p:cNvPr>
          <p:cNvGrpSpPr/>
          <p:nvPr/>
        </p:nvGrpSpPr>
        <p:grpSpPr>
          <a:xfrm>
            <a:off x="2895600" y="5467983"/>
            <a:ext cx="6400800" cy="1097280"/>
            <a:chOff x="4953000" y="660717"/>
            <a:chExt cx="6400800" cy="1097280"/>
          </a:xfrm>
        </p:grpSpPr>
        <p:grpSp>
          <p:nvGrpSpPr>
            <p:cNvPr id="28" name="Group 27">
              <a:extLst>
                <a:ext uri="{FF2B5EF4-FFF2-40B4-BE49-F238E27FC236}">
                  <a16:creationId xmlns:a16="http://schemas.microsoft.com/office/drawing/2014/main" id="{60480FFF-EE72-457D-D6E8-451CF52B6DBF}"/>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DABC9ED3-873B-8DF2-3007-E959C8B83168}"/>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EAE90EA1-5C9D-BCA0-4D28-59611B824CB7}"/>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7114CFD8-6ED4-6B89-CD55-7D3ECE4BBB1B}"/>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204A6FF5-99E2-3235-8D90-4C2A56472FBE}"/>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669C8311-2520-F422-D336-3AC79533A4AA}"/>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E05872E6-031A-5F02-B19C-D0579D7096F5}"/>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3B2E2A78-9B2E-AE47-7510-E5FE7C17E61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1285CFFB-A1F9-F99E-EA0A-11E2F42035E9}"/>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E429C629-0428-3E55-C936-39BD54E80179}"/>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61D0268D-CC06-8E7E-3906-84E45BA0095C}"/>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A5761B6E-FB16-592A-C7AD-4268DE295EAF}"/>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3FF1A6A4-AAFC-4F06-C075-68D62F7DFE3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906FDE66-90C0-DAC7-AFC3-2AA73A7A36D9}"/>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9474FA1B-A961-CDFE-D875-A37DA7907E87}"/>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BE171187-6023-726D-E15D-75D10F0ABEE1}"/>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6E294FDE-A886-95E6-1015-F63C67A858BE}"/>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18B94A1E-2B67-07B2-390D-ED63652DA9F4}"/>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6C8F3CEC-CCCE-0872-BC52-6A4916FF9A35}"/>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D252A52A-4A9A-67F4-9371-287AE558D215}"/>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A8C2A306-35E2-9B4E-43B7-54B828C6BCD9}"/>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7385CBDA-09D8-0C40-9F92-39B7B00B7F1D}"/>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E15E71E-EB3F-42E6-25F9-C58DEBEFE8D3}"/>
                  </a:ext>
                </a:extLst>
              </p14:cNvPr>
              <p14:cNvContentPartPr/>
              <p14:nvPr/>
            </p14:nvContentPartPr>
            <p14:xfrm>
              <a:off x="918720" y="1141920"/>
              <a:ext cx="5930280" cy="3306960"/>
            </p14:xfrm>
          </p:contentPart>
        </mc:Choice>
        <mc:Fallback>
          <p:pic>
            <p:nvPicPr>
              <p:cNvPr id="4" name="Ink 3">
                <a:extLst>
                  <a:ext uri="{FF2B5EF4-FFF2-40B4-BE49-F238E27FC236}">
                    <a16:creationId xmlns:a16="http://schemas.microsoft.com/office/drawing/2014/main" id="{EE15E71E-EB3F-42E6-25F9-C58DEBEFE8D3}"/>
                  </a:ext>
                </a:extLst>
              </p:cNvPr>
              <p:cNvPicPr/>
              <p:nvPr/>
            </p:nvPicPr>
            <p:blipFill>
              <a:blip r:embed="rId4"/>
              <a:stretch>
                <a:fillRect/>
              </a:stretch>
            </p:blipFill>
            <p:spPr>
              <a:xfrm>
                <a:off x="909360" y="1132560"/>
                <a:ext cx="5949000" cy="3325680"/>
              </a:xfrm>
              <a:prstGeom prst="rect">
                <a:avLst/>
              </a:prstGeom>
            </p:spPr>
          </p:pic>
        </mc:Fallback>
      </mc:AlternateContent>
    </p:spTree>
    <p:extLst>
      <p:ext uri="{BB962C8B-B14F-4D97-AF65-F5344CB8AC3E}">
        <p14:creationId xmlns:p14="http://schemas.microsoft.com/office/powerpoint/2010/main" val="4030346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Quadratic Probing: Example</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Insert:</a:t>
            </a:r>
          </a:p>
          <a:p>
            <a:pPr lvl="1"/>
            <a:r>
              <a:rPr lang="en-US" dirty="0"/>
              <a:t>76</a:t>
            </a:r>
          </a:p>
          <a:p>
            <a:pPr lvl="1"/>
            <a:r>
              <a:rPr lang="en-US" dirty="0"/>
              <a:t>40 </a:t>
            </a:r>
          </a:p>
          <a:p>
            <a:pPr lvl="1"/>
            <a:r>
              <a:rPr lang="en-US" dirty="0"/>
              <a:t>48 </a:t>
            </a:r>
          </a:p>
          <a:p>
            <a:pPr lvl="1"/>
            <a:r>
              <a:rPr lang="en-US" dirty="0"/>
              <a:t>5 </a:t>
            </a:r>
          </a:p>
          <a:p>
            <a:pPr lvl="1"/>
            <a:r>
              <a:rPr lang="en-US" dirty="0"/>
              <a:t>55 </a:t>
            </a:r>
          </a:p>
          <a:p>
            <a:pPr lvl="1"/>
            <a:r>
              <a:rPr lang="en-US" dirty="0"/>
              <a:t>47</a:t>
            </a:r>
          </a:p>
        </p:txBody>
      </p:sp>
      <p:grpSp>
        <p:nvGrpSpPr>
          <p:cNvPr id="4" name="Group 3" descr="An empty hash table of size 7">
            <a:extLst>
              <a:ext uri="{FF2B5EF4-FFF2-40B4-BE49-F238E27FC236}">
                <a16:creationId xmlns:a16="http://schemas.microsoft.com/office/drawing/2014/main" id="{A7F5364F-88DC-3F96-2BC8-BAFA44EC14BE}"/>
              </a:ext>
            </a:extLst>
          </p:cNvPr>
          <p:cNvGrpSpPr/>
          <p:nvPr/>
        </p:nvGrpSpPr>
        <p:grpSpPr>
          <a:xfrm>
            <a:off x="2895600" y="5467983"/>
            <a:ext cx="4480560" cy="1097280"/>
            <a:chOff x="4953000" y="660717"/>
            <a:chExt cx="4480560" cy="1097280"/>
          </a:xfrm>
        </p:grpSpPr>
        <p:grpSp>
          <p:nvGrpSpPr>
            <p:cNvPr id="5" name="Group 4">
              <a:extLst>
                <a:ext uri="{FF2B5EF4-FFF2-40B4-BE49-F238E27FC236}">
                  <a16:creationId xmlns:a16="http://schemas.microsoft.com/office/drawing/2014/main" id="{784DAC70-2D02-4363-C33E-910CC23D54FE}"/>
                </a:ext>
              </a:extLst>
            </p:cNvPr>
            <p:cNvGrpSpPr/>
            <p:nvPr/>
          </p:nvGrpSpPr>
          <p:grpSpPr>
            <a:xfrm>
              <a:off x="4953000" y="660717"/>
              <a:ext cx="4480560" cy="640080"/>
              <a:chOff x="2252980" y="5083048"/>
              <a:chExt cx="4480560" cy="640080"/>
            </a:xfrm>
          </p:grpSpPr>
          <p:sp>
            <p:nvSpPr>
              <p:cNvPr id="17" name="Rectangle 16">
                <a:extLst>
                  <a:ext uri="{FF2B5EF4-FFF2-40B4-BE49-F238E27FC236}">
                    <a16:creationId xmlns:a16="http://schemas.microsoft.com/office/drawing/2014/main" id="{313EEE87-6AB8-548B-F84D-F081E8ECF76E}"/>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84FFA859-CE6A-3363-4D19-9CAB7D56F05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0627DBA0-51B9-2EDB-EBA7-1E4A030D3BD3}"/>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54B5109F-FED7-B365-433C-F0CF16F73FD8}"/>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7C3AF265-E570-4D67-F01B-B938693539B6}"/>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491A2D82-FDC4-EA2F-2A43-D14EA4AA9250}"/>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DDEA582E-177A-FEBE-3F05-79B2349E7EED}"/>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56F3B3C3-578B-F0CF-7FDA-4D658EACB546}"/>
                </a:ext>
              </a:extLst>
            </p:cNvPr>
            <p:cNvGrpSpPr/>
            <p:nvPr/>
          </p:nvGrpSpPr>
          <p:grpSpPr>
            <a:xfrm>
              <a:off x="4953000" y="1117917"/>
              <a:ext cx="4480560" cy="640080"/>
              <a:chOff x="2252980" y="5083048"/>
              <a:chExt cx="4480560" cy="640080"/>
            </a:xfrm>
            <a:noFill/>
          </p:grpSpPr>
          <p:sp>
            <p:nvSpPr>
              <p:cNvPr id="7" name="Rectangle 6">
                <a:extLst>
                  <a:ext uri="{FF2B5EF4-FFF2-40B4-BE49-F238E27FC236}">
                    <a16:creationId xmlns:a16="http://schemas.microsoft.com/office/drawing/2014/main" id="{5ECA0DCD-68D5-0470-BBE4-88793B346E25}"/>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049C5070-60AB-1BF9-E768-8ADCF618F29D}"/>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7ABDDB81-53DE-3741-D996-1F287A6DDDB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1A6C8874-6AA8-354F-33B5-648D0C65EEE2}"/>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6790C2C0-54CD-8E8A-29F1-4E4245996583}"/>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777B6A59-79DD-E078-29A8-28E65E272796}"/>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2BC9E6AB-C5FC-2724-1BF9-D8BBC6BF709A}"/>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grpSp>
      </p:grpSp>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4E9B00CB-8D65-FB85-1E76-A5C26E7BCDB4}"/>
                  </a:ext>
                </a:extLst>
              </p14:cNvPr>
              <p14:cNvContentPartPr/>
              <p14:nvPr/>
            </p14:nvContentPartPr>
            <p14:xfrm>
              <a:off x="1299600" y="4693320"/>
              <a:ext cx="6090480" cy="1350720"/>
            </p14:xfrm>
          </p:contentPart>
        </mc:Choice>
        <mc:Fallback>
          <p:pic>
            <p:nvPicPr>
              <p:cNvPr id="14" name="Ink 13">
                <a:extLst>
                  <a:ext uri="{FF2B5EF4-FFF2-40B4-BE49-F238E27FC236}">
                    <a16:creationId xmlns:a16="http://schemas.microsoft.com/office/drawing/2014/main" id="{4E9B00CB-8D65-FB85-1E76-A5C26E7BCDB4}"/>
                  </a:ext>
                </a:extLst>
              </p:cNvPr>
              <p:cNvPicPr/>
              <p:nvPr/>
            </p:nvPicPr>
            <p:blipFill>
              <a:blip r:embed="rId3"/>
              <a:stretch>
                <a:fillRect/>
              </a:stretch>
            </p:blipFill>
            <p:spPr>
              <a:xfrm>
                <a:off x="1290240" y="4683960"/>
                <a:ext cx="6109200" cy="1369440"/>
              </a:xfrm>
              <a:prstGeom prst="rect">
                <a:avLst/>
              </a:prstGeom>
            </p:spPr>
          </p:pic>
        </mc:Fallback>
      </mc:AlternateContent>
    </p:spTree>
    <p:extLst>
      <p:ext uri="{BB962C8B-B14F-4D97-AF65-F5344CB8AC3E}">
        <p14:creationId xmlns:p14="http://schemas.microsoft.com/office/powerpoint/2010/main" val="289278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8820-9792-6FF2-3B76-3657BAD65F2D}"/>
              </a:ext>
            </a:extLst>
          </p:cNvPr>
          <p:cNvSpPr>
            <a:spLocks noGrp="1"/>
          </p:cNvSpPr>
          <p:nvPr>
            <p:ph type="title"/>
          </p:nvPr>
        </p:nvSpPr>
        <p:spPr/>
        <p:txBody>
          <a:bodyPr/>
          <a:lstStyle/>
          <a:p>
            <a:r>
              <a:rPr lang="en-US" dirty="0"/>
              <a:t>Using Quadratic Probing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FE5C53-5FC4-6CF5-6D34-1C1D27BEA866}"/>
                  </a:ext>
                </a:extLst>
              </p:cNvPr>
              <p:cNvSpPr>
                <a:spLocks noGrp="1"/>
              </p:cNvSpPr>
              <p:nvPr>
                <p:ph idx="1"/>
              </p:nvPr>
            </p:nvSpPr>
            <p:spPr/>
            <p:txBody>
              <a:bodyPr/>
              <a:lstStyle/>
              <a:p>
                <a:r>
                  <a:rPr lang="en-US" dirty="0"/>
                  <a:t>If you probe </a:t>
                </a:r>
                <a:r>
                  <a:rPr lang="en-US" dirty="0" err="1">
                    <a:latin typeface="Consolas" panose="020B0609020204030204" pitchFamily="49" charset="0"/>
                  </a:rPr>
                  <a:t>table.length</a:t>
                </a:r>
                <a:r>
                  <a:rPr lang="en-US" dirty="0"/>
                  <a:t> times, you start repeating indices</a:t>
                </a:r>
              </a:p>
              <a:p>
                <a:r>
                  <a:rPr lang="en-US" dirty="0"/>
                  <a:t>If </a:t>
                </a:r>
                <a:r>
                  <a:rPr lang="en-US" dirty="0" err="1">
                    <a:latin typeface="Consolas" panose="020B0609020204030204" pitchFamily="49" charset="0"/>
                  </a:rPr>
                  <a:t>table.length</a:t>
                </a:r>
                <a:r>
                  <a:rPr lang="en-US" dirty="0">
                    <a:latin typeface="Consolas" panose="020B0609020204030204" pitchFamily="49" charset="0"/>
                  </a:rPr>
                  <a:t> </a:t>
                </a:r>
                <a:r>
                  <a:rPr lang="en-US" dirty="0"/>
                  <a:t>is prime and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then you’re guaranteed to find an open spot in at most </a:t>
                </a:r>
                <a:r>
                  <a:rPr lang="en-US" dirty="0" err="1">
                    <a:latin typeface="Consolas" panose="020B0609020204030204" pitchFamily="49" charset="0"/>
                  </a:rPr>
                  <a:t>table.length</a:t>
                </a:r>
                <a14:m>
                  <m:oMath xmlns:m="http://schemas.openxmlformats.org/officeDocument/2006/math">
                    <m:r>
                      <a:rPr lang="en-US" b="0" i="1" smtClean="0">
                        <a:latin typeface="Cambria Math" panose="02040503050406030204" pitchFamily="18" charset="0"/>
                      </a:rPr>
                      <m:t>/2</m:t>
                    </m:r>
                  </m:oMath>
                </a14:m>
                <a:r>
                  <a:rPr lang="en-US" dirty="0"/>
                  <a:t> probes</a:t>
                </a:r>
              </a:p>
              <a:p>
                <a:endParaRPr lang="en-US" dirty="0"/>
              </a:p>
              <a:p>
                <a:r>
                  <a:rPr lang="en-US" dirty="0"/>
                  <a:t>Helps with the clustering problem of linear probing, but does not help if many things hash to the same value</a:t>
                </a:r>
              </a:p>
            </p:txBody>
          </p:sp>
        </mc:Choice>
        <mc:Fallback xmlns="">
          <p:sp>
            <p:nvSpPr>
              <p:cNvPr id="3" name="Content Placeholder 2">
                <a:extLst>
                  <a:ext uri="{FF2B5EF4-FFF2-40B4-BE49-F238E27FC236}">
                    <a16:creationId xmlns:a16="http://schemas.microsoft.com/office/drawing/2014/main" id="{46FE5C53-5FC4-6CF5-6D34-1C1D27BEA866}"/>
                  </a:ext>
                </a:extLst>
              </p:cNvPr>
              <p:cNvSpPr>
                <a:spLocks noGrp="1" noRot="1" noChangeAspect="1" noMove="1" noResize="1" noEditPoints="1" noAdjustHandles="1" noChangeArrowheads="1" noChangeShapeType="1" noTextEdit="1"/>
              </p:cNvSpPr>
              <p:nvPr>
                <p:ph idx="1"/>
              </p:nvPr>
            </p:nvSpPr>
            <p:spPr>
              <a:blipFill>
                <a:blip r:embed="rId2"/>
                <a:stretch>
                  <a:fillRect l="-1043" t="-2381" r="-168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DC029C0-D6CD-2B9F-74E4-449EC2E8F6C1}"/>
                  </a:ext>
                </a:extLst>
              </p14:cNvPr>
              <p14:cNvContentPartPr/>
              <p14:nvPr/>
            </p14:nvContentPartPr>
            <p14:xfrm>
              <a:off x="1437840" y="2577960"/>
              <a:ext cx="5408280" cy="1812600"/>
            </p14:xfrm>
          </p:contentPart>
        </mc:Choice>
        <mc:Fallback>
          <p:pic>
            <p:nvPicPr>
              <p:cNvPr id="4" name="Ink 3">
                <a:extLst>
                  <a:ext uri="{FF2B5EF4-FFF2-40B4-BE49-F238E27FC236}">
                    <a16:creationId xmlns:a16="http://schemas.microsoft.com/office/drawing/2014/main" id="{3DC029C0-D6CD-2B9F-74E4-449EC2E8F6C1}"/>
                  </a:ext>
                </a:extLst>
              </p:cNvPr>
              <p:cNvPicPr/>
              <p:nvPr/>
            </p:nvPicPr>
            <p:blipFill>
              <a:blip r:embed="rId4"/>
              <a:stretch>
                <a:fillRect/>
              </a:stretch>
            </p:blipFill>
            <p:spPr>
              <a:xfrm>
                <a:off x="1428480" y="2568600"/>
                <a:ext cx="5427000" cy="1831320"/>
              </a:xfrm>
              <a:prstGeom prst="rect">
                <a:avLst/>
              </a:prstGeom>
            </p:spPr>
          </p:pic>
        </mc:Fallback>
      </mc:AlternateContent>
    </p:spTree>
    <p:extLst>
      <p:ext uri="{BB962C8B-B14F-4D97-AF65-F5344CB8AC3E}">
        <p14:creationId xmlns:p14="http://schemas.microsoft.com/office/powerpoint/2010/main" val="2125456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Double Hashing: Insert Procedure</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Given </a:t>
            </a:r>
            <a:r>
              <a:rPr lang="en-US" dirty="0">
                <a:latin typeface="Consolas" panose="020B0609020204030204" pitchFamily="49" charset="0"/>
              </a:rPr>
              <a:t>h</a:t>
            </a:r>
            <a:r>
              <a:rPr lang="en-US" dirty="0"/>
              <a:t> and </a:t>
            </a:r>
            <a:r>
              <a:rPr lang="en-US" dirty="0">
                <a:latin typeface="Consolas" panose="020B0609020204030204" pitchFamily="49" charset="0"/>
              </a:rPr>
              <a:t>g</a:t>
            </a:r>
            <a:r>
              <a:rPr lang="en-US" dirty="0"/>
              <a:t> are both good hash functions</a:t>
            </a:r>
          </a:p>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is occupied then try </a:t>
            </a:r>
            <a:r>
              <a:rPr lang="en-US" dirty="0">
                <a:latin typeface="Consolas" panose="020B0609020204030204" pitchFamily="49" charset="0"/>
              </a:rPr>
              <a:t>(i+g(k))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that is occupied try </a:t>
            </a:r>
            <a:r>
              <a:rPr lang="en-US" dirty="0">
                <a:latin typeface="Consolas" panose="020B0609020204030204" pitchFamily="49" charset="0"/>
              </a:rPr>
              <a:t>(i+2*g(k)) % </a:t>
            </a:r>
            <a:r>
              <a:rPr lang="en-US" dirty="0" err="1">
                <a:latin typeface="Consolas" panose="020B0609020204030204" pitchFamily="49" charset="0"/>
              </a:rPr>
              <a:t>table.length</a:t>
            </a:r>
            <a:endParaRPr lang="en-US" dirty="0"/>
          </a:p>
          <a:p>
            <a:pPr lvl="1"/>
            <a:r>
              <a:rPr lang="en-US" dirty="0"/>
              <a:t>If that is occupied try </a:t>
            </a:r>
            <a:r>
              <a:rPr lang="en-US" dirty="0">
                <a:latin typeface="Consolas" panose="020B0609020204030204" pitchFamily="49" charset="0"/>
              </a:rPr>
              <a:t>(i+3*g(k)) % </a:t>
            </a:r>
            <a:r>
              <a:rPr lang="en-US" dirty="0" err="1">
                <a:latin typeface="Consolas" panose="020B0609020204030204" pitchFamily="49" charset="0"/>
              </a:rPr>
              <a:t>table.length</a:t>
            </a:r>
            <a:endParaRPr lang="en-US" b="0" dirty="0"/>
          </a:p>
          <a:p>
            <a:pPr lvl="1"/>
            <a:r>
              <a:rPr lang="en-US" dirty="0"/>
              <a:t>If that is occupied try </a:t>
            </a:r>
            <a:r>
              <a:rPr lang="en-US" dirty="0">
                <a:latin typeface="Consolas" panose="020B0609020204030204" pitchFamily="49" charset="0"/>
              </a:rPr>
              <a:t>(i+4*g(k)) % </a:t>
            </a:r>
            <a:r>
              <a:rPr lang="en-US" dirty="0" err="1">
                <a:latin typeface="Consolas" panose="020B0609020204030204" pitchFamily="49" charset="0"/>
              </a:rPr>
              <a:t>table.length</a:t>
            </a:r>
            <a:endParaRPr lang="en-US" dirty="0"/>
          </a:p>
          <a:p>
            <a:pPr lvl="1"/>
            <a:r>
              <a:rPr lang="en-US" dirty="0"/>
              <a:t>…</a:t>
            </a:r>
          </a:p>
        </p:txBody>
      </p:sp>
      <p:grpSp>
        <p:nvGrpSpPr>
          <p:cNvPr id="27" name="Group 26" descr="An empty hash table of size 10">
            <a:extLst>
              <a:ext uri="{FF2B5EF4-FFF2-40B4-BE49-F238E27FC236}">
                <a16:creationId xmlns:a16="http://schemas.microsoft.com/office/drawing/2014/main" id="{8FDFA169-707F-13A9-222D-7CCF6C7494CC}"/>
              </a:ext>
            </a:extLst>
          </p:cNvPr>
          <p:cNvGrpSpPr/>
          <p:nvPr/>
        </p:nvGrpSpPr>
        <p:grpSpPr>
          <a:xfrm>
            <a:off x="2895600" y="5467983"/>
            <a:ext cx="6400800" cy="1097280"/>
            <a:chOff x="4953000" y="660717"/>
            <a:chExt cx="6400800" cy="1097280"/>
          </a:xfrm>
        </p:grpSpPr>
        <p:grpSp>
          <p:nvGrpSpPr>
            <p:cNvPr id="28" name="Group 27">
              <a:extLst>
                <a:ext uri="{FF2B5EF4-FFF2-40B4-BE49-F238E27FC236}">
                  <a16:creationId xmlns:a16="http://schemas.microsoft.com/office/drawing/2014/main" id="{D2B87FAC-0538-ECBA-6B24-F4E460EA9870}"/>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2DE9FF87-7128-E586-7012-FF0D25EAB45B}"/>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2451C35B-F3F9-0BF5-7F96-7056333224EB}"/>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8E6D8747-D77C-49C2-4342-BE0A69945D0B}"/>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9663C8E2-2E8B-9DD3-A6F6-8A6EE559FADD}"/>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66F23EEC-4D3B-4A13-ECDC-7AAD749E9E1F}"/>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83ED88EB-9FB1-DDBF-622D-AB81D9A8CFB4}"/>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AFA9D76C-694E-7726-7983-0F1C5DDA6F9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F9B4A258-5944-0B04-CCC2-864465617880}"/>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6E484E67-FD31-BFE6-8BB3-19A8BD0F8EE4}"/>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7F669135-A4C2-E31B-6A2C-9FC56971B3E4}"/>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8DCD689F-DD9E-AD37-2A3A-25648FC54A08}"/>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DDA43CA7-E636-2105-CF3A-DFA078E59DBC}"/>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DC72C753-FB52-C263-0BAB-5E012781C04B}"/>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4D0D8C0-3D63-671F-5D39-04E4F3F7B58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5E3258F8-8097-AC76-433F-D5EFE5498C84}"/>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F388F548-F7C0-C703-87A3-0801D5B5EC6E}"/>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A7BB719B-6E0B-43A2-33B0-2CC42D0F964B}"/>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28B6754B-58E8-8AF8-8D17-5F85162BAD90}"/>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722F989C-2F0A-D58A-28CA-E648FF802226}"/>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DEA5F1D9-BDA3-2BD7-3F5F-E1F043FC3CFD}"/>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861D331B-7649-C763-671F-8DEB78153BC1}"/>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5102A0D-3CF4-66AC-0532-95C8A4A6CB22}"/>
                  </a:ext>
                </a:extLst>
              </p14:cNvPr>
              <p14:cNvContentPartPr/>
              <p14:nvPr/>
            </p14:nvContentPartPr>
            <p14:xfrm>
              <a:off x="4624200" y="2556360"/>
              <a:ext cx="2697840" cy="1959840"/>
            </p14:xfrm>
          </p:contentPart>
        </mc:Choice>
        <mc:Fallback>
          <p:pic>
            <p:nvPicPr>
              <p:cNvPr id="4" name="Ink 3">
                <a:extLst>
                  <a:ext uri="{FF2B5EF4-FFF2-40B4-BE49-F238E27FC236}">
                    <a16:creationId xmlns:a16="http://schemas.microsoft.com/office/drawing/2014/main" id="{F5102A0D-3CF4-66AC-0532-95C8A4A6CB22}"/>
                  </a:ext>
                </a:extLst>
              </p:cNvPr>
              <p:cNvPicPr/>
              <p:nvPr/>
            </p:nvPicPr>
            <p:blipFill>
              <a:blip r:embed="rId3"/>
              <a:stretch>
                <a:fillRect/>
              </a:stretch>
            </p:blipFill>
            <p:spPr>
              <a:xfrm>
                <a:off x="4614840" y="2547000"/>
                <a:ext cx="2716560" cy="1978560"/>
              </a:xfrm>
              <a:prstGeom prst="rect">
                <a:avLst/>
              </a:prstGeom>
            </p:spPr>
          </p:pic>
        </mc:Fallback>
      </mc:AlternateContent>
    </p:spTree>
    <p:extLst>
      <p:ext uri="{BB962C8B-B14F-4D97-AF65-F5344CB8AC3E}">
        <p14:creationId xmlns:p14="http://schemas.microsoft.com/office/powerpoint/2010/main" val="45032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48504-CA46-CA67-A734-8DDC6861F802}"/>
              </a:ext>
            </a:extLst>
          </p:cNvPr>
          <p:cNvSpPr>
            <a:spLocks noGrp="1"/>
          </p:cNvSpPr>
          <p:nvPr>
            <p:ph type="title"/>
          </p:nvPr>
        </p:nvSpPr>
        <p:spPr/>
        <p:txBody>
          <a:bodyPr/>
          <a:lstStyle/>
          <a:p>
            <a:r>
              <a:rPr lang="en-US" dirty="0"/>
              <a:t>Rehashing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56C4D0-09F9-C2D9-56AC-4F81B37D1B7A}"/>
                  </a:ext>
                </a:extLst>
              </p:cNvPr>
              <p:cNvSpPr>
                <a:spLocks noGrp="1"/>
              </p:cNvSpPr>
              <p:nvPr>
                <p:ph idx="1"/>
              </p:nvPr>
            </p:nvSpPr>
            <p:spPr/>
            <p:txBody>
              <a:bodyPr>
                <a:normAutofit/>
              </a:bodyPr>
              <a:lstStyle/>
              <a:p>
                <a:r>
                  <a:rPr lang="en-US" dirty="0"/>
                  <a:t>If your load factor </a:t>
                </a:r>
                <a14:m>
                  <m:oMath xmlns:m="http://schemas.openxmlformats.org/officeDocument/2006/math">
                    <m:r>
                      <a:rPr lang="en-US" b="0" i="1" smtClean="0">
                        <a:latin typeface="Cambria Math" panose="02040503050406030204" pitchFamily="18" charset="0"/>
                      </a:rPr>
                      <m:t>𝜆</m:t>
                    </m:r>
                  </m:oMath>
                </a14:m>
                <a:r>
                  <a:rPr lang="en-US" dirty="0"/>
                  <a:t> gets too large, copy everything over to a larger hash table</a:t>
                </a:r>
              </a:p>
              <a:p>
                <a:pPr lvl="1"/>
                <a:r>
                  <a:rPr lang="en-US" dirty="0"/>
                  <a:t>To do this: make a new, larger array</a:t>
                </a:r>
              </a:p>
              <a:p>
                <a:pPr lvl="1"/>
                <a:r>
                  <a:rPr lang="en-US" dirty="0"/>
                  <a:t>Re-insert all items into the new hash table by reapplying the hash function</a:t>
                </a:r>
              </a:p>
              <a:p>
                <a:pPr lvl="2"/>
                <a:r>
                  <a:rPr lang="en-US" dirty="0"/>
                  <a:t>We need to reapply the hash function because items should map to a different index</a:t>
                </a:r>
              </a:p>
              <a:p>
                <a:pPr lvl="1"/>
                <a:r>
                  <a:rPr lang="en-US" dirty="0"/>
                  <a:t>New array should be “roughly” double the length (but probably still want it to be prime)</a:t>
                </a:r>
              </a:p>
              <a:p>
                <a:r>
                  <a:rPr lang="en-US" dirty="0"/>
                  <a:t>What does “too large” mean?</a:t>
                </a:r>
              </a:p>
              <a:p>
                <a:pPr lvl="1"/>
                <a:r>
                  <a:rPr lang="en-US" dirty="0"/>
                  <a:t>For separate chaining, typically we want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&lt;2</m:t>
                    </m:r>
                  </m:oMath>
                </a14:m>
                <a:endParaRPr lang="en-US" dirty="0"/>
              </a:p>
              <a:p>
                <a:pPr lvl="1"/>
                <a:r>
                  <a:rPr lang="en-US" dirty="0"/>
                  <a:t>For open addressing, typically we want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endParaRPr lang="en-US" dirty="0"/>
              </a:p>
            </p:txBody>
          </p:sp>
        </mc:Choice>
        <mc:Fallback xmlns="">
          <p:sp>
            <p:nvSpPr>
              <p:cNvPr id="3" name="Content Placeholder 2">
                <a:extLst>
                  <a:ext uri="{FF2B5EF4-FFF2-40B4-BE49-F238E27FC236}">
                    <a16:creationId xmlns:a16="http://schemas.microsoft.com/office/drawing/2014/main" id="{7456C4D0-09F9-C2D9-56AC-4F81B37D1B7A}"/>
                  </a:ext>
                </a:extLst>
              </p:cNvPr>
              <p:cNvSpPr>
                <a:spLocks noGrp="1" noRot="1" noChangeAspect="1" noMove="1" noResize="1" noEditPoints="1" noAdjustHandles="1" noChangeArrowheads="1" noChangeShapeType="1" noTextEdit="1"/>
              </p:cNvSpPr>
              <p:nvPr>
                <p:ph idx="1"/>
              </p:nvPr>
            </p:nvSpPr>
            <p:spPr>
              <a:blipFill>
                <a:blip r:embed="rId2"/>
                <a:stretch>
                  <a:fillRect l="-1043" t="-2241" r="-812"/>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32FDF0C-F1E4-DCCA-A901-8E2D08D4F18B}"/>
                  </a:ext>
                </a:extLst>
              </p14:cNvPr>
              <p14:cNvContentPartPr/>
              <p14:nvPr/>
            </p14:nvContentPartPr>
            <p14:xfrm>
              <a:off x="1047600" y="1328760"/>
              <a:ext cx="9651600" cy="5257080"/>
            </p14:xfrm>
          </p:contentPart>
        </mc:Choice>
        <mc:Fallback>
          <p:pic>
            <p:nvPicPr>
              <p:cNvPr id="4" name="Ink 3">
                <a:extLst>
                  <a:ext uri="{FF2B5EF4-FFF2-40B4-BE49-F238E27FC236}">
                    <a16:creationId xmlns:a16="http://schemas.microsoft.com/office/drawing/2014/main" id="{832FDF0C-F1E4-DCCA-A901-8E2D08D4F18B}"/>
                  </a:ext>
                </a:extLst>
              </p:cNvPr>
              <p:cNvPicPr/>
              <p:nvPr/>
            </p:nvPicPr>
            <p:blipFill>
              <a:blip r:embed="rId4"/>
              <a:stretch>
                <a:fillRect/>
              </a:stretch>
            </p:blipFill>
            <p:spPr>
              <a:xfrm>
                <a:off x="1038240" y="1319400"/>
                <a:ext cx="9670320" cy="5275800"/>
              </a:xfrm>
              <a:prstGeom prst="rect">
                <a:avLst/>
              </a:prstGeom>
            </p:spPr>
          </p:pic>
        </mc:Fallback>
      </mc:AlternateContent>
    </p:spTree>
    <p:extLst>
      <p:ext uri="{BB962C8B-B14F-4D97-AF65-F5344CB8AC3E}">
        <p14:creationId xmlns:p14="http://schemas.microsoft.com/office/powerpoint/2010/main" val="854344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709C-781C-D297-9372-53DA0D578A2B}"/>
              </a:ext>
            </a:extLst>
          </p:cNvPr>
          <p:cNvSpPr>
            <a:spLocks noGrp="1"/>
          </p:cNvSpPr>
          <p:nvPr>
            <p:ph type="title"/>
          </p:nvPr>
        </p:nvSpPr>
        <p:spPr/>
        <p:txBody>
          <a:bodyPr/>
          <a:lstStyle/>
          <a:p>
            <a:r>
              <a:rPr lang="en-US" dirty="0"/>
              <a:t>Sorting</a:t>
            </a:r>
          </a:p>
        </p:txBody>
      </p:sp>
      <p:sp>
        <p:nvSpPr>
          <p:cNvPr id="3" name="Content Placeholder 2">
            <a:extLst>
              <a:ext uri="{FF2B5EF4-FFF2-40B4-BE49-F238E27FC236}">
                <a16:creationId xmlns:a16="http://schemas.microsoft.com/office/drawing/2014/main" id="{4E38053D-A29E-D195-3C93-CF56E1479635}"/>
              </a:ext>
            </a:extLst>
          </p:cNvPr>
          <p:cNvSpPr>
            <a:spLocks noGrp="1"/>
          </p:cNvSpPr>
          <p:nvPr>
            <p:ph idx="1"/>
          </p:nvPr>
        </p:nvSpPr>
        <p:spPr/>
        <p:txBody>
          <a:bodyPr/>
          <a:lstStyle/>
          <a:p>
            <a:r>
              <a:rPr lang="en-US" dirty="0"/>
              <a:t>Rearrangement of items into some defined sequence</a:t>
            </a:r>
          </a:p>
          <a:p>
            <a:pPr lvl="1"/>
            <a:r>
              <a:rPr lang="en-US" dirty="0"/>
              <a:t>Usually: reordering a list from smallest to largest according to some metric</a:t>
            </a:r>
          </a:p>
          <a:p>
            <a:r>
              <a:rPr lang="en-US" dirty="0"/>
              <a:t>Why sort things?</a:t>
            </a:r>
          </a:p>
          <a:p>
            <a:pPr lvl="1"/>
            <a:r>
              <a:rPr lang="en-US" dirty="0"/>
              <a:t>Enable things like binary search</a:t>
            </a:r>
          </a:p>
          <a:p>
            <a:pPr lvl="2"/>
            <a:r>
              <a:rPr lang="en-US" dirty="0"/>
              <a:t>It makes some algorithms faster</a:t>
            </a:r>
          </a:p>
          <a:p>
            <a:pPr lvl="1"/>
            <a:r>
              <a:rPr lang="en-US" dirty="0"/>
              <a:t>Nicer for human algorithms too</a:t>
            </a:r>
          </a:p>
          <a:p>
            <a:pPr lvl="1"/>
            <a:r>
              <a:rPr lang="en-US" dirty="0"/>
              <a:t>Data organization</a:t>
            </a:r>
          </a:p>
          <a:p>
            <a:pPr lvl="1"/>
            <a:endParaRPr lang="en-US" dirty="0"/>
          </a:p>
        </p:txBody>
      </p:sp>
    </p:spTree>
    <p:extLst>
      <p:ext uri="{BB962C8B-B14F-4D97-AF65-F5344CB8AC3E}">
        <p14:creationId xmlns:p14="http://schemas.microsoft.com/office/powerpoint/2010/main" val="670589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4773-CFEA-E666-64D3-5AF21662F599}"/>
              </a:ext>
            </a:extLst>
          </p:cNvPr>
          <p:cNvSpPr>
            <a:spLocks noGrp="1"/>
          </p:cNvSpPr>
          <p:nvPr>
            <p:ph type="title"/>
          </p:nvPr>
        </p:nvSpPr>
        <p:spPr/>
        <p:txBody>
          <a:bodyPr/>
          <a:lstStyle/>
          <a:p>
            <a:r>
              <a:rPr lang="en-US" dirty="0"/>
              <a:t>More Formal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397537-824A-CCF1-8509-24B111BE4C91}"/>
                  </a:ext>
                </a:extLst>
              </p:cNvPr>
              <p:cNvSpPr>
                <a:spLocks noGrp="1"/>
              </p:cNvSpPr>
              <p:nvPr>
                <p:ph idx="1"/>
              </p:nvPr>
            </p:nvSpPr>
            <p:spPr/>
            <p:txBody>
              <a:bodyPr/>
              <a:lstStyle/>
              <a:p>
                <a:r>
                  <a:rPr lang="en-US" dirty="0"/>
                  <a:t>Input:</a:t>
                </a:r>
              </a:p>
              <a:p>
                <a:pPr lvl="1"/>
                <a:r>
                  <a:rPr lang="en-US" dirty="0"/>
                  <a:t>An array </a:t>
                </a:r>
                <a14:m>
                  <m:oMath xmlns:m="http://schemas.openxmlformats.org/officeDocument/2006/math">
                    <m:r>
                      <a:rPr lang="en-US" b="0" i="1" smtClean="0">
                        <a:latin typeface="Cambria Math" panose="02040503050406030204" pitchFamily="18" charset="0"/>
                      </a:rPr>
                      <m:t>𝐴</m:t>
                    </m:r>
                  </m:oMath>
                </a14:m>
                <a:r>
                  <a:rPr lang="en-US" dirty="0"/>
                  <a:t> of items</a:t>
                </a:r>
              </a:p>
              <a:p>
                <a:pPr lvl="1"/>
                <a:r>
                  <a:rPr lang="en-US" dirty="0"/>
                  <a:t>A comparison function for these items</a:t>
                </a:r>
              </a:p>
              <a:p>
                <a:pPr lvl="2"/>
                <a:r>
                  <a:rPr lang="en-US" dirty="0"/>
                  <a:t>Given two items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we can determine whether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r>
                      <a:rPr lang="en-US" b="0" i="1" smtClean="0">
                        <a:latin typeface="Cambria Math" panose="02040503050406030204" pitchFamily="18" charset="0"/>
                      </a:rPr>
                      <m:t>𝑦</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𝑦</m:t>
                    </m:r>
                  </m:oMath>
                </a14:m>
                <a:r>
                  <a:rPr lang="en-US" dirty="0"/>
                  <a:t>, or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r>
                  <a:rPr lang="en-US" dirty="0"/>
                  <a:t>Output:</a:t>
                </a:r>
              </a:p>
              <a:p>
                <a:pPr lvl="1"/>
                <a:r>
                  <a:rPr lang="en-US" dirty="0"/>
                  <a:t>A permutation of </a:t>
                </a:r>
                <a14:m>
                  <m:oMath xmlns:m="http://schemas.openxmlformats.org/officeDocument/2006/math">
                    <m:r>
                      <a:rPr lang="en-US" b="0" i="1" smtClean="0">
                        <a:latin typeface="Cambria Math" panose="02040503050406030204" pitchFamily="18" charset="0"/>
                      </a:rPr>
                      <m:t>𝐴</m:t>
                    </m:r>
                  </m:oMath>
                </a14:m>
                <a:r>
                  <a:rPr lang="en-US" dirty="0"/>
                  <a:t> such that if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r>
                  <a:rPr lang="en-US" dirty="0"/>
                  <a:t> then </a:t>
                </a:r>
                <a14:m>
                  <m:oMath xmlns:m="http://schemas.openxmlformats.org/officeDocument/2006/math">
                    <m:r>
                      <a:rPr lang="en-US" b="0" i="1" smtClean="0">
                        <a:latin typeface="Cambria Math" panose="02040503050406030204" pitchFamily="18" charset="0"/>
                      </a:rPr>
                      <m:t>𝐴</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e>
                    </m:d>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endParaRPr lang="en-US" dirty="0"/>
              </a:p>
              <a:p>
                <a:pPr lvl="1"/>
                <a:r>
                  <a:rPr lang="en-US" dirty="0"/>
                  <a:t>Permutation: a sequence of the same items but perhaps in a different order</a:t>
                </a:r>
              </a:p>
            </p:txBody>
          </p:sp>
        </mc:Choice>
        <mc:Fallback xmlns="">
          <p:sp>
            <p:nvSpPr>
              <p:cNvPr id="3" name="Content Placeholder 2">
                <a:extLst>
                  <a:ext uri="{FF2B5EF4-FFF2-40B4-BE49-F238E27FC236}">
                    <a16:creationId xmlns:a16="http://schemas.microsoft.com/office/drawing/2014/main" id="{35397537-824A-CCF1-8509-24B111BE4C9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39934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0236-5662-84E4-1E2C-8131ADED1E5A}"/>
              </a:ext>
            </a:extLst>
          </p:cNvPr>
          <p:cNvSpPr>
            <a:spLocks noGrp="1"/>
          </p:cNvSpPr>
          <p:nvPr>
            <p:ph type="title"/>
          </p:nvPr>
        </p:nvSpPr>
        <p:spPr/>
        <p:txBody>
          <a:bodyPr/>
          <a:lstStyle/>
          <a:p>
            <a:r>
              <a:rPr lang="en-US" dirty="0"/>
              <a:t>Sorting “Landscape”</a:t>
            </a:r>
          </a:p>
        </p:txBody>
      </p:sp>
      <p:sp>
        <p:nvSpPr>
          <p:cNvPr id="3" name="Content Placeholder 2">
            <a:extLst>
              <a:ext uri="{FF2B5EF4-FFF2-40B4-BE49-F238E27FC236}">
                <a16:creationId xmlns:a16="http://schemas.microsoft.com/office/drawing/2014/main" id="{C4887EE2-0B7B-E6D3-DAF0-140E12D6FB63}"/>
              </a:ext>
            </a:extLst>
          </p:cNvPr>
          <p:cNvSpPr>
            <a:spLocks noGrp="1"/>
          </p:cNvSpPr>
          <p:nvPr>
            <p:ph idx="1"/>
          </p:nvPr>
        </p:nvSpPr>
        <p:spPr/>
        <p:txBody>
          <a:bodyPr/>
          <a:lstStyle/>
          <a:p>
            <a:r>
              <a:rPr lang="en-US" dirty="0"/>
              <a:t>There is no singular best algorithm for sorting</a:t>
            </a:r>
          </a:p>
          <a:p>
            <a:r>
              <a:rPr lang="en-US" dirty="0"/>
              <a:t>Some are faster, some are slower</a:t>
            </a:r>
          </a:p>
          <a:p>
            <a:r>
              <a:rPr lang="en-US" dirty="0"/>
              <a:t>Some use more memory, some use less</a:t>
            </a:r>
          </a:p>
          <a:p>
            <a:r>
              <a:rPr lang="en-US" dirty="0"/>
              <a:t>Some are super extra fast if your data matches particular assumptions</a:t>
            </a:r>
          </a:p>
          <a:p>
            <a:r>
              <a:rPr lang="en-US" dirty="0"/>
              <a:t>Some have other special properties that make them valuable</a:t>
            </a:r>
          </a:p>
          <a:p>
            <a:r>
              <a:rPr lang="en-US" dirty="0"/>
              <a:t>No sorting algorithm can have only all the “best” attributes</a:t>
            </a:r>
          </a:p>
        </p:txBody>
      </p:sp>
    </p:spTree>
    <p:extLst>
      <p:ext uri="{BB962C8B-B14F-4D97-AF65-F5344CB8AC3E}">
        <p14:creationId xmlns:p14="http://schemas.microsoft.com/office/powerpoint/2010/main" val="3469253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a:xfrm>
            <a:off x="1981200" y="1600201"/>
            <a:ext cx="8229600" cy="1066800"/>
          </a:xfrm>
        </p:spPr>
        <p:txBody>
          <a:bodyPr/>
          <a:lstStyle/>
          <a:p>
            <a:r>
              <a:rPr lang="en-US" dirty="0"/>
              <a:t>Idea: Maintain a </a:t>
            </a:r>
            <a:r>
              <a:rPr lang="en-US" dirty="0">
                <a:solidFill>
                  <a:srgbClr val="FF0000"/>
                </a:solidFill>
              </a:rPr>
              <a:t>sorted list prefix</a:t>
            </a:r>
            <a:r>
              <a:rPr lang="en-US" dirty="0"/>
              <a:t>, extend that prefix by “inserting” the </a:t>
            </a:r>
            <a:r>
              <a:rPr lang="en-US" dirty="0">
                <a:solidFill>
                  <a:schemeClr val="accent1"/>
                </a:solidFill>
              </a:rPr>
              <a:t>next element</a:t>
            </a:r>
          </a:p>
        </p:txBody>
      </p:sp>
      <p:grpSp>
        <p:nvGrpSpPr>
          <p:cNvPr id="5" name="Group 4" descr="A partially-sorted array. Indices 0 through 5 are in sorted order (ascending), and we call this the &quot;sorted prefix&quot; of the array. The next step is to extend the length of the sorted prefix by placing index 6 in the right place.&#10;&#10;We do that by comparing that item with the item immediately before it in the array. If the new item is smaller, we swap it with the value to its left and continue. If larger then we are done with inserting that new item.&#10;&#10;In this case, the new item at index 6 is 9 and the item at index 5 is 12. ">
            <a:extLst>
              <a:ext uri="{FF2B5EF4-FFF2-40B4-BE49-F238E27FC236}">
                <a16:creationId xmlns:a16="http://schemas.microsoft.com/office/drawing/2014/main" id="{EE922EF1-E50C-6B91-FADC-0E8729A431BF}"/>
              </a:ext>
            </a:extLst>
          </p:cNvPr>
          <p:cNvGrpSpPr/>
          <p:nvPr/>
        </p:nvGrpSpPr>
        <p:grpSpPr>
          <a:xfrm>
            <a:off x="2855224" y="2678668"/>
            <a:ext cx="6403076" cy="1283732"/>
            <a:chOff x="2855224" y="2678668"/>
            <a:chExt cx="6403076" cy="1283732"/>
          </a:xfrm>
        </p:grpSpPr>
        <p:grpSp>
          <p:nvGrpSpPr>
            <p:cNvPr id="30" name="Group 29"/>
            <p:cNvGrpSpPr/>
            <p:nvPr/>
          </p:nvGrpSpPr>
          <p:grpSpPr>
            <a:xfrm>
              <a:off x="2855224" y="3429000"/>
              <a:ext cx="6403076" cy="533400"/>
              <a:chOff x="1064524" y="3429000"/>
              <a:chExt cx="6403076" cy="533400"/>
            </a:xfrm>
          </p:grpSpPr>
          <p:sp>
            <p:nvSpPr>
              <p:cNvPr id="31" name="Rectangle 30"/>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2" name="Rectangle 31"/>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3" name="Rectangle 32"/>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4" name="Rectangle 33"/>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5" name="Rectangle 34"/>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Rectangle 35"/>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p:cNvSpPr/>
              <p:nvPr/>
            </p:nvSpPr>
            <p:spPr>
              <a:xfrm>
                <a:off x="42660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8" name="Rectangle 37"/>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9" name="Rectangle 38"/>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0" name="Rectangle 39"/>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1" name="Rectangle 40"/>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2" name="Rectangle 41"/>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4" name="TextBox 43"/>
            <p:cNvSpPr txBox="1"/>
            <p:nvPr/>
          </p:nvSpPr>
          <p:spPr>
            <a:xfrm>
              <a:off x="3761508" y="2678668"/>
              <a:ext cx="1388970" cy="369332"/>
            </a:xfrm>
            <a:prstGeom prst="rect">
              <a:avLst/>
            </a:prstGeom>
            <a:noFill/>
          </p:spPr>
          <p:txBody>
            <a:bodyPr wrap="none" rtlCol="0">
              <a:spAutoFit/>
            </a:bodyPr>
            <a:lstStyle/>
            <a:p>
              <a:r>
                <a:rPr lang="en-US" dirty="0">
                  <a:solidFill>
                    <a:srgbClr val="FF0000"/>
                  </a:solidFill>
                </a:rPr>
                <a:t>Sorted Prefix</a:t>
              </a:r>
            </a:p>
          </p:txBody>
        </p:sp>
        <p:sp>
          <p:nvSpPr>
            <p:cNvPr id="84" name="Right Brace 83"/>
            <p:cNvSpPr/>
            <p:nvPr/>
          </p:nvSpPr>
          <p:spPr>
            <a:xfrm rot="16200000">
              <a:off x="4227393" y="1599631"/>
              <a:ext cx="457200" cy="32015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5" name="Group 44" descr="Because 9 is smaller than 12, we swap the values so that 9 is now at index 5 and 12 is at index 6.&#10;&#10;Next we compare 9 with the item at index 4, in this case that value is 10."/>
          <p:cNvGrpSpPr/>
          <p:nvPr/>
        </p:nvGrpSpPr>
        <p:grpSpPr>
          <a:xfrm>
            <a:off x="2855224" y="4114800"/>
            <a:ext cx="6403076" cy="533400"/>
            <a:chOff x="1064524" y="3429000"/>
            <a:chExt cx="6403076" cy="533400"/>
          </a:xfrm>
        </p:grpSpPr>
        <p:sp>
          <p:nvSpPr>
            <p:cNvPr id="46" name="Rectangle 45"/>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7" name="Rectangle 46"/>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8" name="Rectangle 47"/>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9" name="Rectangle 48"/>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 name="Rectangle 49"/>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1" name="Rectangle 50"/>
            <p:cNvSpPr/>
            <p:nvPr/>
          </p:nvSpPr>
          <p:spPr>
            <a:xfrm>
              <a:off x="37326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53" name="Rectangle 52"/>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6" name="Rectangle 55"/>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Rectangle 56"/>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58" name="Group 57" descr="Because 9 is smaller than 14, we swap the values so that 9 is now at index 4 and 10 is at index 5.&#10;&#10;Next we compare 9 with the item at index 3, in this case that value is 8."/>
          <p:cNvGrpSpPr/>
          <p:nvPr/>
        </p:nvGrpSpPr>
        <p:grpSpPr>
          <a:xfrm>
            <a:off x="2855224" y="4800600"/>
            <a:ext cx="6403076" cy="533400"/>
            <a:chOff x="1064524" y="3429000"/>
            <a:chExt cx="6403076" cy="533400"/>
          </a:xfrm>
        </p:grpSpPr>
        <p:sp>
          <p:nvSpPr>
            <p:cNvPr id="59" name="Rectangle 58"/>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0" name="Rectangle 59"/>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1" name="Rectangle 60"/>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Rectangle 61"/>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3" name="Rectangle 62"/>
            <p:cNvSpPr/>
            <p:nvPr/>
          </p:nvSpPr>
          <p:spPr>
            <a:xfrm>
              <a:off x="3198693"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4" name="Rectangle 63"/>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5" name="Rectangle 64"/>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66" name="Rectangle 65"/>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7" name="Rectangle 66"/>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8" name="Rectangle 67"/>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Rectangle 68"/>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6" name="Group 5" descr="Because 9 is greater than or equal to 8 we do not swap the values, and now the sorted prefix has been extended by 1 index.&#10;">
            <a:extLst>
              <a:ext uri="{FF2B5EF4-FFF2-40B4-BE49-F238E27FC236}">
                <a16:creationId xmlns:a16="http://schemas.microsoft.com/office/drawing/2014/main" id="{A76D8002-1B77-BB07-1975-451E6BD8DE4B}"/>
              </a:ext>
            </a:extLst>
          </p:cNvPr>
          <p:cNvGrpSpPr/>
          <p:nvPr/>
        </p:nvGrpSpPr>
        <p:grpSpPr>
          <a:xfrm>
            <a:off x="2855224" y="5421868"/>
            <a:ext cx="6403076" cy="1283732"/>
            <a:chOff x="2855224" y="5421868"/>
            <a:chExt cx="6403076" cy="1283732"/>
          </a:xfrm>
        </p:grpSpPr>
        <p:sp>
          <p:nvSpPr>
            <p:cNvPr id="43" name="Right Brace 42"/>
            <p:cNvSpPr/>
            <p:nvPr/>
          </p:nvSpPr>
          <p:spPr>
            <a:xfrm rot="16200000">
              <a:off x="4494093" y="4076131"/>
              <a:ext cx="457200" cy="37349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1" name="Group 70"/>
            <p:cNvGrpSpPr/>
            <p:nvPr/>
          </p:nvGrpSpPr>
          <p:grpSpPr>
            <a:xfrm>
              <a:off x="2855224" y="6172200"/>
              <a:ext cx="6403076" cy="533400"/>
              <a:chOff x="1064524" y="3429000"/>
              <a:chExt cx="6403076" cy="533400"/>
            </a:xfrm>
          </p:grpSpPr>
          <p:sp>
            <p:nvSpPr>
              <p:cNvPr id="72" name="Rectangle 71"/>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3" name="Rectangle 72"/>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5" name="Rectangle 74"/>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6" name="Rectangle 75"/>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8" name="Rectangle 77"/>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79" name="Rectangle 78"/>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1" name="Rectangle 80"/>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2" name="Rectangle 81"/>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85" name="TextBox 84"/>
            <p:cNvSpPr txBox="1"/>
            <p:nvPr/>
          </p:nvSpPr>
          <p:spPr>
            <a:xfrm>
              <a:off x="4028208" y="5421868"/>
              <a:ext cx="1388970" cy="369332"/>
            </a:xfrm>
            <a:prstGeom prst="rect">
              <a:avLst/>
            </a:prstGeom>
            <a:noFill/>
          </p:spPr>
          <p:txBody>
            <a:bodyPr wrap="none" rtlCol="0">
              <a:spAutoFit/>
            </a:bodyPr>
            <a:lstStyle/>
            <a:p>
              <a:r>
                <a:rPr lang="en-US" dirty="0">
                  <a:solidFill>
                    <a:srgbClr val="FF0000"/>
                  </a:solidFill>
                </a:rPr>
                <a:t>Sorted Prefix</a:t>
              </a:r>
            </a:p>
          </p:txBody>
        </p:sp>
      </p:grpSp>
    </p:spTree>
    <p:extLst>
      <p:ext uri="{BB962C8B-B14F-4D97-AF65-F5344CB8AC3E}">
        <p14:creationId xmlns:p14="http://schemas.microsoft.com/office/powerpoint/2010/main" val="404078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E331-20F3-CCA9-529D-FE34B4D8C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F9BF5-3D98-FDB3-0536-F52EC51AEA50}"/>
              </a:ext>
            </a:extLst>
          </p:cNvPr>
          <p:cNvSpPr>
            <a:spLocks noGrp="1"/>
          </p:cNvSpPr>
          <p:nvPr>
            <p:ph type="title"/>
          </p:nvPr>
        </p:nvSpPr>
        <p:spPr/>
        <p:txBody>
          <a:bodyPr/>
          <a:lstStyle/>
          <a:p>
            <a:r>
              <a:rPr lang="en-US" dirty="0"/>
              <a:t>Insertion Sort -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098659-16A5-7134-405A-EC34150F6932}"/>
                  </a:ext>
                </a:extLst>
              </p:cNvPr>
              <p:cNvSpPr>
                <a:spLocks noGrp="1"/>
              </p:cNvSpPr>
              <p:nvPr>
                <p:ph idx="1"/>
              </p:nvPr>
            </p:nvSpPr>
            <p:spPr>
              <a:xfrm>
                <a:off x="838200" y="1402188"/>
                <a:ext cx="11252200" cy="1678693"/>
              </a:xfrm>
            </p:spPr>
            <p:txBody>
              <a:bodyPr>
                <a:normAutofit fontScale="77500" lnSpcReduction="20000"/>
              </a:bodyPr>
              <a:lstStyle/>
              <a:p>
                <a:r>
                  <a:rPr lang="en-US" dirty="0"/>
                  <a:t>If the items at index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1</m:t>
                    </m:r>
                  </m:oMath>
                </a14:m>
                <a:r>
                  <a:rPr lang="en-US" dirty="0"/>
                  <a:t> are out of order, swap them</a:t>
                </a:r>
              </a:p>
              <a:p>
                <a:r>
                  <a:rPr lang="en-US" dirty="0"/>
                  <a:t>Keep swapping the item at index </a:t>
                </a:r>
                <a14:m>
                  <m:oMath xmlns:m="http://schemas.openxmlformats.org/officeDocument/2006/math">
                    <m:r>
                      <a:rPr lang="en-US" b="0" i="1" smtClean="0">
                        <a:latin typeface="Cambria Math" panose="02040503050406030204" pitchFamily="18" charset="0"/>
                      </a:rPr>
                      <m:t>2</m:t>
                    </m:r>
                  </m:oMath>
                </a14:m>
                <a:r>
                  <a:rPr lang="en-US" dirty="0"/>
                  <a:t> with the thing to its left as long as the left thing is larger</a:t>
                </a:r>
              </a:p>
              <a:p>
                <a:r>
                  <a:rPr lang="en-US" dirty="0"/>
                  <a:t>…</a:t>
                </a:r>
              </a:p>
              <a:p>
                <a:r>
                  <a:rPr lang="en-US" dirty="0"/>
                  <a:t>Keep swapping the item at index </a:t>
                </a:r>
                <a14:m>
                  <m:oMath xmlns:m="http://schemas.openxmlformats.org/officeDocument/2006/math">
                    <m:r>
                      <a:rPr lang="en-US" b="0" i="1" smtClean="0">
                        <a:latin typeface="Cambria Math" panose="02040503050406030204" pitchFamily="18" charset="0"/>
                      </a:rPr>
                      <m:t>𝑖</m:t>
                    </m:r>
                  </m:oMath>
                </a14:m>
                <a:r>
                  <a:rPr lang="en-US" dirty="0"/>
                  <a:t> with the thing to its left as long as the left thing is larger</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475C29A1-5CF0-19FF-2850-9349F3E580DF}"/>
                  </a:ext>
                </a:extLst>
              </p:cNvPr>
              <p:cNvSpPr>
                <a:spLocks noGrp="1" noRot="1" noChangeAspect="1" noMove="1" noResize="1" noEditPoints="1" noAdjustHandles="1" noChangeArrowheads="1" noChangeShapeType="1" noTextEdit="1"/>
              </p:cNvSpPr>
              <p:nvPr>
                <p:ph idx="1"/>
              </p:nvPr>
            </p:nvSpPr>
            <p:spPr>
              <a:xfrm>
                <a:off x="838200" y="1402188"/>
                <a:ext cx="11252200" cy="1678693"/>
              </a:xfrm>
              <a:blipFill>
                <a:blip r:embed="rId2"/>
                <a:stretch>
                  <a:fillRect l="-650" t="-763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E58BB90-BAEE-B9B7-5449-BE92204DBDC4}"/>
              </a:ext>
            </a:extLst>
          </p:cNvPr>
          <p:cNvSpPr txBox="1"/>
          <p:nvPr/>
        </p:nvSpPr>
        <p:spPr>
          <a:xfrm>
            <a:off x="574040" y="2548283"/>
            <a:ext cx="4434840" cy="3139321"/>
          </a:xfrm>
          <a:prstGeom prst="rect">
            <a:avLst/>
          </a:prstGeom>
          <a:noFill/>
        </p:spPr>
        <p:txBody>
          <a:bodyPr wrap="square" rtlCol="0">
            <a:spAutoFit/>
          </a:bodyPr>
          <a:lstStyle/>
          <a:p>
            <a:endParaRPr lang="en-US" dirty="0"/>
          </a:p>
          <a:p>
            <a:r>
              <a:rPr lang="en-US" dirty="0"/>
              <a:t>for (</a:t>
            </a:r>
            <a:r>
              <a:rPr lang="en-US" dirty="0" err="1"/>
              <a:t>i</a:t>
            </a:r>
            <a:r>
              <a:rPr lang="en-US" dirty="0"/>
              <a:t>=1; </a:t>
            </a:r>
            <a:r>
              <a:rPr lang="en-US" dirty="0" err="1"/>
              <a:t>i</a:t>
            </a:r>
            <a:r>
              <a:rPr lang="en-US" dirty="0"/>
              <a:t>&lt;</a:t>
            </a:r>
            <a:r>
              <a:rPr lang="en-US" dirty="0" err="1"/>
              <a:t>a.length</a:t>
            </a:r>
            <a:r>
              <a:rPr lang="en-US" dirty="0"/>
              <a:t>; </a:t>
            </a:r>
            <a:r>
              <a:rPr lang="en-US" dirty="0" err="1"/>
              <a:t>i</a:t>
            </a:r>
            <a:r>
              <a:rPr lang="en-US" dirty="0"/>
              <a:t>++){</a:t>
            </a:r>
          </a:p>
          <a:p>
            <a:r>
              <a:rPr lang="en-US" dirty="0"/>
              <a:t>        </a:t>
            </a:r>
            <a:r>
              <a:rPr lang="en-US" dirty="0" err="1"/>
              <a:t>prev</a:t>
            </a:r>
            <a:r>
              <a:rPr lang="en-US" dirty="0"/>
              <a:t> = i-1;</a:t>
            </a:r>
          </a:p>
          <a:p>
            <a:r>
              <a:rPr lang="en-US" dirty="0"/>
              <a:t>        while(a[</a:t>
            </a:r>
            <a:r>
              <a:rPr lang="en-US" dirty="0" err="1"/>
              <a:t>i</a:t>
            </a:r>
            <a:r>
              <a:rPr lang="en-US" dirty="0"/>
              <a:t>] &lt; a[</a:t>
            </a:r>
            <a:r>
              <a:rPr lang="en-US" dirty="0" err="1"/>
              <a:t>prev</a:t>
            </a:r>
            <a:r>
              <a:rPr lang="en-US" dirty="0"/>
              <a:t>] &amp;&amp; </a:t>
            </a:r>
            <a:r>
              <a:rPr lang="en-US" dirty="0" err="1"/>
              <a:t>prev</a:t>
            </a:r>
            <a:r>
              <a:rPr lang="en-US" dirty="0"/>
              <a:t> &gt; -1){</a:t>
            </a:r>
          </a:p>
          <a:p>
            <a:r>
              <a:rPr lang="en-US" dirty="0"/>
              <a:t>                temp = a[</a:t>
            </a:r>
            <a:r>
              <a:rPr lang="en-US" dirty="0" err="1"/>
              <a:t>i</a:t>
            </a:r>
            <a:r>
              <a:rPr lang="en-US" dirty="0"/>
              <a:t>];</a:t>
            </a:r>
          </a:p>
          <a:p>
            <a:r>
              <a:rPr lang="en-US" dirty="0"/>
              <a:t>                a[</a:t>
            </a:r>
            <a:r>
              <a:rPr lang="en-US" dirty="0" err="1"/>
              <a:t>i</a:t>
            </a:r>
            <a:r>
              <a:rPr lang="en-US" dirty="0"/>
              <a:t>] = a[</a:t>
            </a:r>
            <a:r>
              <a:rPr lang="en-US" dirty="0" err="1"/>
              <a:t>prev</a:t>
            </a:r>
            <a:r>
              <a:rPr lang="en-US" dirty="0"/>
              <a:t>];</a:t>
            </a:r>
          </a:p>
          <a:p>
            <a:r>
              <a:rPr lang="en-US" dirty="0"/>
              <a:t>                a[</a:t>
            </a:r>
            <a:r>
              <a:rPr lang="en-US" dirty="0" err="1"/>
              <a:t>prev</a:t>
            </a:r>
            <a:r>
              <a:rPr lang="en-US" dirty="0"/>
              <a:t>] = a[</a:t>
            </a:r>
            <a:r>
              <a:rPr lang="en-US" dirty="0" err="1"/>
              <a:t>i</a:t>
            </a:r>
            <a:r>
              <a:rPr lang="en-US" dirty="0"/>
              <a:t>];</a:t>
            </a:r>
          </a:p>
          <a:p>
            <a:r>
              <a:rPr lang="en-US" dirty="0"/>
              <a:t>                </a:t>
            </a:r>
            <a:r>
              <a:rPr lang="en-US" dirty="0" err="1"/>
              <a:t>i</a:t>
            </a:r>
            <a:r>
              <a:rPr lang="en-US" dirty="0"/>
              <a:t>--;</a:t>
            </a:r>
          </a:p>
          <a:p>
            <a:r>
              <a:rPr lang="en-US" dirty="0"/>
              <a:t>                </a:t>
            </a:r>
            <a:r>
              <a:rPr lang="en-US" dirty="0" err="1"/>
              <a:t>prev</a:t>
            </a:r>
            <a:r>
              <a:rPr lang="en-US" dirty="0"/>
              <a:t>--;</a:t>
            </a:r>
          </a:p>
          <a:p>
            <a:r>
              <a:rPr lang="en-US" dirty="0"/>
              <a:t>        }</a:t>
            </a:r>
          </a:p>
          <a:p>
            <a:r>
              <a:rPr lang="en-US" dirty="0"/>
              <a:t>}</a:t>
            </a:r>
          </a:p>
        </p:txBody>
      </p:sp>
      <p:grpSp>
        <p:nvGrpSpPr>
          <p:cNvPr id="5" name="Group 4" descr="An example array of length 16.">
            <a:extLst>
              <a:ext uri="{FF2B5EF4-FFF2-40B4-BE49-F238E27FC236}">
                <a16:creationId xmlns:a16="http://schemas.microsoft.com/office/drawing/2014/main" id="{B343D3DA-59A4-B54A-4F40-B87EDBA1D353}"/>
              </a:ext>
            </a:extLst>
          </p:cNvPr>
          <p:cNvGrpSpPr/>
          <p:nvPr/>
        </p:nvGrpSpPr>
        <p:grpSpPr>
          <a:xfrm>
            <a:off x="386080" y="5753526"/>
            <a:ext cx="11704320" cy="1259840"/>
            <a:chOff x="243840" y="4477752"/>
            <a:chExt cx="11704320" cy="1259840"/>
          </a:xfrm>
        </p:grpSpPr>
        <p:grpSp>
          <p:nvGrpSpPr>
            <p:cNvPr id="6" name="Group 5">
              <a:extLst>
                <a:ext uri="{FF2B5EF4-FFF2-40B4-BE49-F238E27FC236}">
                  <a16:creationId xmlns:a16="http://schemas.microsoft.com/office/drawing/2014/main" id="{7CA5C76A-D35B-BCA5-454F-5FB327976D40}"/>
                </a:ext>
              </a:extLst>
            </p:cNvPr>
            <p:cNvGrpSpPr/>
            <p:nvPr/>
          </p:nvGrpSpPr>
          <p:grpSpPr>
            <a:xfrm>
              <a:off x="243840" y="5006072"/>
              <a:ext cx="11704320" cy="731520"/>
              <a:chOff x="396240" y="2824480"/>
              <a:chExt cx="11704320" cy="731520"/>
            </a:xfrm>
            <a:solidFill>
              <a:schemeClr val="bg1"/>
            </a:solidFill>
          </p:grpSpPr>
          <p:sp>
            <p:nvSpPr>
              <p:cNvPr id="24" name="Rectangle 23">
                <a:extLst>
                  <a:ext uri="{FF2B5EF4-FFF2-40B4-BE49-F238E27FC236}">
                    <a16:creationId xmlns:a16="http://schemas.microsoft.com/office/drawing/2014/main" id="{E16B1BE7-0A96-E2B9-79C5-E628D72B312A}"/>
                  </a:ext>
                </a:extLst>
              </p:cNvPr>
              <p:cNvSpPr/>
              <p:nvPr/>
            </p:nvSpPr>
            <p:spPr>
              <a:xfrm>
                <a:off x="3962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5" name="Rectangle 24">
                <a:extLst>
                  <a:ext uri="{FF2B5EF4-FFF2-40B4-BE49-F238E27FC236}">
                    <a16:creationId xmlns:a16="http://schemas.microsoft.com/office/drawing/2014/main" id="{8E45602C-48BA-D233-5C94-C4F703C5AC36}"/>
                  </a:ext>
                </a:extLst>
              </p:cNvPr>
              <p:cNvSpPr/>
              <p:nvPr/>
            </p:nvSpPr>
            <p:spPr>
              <a:xfrm>
                <a:off x="11277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Rectangle 25">
                <a:extLst>
                  <a:ext uri="{FF2B5EF4-FFF2-40B4-BE49-F238E27FC236}">
                    <a16:creationId xmlns:a16="http://schemas.microsoft.com/office/drawing/2014/main" id="{4B09463F-0509-11CC-B101-953228211CD1}"/>
                  </a:ext>
                </a:extLst>
              </p:cNvPr>
              <p:cNvSpPr/>
              <p:nvPr/>
            </p:nvSpPr>
            <p:spPr>
              <a:xfrm>
                <a:off x="18592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7" name="Rectangle 26">
                <a:extLst>
                  <a:ext uri="{FF2B5EF4-FFF2-40B4-BE49-F238E27FC236}">
                    <a16:creationId xmlns:a16="http://schemas.microsoft.com/office/drawing/2014/main" id="{4DC329C7-DC74-6724-ED3E-50C312F84212}"/>
                  </a:ext>
                </a:extLst>
              </p:cNvPr>
              <p:cNvSpPr/>
              <p:nvPr/>
            </p:nvSpPr>
            <p:spPr>
              <a:xfrm>
                <a:off x="25908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8" name="Rectangle 27">
                <a:extLst>
                  <a:ext uri="{FF2B5EF4-FFF2-40B4-BE49-F238E27FC236}">
                    <a16:creationId xmlns:a16="http://schemas.microsoft.com/office/drawing/2014/main" id="{C2D97124-608C-2DF9-B3A4-2AAE654AE3CE}"/>
                  </a:ext>
                </a:extLst>
              </p:cNvPr>
              <p:cNvSpPr/>
              <p:nvPr/>
            </p:nvSpPr>
            <p:spPr>
              <a:xfrm>
                <a:off x="33223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9" name="Rectangle 28">
                <a:extLst>
                  <a:ext uri="{FF2B5EF4-FFF2-40B4-BE49-F238E27FC236}">
                    <a16:creationId xmlns:a16="http://schemas.microsoft.com/office/drawing/2014/main" id="{DFD3AB5F-9C51-180B-32F2-F8DF0E7C79FB}"/>
                  </a:ext>
                </a:extLst>
              </p:cNvPr>
              <p:cNvSpPr/>
              <p:nvPr/>
            </p:nvSpPr>
            <p:spPr>
              <a:xfrm>
                <a:off x="40538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0" name="Rectangle 29">
                <a:extLst>
                  <a:ext uri="{FF2B5EF4-FFF2-40B4-BE49-F238E27FC236}">
                    <a16:creationId xmlns:a16="http://schemas.microsoft.com/office/drawing/2014/main" id="{4076E0A1-7DEC-046A-44F3-F836A89AB564}"/>
                  </a:ext>
                </a:extLst>
              </p:cNvPr>
              <p:cNvSpPr/>
              <p:nvPr/>
            </p:nvSpPr>
            <p:spPr>
              <a:xfrm>
                <a:off x="47853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1" name="Rectangle 30">
                <a:extLst>
                  <a:ext uri="{FF2B5EF4-FFF2-40B4-BE49-F238E27FC236}">
                    <a16:creationId xmlns:a16="http://schemas.microsoft.com/office/drawing/2014/main" id="{31FB865B-A48B-C1F0-4055-86E3AF1CD735}"/>
                  </a:ext>
                </a:extLst>
              </p:cNvPr>
              <p:cNvSpPr/>
              <p:nvPr/>
            </p:nvSpPr>
            <p:spPr>
              <a:xfrm>
                <a:off x="55168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2" name="Rectangle 31">
                <a:extLst>
                  <a:ext uri="{FF2B5EF4-FFF2-40B4-BE49-F238E27FC236}">
                    <a16:creationId xmlns:a16="http://schemas.microsoft.com/office/drawing/2014/main" id="{6BD7E841-70D7-EF34-D8DA-492233DEF5B8}"/>
                  </a:ext>
                </a:extLst>
              </p:cNvPr>
              <p:cNvSpPr/>
              <p:nvPr/>
            </p:nvSpPr>
            <p:spPr>
              <a:xfrm>
                <a:off x="62484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3" name="Rectangle 32">
                <a:extLst>
                  <a:ext uri="{FF2B5EF4-FFF2-40B4-BE49-F238E27FC236}">
                    <a16:creationId xmlns:a16="http://schemas.microsoft.com/office/drawing/2014/main" id="{DDA2AC22-37CE-7CBD-6923-3B1ECA1EFB00}"/>
                  </a:ext>
                </a:extLst>
              </p:cNvPr>
              <p:cNvSpPr/>
              <p:nvPr/>
            </p:nvSpPr>
            <p:spPr>
              <a:xfrm>
                <a:off x="69799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C4BDBCD4-1925-CA71-AC2A-CB19ADB2E7EB}"/>
                  </a:ext>
                </a:extLst>
              </p:cNvPr>
              <p:cNvSpPr/>
              <p:nvPr/>
            </p:nvSpPr>
            <p:spPr>
              <a:xfrm>
                <a:off x="77114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Rectangle 34">
                <a:extLst>
                  <a:ext uri="{FF2B5EF4-FFF2-40B4-BE49-F238E27FC236}">
                    <a16:creationId xmlns:a16="http://schemas.microsoft.com/office/drawing/2014/main" id="{703401D9-938F-4988-D114-D52178982E75}"/>
                  </a:ext>
                </a:extLst>
              </p:cNvPr>
              <p:cNvSpPr/>
              <p:nvPr/>
            </p:nvSpPr>
            <p:spPr>
              <a:xfrm>
                <a:off x="84429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6" name="Rectangle 35">
                <a:extLst>
                  <a:ext uri="{FF2B5EF4-FFF2-40B4-BE49-F238E27FC236}">
                    <a16:creationId xmlns:a16="http://schemas.microsoft.com/office/drawing/2014/main" id="{CBADE5FD-9645-A685-EC6C-4ACB47D801B6}"/>
                  </a:ext>
                </a:extLst>
              </p:cNvPr>
              <p:cNvSpPr/>
              <p:nvPr/>
            </p:nvSpPr>
            <p:spPr>
              <a:xfrm>
                <a:off x="91744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a:extLst>
                  <a:ext uri="{FF2B5EF4-FFF2-40B4-BE49-F238E27FC236}">
                    <a16:creationId xmlns:a16="http://schemas.microsoft.com/office/drawing/2014/main" id="{397173FA-5A64-AF3F-F569-72237EBC8DF0}"/>
                  </a:ext>
                </a:extLst>
              </p:cNvPr>
              <p:cNvSpPr/>
              <p:nvPr/>
            </p:nvSpPr>
            <p:spPr>
              <a:xfrm>
                <a:off x="99060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a:t>
                </a:r>
              </a:p>
            </p:txBody>
          </p:sp>
          <p:sp>
            <p:nvSpPr>
              <p:cNvPr id="38" name="Rectangle 37">
                <a:extLst>
                  <a:ext uri="{FF2B5EF4-FFF2-40B4-BE49-F238E27FC236}">
                    <a16:creationId xmlns:a16="http://schemas.microsoft.com/office/drawing/2014/main" id="{1169D52A-B95A-177E-668D-F4F75B24BA66}"/>
                  </a:ext>
                </a:extLst>
              </p:cNvPr>
              <p:cNvSpPr/>
              <p:nvPr/>
            </p:nvSpPr>
            <p:spPr>
              <a:xfrm>
                <a:off x="106375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9" name="Rectangle 38">
                <a:extLst>
                  <a:ext uri="{FF2B5EF4-FFF2-40B4-BE49-F238E27FC236}">
                    <a16:creationId xmlns:a16="http://schemas.microsoft.com/office/drawing/2014/main" id="{7C68A7B1-53D1-760F-F735-A7BF68D416E3}"/>
                  </a:ext>
                </a:extLst>
              </p:cNvPr>
              <p:cNvSpPr/>
              <p:nvPr/>
            </p:nvSpPr>
            <p:spPr>
              <a:xfrm>
                <a:off x="113690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grpSp>
        <p:grpSp>
          <p:nvGrpSpPr>
            <p:cNvPr id="7" name="Group 6">
              <a:extLst>
                <a:ext uri="{FF2B5EF4-FFF2-40B4-BE49-F238E27FC236}">
                  <a16:creationId xmlns:a16="http://schemas.microsoft.com/office/drawing/2014/main" id="{6FE49A76-8214-DEAA-DB99-75FFD24EFCF8}"/>
                </a:ext>
              </a:extLst>
            </p:cNvPr>
            <p:cNvGrpSpPr/>
            <p:nvPr/>
          </p:nvGrpSpPr>
          <p:grpSpPr>
            <a:xfrm>
              <a:off x="243840" y="4477752"/>
              <a:ext cx="11704320" cy="731520"/>
              <a:chOff x="396240" y="2092960"/>
              <a:chExt cx="11704320" cy="731520"/>
            </a:xfrm>
            <a:solidFill>
              <a:schemeClr val="bg1"/>
            </a:solidFill>
          </p:grpSpPr>
          <p:sp>
            <p:nvSpPr>
              <p:cNvPr id="8" name="Rectangle 7">
                <a:extLst>
                  <a:ext uri="{FF2B5EF4-FFF2-40B4-BE49-F238E27FC236}">
                    <a16:creationId xmlns:a16="http://schemas.microsoft.com/office/drawing/2014/main" id="{A8A71A54-C5A5-DB95-0E59-BDC56B1EB660}"/>
                  </a:ext>
                </a:extLst>
              </p:cNvPr>
              <p:cNvSpPr/>
              <p:nvPr/>
            </p:nvSpPr>
            <p:spPr>
              <a:xfrm>
                <a:off x="3962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6867CBBB-57F5-6156-CC7F-0F53AAC3C25A}"/>
                  </a:ext>
                </a:extLst>
              </p:cNvPr>
              <p:cNvSpPr/>
              <p:nvPr/>
            </p:nvSpPr>
            <p:spPr>
              <a:xfrm>
                <a:off x="11277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77</a:t>
                </a:r>
              </a:p>
            </p:txBody>
          </p:sp>
          <p:sp>
            <p:nvSpPr>
              <p:cNvPr id="10" name="Rectangle 9">
                <a:extLst>
                  <a:ext uri="{FF2B5EF4-FFF2-40B4-BE49-F238E27FC236}">
                    <a16:creationId xmlns:a16="http://schemas.microsoft.com/office/drawing/2014/main" id="{883B7741-CE11-3CFA-12BA-A2A8D2338882}"/>
                  </a:ext>
                </a:extLst>
              </p:cNvPr>
              <p:cNvSpPr/>
              <p:nvPr/>
            </p:nvSpPr>
            <p:spPr>
              <a:xfrm>
                <a:off x="18592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Rectangle 10">
                <a:extLst>
                  <a:ext uri="{FF2B5EF4-FFF2-40B4-BE49-F238E27FC236}">
                    <a16:creationId xmlns:a16="http://schemas.microsoft.com/office/drawing/2014/main" id="{791D3FD3-8BC0-4C87-3351-3940FCA8126A}"/>
                  </a:ext>
                </a:extLst>
              </p:cNvPr>
              <p:cNvSpPr/>
              <p:nvPr/>
            </p:nvSpPr>
            <p:spPr>
              <a:xfrm>
                <a:off x="25908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2" name="Rectangle 11">
                <a:extLst>
                  <a:ext uri="{FF2B5EF4-FFF2-40B4-BE49-F238E27FC236}">
                    <a16:creationId xmlns:a16="http://schemas.microsoft.com/office/drawing/2014/main" id="{93F897B1-47CD-3B59-A097-B14CCE75C624}"/>
                  </a:ext>
                </a:extLst>
              </p:cNvPr>
              <p:cNvSpPr/>
              <p:nvPr/>
            </p:nvSpPr>
            <p:spPr>
              <a:xfrm>
                <a:off x="33223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a:extLst>
                  <a:ext uri="{FF2B5EF4-FFF2-40B4-BE49-F238E27FC236}">
                    <a16:creationId xmlns:a16="http://schemas.microsoft.com/office/drawing/2014/main" id="{06B1F38F-DD55-CC2E-6C2A-5DB49AAFA237}"/>
                  </a:ext>
                </a:extLst>
              </p:cNvPr>
              <p:cNvSpPr/>
              <p:nvPr/>
            </p:nvSpPr>
            <p:spPr>
              <a:xfrm>
                <a:off x="40538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22</a:t>
                </a:r>
              </a:p>
            </p:txBody>
          </p:sp>
          <p:sp>
            <p:nvSpPr>
              <p:cNvPr id="14" name="Rectangle 13">
                <a:extLst>
                  <a:ext uri="{FF2B5EF4-FFF2-40B4-BE49-F238E27FC236}">
                    <a16:creationId xmlns:a16="http://schemas.microsoft.com/office/drawing/2014/main" id="{6CFE8E7C-9F24-0F00-552E-109570A6ABF2}"/>
                  </a:ext>
                </a:extLst>
              </p:cNvPr>
              <p:cNvSpPr/>
              <p:nvPr/>
            </p:nvSpPr>
            <p:spPr>
              <a:xfrm>
                <a:off x="47853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64</a:t>
                </a:r>
              </a:p>
            </p:txBody>
          </p:sp>
          <p:sp>
            <p:nvSpPr>
              <p:cNvPr id="15" name="Rectangle 14">
                <a:extLst>
                  <a:ext uri="{FF2B5EF4-FFF2-40B4-BE49-F238E27FC236}">
                    <a16:creationId xmlns:a16="http://schemas.microsoft.com/office/drawing/2014/main" id="{95837BDE-6B9D-D32A-8539-3647CB118ECE}"/>
                  </a:ext>
                </a:extLst>
              </p:cNvPr>
              <p:cNvSpPr/>
              <p:nvPr/>
            </p:nvSpPr>
            <p:spPr>
              <a:xfrm>
                <a:off x="55168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41</a:t>
                </a:r>
              </a:p>
            </p:txBody>
          </p:sp>
          <p:sp>
            <p:nvSpPr>
              <p:cNvPr id="16" name="Rectangle 15">
                <a:extLst>
                  <a:ext uri="{FF2B5EF4-FFF2-40B4-BE49-F238E27FC236}">
                    <a16:creationId xmlns:a16="http://schemas.microsoft.com/office/drawing/2014/main" id="{2EDAFF3A-75D4-28F9-D4C9-88E3E0571C7C}"/>
                  </a:ext>
                </a:extLst>
              </p:cNvPr>
              <p:cNvSpPr/>
              <p:nvPr/>
            </p:nvSpPr>
            <p:spPr>
              <a:xfrm>
                <a:off x="62484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17" name="Rectangle 16">
                <a:extLst>
                  <a:ext uri="{FF2B5EF4-FFF2-40B4-BE49-F238E27FC236}">
                    <a16:creationId xmlns:a16="http://schemas.microsoft.com/office/drawing/2014/main" id="{D555E7F8-39F9-A788-E786-FD85131450A7}"/>
                  </a:ext>
                </a:extLst>
              </p:cNvPr>
              <p:cNvSpPr/>
              <p:nvPr/>
            </p:nvSpPr>
            <p:spPr>
              <a:xfrm>
                <a:off x="69799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a:t>
                </a:r>
              </a:p>
            </p:txBody>
          </p:sp>
          <p:sp>
            <p:nvSpPr>
              <p:cNvPr id="18" name="Rectangle 17">
                <a:extLst>
                  <a:ext uri="{FF2B5EF4-FFF2-40B4-BE49-F238E27FC236}">
                    <a16:creationId xmlns:a16="http://schemas.microsoft.com/office/drawing/2014/main" id="{E5BA0443-D92C-A299-5184-52D9C8AE1267}"/>
                  </a:ext>
                </a:extLst>
              </p:cNvPr>
              <p:cNvSpPr/>
              <p:nvPr/>
            </p:nvSpPr>
            <p:spPr>
              <a:xfrm>
                <a:off x="77114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30</a:t>
                </a:r>
              </a:p>
            </p:txBody>
          </p:sp>
          <p:sp>
            <p:nvSpPr>
              <p:cNvPr id="19" name="Rectangle 18">
                <a:extLst>
                  <a:ext uri="{FF2B5EF4-FFF2-40B4-BE49-F238E27FC236}">
                    <a16:creationId xmlns:a16="http://schemas.microsoft.com/office/drawing/2014/main" id="{E558145C-C0BE-2130-BD62-F822325A5897}"/>
                  </a:ext>
                </a:extLst>
              </p:cNvPr>
              <p:cNvSpPr/>
              <p:nvPr/>
            </p:nvSpPr>
            <p:spPr>
              <a:xfrm>
                <a:off x="84429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21</a:t>
                </a:r>
              </a:p>
            </p:txBody>
          </p:sp>
          <p:sp>
            <p:nvSpPr>
              <p:cNvPr id="20" name="Rectangle 19">
                <a:extLst>
                  <a:ext uri="{FF2B5EF4-FFF2-40B4-BE49-F238E27FC236}">
                    <a16:creationId xmlns:a16="http://schemas.microsoft.com/office/drawing/2014/main" id="{2BF56C43-CC2D-39FB-B008-B6C537100F52}"/>
                  </a:ext>
                </a:extLst>
              </p:cNvPr>
              <p:cNvSpPr/>
              <p:nvPr/>
            </p:nvSpPr>
            <p:spPr>
              <a:xfrm>
                <a:off x="91744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Rectangle 20">
                <a:extLst>
                  <a:ext uri="{FF2B5EF4-FFF2-40B4-BE49-F238E27FC236}">
                    <a16:creationId xmlns:a16="http://schemas.microsoft.com/office/drawing/2014/main" id="{B9CC1235-FA51-5634-E483-3A005CB6FDC0}"/>
                  </a:ext>
                </a:extLst>
              </p:cNvPr>
              <p:cNvSpPr/>
              <p:nvPr/>
            </p:nvSpPr>
            <p:spPr>
              <a:xfrm>
                <a:off x="99060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a:t>
                </a:r>
              </a:p>
            </p:txBody>
          </p:sp>
          <p:sp>
            <p:nvSpPr>
              <p:cNvPr id="22" name="Rectangle 21">
                <a:extLst>
                  <a:ext uri="{FF2B5EF4-FFF2-40B4-BE49-F238E27FC236}">
                    <a16:creationId xmlns:a16="http://schemas.microsoft.com/office/drawing/2014/main" id="{A00EEBB2-99AE-95FF-37D0-A7FBE731F418}"/>
                  </a:ext>
                </a:extLst>
              </p:cNvPr>
              <p:cNvSpPr/>
              <p:nvPr/>
            </p:nvSpPr>
            <p:spPr>
              <a:xfrm>
                <a:off x="106375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23</a:t>
                </a:r>
              </a:p>
            </p:txBody>
          </p:sp>
          <p:sp>
            <p:nvSpPr>
              <p:cNvPr id="23" name="Rectangle 22">
                <a:extLst>
                  <a:ext uri="{FF2B5EF4-FFF2-40B4-BE49-F238E27FC236}">
                    <a16:creationId xmlns:a16="http://schemas.microsoft.com/office/drawing/2014/main" id="{A52B96DF-C51F-4E3C-A897-851ABA305D30}"/>
                  </a:ext>
                </a:extLst>
              </p:cNvPr>
              <p:cNvSpPr/>
              <p:nvPr/>
            </p:nvSpPr>
            <p:spPr>
              <a:xfrm>
                <a:off x="113690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33</a:t>
                </a:r>
              </a:p>
            </p:txBody>
          </p: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71AE98B-8F51-8F57-6316-76142E05001A}"/>
                  </a:ext>
                </a:extLst>
              </p:cNvPr>
              <p:cNvSpPr txBox="1"/>
              <p:nvPr/>
            </p:nvSpPr>
            <p:spPr>
              <a:xfrm>
                <a:off x="5872480" y="3244334"/>
                <a:ext cx="4434840" cy="1421864"/>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C71AE98B-8F51-8F57-6316-76142E05001A}"/>
                  </a:ext>
                </a:extLst>
              </p:cNvPr>
              <p:cNvSpPr txBox="1">
                <a:spLocks noRot="1" noChangeAspect="1" noMove="1" noResize="1" noEditPoints="1" noAdjustHandles="1" noChangeArrowheads="1" noChangeShapeType="1" noTextEdit="1"/>
              </p:cNvSpPr>
              <p:nvPr/>
            </p:nvSpPr>
            <p:spPr>
              <a:xfrm>
                <a:off x="5872480" y="3244334"/>
                <a:ext cx="4434840" cy="1421864"/>
              </a:xfrm>
              <a:prstGeom prst="rect">
                <a:avLst/>
              </a:prstGeom>
              <a:blipFill>
                <a:blip r:embed="rId3"/>
                <a:stretch>
                  <a:fillRect l="-2747" t="-3863" b="-9013"/>
                </a:stretch>
              </a:blipFill>
            </p:spPr>
            <p:txBody>
              <a:bodyPr/>
              <a:lstStyle/>
              <a:p>
                <a:r>
                  <a:rPr lang="en-US">
                    <a:noFill/>
                  </a:rPr>
                  <a:t> </a:t>
                </a:r>
              </a:p>
            </p:txBody>
          </p:sp>
        </mc:Fallback>
      </mc:AlternateContent>
    </p:spTree>
    <p:extLst>
      <p:ext uri="{BB962C8B-B14F-4D97-AF65-F5344CB8AC3E}">
        <p14:creationId xmlns:p14="http://schemas.microsoft.com/office/powerpoint/2010/main" val="287612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Aside: Bubble Sort – we won’t cover it</a:t>
            </a:r>
          </a:p>
        </p:txBody>
      </p:sp>
      <p:sp>
        <p:nvSpPr>
          <p:cNvPr id="43" name="Rectangle 42">
            <a:extLst>
              <a:ext uri="{FF2B5EF4-FFF2-40B4-BE49-F238E27FC236}">
                <a16:creationId xmlns:a16="http://schemas.microsoft.com/office/drawing/2014/main" id="{21552B0C-C8EA-5FE1-FACD-42E9A140A7A4}"/>
              </a:ext>
            </a:extLst>
          </p:cNvPr>
          <p:cNvSpPr/>
          <p:nvPr/>
        </p:nvSpPr>
        <p:spPr>
          <a:xfrm>
            <a:off x="1691640" y="2680236"/>
            <a:ext cx="4989550" cy="2308324"/>
          </a:xfrm>
          <a:prstGeom prst="rect">
            <a:avLst/>
          </a:prstGeom>
        </p:spPr>
        <p:txBody>
          <a:bodyPr wrap="square">
            <a:spAutoFit/>
          </a:bodyPr>
          <a:lstStyle/>
          <a:p>
            <a:r>
              <a:rPr lang="en-US" sz="2400" dirty="0"/>
              <a:t>"the bubble sort seems to have nothing to recommend it, except a catchy name and the fact that it leads to some interesting theoretical problems” –Donald Knuth, The Art of Computer Programming</a:t>
            </a:r>
          </a:p>
        </p:txBody>
      </p:sp>
      <p:pic>
        <p:nvPicPr>
          <p:cNvPr id="44" name="Picture 2" descr="Donald Knuth">
            <a:extLst>
              <a:ext uri="{FF2B5EF4-FFF2-40B4-BE49-F238E27FC236}">
                <a16:creationId xmlns:a16="http://schemas.microsoft.com/office/drawing/2014/main" id="{652CD0CD-4B59-39AA-30BC-4349CC7734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7516" y="2733677"/>
            <a:ext cx="3382324" cy="2254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15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36747D5A-4D0B-D1DD-615A-B5239E5AC7F4}"/>
              </a:ext>
            </a:extLst>
          </p:cNvPr>
          <p:cNvGrpSpPr/>
          <p:nvPr/>
        </p:nvGrpSpPr>
        <p:grpSpPr>
          <a:xfrm>
            <a:off x="3235032" y="2288754"/>
            <a:ext cx="6934200" cy="3326602"/>
            <a:chOff x="2590801" y="3347010"/>
            <a:chExt cx="6934200" cy="3326602"/>
          </a:xfrm>
        </p:grpSpPr>
        <p:sp>
          <p:nvSpPr>
            <p:cNvPr id="5" name="Oval 4"/>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91F7744C-2E21-A764-AA23-BCCE31B45F0D}"/>
              </a:ext>
            </a:extLst>
          </p:cNvPr>
          <p:cNvGrpSpPr/>
          <p:nvPr/>
        </p:nvGrpSpPr>
        <p:grpSpPr>
          <a:xfrm>
            <a:off x="3658928" y="5752972"/>
            <a:ext cx="5336453" cy="934004"/>
            <a:chOff x="2937459" y="2430742"/>
            <a:chExt cx="5336453" cy="934004"/>
          </a:xfrm>
        </p:grpSpPr>
        <p:grpSp>
          <p:nvGrpSpPr>
            <p:cNvPr id="27" name="Group 26"/>
            <p:cNvGrpSpPr/>
            <p:nvPr/>
          </p:nvGrpSpPr>
          <p:grpSpPr>
            <a:xfrm>
              <a:off x="2937459" y="2430742"/>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2188088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Building a Heap From “Scratch”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An unordered array. It contains 10 items.&#10;&#10;The items are, in order: 5, 6, 10, 3, 15, 8, 7, 14, 2, 1">
            <a:extLst>
              <a:ext uri="{FF2B5EF4-FFF2-40B4-BE49-F238E27FC236}">
                <a16:creationId xmlns:a16="http://schemas.microsoft.com/office/drawing/2014/main" id="{D2C070FD-E606-FE96-DBE1-D6B50F960BB6}"/>
              </a:ext>
            </a:extLst>
          </p:cNvPr>
          <p:cNvGrpSpPr/>
          <p:nvPr/>
        </p:nvGrpSpPr>
        <p:grpSpPr>
          <a:xfrm>
            <a:off x="6346877" y="2423531"/>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grpSp>
        <p:nvGrpSpPr>
          <p:cNvPr id="61" name="Group 60" descr="The heap that the array implicitly represents. This tree itself follows the shape property of the heap because the proper indices are occupied in the array. The tree does satisfy the heap property, because the items are in an arbitrary order in the array. Our goal is to move values around so that the heap property holds.&#10;&#10;The binary tree has 10 nodes and therefore 4 levels. The last level has 3 nodes in it. The nodes are as follows:&#10;&#10;- The root node is 5&#10;- the left child of 5 is 6, the right child is 10&#10;- the left child of 6 is 3, the right child is 15&#10;- the left child of 10 is 8, the right child is 7&#10;- the left child of 3 is 14, the right child is 2&#10;- the left child of 15 is 1, it has no right child&#10;- nodes 8, 7, 14, 2, and 1 are all leaves&#10;&#10;We highlight all nodes that violate the heap property (meaning they are larger than at least one child). Those nodes are: 6, 10, 3, and 1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505239" y="6248022"/>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64" name="TextBox 63">
            <a:extLst>
              <a:ext uri="{FF2B5EF4-FFF2-40B4-BE49-F238E27FC236}">
                <a16:creationId xmlns:a16="http://schemas.microsoft.com/office/drawing/2014/main" id="{69DE40CB-E466-39F7-D8B8-04BB5635AAE6}"/>
              </a:ext>
            </a:extLst>
          </p:cNvPr>
          <p:cNvSpPr txBox="1"/>
          <p:nvPr/>
        </p:nvSpPr>
        <p:spPr>
          <a:xfrm>
            <a:off x="7936205" y="5053758"/>
            <a:ext cx="3121688" cy="1015663"/>
          </a:xfrm>
          <a:prstGeom prst="rect">
            <a:avLst/>
          </a:prstGeom>
          <a:noFill/>
        </p:spPr>
        <p:txBody>
          <a:bodyPr wrap="none" rtlCol="0">
            <a:spAutoFit/>
          </a:bodyPr>
          <a:lstStyle/>
          <a:p>
            <a:r>
              <a:rPr lang="en-US" sz="2000" dirty="0"/>
              <a:t>Two ways for “fix” the heap:</a:t>
            </a:r>
          </a:p>
          <a:p>
            <a:pPr marL="342900" indent="-342900">
              <a:buAutoNum type="arabicParenR"/>
            </a:pPr>
            <a:r>
              <a:rPr lang="en-US" sz="2000" dirty="0"/>
              <a:t>Percolate Up</a:t>
            </a:r>
          </a:p>
          <a:p>
            <a:pPr marL="342900" indent="-342900">
              <a:buAutoNum type="arabicParenR"/>
            </a:pPr>
            <a:r>
              <a:rPr lang="en-US" sz="2000" dirty="0"/>
              <a:t>Percolate Down</a:t>
            </a:r>
          </a:p>
        </p:txBody>
      </p:sp>
    </p:spTree>
    <p:extLst>
      <p:ext uri="{BB962C8B-B14F-4D97-AF65-F5344CB8AC3E}">
        <p14:creationId xmlns:p14="http://schemas.microsoft.com/office/powerpoint/2010/main" val="301808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1EFF-DC2E-DD10-0292-33AAADA21D1C}"/>
              </a:ext>
            </a:extLst>
          </p:cNvPr>
          <p:cNvSpPr>
            <a:spLocks noGrp="1"/>
          </p:cNvSpPr>
          <p:nvPr>
            <p:ph type="title"/>
          </p:nvPr>
        </p:nvSpPr>
        <p:spPr/>
        <p:txBody>
          <a:bodyPr/>
          <a:lstStyle/>
          <a:p>
            <a:r>
              <a:rPr lang="en-US" dirty="0"/>
              <a:t>Floyd’s </a:t>
            </a:r>
            <a:r>
              <a:rPr lang="en-US" dirty="0" err="1"/>
              <a:t>buildHeap</a:t>
            </a:r>
            <a:r>
              <a:rPr lang="en-US" dirty="0"/>
              <a:t> method</a:t>
            </a:r>
          </a:p>
        </p:txBody>
      </p:sp>
      <p:sp>
        <p:nvSpPr>
          <p:cNvPr id="3" name="Content Placeholder 2">
            <a:extLst>
              <a:ext uri="{FF2B5EF4-FFF2-40B4-BE49-F238E27FC236}">
                <a16:creationId xmlns:a16="http://schemas.microsoft.com/office/drawing/2014/main" id="{98CD70E1-83BF-D071-92AA-72F7671FE765}"/>
              </a:ext>
            </a:extLst>
          </p:cNvPr>
          <p:cNvSpPr>
            <a:spLocks noGrp="1"/>
          </p:cNvSpPr>
          <p:nvPr>
            <p:ph idx="1"/>
          </p:nvPr>
        </p:nvSpPr>
        <p:spPr/>
        <p:txBody>
          <a:bodyPr/>
          <a:lstStyle/>
          <a:p>
            <a:r>
              <a:rPr lang="en-US" dirty="0"/>
              <a:t>Working towards the root, one row at a time, percolate down</a:t>
            </a:r>
          </a:p>
          <a:p>
            <a:endParaRPr lang="en-US" dirty="0"/>
          </a:p>
        </p:txBody>
      </p:sp>
      <p:sp>
        <p:nvSpPr>
          <p:cNvPr id="4" name="TextBox 3">
            <a:extLst>
              <a:ext uri="{FF2B5EF4-FFF2-40B4-BE49-F238E27FC236}">
                <a16:creationId xmlns:a16="http://schemas.microsoft.com/office/drawing/2014/main" id="{0AD2E5B4-7285-3ACB-0CCF-7D5C84D8A06C}"/>
              </a:ext>
            </a:extLst>
          </p:cNvPr>
          <p:cNvSpPr txBox="1"/>
          <p:nvPr/>
        </p:nvSpPr>
        <p:spPr>
          <a:xfrm>
            <a:off x="1188720" y="3262630"/>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350164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15) </a:t>
            </a:r>
          </a:p>
        </p:txBody>
      </p:sp>
      <p:grpSp>
        <p:nvGrpSpPr>
          <p:cNvPr id="4" name="Group 3" descr="The array representation of the heap.&#10;&#10;The items are, in order: 5, 6, 10, 3, 15, 8, 7, 14, 2, 1">
            <a:extLst>
              <a:ext uri="{FF2B5EF4-FFF2-40B4-BE49-F238E27FC236}">
                <a16:creationId xmlns:a16="http://schemas.microsoft.com/office/drawing/2014/main" id="{D2C070FD-E606-FE96-DBE1-D6B50F960BB6}"/>
              </a:ext>
            </a:extLst>
          </p:cNvPr>
          <p:cNvGrpSpPr/>
          <p:nvPr/>
        </p:nvGrpSpPr>
        <p:grpSpPr>
          <a:xfrm>
            <a:off x="6355651" y="2504716"/>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Beginning from the end of the array, we will percolate all of our nodes down. Leaves cannot violate the heap property, so we skip those, and instead begin with the first non-leaf, in this case 15.">
            <a:extLst>
              <a:ext uri="{FF2B5EF4-FFF2-40B4-BE49-F238E27FC236}">
                <a16:creationId xmlns:a16="http://schemas.microsoft.com/office/drawing/2014/main" id="{863756C4-FFEE-45CE-C290-81DC657DB3F1}"/>
              </a:ext>
            </a:extLst>
          </p:cNvPr>
          <p:cNvGrpSpPr/>
          <p:nvPr/>
        </p:nvGrpSpPr>
        <p:grpSpPr>
          <a:xfrm>
            <a:off x="214268"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156993" y="4237971"/>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3616099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The node 15 was larger than its left child (1), and so we swap 15 with the left child. Now 15 is a leaf and so it no longer violates the heap property. 1 is smaller than its child (now 15), and so it does not violate the heap property either.&#10;&#10;We will next percolate the node 3 down.">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3, 1, 8, 7, 14, 2,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57" name="TextBox 56">
            <a:extLst>
              <a:ext uri="{FF2B5EF4-FFF2-40B4-BE49-F238E27FC236}">
                <a16:creationId xmlns:a16="http://schemas.microsoft.com/office/drawing/2014/main" id="{9E8440DB-C25F-EEF0-74F8-E305D893D7FF}"/>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2008296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10)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3 is larger than its right child (2) and so we swap 3 with 2. Now 3 is a leaf and so it does not violate the heap property. 2 is smaller than both of its children, so it does not violate the heap property either.&#10;&#10;We will next percolate down on the node 10.">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2, 1, 8, 7, 14, 3,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84400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6)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10 is larger than both of its child (8 and 7) and so we swap with the smallest child (7). Now 10 is a leaf and so it does not violate the heap property. 7 is smaller than both of its children, so it does not violate the heap property either.&#10;&#10;We will next percolate down on the node 6.">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6, 7, 2, 1, 8, 10, 14, 3, 15">
            <a:extLst>
              <a:ext uri="{FF2B5EF4-FFF2-40B4-BE49-F238E27FC236}">
                <a16:creationId xmlns:a16="http://schemas.microsoft.com/office/drawing/2014/main" id="{A692BF09-9625-2CD5-D834-9D411C339FC6}"/>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07054BCB-17D4-6145-EE81-94D54751CF60}"/>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8263B86A-D779-E005-441F-E68D5D169718}"/>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Rectangle 63">
              <a:extLst>
                <a:ext uri="{FF2B5EF4-FFF2-40B4-BE49-F238E27FC236}">
                  <a16:creationId xmlns:a16="http://schemas.microsoft.com/office/drawing/2014/main" id="{565D459C-DD46-DA9D-AE73-A0F8E35141F7}"/>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A45FA4E8-AB40-20D6-E6C4-BBBFC90E84CA}"/>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705A64-E13C-C7DC-7ADD-C52FE171C058}"/>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6745DEED-26FF-1618-3199-A90AF1E0C7C0}"/>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6144B196-7789-325D-C2B9-BD9A19D3060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7543B239-41C1-D902-500E-FED3B49ADB8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B1F76C89-6568-BD34-1E5A-0DEDAB50A571}"/>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6C9BFA12-ACCF-83AF-7E1A-3A3E00F0B886}"/>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D85337A7-BCB6-7AD7-78A7-C1021D2744B3}"/>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F392E97B-2C88-19F6-9204-7B4229516B1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FE187CF5-9349-3571-E6B1-FE7BEF78FF76}"/>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2157D87E-2045-9A7E-6F88-F7D351EB35AC}"/>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26D2F156-7B5A-83F2-D1B5-FDF2229AF94F}"/>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204989F-3585-1CBC-29E4-44BD3B0F92D1}"/>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6B464C4E-7DA9-B615-1058-C4E700278BB9}"/>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9E3BAF1E-0135-FE78-65E5-36F94453EB84}"/>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DFD8513-19E2-27AE-A56D-B4E733BA5CE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DC24E26C-88F3-9783-2C3F-A1DAAA8A430E}"/>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14993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5)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6 is larger than both of its children (2 and 1) and so we swap with the smallest child (1). Now 6 is a leaf and so it does not violate the heap property. 1 is smaller than both of its children, so it does not violate the heap property either. However, now the parent of 1 (5) is larger, and so it now violates the heap property.&#10;&#10;We will next percolate down on the node 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1, 7, 2, 6, 8, 10, 14, 3, 15">
            <a:extLst>
              <a:ext uri="{FF2B5EF4-FFF2-40B4-BE49-F238E27FC236}">
                <a16:creationId xmlns:a16="http://schemas.microsoft.com/office/drawing/2014/main" id="{2C5774DF-B400-48EA-E75C-977B776A9E43}"/>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A0D457F5-B8FC-9B1B-CF59-267AA7C6CAD1}"/>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F37F99C7-D197-80FC-CE2A-9749ACEA5F32}"/>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AC3A7B59-3F4B-780B-A5B7-379EEE352714}"/>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7A796C1D-1F8C-B898-946D-41A9E859458F}"/>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B07FAD7A-E9FD-3C85-76FF-28922CDBEFDF}"/>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1D71125A-94A9-4B26-2D5A-F26E11E1BB96}"/>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5DBF9675-314C-9C27-6D45-9FC984ECA75E}"/>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30828B16-7A28-F6FE-9E8E-EE9E59949BA2}"/>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21FFB6FE-84B1-863E-0CF8-7F493D5370BE}"/>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927C8162-90B3-6C28-B2BD-05383D4765B4}"/>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5B4DA89A-7C4F-781A-AE68-A2BB348EACF1}"/>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D0347F87-1FB4-4E6C-6F02-2BB9DCF28E8F}"/>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4F8A5E1B-480C-911A-4330-65F59C820E6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EB447A05-9A11-01B3-34A0-EE5CDA0375BD}"/>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026542B8-2871-AF35-B676-609089C5179C}"/>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C0A290D2-48CB-E842-F9D8-A827F3B94AE9}"/>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771DE41D-7C99-168E-4134-F479AEF76DB0}"/>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082306F1-A92C-7C94-B354-96ABE646216D}"/>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8409E0E-C3DC-0906-7FD0-82479DCE3EC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71FE915F-7366-1A19-8F64-4F375491EE2B}"/>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496153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(Done)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5 is larger than both of its child (1 and 7) and so we swap with the smallest child (1). Now 5 is larger than its left child (2) so it still violates the heap property, therefore we continue percolating. We swap 5 with 2, and so 2 does not violate the heap property. 5 still violates the heap property because it is larger than its right child (3), and so we swap again. Now 3 is smaller than both children and 5 is a leaf, so neither violate the heap property. 1 is now the root and is smaller than both of its children, so it does not violate the heap property either.  Because no nodes violate the heap property, we have a valid heap, so the procedure is done.">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1, 2, 7, 3, 6, 8, 10, 14, 5, 15">
            <a:extLst>
              <a:ext uri="{FF2B5EF4-FFF2-40B4-BE49-F238E27FC236}">
                <a16:creationId xmlns:a16="http://schemas.microsoft.com/office/drawing/2014/main" id="{FE59EB5D-9E80-A8D8-2B9B-CA62E5A09D8C}"/>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3B753B21-108E-09BD-1B45-F8D3D4105FE8}"/>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4E531248-F7BE-20C3-200A-F127BCA3C42F}"/>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DEC847A7-FCAF-9D7D-E9C8-9E37BF63664A}"/>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931E3229-1790-27C1-6AD7-024D4A248DB6}"/>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8F556F96-6DB4-B588-259C-DB09D6FAD42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038F08CD-D7CF-BAAF-B8B7-71620769B2CD}"/>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10472D42-ADFF-01A4-D930-59B138CBF86A}"/>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A9E88FF7-0C2E-BEF1-B1EA-D0DA2F2FCDA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E6D13558-906F-DECF-F466-9574D6C41049}"/>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2" name="TextBox 71">
              <a:extLst>
                <a:ext uri="{FF2B5EF4-FFF2-40B4-BE49-F238E27FC236}">
                  <a16:creationId xmlns:a16="http://schemas.microsoft.com/office/drawing/2014/main" id="{BAB1D9E0-6950-BAC5-8236-67A29BAF74C7}"/>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66EBBF63-ED6E-B389-C926-BB09C4007840}"/>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20074EAD-9235-1150-2541-BD2167D5D0FD}"/>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7F4969F4-B33F-56D3-C047-5C32882A309B}"/>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7DC6D51E-E5F7-C9E1-383D-F70C34B9885B}"/>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4406418E-138D-0497-A5A3-44E14EA787CB}"/>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FB4E8D37-EB35-9327-D7C1-C7AEAD8E45F4}"/>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D5ECD707-5460-E6BD-86CC-D83A48AF15BA}"/>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A15246D9-289A-2D23-676F-132998365B7A}"/>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385051A-8B5B-CAD2-BC18-2BE866C54EC8}"/>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437CFE15-372B-20CD-FDA1-BFC4030CEA8D}"/>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89039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5CF-DEFE-FCCE-A8B5-E5D05FB4125C}"/>
              </a:ext>
            </a:extLst>
          </p:cNvPr>
          <p:cNvSpPr>
            <a:spLocks noGrp="1"/>
          </p:cNvSpPr>
          <p:nvPr>
            <p:ph type="title"/>
          </p:nvPr>
        </p:nvSpPr>
        <p:spPr/>
        <p:txBody>
          <a:bodyPr/>
          <a:lstStyle/>
          <a:p>
            <a:r>
              <a:rPr lang="en-US" dirty="0"/>
              <a:t>How long did this take?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3365F4-D608-38F3-EE98-2E277D48B81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a:t>
                </a:r>
              </a:p>
              <a:p>
                <a:r>
                  <a:rPr lang="en-US" dirty="0"/>
                  <a:t>Overall Running time:</a:t>
                </a:r>
              </a:p>
            </p:txBody>
          </p:sp>
        </mc:Choice>
        <mc:Fallback xmlns="">
          <p:sp>
            <p:nvSpPr>
              <p:cNvPr id="3" name="Content Placeholder 2">
                <a:extLst>
                  <a:ext uri="{FF2B5EF4-FFF2-40B4-BE49-F238E27FC236}">
                    <a16:creationId xmlns:a16="http://schemas.microsoft.com/office/drawing/2014/main" id="{B23365F4-D608-38F3-EE98-2E277D48B81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79625AA-3486-326F-E75E-91F40D9AD6A6}"/>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04634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7CF2-FF25-1EDC-5D5B-1F98340F7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2BEEF-3718-0EBE-4C38-EAD486AD862F}"/>
              </a:ext>
            </a:extLst>
          </p:cNvPr>
          <p:cNvSpPr>
            <a:spLocks noGrp="1"/>
          </p:cNvSpPr>
          <p:nvPr>
            <p:ph type="title"/>
          </p:nvPr>
        </p:nvSpPr>
        <p:spPr/>
        <p:txBody>
          <a:bodyPr/>
          <a:lstStyle/>
          <a:p>
            <a:r>
              <a:rPr lang="en-US" dirty="0"/>
              <a:t>How long did this take? (Answers)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2AD650-F8A0-B91B-693E-62C927BB085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 </a:t>
                </a:r>
                <a14:m>
                  <m:oMath xmlns:m="http://schemas.openxmlformats.org/officeDocument/2006/math">
                    <m:r>
                      <a:rPr lang="en-US" b="0" i="1" smtClean="0">
                        <a:latin typeface="Cambria Math" panose="02040503050406030204" pitchFamily="18" charset="0"/>
                      </a:rPr>
                      <m:t>0</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 </a:t>
                </a:r>
                <a14:m>
                  <m:oMath xmlns:m="http://schemas.openxmlformats.org/officeDocument/2006/math">
                    <m:r>
                      <a:rPr lang="en-US" b="0" i="1" smtClean="0">
                        <a:latin typeface="Cambria Math" panose="02040503050406030204" pitchFamily="18" charset="0"/>
                      </a:rPr>
                      <m:t>1</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 </a:t>
                </a:r>
                <a14:m>
                  <m:oMath xmlns:m="http://schemas.openxmlformats.org/officeDocument/2006/math">
                    <m:r>
                      <a:rPr lang="en-US" b="0" i="1" smtClean="0">
                        <a:latin typeface="Cambria Math" panose="02040503050406030204" pitchFamily="18" charset="0"/>
                      </a:rPr>
                      <m:t>2</m:t>
                    </m:r>
                  </m:oMath>
                </a14:m>
                <a:endParaRPr lang="en-US" dirty="0"/>
              </a:p>
              <a:p>
                <a:r>
                  <a:rPr lang="en-US" dirty="0"/>
                  <a:t>Overall Running time:</a:t>
                </a:r>
              </a:p>
              <a:p>
                <a:pPr lvl="1"/>
                <a14:m>
                  <m:oMath xmlns:m="http://schemas.openxmlformats.org/officeDocument/2006/math">
                    <m:r>
                      <a:rPr lang="en-US" b="0" i="1"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dirty="0"/>
              </a:p>
              <a:p>
                <a:pPr lvl="1"/>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0" smtClean="0">
                                    <a:latin typeface="Cambria Math" panose="02040503050406030204" pitchFamily="18" charset="0"/>
                                  </a:rPr>
                                  <m:t>2</m:t>
                                </m:r>
                              </m:sub>
                            </m:sSub>
                          </m:fName>
                          <m:e>
                            <m:r>
                              <a:rPr lang="en-US" b="0" i="1" smtClean="0">
                                <a:latin typeface="Cambria Math" panose="02040503050406030204" pitchFamily="18" charset="0"/>
                              </a:rPr>
                              <m:t>𝑛</m:t>
                            </m:r>
                          </m:e>
                        </m:func>
                      </m:sup>
                      <m:e>
                        <m:r>
                          <a:rPr lang="en-US" b="0" i="1" smtClean="0">
                            <a:latin typeface="Cambria Math" panose="02040503050406030204" pitchFamily="18" charset="0"/>
                          </a:rPr>
                          <m:t>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r>
                                  <a:rPr lang="en-US" b="0" i="1" smtClean="0">
                                    <a:latin typeface="Cambria Math" panose="02040503050406030204" pitchFamily="18" charset="0"/>
                                  </a:rPr>
                                  <m:t>+1</m:t>
                                </m:r>
                              </m:sup>
                            </m:sSup>
                          </m:den>
                        </m:f>
                        <m:r>
                          <a:rPr lang="en-US" b="0" i="1" smtClean="0">
                            <a:latin typeface="Cambria Math" panose="02040503050406030204" pitchFamily="18" charset="0"/>
                          </a:rPr>
                          <m:t>=</m:t>
                        </m:r>
                      </m:e>
                    </m:nary>
                    <m:r>
                      <a:rPr lang="en-US" b="0" i="1" smtClean="0">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a:latin typeface="Cambria Math" panose="02040503050406030204" pitchFamily="18" charset="0"/>
                                  </a:rPr>
                                  <m:t>2</m:t>
                                </m:r>
                              </m:sub>
                            </m:sSub>
                          </m:fName>
                          <m:e>
                            <m:r>
                              <a:rPr lang="en-US" i="1">
                                <a:latin typeface="Cambria Math" panose="02040503050406030204" pitchFamily="18" charset="0"/>
                              </a:rPr>
                              <m:t>𝑛</m:t>
                            </m:r>
                          </m:e>
                        </m:func>
                      </m:sup>
                      <m:e>
                        <m:f>
                          <m:fPr>
                            <m:ctrlPr>
                              <a:rPr lang="en-US" i="1">
                                <a:latin typeface="Cambria Math" panose="02040503050406030204" pitchFamily="18" charset="0"/>
                              </a:rPr>
                            </m:ctrlPr>
                          </m:fPr>
                          <m:num>
                            <m:r>
                              <a:rPr lang="en-US" b="0" i="1" smtClean="0">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m:t>
                    </m:r>
                    <m:r>
                      <a:rPr lang="en-US" i="1">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i="1" smtClean="0">
                            <a:latin typeface="Cambria Math" panose="02040503050406030204" pitchFamily="18" charset="0"/>
                          </a:rPr>
                          <m:t>0</m:t>
                        </m:r>
                      </m:sub>
                      <m:sup>
                        <m:r>
                          <a:rPr lang="en-US" b="0" i="1" smtClean="0">
                            <a:latin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=2</m:t>
                    </m:r>
                    <m:r>
                      <a:rPr lang="en-US" b="0" i="1" smtClean="0">
                        <a:latin typeface="Cambria Math" panose="02040503050406030204" pitchFamily="18" charset="0"/>
                      </a:rPr>
                      <m:t>𝑛</m:t>
                    </m:r>
                  </m:oMath>
                </a14:m>
                <a:endParaRPr lang="en-US" dirty="0"/>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FB2AD650-F8A0-B91B-693E-62C927BB08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CC700C-D33E-C7BE-D22A-52141D1C4A19}"/>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291984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C029-E528-0F03-08DA-EC67707CC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C3FC2-156A-2139-EE7B-81A8471D7EA3}"/>
              </a:ext>
            </a:extLst>
          </p:cNvPr>
          <p:cNvSpPr>
            <a:spLocks noGrp="1"/>
          </p:cNvSpPr>
          <p:nvPr>
            <p:ph type="title"/>
          </p:nvPr>
        </p:nvSpPr>
        <p:spPr/>
        <p:txBody>
          <a:bodyPr/>
          <a:lstStyle/>
          <a:p>
            <a:r>
              <a:rPr lang="en-US" dirty="0"/>
              <a:t>Heap Sort (Example)</a:t>
            </a:r>
          </a:p>
        </p:txBody>
      </p:sp>
      <p:sp>
        <p:nvSpPr>
          <p:cNvPr id="3" name="Content Placeholder 2">
            <a:extLst>
              <a:ext uri="{FF2B5EF4-FFF2-40B4-BE49-F238E27FC236}">
                <a16:creationId xmlns:a16="http://schemas.microsoft.com/office/drawing/2014/main" id="{C5F62A60-0D5F-7E5D-210D-366F84A10E5C}"/>
              </a:ext>
            </a:extLst>
          </p:cNvPr>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a:extLst>
              <a:ext uri="{FF2B5EF4-FFF2-40B4-BE49-F238E27FC236}">
                <a16:creationId xmlns:a16="http://schemas.microsoft.com/office/drawing/2014/main" id="{E92E4CEF-1E92-D2D6-5F09-8B8996BDE8E3}"/>
              </a:ext>
            </a:extLst>
          </p:cNvPr>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4427987A-55E3-5493-7734-1F53AE868D15}"/>
              </a:ext>
            </a:extLst>
          </p:cNvPr>
          <p:cNvGrpSpPr/>
          <p:nvPr/>
        </p:nvGrpSpPr>
        <p:grpSpPr>
          <a:xfrm>
            <a:off x="3235032" y="2288754"/>
            <a:ext cx="6934200" cy="3326602"/>
            <a:chOff x="2590801" y="3347010"/>
            <a:chExt cx="6934200" cy="3326602"/>
          </a:xfrm>
        </p:grpSpPr>
        <p:sp>
          <p:nvSpPr>
            <p:cNvPr id="5" name="Oval 4">
              <a:extLst>
                <a:ext uri="{FF2B5EF4-FFF2-40B4-BE49-F238E27FC236}">
                  <a16:creationId xmlns:a16="http://schemas.microsoft.com/office/drawing/2014/main" id="{AAF12DFA-DFDB-699D-A2D4-65C3DBD4597B}"/>
                </a:ext>
              </a:extLst>
            </p:cNvPr>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a:extLst>
                <a:ext uri="{FF2B5EF4-FFF2-40B4-BE49-F238E27FC236}">
                  <a16:creationId xmlns:a16="http://schemas.microsoft.com/office/drawing/2014/main" id="{D5C86E45-171D-B695-4332-BE30A6CA87EB}"/>
                </a:ext>
              </a:extLst>
            </p:cNvPr>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a:extLst>
                <a:ext uri="{FF2B5EF4-FFF2-40B4-BE49-F238E27FC236}">
                  <a16:creationId xmlns:a16="http://schemas.microsoft.com/office/drawing/2014/main" id="{60A65023-BD9C-E5A8-7DC2-97232EA81D74}"/>
                </a:ext>
              </a:extLst>
            </p:cNvPr>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a:extLst>
                <a:ext uri="{FF2B5EF4-FFF2-40B4-BE49-F238E27FC236}">
                  <a16:creationId xmlns:a16="http://schemas.microsoft.com/office/drawing/2014/main" id="{CE033F84-8F0E-6F7C-3F02-5BD97AA791CA}"/>
                </a:ext>
              </a:extLst>
            </p:cNvPr>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a:extLst>
                <a:ext uri="{FF2B5EF4-FFF2-40B4-BE49-F238E27FC236}">
                  <a16:creationId xmlns:a16="http://schemas.microsoft.com/office/drawing/2014/main" id="{E4CA5710-7761-79AA-4E64-75DE81A71D26}"/>
                </a:ext>
              </a:extLst>
            </p:cNvPr>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a:extLst>
                <a:ext uri="{FF2B5EF4-FFF2-40B4-BE49-F238E27FC236}">
                  <a16:creationId xmlns:a16="http://schemas.microsoft.com/office/drawing/2014/main" id="{8C9A65AD-AD32-A1DC-A4DF-34DD00DD7978}"/>
                </a:ext>
              </a:extLst>
            </p:cNvPr>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a:extLst>
                <a:ext uri="{FF2B5EF4-FFF2-40B4-BE49-F238E27FC236}">
                  <a16:creationId xmlns:a16="http://schemas.microsoft.com/office/drawing/2014/main" id="{56D71B4A-DF4F-B479-3D00-08232FDABC14}"/>
                </a:ext>
              </a:extLst>
            </p:cNvPr>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a:extLst>
                <a:ext uri="{FF2B5EF4-FFF2-40B4-BE49-F238E27FC236}">
                  <a16:creationId xmlns:a16="http://schemas.microsoft.com/office/drawing/2014/main" id="{5B5D4A2B-DF3F-769F-407B-BEE0324B089F}"/>
                </a:ext>
              </a:extLst>
            </p:cNvPr>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a:extLst>
                <a:ext uri="{FF2B5EF4-FFF2-40B4-BE49-F238E27FC236}">
                  <a16:creationId xmlns:a16="http://schemas.microsoft.com/office/drawing/2014/main" id="{9CA67041-7983-60C3-676A-7C98A82BFBF8}"/>
                </a:ext>
              </a:extLst>
            </p:cNvPr>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a:extLst>
                <a:ext uri="{FF2B5EF4-FFF2-40B4-BE49-F238E27FC236}">
                  <a16:creationId xmlns:a16="http://schemas.microsoft.com/office/drawing/2014/main" id="{F021BC32-BE53-AEBE-6E15-50683EAF488B}"/>
                </a:ext>
              </a:extLst>
            </p:cNvPr>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a:extLst>
                <a:ext uri="{FF2B5EF4-FFF2-40B4-BE49-F238E27FC236}">
                  <a16:creationId xmlns:a16="http://schemas.microsoft.com/office/drawing/2014/main" id="{505DE2C1-0D30-4AA5-34B5-8A46C6BB46F9}"/>
                </a:ext>
              </a:extLst>
            </p:cNvPr>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818975C-CB2C-1BF3-3529-AC2A60719819}"/>
                </a:ext>
              </a:extLst>
            </p:cNvPr>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DDB2099-0631-1AE4-778A-06ED0330AE6B}"/>
                </a:ext>
              </a:extLst>
            </p:cNvPr>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157C6CE-274B-9474-2680-A85398D5AD5E}"/>
                </a:ext>
              </a:extLst>
            </p:cNvPr>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5CD014B-D8AC-775A-594F-E1E221E29141}"/>
                </a:ext>
              </a:extLst>
            </p:cNvPr>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7EE20E4-8A05-8D82-D3FC-1368E047EB57}"/>
                </a:ext>
              </a:extLst>
            </p:cNvPr>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11DFC83-A2D5-6EA7-D476-10A5D695D4C0}"/>
                </a:ext>
              </a:extLst>
            </p:cNvPr>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ADFD23C-89FF-79E9-32C0-2D283DE3CFE6}"/>
                </a:ext>
              </a:extLst>
            </p:cNvPr>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3699ED4-1AC9-029C-C966-367C1CAEB9B6}"/>
                </a:ext>
              </a:extLst>
            </p:cNvPr>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EEDDDED1-FC25-F48E-5EFB-687F26FBE96C}"/>
                </a:ext>
              </a:extLst>
            </p:cNvPr>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a:extLst>
                <a:ext uri="{FF2B5EF4-FFF2-40B4-BE49-F238E27FC236}">
                  <a16:creationId xmlns:a16="http://schemas.microsoft.com/office/drawing/2014/main" id="{60DCB7A0-36EF-AC36-FA9C-CA93CCB02D48}"/>
                </a:ext>
              </a:extLst>
            </p:cNvPr>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a:extLst>
                <a:ext uri="{FF2B5EF4-FFF2-40B4-BE49-F238E27FC236}">
                  <a16:creationId xmlns:a16="http://schemas.microsoft.com/office/drawing/2014/main" id="{B0557F78-9945-B6C3-48B1-BC73C686C49E}"/>
                </a:ext>
              </a:extLst>
            </p:cNvPr>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a:extLst>
                <a:ext uri="{FF2B5EF4-FFF2-40B4-BE49-F238E27FC236}">
                  <a16:creationId xmlns:a16="http://schemas.microsoft.com/office/drawing/2014/main" id="{2B03D040-A210-FE12-5B08-C71368826EF4}"/>
                </a:ext>
              </a:extLst>
            </p:cNvPr>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a:extLst>
                <a:ext uri="{FF2B5EF4-FFF2-40B4-BE49-F238E27FC236}">
                  <a16:creationId xmlns:a16="http://schemas.microsoft.com/office/drawing/2014/main" id="{5F23663C-4FA9-6DA9-89E7-8DDF377C7326}"/>
                </a:ext>
              </a:extLst>
            </p:cNvPr>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a:extLst>
                <a:ext uri="{FF2B5EF4-FFF2-40B4-BE49-F238E27FC236}">
                  <a16:creationId xmlns:a16="http://schemas.microsoft.com/office/drawing/2014/main" id="{9815A717-C269-9408-1307-5E8E95DB459C}"/>
                </a:ext>
              </a:extLst>
            </p:cNvPr>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a:extLst>
                <a:ext uri="{FF2B5EF4-FFF2-40B4-BE49-F238E27FC236}">
                  <a16:creationId xmlns:a16="http://schemas.microsoft.com/office/drawing/2014/main" id="{F2BF7A25-785B-BEF1-C713-29F7E52456A2}"/>
                </a:ext>
              </a:extLst>
            </p:cNvPr>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a:extLst>
                <a:ext uri="{FF2B5EF4-FFF2-40B4-BE49-F238E27FC236}">
                  <a16:creationId xmlns:a16="http://schemas.microsoft.com/office/drawing/2014/main" id="{BC408F18-9F69-3E7E-6D57-063A81DF2553}"/>
                </a:ext>
              </a:extLst>
            </p:cNvPr>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a:extLst>
                <a:ext uri="{FF2B5EF4-FFF2-40B4-BE49-F238E27FC236}">
                  <a16:creationId xmlns:a16="http://schemas.microsoft.com/office/drawing/2014/main" id="{EE16D552-4104-B826-FA22-249AE56F1D8E}"/>
                </a:ext>
              </a:extLst>
            </p:cNvPr>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a:extLst>
                <a:ext uri="{FF2B5EF4-FFF2-40B4-BE49-F238E27FC236}">
                  <a16:creationId xmlns:a16="http://schemas.microsoft.com/office/drawing/2014/main" id="{830ECCAC-9440-974C-68F7-FC4D31434EBB}"/>
                </a:ext>
              </a:extLst>
            </p:cNvPr>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36AD6E90-3D92-7F80-F2A6-361A9CDAC36F}"/>
              </a:ext>
            </a:extLst>
          </p:cNvPr>
          <p:cNvGrpSpPr/>
          <p:nvPr/>
        </p:nvGrpSpPr>
        <p:grpSpPr>
          <a:xfrm>
            <a:off x="3658928" y="5752972"/>
            <a:ext cx="5336453" cy="934004"/>
            <a:chOff x="2937459" y="2430742"/>
            <a:chExt cx="5336453" cy="934004"/>
          </a:xfrm>
        </p:grpSpPr>
        <p:grpSp>
          <p:nvGrpSpPr>
            <p:cNvPr id="27" name="Group 26">
              <a:extLst>
                <a:ext uri="{FF2B5EF4-FFF2-40B4-BE49-F238E27FC236}">
                  <a16:creationId xmlns:a16="http://schemas.microsoft.com/office/drawing/2014/main" id="{DDD4772D-1B7B-5089-00AA-C5CE93410D11}"/>
                </a:ext>
              </a:extLst>
            </p:cNvPr>
            <p:cNvGrpSpPr/>
            <p:nvPr/>
          </p:nvGrpSpPr>
          <p:grpSpPr>
            <a:xfrm>
              <a:off x="2937459" y="2430742"/>
              <a:ext cx="5336453" cy="537341"/>
              <a:chOff x="1978924" y="2722180"/>
              <a:chExt cx="5336453" cy="537341"/>
            </a:xfrm>
          </p:grpSpPr>
          <p:grpSp>
            <p:nvGrpSpPr>
              <p:cNvPr id="86" name="Group 85">
                <a:extLst>
                  <a:ext uri="{FF2B5EF4-FFF2-40B4-BE49-F238E27FC236}">
                    <a16:creationId xmlns:a16="http://schemas.microsoft.com/office/drawing/2014/main" id="{7CC88DB2-DCCF-2656-4F21-6C287CB20070}"/>
                  </a:ext>
                </a:extLst>
              </p:cNvPr>
              <p:cNvGrpSpPr/>
              <p:nvPr/>
            </p:nvGrpSpPr>
            <p:grpSpPr>
              <a:xfrm>
                <a:off x="1978924" y="2726121"/>
                <a:ext cx="4802307" cy="533400"/>
                <a:chOff x="1978924" y="2971800"/>
                <a:chExt cx="4802307" cy="533400"/>
              </a:xfrm>
            </p:grpSpPr>
            <p:sp>
              <p:nvSpPr>
                <p:cNvPr id="88" name="Rectangle 87">
                  <a:extLst>
                    <a:ext uri="{FF2B5EF4-FFF2-40B4-BE49-F238E27FC236}">
                      <a16:creationId xmlns:a16="http://schemas.microsoft.com/office/drawing/2014/main" id="{2E666D3F-BB62-26CE-F3FC-4E6071A6FB6B}"/>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a:extLst>
                    <a:ext uri="{FF2B5EF4-FFF2-40B4-BE49-F238E27FC236}">
                      <a16:creationId xmlns:a16="http://schemas.microsoft.com/office/drawing/2014/main" id="{2CF60348-727E-BCC2-ECC8-FACF199E74BC}"/>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a:extLst>
                    <a:ext uri="{FF2B5EF4-FFF2-40B4-BE49-F238E27FC236}">
                      <a16:creationId xmlns:a16="http://schemas.microsoft.com/office/drawing/2014/main" id="{FA0A16CB-A7D9-D60C-7EB0-8F1A2C82B29F}"/>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a:extLst>
                    <a:ext uri="{FF2B5EF4-FFF2-40B4-BE49-F238E27FC236}">
                      <a16:creationId xmlns:a16="http://schemas.microsoft.com/office/drawing/2014/main" id="{E7C797C1-A75F-DEBF-DF03-627AAF6C7772}"/>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a:extLst>
                    <a:ext uri="{FF2B5EF4-FFF2-40B4-BE49-F238E27FC236}">
                      <a16:creationId xmlns:a16="http://schemas.microsoft.com/office/drawing/2014/main" id="{877A6AF5-B274-1823-9A2F-B4F560237D90}"/>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a:extLst>
                    <a:ext uri="{FF2B5EF4-FFF2-40B4-BE49-F238E27FC236}">
                      <a16:creationId xmlns:a16="http://schemas.microsoft.com/office/drawing/2014/main" id="{348803B8-6DC1-DB74-BB53-B0CC86478D5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a:extLst>
                    <a:ext uri="{FF2B5EF4-FFF2-40B4-BE49-F238E27FC236}">
                      <a16:creationId xmlns:a16="http://schemas.microsoft.com/office/drawing/2014/main" id="{2973F69A-4C4E-D5AE-CA59-DFD78DDF04DE}"/>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a:extLst>
                    <a:ext uri="{FF2B5EF4-FFF2-40B4-BE49-F238E27FC236}">
                      <a16:creationId xmlns:a16="http://schemas.microsoft.com/office/drawing/2014/main" id="{114B5B82-1D1A-29E8-D266-2A2D197F99AF}"/>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a:extLst>
                    <a:ext uri="{FF2B5EF4-FFF2-40B4-BE49-F238E27FC236}">
                      <a16:creationId xmlns:a16="http://schemas.microsoft.com/office/drawing/2014/main" id="{B4DB5750-14B7-698F-247C-4C18F29F8554}"/>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a:extLst>
                  <a:ext uri="{FF2B5EF4-FFF2-40B4-BE49-F238E27FC236}">
                    <a16:creationId xmlns:a16="http://schemas.microsoft.com/office/drawing/2014/main" id="{0E2695EC-AB1F-CFA1-2D7E-3F9DBFCC4703}"/>
                  </a:ext>
                </a:extLst>
              </p:cNvPr>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a:extLst>
                <a:ext uri="{FF2B5EF4-FFF2-40B4-BE49-F238E27FC236}">
                  <a16:creationId xmlns:a16="http://schemas.microsoft.com/office/drawing/2014/main" id="{0BAF23B8-6A1D-0DBC-36A5-8BC2BCF17874}"/>
                </a:ext>
              </a:extLst>
            </p:cNvPr>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a:extLst>
                <a:ext uri="{FF2B5EF4-FFF2-40B4-BE49-F238E27FC236}">
                  <a16:creationId xmlns:a16="http://schemas.microsoft.com/office/drawing/2014/main" id="{A6B25A01-C608-1720-FC7C-D68ABA012822}"/>
                </a:ext>
              </a:extLst>
            </p:cNvPr>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a:extLst>
                <a:ext uri="{FF2B5EF4-FFF2-40B4-BE49-F238E27FC236}">
                  <a16:creationId xmlns:a16="http://schemas.microsoft.com/office/drawing/2014/main" id="{F9E573DB-79EA-0B96-45D1-A7BBACDC9037}"/>
                </a:ext>
              </a:extLst>
            </p:cNvPr>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a:extLst>
                <a:ext uri="{FF2B5EF4-FFF2-40B4-BE49-F238E27FC236}">
                  <a16:creationId xmlns:a16="http://schemas.microsoft.com/office/drawing/2014/main" id="{E01417BA-67CC-7E2E-EC83-691171AB450A}"/>
                </a:ext>
              </a:extLst>
            </p:cNvPr>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a:extLst>
                <a:ext uri="{FF2B5EF4-FFF2-40B4-BE49-F238E27FC236}">
                  <a16:creationId xmlns:a16="http://schemas.microsoft.com/office/drawing/2014/main" id="{05A8D06E-4C46-9C0B-280B-35D523BDD482}"/>
                </a:ext>
              </a:extLst>
            </p:cNvPr>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a:extLst>
                <a:ext uri="{FF2B5EF4-FFF2-40B4-BE49-F238E27FC236}">
                  <a16:creationId xmlns:a16="http://schemas.microsoft.com/office/drawing/2014/main" id="{31C6D3EE-2773-4B55-5266-E6CA75F40DE5}"/>
                </a:ext>
              </a:extLst>
            </p:cNvPr>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a:extLst>
                <a:ext uri="{FF2B5EF4-FFF2-40B4-BE49-F238E27FC236}">
                  <a16:creationId xmlns:a16="http://schemas.microsoft.com/office/drawing/2014/main" id="{40EDE6EB-918F-9E66-AE88-DEB5855E24E5}"/>
                </a:ext>
              </a:extLst>
            </p:cNvPr>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a:extLst>
                <a:ext uri="{FF2B5EF4-FFF2-40B4-BE49-F238E27FC236}">
                  <a16:creationId xmlns:a16="http://schemas.microsoft.com/office/drawing/2014/main" id="{6861C9BB-06CC-47CA-18BC-1832713EE94E}"/>
                </a:ext>
              </a:extLst>
            </p:cNvPr>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a:extLst>
                <a:ext uri="{FF2B5EF4-FFF2-40B4-BE49-F238E27FC236}">
                  <a16:creationId xmlns:a16="http://schemas.microsoft.com/office/drawing/2014/main" id="{8464D969-2081-BB60-E6A6-3604DC1E4C75}"/>
                </a:ext>
              </a:extLst>
            </p:cNvPr>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a:extLst>
                <a:ext uri="{FF2B5EF4-FFF2-40B4-BE49-F238E27FC236}">
                  <a16:creationId xmlns:a16="http://schemas.microsoft.com/office/drawing/2014/main" id="{854D01D9-CC08-C1D4-A13B-DC0347CAD63E}"/>
                </a:ext>
              </a:extLst>
            </p:cNvPr>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055226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(First Extract)</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To do heap sort we will repeatedly call extract. This being a max heap, extracting results in the largest item being removed. To remove that item we replace the root with the last item in the heap.&#10;&#10;At this stage the heap contains 9 items, but will violate the heap property until percolation has finished. The nodes are as follows:&#10;&#10;- The root node is 3&#10;- the left child of 3 is 9, the right child is 6&#10;- the left child of 9 is 8, the right child is 7&#10;- the left child of 6 is 5, the right child is 2&#10;- the left child of 8 is 4, the right child is 1&#10;- nodes 7, 5, 2, 4, and 1 are all leaves">
            <a:extLst>
              <a:ext uri="{FF2B5EF4-FFF2-40B4-BE49-F238E27FC236}">
                <a16:creationId xmlns:a16="http://schemas.microsoft.com/office/drawing/2014/main" id="{D392C832-9BD6-CB78-880D-2CE5BF46D8B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2982381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1)</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its children, we swap with the larger child (in this case 9, its left child).&#10;&#10;Because percolation is still not complete, it may still violate the heap property. The nodes are as follows:&#10;&#10;- The root node is 9&#10;- the left child of 9 is 3, the right child is 6&#10;- the left child of 3 is 8, the right child is 7&#10;- the left child of 6 is 5, the right child is 2&#10;- the left child of 8 is 4, the right child is 1&#10;- nodes 7, 5, 2, 4, and 1 are all leaves">
            <a:extLst>
              <a:ext uri="{FF2B5EF4-FFF2-40B4-BE49-F238E27FC236}">
                <a16:creationId xmlns:a16="http://schemas.microsoft.com/office/drawing/2014/main" id="{F0B839F6-52B4-E2F4-85FE-33D6D63020C3}"/>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15748"/>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1" y="3574909"/>
              <a:ext cx="1218544" cy="4416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1" y="4503058"/>
              <a:ext cx="533662" cy="2465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503058"/>
              <a:ext cx="504057" cy="2047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748079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2)</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its children, we swap with the larger child (in this case 8, its left child).&#10;&#10;Because percolation is still not complete, it may still violate the heap property. The nodes are as follows:&#10;&#10;- The root node is 9&#10;- the left child of 9 is 8, the right child is 6&#10;- the left child of 8 is 3, the right child is 7&#10;- the left child of 6 is 5, the right child is 2&#10;- the left child of 3 is 4, the right child is 1&#10;- nodes 7, 5, 2, 4, and 1 are all leaves">
            <a:extLst>
              <a:ext uri="{FF2B5EF4-FFF2-40B4-BE49-F238E27FC236}">
                <a16:creationId xmlns:a16="http://schemas.microsoft.com/office/drawing/2014/main" id="{21242C99-13FB-AAD5-B76E-D7FC8AF83DCA}"/>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34794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3)</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one of its children, we swap with the larger child (in this case 4, its left child).&#10;&#10;At this point 3 is a leaf, and so percolation is finished. The final nodes are as follows:&#10;&#10;- The root node is 9&#10;- the left child of 9 is 8, the right child is 6&#10;- the left child of 8 is 4, the right child is 7&#10;- the left child of 6 is 5, the right child is 2&#10;- the left child of 4 is 3, the right child is 1&#10;- nodes 7, 5, 2, 3, and 1 are all leaves">
            <a:extLst>
              <a:ext uri="{FF2B5EF4-FFF2-40B4-BE49-F238E27FC236}">
                <a16:creationId xmlns:a16="http://schemas.microsoft.com/office/drawing/2014/main" id="{34BD948F-17B7-692A-4F63-B8011524339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293279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max heap</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1477328"/>
          </a:xfrm>
          <a:prstGeom prst="rect">
            <a:avLst/>
          </a:prstGeom>
          <a:noFill/>
        </p:spPr>
        <p:txBody>
          <a:bodyPr wrap="square" rtlCol="0">
            <a:spAutoFit/>
          </a:bodyPr>
          <a:lstStyle/>
          <a:p>
            <a:r>
              <a:rPr lang="en-US" dirty="0" err="1"/>
              <a:t>myHeap</a:t>
            </a:r>
            <a:r>
              <a:rPr lang="en-US" dirty="0"/>
              <a:t> = </a:t>
            </a:r>
            <a:r>
              <a:rPr lang="en-US" dirty="0" err="1"/>
              <a:t>buildMaxHeap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item = </a:t>
            </a:r>
            <a:r>
              <a:rPr lang="en-US" dirty="0" err="1"/>
              <a:t>myHeap.extract</a:t>
            </a:r>
            <a:r>
              <a:rPr lang="en-US" dirty="0"/>
              <a:t>();</a:t>
            </a:r>
          </a:p>
          <a:p>
            <a:r>
              <a:rPr lang="en-US" dirty="0"/>
              <a:t>        a[</a:t>
            </a:r>
            <a:r>
              <a:rPr lang="en-US" dirty="0" err="1"/>
              <a:t>i</a:t>
            </a:r>
            <a:r>
              <a:rPr lang="en-US" dirty="0"/>
              <a:t>] = item;</a:t>
            </a:r>
          </a:p>
          <a:p>
            <a:r>
              <a:rPr lang="en-US" dirty="0"/>
              <a:t>}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4204801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2811-03DA-EEF2-696E-79B19FD826B2}"/>
              </a:ext>
            </a:extLst>
          </p:cNvPr>
          <p:cNvSpPr>
            <a:spLocks noGrp="1"/>
          </p:cNvSpPr>
          <p:nvPr>
            <p:ph type="title"/>
          </p:nvPr>
        </p:nvSpPr>
        <p:spPr/>
        <p:txBody>
          <a:bodyPr/>
          <a:lstStyle/>
          <a:p>
            <a:r>
              <a:rPr lang="en-US" dirty="0"/>
              <a:t>“In Place” Sorting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60587-5F27-0865-429E-8AA3C8FC4069}"/>
                  </a:ext>
                </a:extLst>
              </p:cNvPr>
              <p:cNvSpPr>
                <a:spLocks noGrp="1"/>
              </p:cNvSpPr>
              <p:nvPr>
                <p:ph idx="1"/>
              </p:nvPr>
            </p:nvSpPr>
            <p:spPr/>
            <p:txBody>
              <a:bodyPr/>
              <a:lstStyle/>
              <a:p>
                <a:r>
                  <a:rPr lang="en-US" dirty="0"/>
                  <a:t>A sorting algorithm which requires no extra data structures</a:t>
                </a:r>
              </a:p>
              <a:p>
                <a:r>
                  <a:rPr lang="en-US" dirty="0"/>
                  <a:t>Idea: It sorts items just by swapping things in the same array given</a:t>
                </a:r>
              </a:p>
              <a:p>
                <a:r>
                  <a:rPr lang="en-US" dirty="0"/>
                  <a:t>Definition: it only uses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extra space</a:t>
                </a:r>
              </a:p>
              <a:p>
                <a:pPr marL="0" indent="0">
                  <a:buNone/>
                </a:pPr>
                <a:endParaRPr lang="en-US" dirty="0"/>
              </a:p>
              <a:p>
                <a:r>
                  <a:rPr lang="en-US" dirty="0"/>
                  <a:t>Insertion sort: In Place!</a:t>
                </a:r>
              </a:p>
              <a:p>
                <a:r>
                  <a:rPr lang="en-US" dirty="0"/>
                  <a:t>Heap sort: Not In Place!</a:t>
                </a:r>
              </a:p>
              <a:p>
                <a:pPr lvl="1"/>
                <a:r>
                  <a:rPr lang="en-US" dirty="0"/>
                  <a:t>But we can fix that!</a:t>
                </a:r>
              </a:p>
              <a:p>
                <a:endParaRPr lang="en-US" dirty="0"/>
              </a:p>
            </p:txBody>
          </p:sp>
        </mc:Choice>
        <mc:Fallback xmlns="">
          <p:sp>
            <p:nvSpPr>
              <p:cNvPr id="3" name="Content Placeholder 2">
                <a:extLst>
                  <a:ext uri="{FF2B5EF4-FFF2-40B4-BE49-F238E27FC236}">
                    <a16:creationId xmlns:a16="http://schemas.microsoft.com/office/drawing/2014/main" id="{54B60587-5F27-0865-429E-8AA3C8FC406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48656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a:t>
            </a:r>
          </a:p>
        </p:txBody>
      </p:sp>
      <p:sp>
        <p:nvSpPr>
          <p:cNvPr id="3" name="Content Placeholder 2"/>
          <p:cNvSpPr>
            <a:spLocks noGrp="1"/>
          </p:cNvSpPr>
          <p:nvPr>
            <p:ph idx="1"/>
          </p:nvPr>
        </p:nvSpPr>
        <p:spPr>
          <a:xfrm>
            <a:off x="1981200" y="1351280"/>
            <a:ext cx="8229600" cy="1066800"/>
          </a:xfrm>
        </p:spPr>
        <p:txBody>
          <a:bodyPr>
            <a:normAutofit fontScale="92500"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Be begin with the array we wish to sort made into a heap using Floyd's build-heap algorithm.">
            <a:extLst>
              <a:ext uri="{FF2B5EF4-FFF2-40B4-BE49-F238E27FC236}">
                <a16:creationId xmlns:a16="http://schemas.microsoft.com/office/drawing/2014/main" id="{A73E41D3-326F-7A61-A48F-76279639C6F7}"/>
              </a:ext>
            </a:extLst>
          </p:cNvPr>
          <p:cNvGrpSpPr/>
          <p:nvPr/>
        </p:nvGrpSpPr>
        <p:grpSpPr>
          <a:xfrm>
            <a:off x="2590801" y="2418080"/>
            <a:ext cx="6934200" cy="4255532"/>
            <a:chOff x="2590801" y="2418080"/>
            <a:chExt cx="6934200" cy="4255532"/>
          </a:xfrm>
        </p:grpSpPr>
        <p:sp>
          <p:nvSpPr>
            <p:cNvPr id="5" name="Oval 4"/>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418080"/>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431534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(First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When we extract, the last item moves to the root of the tree. At this point, the last index of the array being used to store the heap is available, so the value extracted can be moved into that position (which the heap operations ignore because it is not considered part of the heap).">
            <a:extLst>
              <a:ext uri="{FF2B5EF4-FFF2-40B4-BE49-F238E27FC236}">
                <a16:creationId xmlns:a16="http://schemas.microsoft.com/office/drawing/2014/main" id="{04B54EDF-6979-38FF-474A-69A1E8F5D4B7}"/>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Tree>
    <p:extLst>
      <p:ext uri="{BB962C8B-B14F-4D97-AF65-F5344CB8AC3E}">
        <p14:creationId xmlns:p14="http://schemas.microsoft.com/office/powerpoint/2010/main" val="6556763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(First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35C841E-331F-60AF-A13F-2FDD9AC26218}"/>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Tree>
    <p:extLst>
      <p:ext uri="{BB962C8B-B14F-4D97-AF65-F5344CB8AC3E}">
        <p14:creationId xmlns:p14="http://schemas.microsoft.com/office/powerpoint/2010/main" val="827120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(Second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1E5D55D4-5E0E-5C66-1D76-E5D0B0A92360}"/>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12329516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(Second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C3D8AAF-0192-6CAE-27A9-97F54044BAF1}"/>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487229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(Third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9FBBFED5-BDCA-6FC4-1D8E-94C57769DE62}"/>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3958198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(Third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D6471605-609F-309D-337B-395E48B87A74}"/>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734682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In Place 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heap using the same array (Floyd’s build heap algorithm works)</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2031325"/>
          </a:xfrm>
          <a:prstGeom prst="rect">
            <a:avLst/>
          </a:prstGeom>
          <a:noFill/>
        </p:spPr>
        <p:txBody>
          <a:bodyPr wrap="square" rtlCol="0">
            <a:spAutoFit/>
          </a:bodyPr>
          <a:lstStyle/>
          <a:p>
            <a:r>
              <a:rPr lang="en-US" dirty="0" err="1"/>
              <a:t>buildHeap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temp=a[</a:t>
            </a:r>
            <a:r>
              <a:rPr lang="en-US" dirty="0" err="1"/>
              <a:t>i</a:t>
            </a:r>
            <a:r>
              <a:rPr lang="en-US" dirty="0"/>
              <a:t>]</a:t>
            </a:r>
          </a:p>
          <a:p>
            <a:r>
              <a:rPr lang="en-US" dirty="0"/>
              <a:t>        a[</a:t>
            </a:r>
            <a:r>
              <a:rPr lang="en-US" dirty="0" err="1"/>
              <a:t>i</a:t>
            </a:r>
            <a:r>
              <a:rPr lang="en-US" dirty="0"/>
              <a:t>] = a[0];</a:t>
            </a:r>
          </a:p>
          <a:p>
            <a:r>
              <a:rPr lang="en-US" dirty="0"/>
              <a:t>        a[0] = temp;</a:t>
            </a:r>
          </a:p>
          <a:p>
            <a:r>
              <a:rPr lang="en-US" dirty="0"/>
              <a:t>        </a:t>
            </a:r>
            <a:r>
              <a:rPr lang="en-US" dirty="0" err="1"/>
              <a:t>percolateDown</a:t>
            </a:r>
            <a:r>
              <a:rPr lang="en-US" dirty="0"/>
              <a:t>(0);</a:t>
            </a:r>
          </a:p>
          <a:p>
            <a:r>
              <a:rPr lang="en-US" dirty="0"/>
              <a:t>}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1457515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36103</TotalTime>
  <Words>4068</Words>
  <Application>Microsoft Office PowerPoint</Application>
  <PresentationFormat>Widescreen</PresentationFormat>
  <Paragraphs>1376</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Cambria Math</vt:lpstr>
      <vt:lpstr>Arial</vt:lpstr>
      <vt:lpstr>Aptos</vt:lpstr>
      <vt:lpstr>Consolas</vt:lpstr>
      <vt:lpstr>Calibri Light</vt:lpstr>
      <vt:lpstr>Calibri</vt:lpstr>
      <vt:lpstr>Office Theme</vt:lpstr>
      <vt:lpstr>CSE 332 Winter 2026 Lecture 12: Sorting</vt:lpstr>
      <vt:lpstr>Collision Resolution</vt:lpstr>
      <vt:lpstr>Collision Resolution: Linear Probing</vt:lpstr>
      <vt:lpstr>Linear Probing: Insert Procedure</vt:lpstr>
      <vt:lpstr>Linear Probing: How to find?</vt:lpstr>
      <vt:lpstr>Linear Probing: Find</vt:lpstr>
      <vt:lpstr>Linear Probing: Delete is Hard (Example 1)</vt:lpstr>
      <vt:lpstr>Linear Probing: Delete is Hard (Example 2)</vt:lpstr>
      <vt:lpstr>Linear Probing: Delete is Hard (Example 3)</vt:lpstr>
      <vt:lpstr>Linear Probing: Delete</vt:lpstr>
      <vt:lpstr>Linear Probing + Tombstone: Find</vt:lpstr>
      <vt:lpstr>Linear Probing + Tombstone: Insert</vt:lpstr>
      <vt:lpstr>Downsides of Linear Probing</vt:lpstr>
      <vt:lpstr>Quadratic Probing: Insert Procedure</vt:lpstr>
      <vt:lpstr>Quadratic Probing: Example</vt:lpstr>
      <vt:lpstr>Using Quadratic Probing</vt:lpstr>
      <vt:lpstr>Double Hashing: Insert Procedure</vt:lpstr>
      <vt:lpstr>Rehashing</vt:lpstr>
      <vt:lpstr>Sorting</vt:lpstr>
      <vt:lpstr>More Formal Definition</vt:lpstr>
      <vt:lpstr>Sorting “Landscape”</vt:lpstr>
      <vt:lpstr>Insertion Sort</vt:lpstr>
      <vt:lpstr>Insertion Sort - Summary</vt:lpstr>
      <vt:lpstr>Aside: Bubble Sort – we won’t cover it</vt:lpstr>
      <vt:lpstr>Heap Sort</vt:lpstr>
      <vt:lpstr>Building a Heap From “Scratch”</vt:lpstr>
      <vt:lpstr>Floyd’s buildHeap method</vt:lpstr>
      <vt:lpstr>Floyd’s buildHeap method (Percolate 15) </vt:lpstr>
      <vt:lpstr>Floyd’s buildHeap method (Percolate 3) </vt:lpstr>
      <vt:lpstr>Floyd’s buildHeap method (Percolate 10) </vt:lpstr>
      <vt:lpstr>Floyd’s buildHeap method (Percolate 6) </vt:lpstr>
      <vt:lpstr>Floyd’s buildHeap method (Percolate 5) </vt:lpstr>
      <vt:lpstr>Floyd’s buildHeap method (Done)</vt:lpstr>
      <vt:lpstr>How long did this take?</vt:lpstr>
      <vt:lpstr>How long did this take? (Answers)</vt:lpstr>
      <vt:lpstr>Heap Sort (Example)</vt:lpstr>
      <vt:lpstr>Heap Sort (First Extract)</vt:lpstr>
      <vt:lpstr>Heap Sort (Percolate Down, Swap 1)</vt:lpstr>
      <vt:lpstr>Heap Sort (Percolate Down, Swap 2)</vt:lpstr>
      <vt:lpstr>Heap Sort (Percolate Down, Swap 3)</vt:lpstr>
      <vt:lpstr>Heap Sort - Summary</vt:lpstr>
      <vt:lpstr>“In Place” Sorting Algorithm</vt:lpstr>
      <vt:lpstr>In Place Heap Sort</vt:lpstr>
      <vt:lpstr>In Place Heap Sort (First Extract)</vt:lpstr>
      <vt:lpstr>In Place Heap Sort (First Percolate Down)</vt:lpstr>
      <vt:lpstr>In Place Heap Sort (Second Extract)</vt:lpstr>
      <vt:lpstr>In Place Heap Sort (Second Percolate Down)</vt:lpstr>
      <vt:lpstr>In Place Heap Sort (Third Extract)</vt:lpstr>
      <vt:lpstr>In Place Heap Sort (Third Percolate Down)</vt:lpstr>
      <vt:lpstr>In Place Heap Sort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160</cp:revision>
  <dcterms:created xsi:type="dcterms:W3CDTF">2023-09-26T20:08:20Z</dcterms:created>
  <dcterms:modified xsi:type="dcterms:W3CDTF">2026-04-24T22:06:33Z</dcterms:modified>
</cp:coreProperties>
</file>