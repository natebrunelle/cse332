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25"/>
  </p:notesMasterIdLst>
  <p:sldIdLst>
    <p:sldId id="257" r:id="rId4"/>
    <p:sldId id="426" r:id="rId5"/>
    <p:sldId id="453" r:id="rId6"/>
    <p:sldId id="306" r:id="rId7"/>
    <p:sldId id="307" r:id="rId8"/>
    <p:sldId id="455" r:id="rId9"/>
    <p:sldId id="407" r:id="rId10"/>
    <p:sldId id="456" r:id="rId11"/>
    <p:sldId id="457" r:id="rId12"/>
    <p:sldId id="385" r:id="rId13"/>
    <p:sldId id="458" r:id="rId14"/>
    <p:sldId id="465" r:id="rId15"/>
    <p:sldId id="466" r:id="rId16"/>
    <p:sldId id="459" r:id="rId17"/>
    <p:sldId id="460" r:id="rId18"/>
    <p:sldId id="461" r:id="rId19"/>
    <p:sldId id="462" r:id="rId20"/>
    <p:sldId id="463" r:id="rId21"/>
    <p:sldId id="464" r:id="rId22"/>
    <p:sldId id="358" r:id="rId23"/>
    <p:sldId id="35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1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16T20:53:17.2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19946 10282 0,'0'0'0,"0"0"0,0 0 0,0 0 16,0 0 0,0 0-16,0 0 15,0 0 1,9 25-16,-1 60 15,-16 69 1,-9 50-16,-9 8 16,9-33-1,0-26-15,0-17 16,17-34 0,0-42-16,0-26 15,0-9 1,0-16-16,0-9 15</inkml:trace>
  <inkml:trace contextRef="#ctx0" brushRef="#br0" timeOffset="276.54">19417 10324 0,'0'0'0,"0"0"0,0 0 0,0 0 31,0 0-15,0 0-16,9-8 0,101-26 31,172-60-31,77-25 16,-18 26-1,-42-1-15,25-16 16</inkml:trace>
  <inkml:trace contextRef="#ctx0" brushRef="#br0" timeOffset="780.8">21730 9721 0,'0'0'0,"0"0"0,0 0 16,-9 8-1,-25 26-15,-25 34 16,-35 34-16,-68 94 16,-1 8-1,61-25 1,8 8-16,34-17 16,26-17-16,34 8 15,26-16 1,16-52-1,27-41-15,-35-35 16</inkml:trace>
  <inkml:trace contextRef="#ctx0" brushRef="#br0" timeOffset="1264.42">22327 10341 0,'0'0'0,"-17"17"0,-17 43 16,0 8-1,0 0-15,8 9 16,1-1-1,8-16-15,0-18 16,8-16 0,9-9-16,0-9 15,0 1 1,34-35-16,60-33 16,8-35-1,1 9-15,-18 9 16,-34 16-1,-8 17-15,-9 26 16,0 0 0,1 17-16,-1 26 15,-17 34 1,-17 50-16,-26 26 16,1-25-1,-10-9-15,1-43 16,17-25-1,17-17-15,0-17 16</inkml:trace>
  <inkml:trace contextRef="#ctx0" brushRef="#br0" timeOffset="1560.58">23753 9729 0,'0'0'0,"8"17"0,78 51 16,33 34-1,-25 17 1,-34 26-16,-52-18 0,-50 18 31,-95 59-31,-17 9 16,43-77-16,-17 8 15,17-8 1,60-68 0,43-51-1</inkml:trace>
  <inkml:trace contextRef="#ctx0" brushRef="#br0" timeOffset="1874.81">24615 10341 0,'0'0'0,"0"0"0,0 0 0,25 17 16,27 0 0,24 0-16,35 0 15,17 0 1,-25 0 0,-35-8-16,-25-1 15,-26-8 1</inkml:trace>
  <inkml:trace contextRef="#ctx0" brushRef="#br0" timeOffset="2036.22">24717 10818 0,'0'0'0,"9"0"0,42 8 16,86 18-16,42-18 31,128-16-31</inkml:trace>
  <inkml:trace contextRef="#ctx0" brushRef="#br0" timeOffset="2934.76">28191 10044 0,'0'0'0,"0"0"0,0 0 0,0 0 0,0 0 15,-9 8 1,-8 60-16,-34 51 16,-17 26-1,-9 8-15,-8 34 16,-9 17 0,17-25-16,17-43 15,26-43 1,17-25-16,0-33 15,17-18 1,0-9-16,17-25 16,9 9-1</inkml:trace>
  <inkml:trace contextRef="#ctx0" brushRef="#br0" timeOffset="3146.15">27636 9840 0,'0'0'0,"0"0"0,9 8 16,33 26-16,61 34 15,42 0 1,94 0-16,94-17 15,34-8 1,0-9-16</inkml:trace>
  <inkml:trace contextRef="#ctx0" brushRef="#br0" timeOffset="10189.77">29924 9831 0,'0'0'0,"0"0"0,0 9 0,-9 8 16,-17 17-1,-16 17 1,-27 17-16,-7 0 16,-52 51-1,-18 17-15,36-9 16,-10 18-16,18 25 15,33-8 1,35-9 0,34 0-16,34 0 15,69-25 1,-35-69-16</inkml:trace>
  <inkml:trace contextRef="#ctx0" brushRef="#br0" timeOffset="11203.76">31861 9738 0,'0'0'0,"8"8"0,35 26 15,25 43-15,35 42 16,-1 42-1,-25 1-15,-60 8 16,-51 51 0,-43 26-16,-42 16 15,-43 1 1,-35-26-16,-50 34 16</inkml:trace>
  <inkml:trace contextRef="#ctx0" brushRef="#br0" timeOffset="40327.03">30692 9967 0,'0'0'0,"0"0"0,0 0 0,0 0 15,-9 26 1,1 25-1,-27 42-15,-24 26 16,-18 0-16,0-8 16,-8-17-1,25-35 1,34-25-16,9-8 16,0-18-1,17 1-15,9-18 16,25-33-1,34-60-15,43-43 16,9 0-16,-9 35 16,-18 33-1,-16 18 1,-8 25-16,-1 8 16,-8 26-1,-18 9-15,1 16 16,0 26-16,-18 60 15,-25 25-15,-34-9 16,-9-7 0,9-18-1,17-26-15,26-50 16,-1-18-16</inkml:trace>
  <inkml:trace contextRef="#ctx0" brushRef="#br0" timeOffset="40778.79">30060 11013 0,'0'0'0,"0"0"0,0 0 0,9 9 16,42 16 0,51 18-1,35 8 1,8-17-16,26-9 15,-1 1-15,-42-1 16,-68-8-16</inkml:trace>
  <inkml:trace contextRef="#ctx0" brushRef="#br0" timeOffset="41311.87">30436 11507 0,'0'0'0,"0"0"0,0 0 0,17 0 32,25 8-17,10 1-15,-10-1 16,9 9 0,1 0-16,-10 9 15,-16 8 1,-18 8-16,-25 1 15,-25 16-15,-27 1 0,1-18 32,-9-16-17,9-26-15,8-9 0,18-8 16,16 0 0,9 0-1,17 0 1,0 0-16,17 0 15,17 0 1,34 9-16,43 16 16,52 26-1,-10 17-15,-102-25 16</inkml:trace>
  <inkml:trace contextRef="#ctx0" brushRef="#br0" timeOffset="50057.57">26049 12519 0,'0'0'0,"0"0"0,0 0 0,0 0 16,-9 0-1,1 25 1,-9 18-16,-9 25 16,0 42-1,-16 35 1,-1-1-16,9-25 15,0-17-15,0-16 16,8-18 0,0-34-16,1-26 15,16 1 1</inkml:trace>
  <inkml:trace contextRef="#ctx0" brushRef="#br0" timeOffset="50268.75">25298 13012 0,'0'0'0,"0"0"16,0 0-16,8 8 15,35 26-15,102 9 16,77-1-1,68-16-15,77-1 16</inkml:trace>
  <inkml:trace contextRef="#ctx0" brushRef="#br0" timeOffset="123205.59">4686 16737 0,'0'0'0,"0"0"0,0 0 16,0 0-16,0 0 15,0 0 1,0 0 0,0 0-16</inkml:trace>
  <inkml:trace contextRef="#ctx0" brushRef="#br0" timeOffset="130832.02">12905 5128 0,'0'0'0,"0"0"16,0 0-16,0 0 0,0 0 15,-9 17-15,1 9 16,-9 25 0,-17 51-1,-18 17-15,1-9 16,17-25-16,0 1 15,17 7 1,17-25-16,8-8 16,26-9-1,26 0-15,43-9 16,42-16 0,34-18-1,9-8-15,-9-8 16,9-1-1,-9-8-15,26-8 16,51-1 0,-43-8-16,-25 0 15,34 0-15,25 0 16,9 9 0,-8 8-1,-18 17-15,-42 0 16,-9 0-16,35 17 15,-26 8 1,-35 1-16,18 8 16,-35-9-1,-42-8-15,-34-8 16,-9-1 0,-17 1-16,-8-1 15,-17 1 1,-1-9-16,1 0 15,-1 0 1,1-9 0,8-25-16,-17-25 15,0 25-15</inkml:trace>
  <inkml:trace contextRef="#ctx0" brushRef="#br0" timeOffset="-197321.98">2774 10665 0,'0'0'0,"0"0"0,0 0 16,0 0-1,0 0-15,0 0 16,0-9 0,25 1-16,44-9 15,42-9 1,8-8-16,-16 17 16,-10 0-16,-16 17 15,-25 9 1,-27-9-16,1 8 15,-18 9 1,-8 9 0,-34 42-16,-51 51 15,-35 17 1,1 0-16,-9 8 16,17-8-1,34-51-15,34-25 16,18-26-1,8-8-15,17-18 16,0-16 0,8-18-16,18-68 15,-1-33 1,-8 8-16,9-9 16,0 9-1,-18 34-15,1 26 16,-1 16-16,-8 9 15,0 17 1,0 0 0,0 9-16,17-1 15,17 9 1,9 0-16,25 26 16,9 33-16,9 26 15,-10 9 1,-7-1-16,-35-8 15,-9-17 1,-16 0-16,0-17 16,-9-25-1,0-1 1,0-16-16,0-1 16,-18-25-1,-16-34-15,-17-51 16,-17-34-1,0-8-15,8 25 16,-34 0-16,43 59 16</inkml:trace>
  <inkml:trace contextRef="#ctx0" brushRef="#br0" timeOffset="-188058.01">2706 12434 0,'0'0'0,"0"0"0,0 0 16,0 0-1,0 0-15,8 0 16,18-9-16,25 1 16,26-1-1,25-8 1,18 8-1,-35 1-15,-34 8 16,-17 0-16,-8 17 16,-18 17-1,-25 34-15,-25 43 16,-35 16 0,-17 9-16,-8-8 15,-1-1 1,18-16-16,34-52 15,25-33 1,9-9-16,8-8 16,1-18-1,8-34-15,0-50 16,17-43 0,9-34-1,-9 17-15,17 25 16,-9 26-16,-16 43 15,-1 16 1,1 17-16,0 9 16,-1 0-1,-8 9 1,0 8-16,0 0 16,17 8-1,9 44-15,8 41 0,0 35 16,9-1-1,8-8 1,-8-17 0,-1-25-16,-16-18 15,-1-16-15,-16-18 16,0-8 0,-1-8-16,-8-1 15,-8-8-15,-10-8 31,-33-26-31,-43-51 16,-34-26 0,17-8-16,18 9 15,-1-9-15,51 68 16</inkml:trace>
  <inkml:trace contextRef="#ctx0" brushRef="#br0" timeOffset="-152834.36">28430 12944 0,'-9'25'0,"1"69"0,-18 50 0,-238 707 0</inkml:trace>
  <inkml:trace contextRef="#ctx0" brushRef="#br0" timeOffset="-113982.24">18879 15002 0,'0'0'0,"0"0"0,0 0 0,-162 986 16,119-782-16,1-16 0,42-188 0,-17 127 0,0-59 15,8-34 1,9-17-16,-8-17 15,8-8 1</inkml:trace>
  <inkml:trace contextRef="#ctx0" brushRef="#br0" timeOffset="-113714.93">18350 15095 0,'0'0'0,"0"0"0,0 0 16,9 0-1,50 9-15,69-1 16,69-8-16,25-25 15,8-18 1,1-8 0,84-34-16</inkml:trace>
  <inkml:trace contextRef="#ctx0" brushRef="#br0" timeOffset="-113242.39">20595 14687 0,'0'0'0,"0"0"0,-9 0 16,-8 26-16,-17 50 15,-34 86 1,-18 67 0,-33 44-16,-1 24 15,69-59 1,43-16-16,33-27 0,18-59 31,17-34-31,25-34 16,18-42-16,-44-18 15</inkml:trace>
  <inkml:trace contextRef="#ctx0" brushRef="#br0" timeOffset="-112890.85">21508 15504 0,'0'0'0,"0"0"0,-8 0 0,-1 17 15,-17 17 1,1 25-1,-1 26-15,-8 26 16,0-1-16,0 9 16,0-17-1,-1-8-15,1-17 16,9-9 0,16-43-1,9-16-15</inkml:trace>
  <inkml:trace contextRef="#ctx0" brushRef="#br0" timeOffset="-112501.7">21960 14806 0,'0'0'0,"0"0"0,26 26 16,51 42-16,42 42 15,9 18 1,-8 8-1,-26-8-15,-17 16 16,-26 9 0,-34 17-16,-43 26 15,-51 34 1,-59-1-16,-35-33 16,9-52-1,51-50-15,51-60 16,43-26-1</inkml:trace>
  <inkml:trace contextRef="#ctx0" brushRef="#br0" timeOffset="-111912.1">23761 15257 0,'0'0'0,"0"0"0,0 0 0,17 0 15,52 0 1,59 9-16,17-1 16,0 1-1,34-1-15,-25-8 0,-26-8 16,-60-1-16</inkml:trace>
  <inkml:trace contextRef="#ctx0" brushRef="#br0" timeOffset="-111635.27">23386 16167 0,'0'0'0,"0"0"0,34 8 0,77 9 16,85-17 0,26-17-16,9-8 15,-1 8-15,103 34 16</inkml:trace>
  <inkml:trace contextRef="#ctx0" brushRef="#br0" timeOffset="-107055.6">26330 14993 0,'0'0'0,"0"9"0,0 67 0,-8 112 15,-18 101 1,-8 25-16,-9-42 16,18-25-1,25-51-15,8 110 16</inkml:trace>
  <inkml:trace contextRef="#ctx0" brushRef="#br0" timeOffset="-96388.05">18538 13539 0,'0'0'0,"-9"-8"0,-8-9 16,-51-9-16,-17 1 16,-1 8-1,18 25 1,0 18-16,-9 25 16,0 25-1,0 18-15,18 8 16,24 17-1,1 34-15,9 60 16,16 25 0,9 0-16,0 34 15,0 43 1,-25 33-16,-10-33 0,1-26 16,17-34-1,0-59 1,9-26-16,8-77 15,8-33 1,1-18-16,-1-16 16,1 0-1,-9-9 1,17 8-16,8-8 0,44 0 31,33-8-31,52-1 16,59 1-16,26-1 15,34-8 1,17 0 0,1-8-16,76 25 15,17 8 1,-51-8-16,76 9 0,61 8 31,-1-9-31,43 9 0,0 9 16,-8-1-1,-43 1 1,-26-18-16,34 1 16,26-9-16,-102 0 15,-86-9 1,94-16 0,-93 8-1,-112-9-15,0-8 16,-93 0-16,-52 0 15,-17 0-15,-8 9 32,-9-9-32,0-34 15,25-77 1,44-153-16,25-76 16,8 34-1,-8 17-15,-42 8 16,7 18-16,10 25 15,-18 33 1,-25 35 0,-18 43-16,-16 42 15,-18 25 1,1 26-16,-18 0 16,-8 9-1,-9 8-15,-8 0 16,-34 8-1,-43 18-15,-52 16 16,-50 18 0,-17 16-16,-27 1 15,-16-1 1,-34 1-16,-43-26 16,0 0-1,-68-9-15,-26-8 16,-26 9-1,-33-1-15,-18-16 0,0-9 16,-8-26 0,0-25-1,17-17-15,-18-9 16,-7-16 0,-18-1-1,-94 69-15,239 50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16T20:59:28.5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7596 8955 0,'0'0'0,"0"0"0,-8 26 0,-1 76 15,-8 42-15,-9 9 16,-16 35 0,-10-1-16,1-34 15,17 0 1,9-17-16,7-34 16,18-34-1,18-17-15,16-9 16,0-7-1,26-1 1,59-9-16,35-16 16,-1-26-1,52-17-15,17 0 0,26-18 16,-9 1 0,-86 17-1,18 17 1,-26 9-16,-68 25 15,-9 0 1,-17-9-16,-25 1 16,-9-1-16,-9 1 15,1-9-15,0 0 32,8-26-32,17-42 15,0-42-15,9-77 31,-9-9-31,-9 52 16,-16-1-16,-9-8 16,-9 42-1,1 35-15,-9 25 16,-9 0 0,0 8-1,9 9-15,0 17 16,0 0-1,9 0-15,-1 9 16,1-1 0,-26 1-16,-60 8 0,-77 0 15,-128 8 1,-179 35 0,-85 59-16,162 17 15</inkml:trace>
  <inkml:trace contextRef="#ctx0" brushRef="#br0" timeOffset="5405.03">10626 8590 0,'0'0'0,"-9"8"0,-25 35 16,-42 50-16,-10-8 15,18 9 1,17 50-16,-1 9 31,18-25-31,0 8 16,17 17-16,0-25 15,0-26-15,0-17 16,0-17 0,8-9-1,1-16-15,8-18 16,0 1-16,0-18 15,0 9-15,0 0 32,25 9-32,10 8 15,58 0 1,44 0-16,8-9 16,51 1-1,35-1-15,-35 1 16,60-1-16,34 1 31,18 8-31,42-17 16,-52-17-16,27 0 15,33 0 1,-17-8-16,69 8 16,17-9-16,-69 1 15,26-1 1,35 9-1,-44-8-15,-8-9 16,17 8-16,17 9 31,-51 0-31,17-9 16,0 9-16,-59-8 16,-1 8-1,-26 8 1,10 10-16,-18-10 15,-26 9 1,-16 9-16,-35-18 16,-17 9-1,-8 9-15,-43-1 16,-17-8-16,-17 9 16,-26-18-1,-34 1-15,-8-1 16,-9-8-1,-9 9 1,1-9-16,0 0 16,-1 0-16,9-9 15,9-25 1,-1-51 0,1-43-16,-9 1 15,0 8 1,-8-26-16,-1-16 15,-8 8-15,9 17 16,-1-9 0,-8 9-16,0 25 15,0 35 1,0 16-16,-8 9 16,-1 17-1,1 9 1,-1-1-16,-42 1 15,-43 8 1,-34 17-16,-94 8 16,-25 9-1,-27 26-15,-16 8 16,17 0-16,0-17 16,0 0-1,0-9-15,-17-8 16,-9-8-1,-17-1-15,-34-8 16,43-8 0,-17-9-1,25 0-15,-17-9 16,-68 9 0,51 9-16,-51 16 15,-60-8-15,9-8 16,34 8-16,-43 8 15,-43-16 1,44-9 0,-35 0-1,8 0-15,44 25 16,-52 18 0,-35 8-16,-58 25 0,161 1 15</inkml:trace>
  <inkml:trace contextRef="#ctx0" brushRef="#br0" timeOffset="9572.64">22234 8802 0,'0'0'16,"0"0"-16,-9 9 0,0 16 15,-8 43-15,0 51 16,0 43-1,0 16 1,17 10-16,0-18 16,9 0-16,-9 0 15,-9-26 1,1-8 0,-1-17-16,1-42 15,8-26 1,0-25-16,0-1 15,42 1-15,69-9 16,51-34 0,77-34-1,17-9-15,18-8 16,-10 17 0,-8 0-1,-8 0-15,-9 17 0,-26 0 31,-76 17-31,-35 8 16,-42 9 0,-26 0-16,-9-8 0,-7-1 15,-1-33-15,0-52 16,-9-67 0,-16-43-1,-18-18 1,9 10-1,0 42-15,0 0 16,0 25 0,0 26-16,8 26 0,-8 16 15,0 26 1,-9 8 0,-33 9-16,-27 9 15,-42 8 1,-111 17-16,-68 0 15,-103 25 1,-144 18 0,-180 16-16,298-25 15</inkml:trace>
  <inkml:trace contextRef="#ctx0" brushRef="#br0" timeOffset="12762.49">23667 7025 0,'0'0'0,"0"0"0,0 0 15,0 0-15,0-9 16,17-16 0,18-18-16,-1-16 15,8-9 1,10 8-16,-1-16 15,-8 16 1,-18 26-16,-16 17 16,-1 0-1,1 0-15,-1 8 16,1 9 0,-9 0-16,0 26 15,0 59-15,-17 60 16,-17 25-1,-1-17 1,18-9-16,0-25 16,0-42-1,9-18-15,-1-25 16,9-8-16,0-1 31,0-16-31,0-9 16</inkml:trace>
  <inkml:trace contextRef="#ctx0" brushRef="#br0" timeOffset="12975.17">23258 7620 0,'0'0'0,"0"0"0,8 9 0,52 16 31,59 9-15,27 9-16,58-9 15,27-9-15,-52-25 0,120-34 32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16T20:51:59.7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4421 5417 0,'-34'9'0,"-154"50"0</inkml:trace>
  <inkml:trace contextRef="#ctx0" brushRef="#br0" timeOffset="1029.63">4558 4677 0,'-9'-8'0,"-8"-1"15,9 1-15,-1-18 16,0 9-16,1 0 15,-18 0 1,9 0-16,-8 9 16,-1-1-1,0-8 1,-16 17-16,-44 0 16,-16 9-1,-26 8-15,-34 17 16,-17 17-1,8 17 1,0 60-16,-34 33 16,60-16-16,60-1 15,17 9-15,16-34 32,18-8-32,0 0 15,9 16 1,7 9-16,10 43 15,16-1-15,27-8 16,7-16 0,-8-27-1,18-8-15,41-25 16,44-18 0,42-33-16,69-35 15,8-50-15,8-52 16,-8-8-16,18-34 15,7-26 1,-33-16 0,-26-1-16,-35 18 15,1-35 1,-43 26 0,-34 8-16,-51 9 15,-60 17-15,-68-25 16,-69-26-1,-42 42-15,-69 34 16,-33 9 0,-52 26-16,-102 50 15,-86 60 1,-34 77-16,163 25 16</inkml:trace>
  <inkml:trace contextRef="#ctx0" brushRef="#br0" timeOffset="82003.11">8543 5052 0,'0'0'0,"0"0"0,0 0 16,-17 8-16,-17 35 16,-25 16-1,-52 52-15,-17 25 16,8 8-1,9 9-15,0 26 16,26 0-16,51-26 16,42 0-1,35 0 1,34-17-16,59 0 16,61-17-16,42-17 15,51-25 1,17-35-1,-8-25-15,16-8 0,1-26 32,0-17-32,8-26 15,-25 1 1,-9-18-16,1-8 0,-27-17 16,-33-17-1,-52 0 1,-34-9-1,-9-42-15,-42 9 16,-34 8-16,-34-26 16,-60-17-1,-52 26 1,-42-25-16,-102-9 16,-95 51-1,-33 50-15,-60 52 16,-35 34-1,-25 34-15,-34 34 16,0 52 0,-17 84-16,-43 93 15,205-67 1</inkml:trace>
  <inkml:trace contextRef="#ctx0" brushRef="#br0" timeOffset="103253.45">18606 8998 0,'0'0'0,"17"17"0,0 8 0,0 9 0,0 26 16,-8 42 0,0 25-1,-9 35-15,-9 25 16,0 0-16,-16-34 15,8-42 1,0-52-16,0-25 16,17-25-1</inkml:trace>
  <inkml:trace contextRef="#ctx0" brushRef="#br0" timeOffset="103510.02">17821 9125 0,'0'0'0,"0"0"0,60 9 0,59 8 15,35 0 1,42-17-16,0-9 16,-25-16-1,-26-1-15,-76 18 16</inkml:trace>
  <inkml:trace contextRef="#ctx0" brushRef="#br0" timeOffset="103921.02">20177 8624 0,'0'0'0,"-9"0"0,-42 34 16,-43 42-16,-8 35 15,-18 67 1,-34 69-16,35 25 15,34 34-15,33-25 32,52-35-32,52-24 15,7-78 1,44-42-16,153 68 16</inkml:trace>
  <inkml:trace contextRef="#ctx0" brushRef="#br0" timeOffset="104553.46">20859 9916 0,'-8'0'0,"-18"9"0,-42 16 16,0 26-16,-1 0 15,18 17 1,26-8 0,16 8-16,35 0 0,25 8 31,51-25-31,52-34 16,-9-42-1,-8-43-15,-1-17 16,-33-34-16,-44-9 0,-42 26 15,-25 17 17,-26 17-32,-17 0 15,-26 26 1,-17 33-16,8 26 16,52-8-1</inkml:trace>
  <inkml:trace contextRef="#ctx0" brushRef="#br0" timeOffset="105044.62">22976 9151 0,'-8'8'0,"-10"60"0,-24 94 16,-9 34 0,-18-9-16,-8 17 15,1-51-15,-1-26 16,17-33-16,17-35 15,26-25 1,0-17 0,9-17-16,-1-17 15,1-42 1,-9-60-16,0-17 16,8 51-1,9 42-15,-9 18 16,1 25-1,-9 25-15,-34 52 16,-9 25-16,17 17 16,26 17-1,34-25 1,26-43-16,34-26 16,76-33-1,172-60-15</inkml:trace>
  <inkml:trace contextRef="#ctx0" brushRef="#br0" timeOffset="105578.01">24051 9321 0,'0'0'0,"0"0"0,0 8 15,0 35-15,0 42 16,-17 34-1,-8 34 1,-9 0-16,17-17 16,0-42-1,-1-26-15,1-26 16,9-16 0,-1-18-16,1 1 15,-9-9-15,-17-17 16,-18-17-1,-24-9 1,-10 18-16,-16 25 16,-18 25-1,35 26-15,25 0 16,35 9-16,33 8 16,35-9-1,42-7-15,60-44 16,34-76-1,103-68-15</inkml:trace>
  <inkml:trace contextRef="#ctx0" brushRef="#br0" timeOffset="105847.08">25135 8972 0,'0'9'0,"17"101"0,-8 111 16,-18 69 0,-25 58-16,-85 18 15,-120 0-15,-34-26 16,34-85-1,-43-42-15</inkml:trace>
  <inkml:trace contextRef="#ctx0" brushRef="#br0" timeOffset="110151.3">26672 9202 0,'0'0'16,"0"0"-16,0 0 0,0 0 15,0 0 1,0 0-16,0 0 15,-9 17 1,-8 17-16,-17 8 16,-17 9-16,-9 17 31,-17 9-31,-8 17 16,-1 8-1,27-26-15,25-25 16,17-8-16,-1-18 0,1 1 31,9-18-31,8 1 16,0-1-1,0 1-15,8 8 16,35 0 0,51 17-1,43-9-15,16 1 16,1-1-16,34 9 15,-43-8 1,-51-9 0,-9 0-16,-25-9 15,-43 1-15</inkml:trace>
  <inkml:trace contextRef="#ctx0" brushRef="#br0" timeOffset="110646.74">25946 10988 0,'0'0'0,"0"0"0,0 0 16,0 0-1,9 0-15,25 8 16,51-8 0,86 0-16,0-8 15,16-9 1,163-9-16</inkml:trace>
  <inkml:trace contextRef="#ctx0" brushRef="#br0" timeOffset="111299.42">28558 9619 0,'0'0'0,"0"0"0,-9 42 15,-25 52 1,-25 76-16,-10 34 15,18 17-15,0 0 32,-26-42-32,-17-1 15,26-42-15,34-68 16,17-34 0,8-25-1,9-9-15</inkml:trace>
  <inkml:trace contextRef="#ctx0" brushRef="#br0" timeOffset="111561.79">28157 9516 0,'0'0'0,"0"0"0,0 0 16,0 9-1,25 8-15,35 26 16,43-1-16,59-16 16,17-26-1,-17-17-15,145-34 16</inkml:trace>
  <inkml:trace contextRef="#ctx0" brushRef="#br0" timeOffset="111880.58">29761 9193 0,'0'0'0,"-34"17"0,-51 60 16,-52 67-16,-33 78 15,-18 67 1,26 8-16,68-24 0,51-44 15,52-8 1,8-42 0,42-60-16,52 0 15,-42-59-15</inkml:trace>
  <inkml:trace contextRef="#ctx0" brushRef="#br0" timeOffset="112470.98">29847 10052 0,'0'0'0,"0"0"0,8-8 16,35-1-1,34-8 1,0 17 0,8 17-16,-8 17 15,-9 34-15,-25 26 16,-35 33-1,-50 27-15,-35-10 16,-9-42 0,-8-8-16,26-26 15,0-17 1,17-26-16,17-16 16,8-18-1,9 1 1,17-18-16,17-16 15,9-1-15,-1 1 16,1 16 0,-9 9-1,8 17-15,-7 0 16,16 17-16,0 9 16,17 8-16,0-9 15,9 1 1,17-26-16,-35-9 31</inkml:trace>
  <inkml:trace contextRef="#ctx0" brushRef="#br0" timeOffset="112962.51">30982 10605 0,'0'0'0,"0"0"15,0 0-15,-9 9 16,1 8-16,-1 0 15,1-9 1,8 1-16,0-1 16,0-8-1,0 0-15,0 0 16,0-8 0,8-1-16,1 1 15,-1-1 1,1 1-16</inkml:trace>
  <inkml:trace contextRef="#ctx0" brushRef="#br0" timeOffset="113447.82">31596 10639 0,'0'0'16,"-8"0"-16,-9 17 0,-34 17 15,-9 17-15,0 9 16,0 16 0,1 1-1,24-1-15,27-25 0,16-8 16,18-18-16,34-8 31,0-42-31,-1-26 16,18-34-1,-17-9-15,-17-8 16,-26 0 0,-17 9-1,-17 33-15,-9 26 16,-17 0-1,26 17-15</inkml:trace>
  <inkml:trace contextRef="#ctx0" brushRef="#br0" timeOffset="113940.5">32510 10154 0,'0'0'16,"-9"17"-16,-8 43 0,-17 42 16,-26 17-16,-8-8 15,0-1-15,-1 1 31,27-26-31,16-17 16,9-17 0,17-9-16,0-16 15,0-9-15,0-17 16,0-9 0,0-8-1,-9-17-15,1-17 16,-18 0-1,-8 17-15,-9 17 16,-8 26-16,-9 16 16,-8 35-1,8 8-15,35 0 16,16-9 0,35 1-16,25-1 15,34-25 1,-42-25-1</inkml:trace>
  <inkml:trace contextRef="#ctx0" brushRef="#br0" timeOffset="114431.78">33013 10605 0,'0'0'0,"0"0"0,-8 9 15,-1 25 1,-17 51-16,1 8 16,-1 1-1,1 8-15,8-17 16,0 0-1,8 8-15,0-25 16,9-25 0,0-18-16,-8-16 15,-1-9 1,-16-26-16,-1-25 16,-8-8-1,0 8-15,8 8 16,-8 18-1,-26 8-15,-8 25 16,-9 18 0,1 16-16,7 18 15,18-1 1,25-8-16,26-8 16,35-17-1,67-35-15,180-34 16</inkml:trace>
  <inkml:trace contextRef="#ctx0" brushRef="#br0" timeOffset="114753.84">33363 10495 0,'0'0'0,"0"0"0,0 0 15,17 25-15,-8 26 0,8 26 0,8 50 0,-8 18 0,1-1 0,-1 26 0,-17-170 0,0 205 0,-9 16 16,-59-9-16,-35-33 16,-127-43-1,-129-9 1</inkml:trace>
  <inkml:trace contextRef="#ctx0" brushRef="#br0" timeOffset="119342.45">27500 11285 0,'0'0'0,"0"0"0,0 26 16,0 25-16,0 0 16,0-8-1,0-1-15,-9 1 0,9-9 31,0 8-15,0 9-16,26 17 16,42 17-1,86 0-15,76-25 16,60-35 0,0-8-16,18 0 15,42 9 1,8 16-16,9 18 15,9 33 1,-18 35-16,1 25 16,-27 0-1,-24 9-15,-52-9 16,-43-9 0,9 1-16,-34 0 15,-43-43 1,-43-34-16,-33-26 15,-18-16 1,-26-18-16,-16 1 16,-1-1-1,1-8-15,-9 0 16,0-25-16,0-43 16,0-17-1,-9 0 1,1-9-16,-1-34 15,1-8-15,8 85 16</inkml:trace>
  <inkml:trace contextRef="#ctx0" brushRef="#br0" timeOffset="128953.84">21645 11141 0,'0'0'16,"0"0"-16,0 8 0,0 18 16,8 33-1,18 35-15,8 25 16,26 34 0,34 17-16,34 9 15,59-9 1,27-17-16,59-8 15,60-18-15,17-16 16,51-9 0,0-26-16,60-25 15,25 17 1,-42-25-16,-9-43 16,-33-26-1,33 9 1,-17 9-16,-85-1 15,17-16-15,-77 8 16,-94-9 0,0 1-16,-76 8 15,-61 0 1,-16-9-16,-26-8 31,-43-25-31,-68-18 16,-34 9-16,-17 34 15,-26 17 1,26 26-16,51-1 16,26 1-16,42-1 15,26 1 1,0-9 0,17 0-16,0 8 15,26 9-15,34 9 16,25-1-1,9 1 1,8-9-16,-8 8 16,-34 9-1,-9 0-15,-8 26 16,-18 8-16,-16 0 16,-1 0-1,1 17 1,-1-43-1</inkml:trace>
  <inkml:trace contextRef="#ctx0" brushRef="#br0" timeOffset="135197.82">16882 8870 0,'0'0'0,"-8"0"0,-9 9 0,-26 33 15,-43 26 1,-24 17-16,-1 17 16,8-8-1,18-26-15,17-9 16,25-16-1,9-9-15,17 0 16,17 0 0,34 26-1,60-1-15,68-8 16,34-25 0,9-43-16,-9-26 15,-42 9 1,-60 0-16,-60 26 15</inkml:trace>
  <inkml:trace contextRef="#ctx0" brushRef="#br0" timeOffset="135487.16">16140 10290 0,'0'0'0,"0"0"0,0 0 16,17 0-16,68-17 15,86-17 1,59-17-1,26 0-15,-8 17 16,67-25-16</inkml:trace>
  <inkml:trace contextRef="#ctx0" brushRef="#br0" timeOffset="136055.38">9858 8709 0,'0'8'0,"0"26"0,0 60 0,-9 59 15,-16 17 1,-9-26-16,-26 1 16,9-34-1,16-35-15,-7-16 16,-9-18 0,16-16-16</inkml:trace>
  <inkml:trace contextRef="#ctx0" brushRef="#br0" timeOffset="136264.86">9243 8811 0,'0'0'0,"0"0"16,0 0-16,43 25 15,42 18-15,69 16 16,0 1 0,-1-26-16,78-17 0,-44-17 15,-127-9 1</inkml:trace>
  <inkml:trace contextRef="#ctx0" brushRef="#br0" timeOffset="136525.14">11249 8445 0,'-17'17'0,"-51"68"0,-52 60 15,-25 25-15,-26 51 16,35-26 0,42 9-16,34 1 15,35-35 1,25-9-16,8 120 16</inkml:trace>
  <inkml:trace contextRef="#ctx0" brushRef="#br0" timeOffset="136898.21">11710 9457 0,'-17'8'0,"-17"18"0,-17 25 16,-35 43 0,-8-1-16,9-8 15,25-8 1,18-9-16,33-17 0,26-17 31,26-17-31,16-17 16,61-60-1,51-50-15,-9-9 0,-68 0 16,-52 25 0,-25 17-16,-17 9 31,-34 9-31,9 42 16</inkml:trace>
  <inkml:trace contextRef="#ctx0" brushRef="#br0" timeOffset="137383.15">12598 9032 0,'0'0'0,"0"51"16,-9 51-16,1 17 0,-10 17 15,-7-17 1,-9-34-16,0-17 31,8-8-31,9-18 16,0-16-1,8-18-15,9 1 16,-8-18-16,-1-8 16,-16-8-1,-10-9 1,-7 0-16,-9 8 16,8 18-1,0 33-15,9 18 0,0 16 16,17 9-1,17 0 1,8-8 0,18-9-1,34-26-15,-26-16 16</inkml:trace>
  <inkml:trace contextRef="#ctx0" brushRef="#br0" timeOffset="137849.32">13869 8930 0,'0'0'0,"-8"17"15,-26 51-15,-26 51 16,9 0-1,8-9-15,-8-8 16,0 1 0,-1-10-16,18-16 15,0-18 1,17-25 0,8-8-16,1-18 15,8 1-15,-9-18 16,1-8-1,-1-25-15,-16-9 16,-1 8 0,1 9-16,-10 9 15,-16 42 1,-34 34-16,-18 34 16,27 17-1,16 8-15,34-33 16,18-26-1,42-9-15,9-33 16,-18-9-16</inkml:trace>
  <inkml:trace contextRef="#ctx0" brushRef="#br0" timeOffset="138105.37">14014 9933 0,'0'0'15,"9"0"-15,8 9 0,9-1 16,-1-8-16,-8-8 15,26-1-15,17-25 16,-26 17-16</inkml:trace>
  <inkml:trace contextRef="#ctx0" brushRef="#br0" timeOffset="138341.34">14987 9508 0,'0'0'0,"-8"17"0,-9 60 0,-17 42 32,-9-9-32,-8 1 15,8-18-15,9-8 16,8-25-1,9-26-15,9-26 16</inkml:trace>
  <inkml:trace contextRef="#ctx0" brushRef="#br0" timeOffset="138604.12">15764 9074 0,'0'0'0,"9"60"0,8 50 16,8 43 0,-33 60-16,-69 8 15,-102 43 1,-9-26-16,-60-8 15,-67 8 1</inkml:trace>
  <inkml:trace contextRef="#ctx0" brushRef="#br0" timeOffset="140872.4">13895 11447 0,'0'0'0,"0"9"0,8 33 31,44 60-31,24 60 16,44 76-1,42 42-15,51 35 0,103 17 31,34-9-31,0-25 16,120 8 0,50-26-16,18-33 15,8-51 1,154-43-16,102-43 16,-8-59-1,85-59-15,9-43 0,-9 17 31,0-26-31,-8-25 16,-27 9 0,-84 16-16,-86 1 15,-110-9 1,-129 8-16,-94 9 16,-136-9-1,-51-25-15,-26 9 16,-43 8-1,-34 8-15,-42-16 16,-52-18 0,-16 26-1,-1 34-15,-17 17 16,0 17 0,34 9-16,9-1 15,17 1-15,0-1 16,17 1-1,0-9 1,43 17-16,76 0 16,52-9-1,0-16-15,-9-9 16,-17 8 0,-43 9-16,-33 9 15,-18 16-15,-34 43 16,-51 94-1,-60 42-15,-94 26 16,-42-26 0,-1-60-16,-67 26 15</inkml:trace>
  <inkml:trace contextRef="#ctx0" brushRef="#br0" timeOffset="141475.75">13673 12229 0,'0'0'0,"0"0"16,0 0-16,9-25 15,8-35 1,8-42-16,1-42 15,-9-35-15,8 26 16,-16 34 0,0 17-16,-1 25 15,1 35 1,-1 8 0,9 17-16,0 17 15,52 34 1,84 59-16,69 18 15,68 0 1,69 16-16</inkml:trace>
  <inkml:trace contextRef="#ctx0" brushRef="#br0" timeOffset="150748.21">10515 4099 0,'0'0'0,"-8"0"0,-1-8 0,0-1 15,1 1 1,-1-1-1,9 9-15,0 0 16,0 0 0,-8 34-16,-9 34 15,-26 51 1,-8 9-16,0-9 16,8-26-1,17-25 1,9-34-16,9-8 0,-1-18 31,1 1-31,8 0 16,0-1-16,0 1 15,-9-9 1,9 8-16,0-8 16,0 0-16,0 0 15,0 0 1,-8 0-16,-1 9 15,1 8 1,-1 0-16,1 0 16,8 0-1,0-9 1,0 1-16,0-1 16,0 1-1,0-1-15,0-8 16,0 0-1,0-8-15,34-9 16,34-17 0,0-9-16,-42 26 15</inkml:trace>
  <inkml:trace contextRef="#ctx0" brushRef="#br0" timeOffset="151438.5">10259 4218 0,'0'0'0,"-9"0"0,-25 9 16,-8-1 0,8 1-1,16-1-15,1 1 16,9-9-16,-1 0 16,1 0-1,8 0-15,0 0 16,-9 0-1,1 17-15,-1 17 16,-8 25 0,17 9-1,9 17-15,25 43 16,8 8 0,1 9-16,0-35 15,-18-33-15,-8-26 31,-8-26-31,0-8 16,8-17-16,8-25 16,26-69-1,35-33-15,8-18 16,8 17-16,35-25 16,-9 34-1,-86 85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16T21:05:16.02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21363 2977 0,'0'8'0,"17"43"0,-8 43 0,-18 25 0,-25 34 16,-34 25-1,-1-33-15,18-60 16,17-25 0,8-26-16,9-9 15,17-16 1,0-18-16,52-25 15,76-77 1,76-76-16,1 17 16,9 9-1,-10 16-15,-24 52 16,-18 33 0,-51 43-16,-34 26 15,-18 25-15,-16 59 16,-26 60-1,-34 43 1,-9-18-16,9-50 16,0-26-1,0-42-15,17-26 16,0-17 0,0-17-16</inkml:trace>
  <inkml:trace contextRef="#ctx0" brushRef="#br0" timeOffset="300.88">20501 4346 0,'0'0'0,"68"0"0,137 17 16,154 0 0,76-26-16,0-8 15,-76-8 1,-27-18-16,-24 1 15,-86 16 1,-52 1-16,129-9 16</inkml:trace>
  <inkml:trace contextRef="#ctx0" brushRef="#br0" timeOffset="2787.68">22174 6710 0,'0'0'0,"0"17"15,0 60-15,8-18 16</inkml:trace>
  <inkml:trace contextRef="#ctx0" brushRef="#br0" timeOffset="4604.57">25852 3147 0,'0'0'0,"-8"0"0,-1 8 16,-25 9 0,-17 9-16,-34 33 15,-43 26 1,-35 17-16,1-17 16,34-8-16,9 16 15,25 9 1,43-16-1,34-27-15,34 9 16,77 0-16,85 0 16,77-25-1,25-35-15,-42-33 16,-42-9 0,110-26-16</inkml:trace>
  <inkml:trace contextRef="#ctx0" brushRef="#br0" timeOffset="4934.51">24888 4822 0,'0'0'0,"0"0"0,51 17 31,69 26-31,33-1 16,9-16-16,26-9 15,17-9-15,-26-16 32,103-18-32</inkml:trace>
  <inkml:trace contextRef="#ctx0" brushRef="#br0" timeOffset="5269.47">28430 3019 0,'0'9'0,"-9"59"0,-16 136 0,-1 93 15,9-7 1,-9 33-16,1 17 16,25-17-16,0 43 15,0 16 1</inkml:trace>
  <inkml:trace contextRef="#ctx0" brushRef="#br0" timeOffset="22172.06">21252 5230 0,'0'0'0,"0"0"0,0 0 16,0 0-16,0 0 0,9 0 31,8 9-31,25-9 15,18 8 1,17 1-16,42 8 16,1 0-1,-52 8-15,-8 9 16,0 34 0,-1 26-1,-16 25-15,-26 34 16,-34 26-16,-26-1 15,-33 1 1,-27-35-16,9-33 16,17-17-16,18-52 15,25-16 1,16-26-16,18-17 16,26-43-1,59-68 1,43-25-16,-17 34 15,-8 34 1,-26 43-16,-9 25 16,0 17-1,0 8-15,-16 26 16,7 17-16,1 9 16,0-1-1,-9-16 1,9-9-16,17-9 15,-9-25 1,-42-8-16</inkml:trace>
  <inkml:trace contextRef="#ctx0" brushRef="#br0" timeOffset="22717.39">22814 4831 0,'0'0'0,"0"0"0,0 0 16,0 0-1,0 0 1,0 0-16,0 0 16,-9 8-16,1 18 15,-9 8 1,0 17 0,0 0-16,0 8 15,-1 9-15,18-8 16,0-18-1,0 1 1,9-1-16,34-8 16,16-8-1,10-18-15,8 1 16,-35-9 0</inkml:trace>
  <inkml:trace contextRef="#ctx0" brushRef="#br0" timeOffset="22999.87">23241 4499 0,'0'0'0,"0"0"0,0 0 15,-9 8-15,-8 18 16,-9 16 0,-8 1-16,17-1 15,9-16 1</inkml:trace>
  <inkml:trace contextRef="#ctx0" brushRef="#br0" timeOffset="30903.2">22336 7577 0,'0'0'0,"0"0"0,0 0 16,0-8-1,8 8-15,1 0 16,0 0-16,-1 25 16,1 52-1,-35 85 1,-42 42-16,-1 8 16,10-8-1,-1-16-15,0-35 16,26-34-1,17-60-15,17-25 16,0-17 0,26-17-16,42-42 15,68-43 1,18-26-16,-17-8 16,8-17-1,8 17-15,-16 34 16,-26 25-1,-17 35-15,17 25 16,-17 51 0,-26 51-1,-43 68-15,-16 26 0,0-35 32,-18-59-32,0-25 15,1-35-15,-1-16 16,9-18-1,0-8-15</inkml:trace>
  <inkml:trace contextRef="#ctx0" brushRef="#br0" timeOffset="31312.86">25468 7731 0,'0'0'0,"-8"0"0,-1 25 15,-16 18-15,-27 8 16,1 17-1,-17 8 1,-26 18-16,17-26 16,35-34-1,24-9-15,18 1 16,18 8-16,58 8 16,52-8-1,52-25-15,-1-9 16,-51-9-1,-43 1-15,-34-1 16,-16 1 0,-18 8-1</inkml:trace>
  <inkml:trace contextRef="#ctx0" brushRef="#br0" timeOffset="31555.19">24888 8930 0,'0'0'0,"0"0"0,34 8 15,68 9-15,52-8 16,51-9-1,8-9-15,-25-25 16,-43-34 0,-85 34-16</inkml:trace>
  <inkml:trace contextRef="#ctx0" brushRef="#br0" timeOffset="32222.12">27781 7722 0,'0'0'0,"26"26"0,17 33 16,8 43-1,0 43-15,-43 25 16,-50 17 0,-44 17-16,-33 0 15,-1-51-15,10-34 16,7-42-1,35-43-15,8-9 16,9-16 0,17-18-16,17-16 15,8-18 1,9 1 0,17-1-16,17 9 15,18 9 1,-1 16-16,17 26 15,17 34-15,9 9 16,-25-1 0,-18-16-16,0-1 15,0-16 1,9-26 0,-34 0-16</inkml:trace>
  <inkml:trace contextRef="#ctx0" brushRef="#br0" timeOffset="32618.35">29147 7169 0,'0'0'0,"-9"0"16,-8 17-16,-8 26 16,-10 16-16,1 9 15,0 0 1,-8 17-16,7-17 15,10-16 1,25-1-16,8-9 16,9-16-16,9-9 31,8-17-31,26-26 16,-26 9-16</inkml:trace>
  <inkml:trace contextRef="#ctx0" brushRef="#br0" timeOffset="32782.57">29318 6404 0,'-9'17'0,"9"25"0,9 137 16</inkml:trace>
  <inkml:trace contextRef="#ctx0" brushRef="#br0" timeOffset="33555.72">20689 9772 0,'0'0'0,"0"0"16,-9 0-16,-8 25 0,-8 26 15,-18 43 1,0 25 0,0 8-1,9 1-15,17-9 0,17-17 16,9-17-1,25-17 1,-8-42-16</inkml:trace>
  <inkml:trace contextRef="#ctx0" brushRef="#br0" timeOffset="33875.46">21704 10248 0,'0'0'0,"-8"8"0,-35 43 16,-17 34-1,1 9 1,16-9-16,17-8 16,26-18-1,17-8-15,18-8 16,33-26-1,34-43-15,35-42 16,-9-34 0,-26 0-1,-33 8-15,-35 18 16,-17 33-16,-17 18 16,-17 16-1,-34 9-15,25 9 16</inkml:trace>
  <inkml:trace contextRef="#ctx0" brushRef="#br0" timeOffset="34344.19">22788 10639 0,'0'0'0,"0"0"16,-8 26-16,8 25 0,8 0 16,9-17-1,18-9-15,7-8 16,18-17 0,8-17-1,0-17-15,-8-17 16,-9 0-16,-8 17 15,-17 9 1,-9 8 0,-9 0-16,1 17 15,-9 0 1,-9 8-16,1 60 16,-18 60-1,-25 59 1,-9 8-16,-17-25 15,-25 26-15,0-43 16,25-76 0,8-26-16,1-26 15,8-16 1,1-18-16,33 9 16</inkml:trace>
  <inkml:trace contextRef="#ctx0" brushRef="#br0" timeOffset="34809.08">24017 11056 0,'0'0'0,"0"8"0,17 18 0,0 16 15,-8 18 1,-18 8 0,-25 17-16,-8 9 15,-18-9 1,9-26-16,8-25 15,9-17 1,0-17-16,17-8 16,0-1-16,17-16 15,0 8 1,8 0 0,9 17-16,17 0 15,18 25-15,7 9 16,-16 9-1,0-1 1,-9-8-16,0-8 16,-17-18-16</inkml:trace>
  <inkml:trace contextRef="#ctx0" brushRef="#br0" timeOffset="35272.83">25187 10180 0,'0'0'0,"0"8"0,-26 35 0,-34 50 15,-8 9 1,0-8 0,8-17-1,9-9-15,17-26 16,17-16-16,17-18 16,0 1-16,68-26 31,51-17-31,9-26 15,-8 9 1,-26 17-16,0 26 16,-26 16-16,-17 18 15,-17 8-15,-34 34 32,-17 17-32,0-9 15,0-25 1,17-17-16,9-17 0</inkml:trace>
  <inkml:trace contextRef="#ctx0" brushRef="#br0" timeOffset="35676.56">27969 9993 0,'0'0'0,"0"0"0,-9 8 0,-25 18 16,-51 16-16,0 1 31,16-1-31,18 1 16,17-9-16,17-9 15,0 9 1,17-8-16,34 8 16,43 17-1,51-9 1,17-7-16,-26-35 0,-67 0 31</inkml:trace>
  <inkml:trace contextRef="#ctx0" brushRef="#br0" timeOffset="35888.44">27209 11141 0,'9'0'0,"34"17"0,42 0 16,77 0 0,26-17-16,-9-34 15,128-43-15</inkml:trace>
  <inkml:trace contextRef="#ctx0" brushRef="#br0" timeOffset="36288.08">30034 10171 0,'0'0'0,"-8"0"15,-26 43-15,-43 33 0,17 18 32,9 0-17,-17 16-15,-9 26 0,17-25 16,26-26-16,17-26 16,8-8-1,9-17-15,26-8 16,34-18-1,59-42 1,-50 0-16</inkml:trace>
  <inkml:trace contextRef="#ctx0" brushRef="#br0" timeOffset="36459.83">30589 9568 0,'0'0'0,"0"0"0,0 8 15</inkml:trace>
  <inkml:trace contextRef="#ctx0" brushRef="#br0" timeOffset="39214.49">20868 9083 0,'0'0'0,"0"0"0,0 0 15,0 0-15,0 0 16,0 0 0,0 0-1,0 0-15,-9 25 16,-25 60-16,-51 77 31,-26 110-31,9 51 0,8-17 16,0-8-1,-9-9 1,-8-34-16,26-42 16,0-34-1,25-52-15,17-25 16,18-17-16,25-25 16,17-1-1,68 1-15,137-9 16,145-17-1,51-26-15,26-8 16,60 9 0,-1 25-16,-42 0 15,-34 17-15,-35 0 16,-59 0 0,-8 0-1,-18 9 1,-17 8-16,-51-26 15,-60-25 1,-34-8-16,-17-18 16,-34-33-1,17-43-15,17-60 16,-8-76 0,25-51-16,0-26 15,-26 9 1,-8 17-16,-17-34 15,-34 50 1,-17 61-16,-18 8 16,-8 34-1,-8 51-15,-1 34 16,1 25 0,-9 9-16,-9 17 15,1 0 1,-26-9-16,-69 9 15,-84 9 1,-155 8-16,-187 17 16,-179 9-1,-137 16-15,-137 18 16,461-18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16T21:13:31.91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16293 10146 0,'0'0'0,"0"0"0,0 0 15,0 8 1,0 26-1,0 51 1,9 77-16,-9 34 16,-9 25-1,-16-9-15,-1-42 0,9-42 32,8-34-32,9-35 15,0-16 1,0-18-16,0-16 15</inkml:trace>
  <inkml:trace contextRef="#ctx0" brushRef="#br0" timeOffset="322.14">15627 10222 0,'0'0'0,"0"0"0,0 0 15,69-17-15,76-17 16,26-25-1,33-9 1,-7 8-16,-35 9 16,9 17-1,-35 9-15,-42-1 16,-43 18 0</inkml:trace>
  <inkml:trace contextRef="#ctx0" brushRef="#br0" timeOffset="709.22">17531 10018 0,'0'0'0,"-26"17"0,-34 77 16,-16 42-16,7 8 15,1 52 1,0 51-1,17 8-15,42-34 0,26-17 16,17-34 0,17-51-1,26-34-15,17-51 0,-43-34 16</inkml:trace>
  <inkml:trace contextRef="#ctx0" brushRef="#br0" timeOffset="1294.11">18359 10775 0,'0'0'0,"-9"26"0,-8 42 16,0 17-16,0 0 15,-9 0 1,1 0-16,8-9 15,0-16 1,8-18-16,9-16 16,0-9-1,0-8-15,17-9 16,26-43 0,25-51-1,43-42-15,-17 9 16,-26 25-1,0 25-15,-8 18 16,0 16 0,0 18-16,17 8 15,-9 17 1,-17 17-16,-8 8 16,-18 35-16,1 25 15,-26 25 1,-17 9-16,-17-8 15,17-26 1,0-26 0,17-7-16,0-35 15</inkml:trace>
  <inkml:trace contextRef="#ctx0" brushRef="#br0" timeOffset="1577.14">20313 10078 0,'0'8'0,"43"69"0,17 101 16,-18 61 0,-67 41-16,-112 69 15,-162 119 1,-247 76-16,179-263 16</inkml:trace>
  <inkml:trace contextRef="#ctx0" brushRef="#br0" timeOffset="6001.57">21064 10818 0,'0'0'0,"0"0"0,0-9 0,0 9 15,0 0 1,9 0-16,25-8 16,26-1-1,34 9 1,25 0 0,18-8-16,-18-1 0,-25 1 15,-26 8 1,-34 0-1</inkml:trace>
  <inkml:trace contextRef="#ctx0" brushRef="#br0" timeOffset="6365.27">21167 11617 0,'0'0'0,"0"0"0,34 9 16,51 8 0,86 17-1,-9-9 1,-102-16-16</inkml:trace>
  <inkml:trace contextRef="#ctx0" brushRef="#br0" timeOffset="16708.2">4378 13939 0,'0'0'0,"-8"0"0,-1-9 0,1 1 0,-1-1 15,1 1-15,-1 8 16,1 0 0,8 0-16,0 0 15,0 0 1,0 0-16,17-9 16,25 9-1,44-8 1,25 8-16,17 0 15,0 8-15,-26 9 16,-16 0-16,-27 9 31,-7 16-31,-18 35 16,-34 50 0,-26 18-16,-34-9 15,-17 9-15,9-9 31,0-34-31,17-17 16,17-34-16,16-26 16,1-16-16,0-1 15,9-8 1,-1-34-16,-8-68 16,17-51-16,0-51 15,9 0 1,-1 34-1,1 51-15,-1 25 16,-8 26 0,0 26-1,0 8-15,0 17 16,0 0 0,0 8-16,0 9 15,0 9-15,26 50 16,8 60-16,9 43 15,25 8 1,9-17 0,-17-25-16,-18-43 15,-8-26 1,-8-16 0,-17-18-16,-1-16 0,1-1 31,-18-8-31,-34-17 15,-50-51 1,-18-34-16,0-17 16,-17-8-16,-26-10 15,34 27 1,-25 50-16,-145-8 16</inkml:trace>
  <inkml:trace contextRef="#ctx0" brushRef="#br0" timeOffset="21015.69">22985 10197 0,'0'0'0,"0"0"0,0 25 0,0 18 16,-9 42-1,-8 25 1,-17 35-16,-17 25 16,-9 17-1,0-17-15,35-42 16,7-9-16,18-8 16,0-35-1,9-25 1,-9-25-1,0-9-15,0-17 16</inkml:trace>
  <inkml:trace contextRef="#ctx0" brushRef="#br0" timeOffset="21424.17">22268 10282 0,'0'0'0,"0"0"0,0 0 16,0 0-16,0 0 16,25-9-16,26 1 15,60-9 1,86 0-16,25 8 16,-9 1-1,-17-1 1,-34 1-1,-16-18-15,-18 1 0,-69 16 16</inkml:trace>
  <inkml:trace contextRef="#ctx0" brushRef="#br0" timeOffset="21826.94">24504 9874 0,'0'0'0,"0"0"0,-9 0 16,-16 34-16,-44 42 15,-33 69 1,-69 50-16,9-7 15,8 33 1,26 42 0,69 9-16,76 9 15,85-26-15,95-8 16,67 25 0</inkml:trace>
  <inkml:trace contextRef="#ctx0" brushRef="#br0" timeOffset="30519.81">24956 10563 0,'0'0'0,"0"0"0,-8 8 0,-9 26 16,-26 60 0,-25 76-1,-9 25-15,9-33 16,-1-18 0,27 10-16,7-44 15,10-33 1,8-43-16,8-9 15,9-16-15,26-35 16,34-50 0,51-52-1,51-42-15,8-17 16,-33 42 0,-26 26-16,8 34 15,1 26 1,-52 33-16,-8 26 15,-9 26-15,-8 25 16,-9 42 0,-34 35-16,-17 8 15,-26 0 1,1-17 0,7-25-16,18-43 15,17-34 1,0-17-16</inkml:trace>
  <inkml:trace contextRef="#ctx0" brushRef="#br0" timeOffset="30751.95">26399 11439 0,'0'0'0,"8"8"0,35 9 16,25 9 0,9-1-1,-17-16-15,-1-9 16,1-26-16,-26 9 15</inkml:trace>
  <inkml:trace contextRef="#ctx0" brushRef="#br0" timeOffset="31005.68">27807 10384 0,'-9'17'0,"-16"60"0,-52 152 31,9 69-31,16-35 16,-7 1-16,-10-34 15,-24 8 1,-36 93-16</inkml:trace>
  <inkml:trace contextRef="#ctx0" brushRef="#br0" timeOffset="32588.79">28404 10086 0,'0'0'0,"0"0"0,0 9 0,26 25 16,25 42 0,9 35-16,-9-1 15,9 35 1,0 17-16,-18-9 16,-8-9-1,-42 26-15,-18-8 31,-16-34-15,-10-1-16,-16 1 0,-17-9 31,-18-43-31,18-50 16,42-26 0</inkml:trace>
  <inkml:trace contextRef="#ctx0" brushRef="#br0" timeOffset="32912.18">29770 10665 0,'0'0'0,"-9"8"0,1 60 15,-18 34-15,-16 17 16,-1 17 0,-8 34-16,17-8 15,-1-43 1,1 0-16,-8-17 15,24-59 1</inkml:trace>
  <inkml:trace contextRef="#ctx0" brushRef="#br0" timeOffset="33084.37">29266 11149 0,'17'9'0,"69"25"0,-86-34 0,205 93 16,119 35 0,34-9-16</inkml:trace>
  <inkml:trace contextRef="#ctx0" brushRef="#br0" timeOffset="44148.77">7391 10571 0,'0'0'0,"0"0"0,0 0 0,0 0 15,-8 0 1,-18 17-1,-17 9-15,-25 33 0,0 26 32,17 0-32,-1 9 15,18 8-15,26 8 16,16 9 0,18-8-1,8-9-15,51 17 16,69 0-1,17-34-15,68-25 16,34-18 0,26-25-16,-1-8 0,10-1 15,-1 9 1,-26-8 0,27-1-16,-35-8 15,60 9-15,-18-18 16,1-16-1,17-1-15,-51 1 32,51-1-32,-69 1 15,-50-9 1,-18 0-16,-51 0 16,-60 8-16,-33 1 15,-35-1 1,-34-42-1,-77-59-15,-94-27 16,-102-7 0,-26 16-16,-8 9 0,-60 0 31,8 51-31,-34 17 16,-33 26-16,-10 25 15,9 42 1,35 35-16,59 42 0,8 34 15</inkml:trace>
  <inkml:trace contextRef="#ctx0" brushRef="#br0" timeOffset="44829.97">31118 10529 0,'0'0'0,"0"0"0,0 0 16,9 34-1,-1 76-15,-16 86 16,-43 59 0,-18 17-16,10 43 15,25-18 1,42-67-16,35 93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4-06-26T17:24:58.0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26141 12453 0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16T21:14:44.39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29915 2585 0,'0'0'0,"0"0"0,17 9 16,85 16-1,137 18-15,146-1 16,135 9 0,-102 0-16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16T21:15:59.888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6102 5911 0,'0'0'0,"0"0"0,18 0 16,24 8-16,52 9 16,60 9-16,85-18 15,68-8 1,43-17-16</inkml:trace>
  <inkml:trace contextRef="#ctx0" brushRef="#br0" timeOffset="5336.72">10592 8436 0,'0'0'0,"0"0"16,0 0-16,0 0 15,0 0-15,-9 17 16,-8 17-1,-17 34 1,-9 9 0,9-9-16,17-8 15,0-18-15,17 9 16,0-8-16,0-1 16,9-16-1,8 8 1,0-9-1,17 1-15,17-9 16,35 8 0,42-16-16,25-1 15,26 1 1,52-1-16,8 1 0,0-9 31,8 8-15,-8 9-16,0 0 0,17 26 15,0 8 1,-17 8 0,-51-16-16,-34-1 15,-35-8-15,-42-8 16,-26-18-16,-25 1 31,-1-1-31,-16-8 0,0-8 16,-1-18-16,-16-50 31,-10-35-31,1 9 16,0-42-16,-17-162 31</inkml:trace>
  <inkml:trace contextRef="#ctx0" brushRef="#br0" timeOffset="7120.03">14509 8343 0,'0'0'0,"0"0"0,0 0 16,0 8-16,9 18 0,-1 16 16,-16 52-1,-18 34 1,-8-1-16,0 1 16,17 8-1,17-17-15,9-34 16,16-17-16,9-17 31,77 0-31,103-17 16,93-60-1,68-33-15,-16-18 16,42 1 0,26 16-16,8 18 15,-25 8 1,-35 25-16,43 35 15,-8 8 1,-17 25-16,-1 26 0,-33-8 16,-35-18-16,-34 1 15,-59-9 17,-43-8-32,-52-18 15,-42-8-15,-43-8 16,-17-1-1,-8-8 1,-9-8-16,0-9 16,9-34-1,-1-86-15,-42-67 16,-34-119 0</inkml:trace>
  <inkml:trace contextRef="#ctx0" brushRef="#br0" timeOffset="28331.93">5351 9619 0,'0'0'0,"0"0"0,0 0 0,0 0 16,0 0-16,0 0 16,0 0-16,0 0 31,0 0-31,-8 8 16,-1 18-16,9 25 15,0 17 1,0-9-16,9 1 15,8-9 1,0-17 0,17 0-16,9-9 15,8 1 1,0-1-16,18-16 16,7-1-1,44 1-15,8-1 16,8 1-1,10-1-15,16 1 16,0 8 0,-9 0-1,44 0-15,8 8 16,8-8-16,17 9 16,-16-9-1,-1-9-15,1-8 16,-52 0-1,-34-8-15,-17-1 16,-26-8 0,-17 9-16,-16-1 15,-27 1 1,1-1-16,-1 1 16,-8-1-1,0 1-15,1-9 16,-10 8-1,1-8 1,-1-8-16,-8-9 0,-34-60 16,8 26-1</inkml:trace>
  <inkml:trace contextRef="#ctx0" brushRef="#br0" timeOffset="46373.08">3568 10784 0,'0'0'15,"0"0"-15,-9 17 0,9 17 0,0 8 32,0 1-32,0-9 15,0 0 1,9 0-16,-1-9 15,1 1-15,-1-1 16,9 1 0,0-1-1,17 1-15,52-9 16,25 0 0,0-9-16,17-16 0,42-1 31,18 1-31,9-9 15,33 0-15,9 8 16,43 9 0,8 0-1,-9 17-15,-16 0 16,0 0 0,25 9-16,0-1 15,17 1 1,1-1-16,16-8 15,-34 0 1,-8-17-16,-1-17 16,-16 9-1,-9-9-15,-9 0 16,-8 0 0,-8 8-16,-26 9 15,-43 0 1,-17 0-16,-34 9 15,-51-1 1,-35-8-16,-16 0 16,-9 0-1,-9-8-15,-16-9 16,-27-34 0,-24-51-16,-104-145 15</inkml:trace>
  <inkml:trace contextRef="#ctx0" brushRef="#br0" timeOffset="59550.24">8211 11387 0,'0'0'0,"0"0"0,0 0 16,0 9-16,0 8 16,0 17-16,-9 17 15,1 17 1,-18 17-16,0 9 16,9-18-1,9-8-15,8-8 16,0-9-1,25 0-15,27 0 16,-1 0 0,9-17-1,25-9-15,68 1 16,35-9 0,-34-9-16,68-8 15,25 9 1,-8-18-16,26 1 15,17-1-15,-9 1 16,17-1 0,-9 1-1,10-9-15,-18 0 16,8-9 0,1 1-16,-17-1 15,-18 9 1,-42 9-16,-17-1 15,-35-8-15,-42 9 16,-34-1 0,9-8-1,-1-8-15,-17-1 16,-25 1 0,-18-1-16,-7-16 15,-18-9 1,-18-51-16,1 42 15</inkml:trace>
  <inkml:trace contextRef="#ctx0" brushRef="#br0" timeOffset="64623.59">6290 13037 0,'0'0'16,"0"9"-16,0 16 0,17 26 15,0 34-15,0 34 32,-8 1-32,0-1 0,-1 0 15,-8-17 1,17-9-16,0-16 16,0-18-1,17-16-15,43-9 31,34-9-31,26-16 16,68-26-16,34-9 16,25 1-1,9-9-15,17 8 0,60 1 16,0-1 15,26 18-31,-9 8 16,-26 8-1,18 18-15,-18-1 16,-17-16 0,61-9-16,16-26 15,-17-16-15,34-18 32,26 9-32,-43 9 15,-34 8-15,-9 17 16,-25-9-1,-8 9-15,25 9 16,-60-9 0,-43 0-16,-33 17 15,-52-9 1,-26 1-16,-8-1 16,-42 9-1,-35 0 1,-26 0-16,-7 0 15,-10 0 1,1-8-16,8-9 16,0-17-16,-9-9 15,1-25 1,-9-17-16,-9-9 16,9 52-1</inkml:trace>
  <inkml:trace contextRef="#ctx0" brushRef="#br0" timeOffset="66323.97">17300 12961 0,'0'0'0,"0"0"0,0 0 0,0 0 0,0 0 16,0 0 0,0 0-1,0 0 1,0 0-16,0 0 0,0 0 15,0 17 1,0 0 0,0 17-16,0 0 15,0 8 1,0 9 0,9 0-16,-1 0 15,1 9 1,8 8-16,-8 0 0,8 0 31,0 9-31,17 8 16,0-9-16,9-16 15,-9-1 1,0 1 0,17-1-16,17-16 15,60-26 1,52-17-16,25-26 0,59-25 15,43-8 1,-8 8 0,34 0-1,17 17-15,8 8 16,43 9-16,-8 0 16,-9 0-1,26 17 1,0 9-16,-18-18 0,1 1 31,42 8-15,26-9-16,-34 1 0,-18-9 31,10 0-31,16 0 16,-8 8-16,-69 9 15,9 0 1,-8 9-16,-44 8 15,-25 0 1,-42 0-16,-43 0 16,-17 0-1,-26-9-15,-26-8 16,-25-8 0,-25-1-16,-27 1 15,-7-1 1,-1-33-16,17-35 15,0-50 1,1-61-16,-18-33 16,0-102-1</inkml:trace>
  <inkml:trace contextRef="#ctx0" brushRef="#br0" timeOffset="84776.77">2193 15206 0,'0'0'0,"0"0"0,0 0 16,0 0-16,0 8 15,0 18 1,0 51-16,0 50 15,-8 60 1,-9 68-16,-17-25 16,0-17-1,-9 8-15,0-43 16,1-25 0,16-25-16,9-60 15,0-34 1</inkml:trace>
  <inkml:trace contextRef="#ctx0" brushRef="#br0" timeOffset="85147.11">1451 15478 0,'0'0'0,"0"0"15,0 0-15,8-8 16,27-1-1,59-8-15,16-8 16,18 8-16,43-9 31,43 1-31,-27-9 0,18 8 16,9 9 0,-52 9-1,-17-1-15,136-17 16</inkml:trace>
  <inkml:trace contextRef="#ctx0" brushRef="#br0" timeOffset="85595.7">4080 15027 0,'0'0'0,"0"0"0,-17 26 0,-26 50 16,-34 35-1,0 34-15,9 50 16,8 9 0,18 0-16,33-8 15,18-26-15,8 0 16,25-8-1,35-1 1,26-25-16,-18-42 16,26-17-1,17-35-15,154-16 0</inkml:trace>
  <inkml:trace contextRef="#ctx0" brushRef="#br0" timeOffset="86285.08">5386 15580 0,'0'0'0,"0"34"16,0 34-16,-9 34 15,0 26 1,-8 16-16,-8-8 16,-18-25-1,9-34-15,17-35 16,0-16 0,8-18-1,9 1-15,9-35 16,25-59-1,26-59-15,17-27 16,34 10-16,-18 16 16,-16 35-1,0 16 1,0 18-16,17 8 16,8 17-16,-8 25 15,-17 18-15,-9 25 31,0 25-31,9 43 16,-9 26-16,-16 16 16,-1 9-1,-17-17-15,-25-8 16,-9-26 0,0-26-1,8-24-15,1-18 16,-9-17-1,0 0-15</inkml:trace>
  <inkml:trace contextRef="#ctx0" brushRef="#br0" timeOffset="86766.21">6965 14611 0,'0'0'0,"0"0"0,0 0 0,0 0 16,0 0-16,0 0 16,0 17-1,8 0-15,26 25 16,43 35 0,17 8-1,0 8-15,25 26 16,35 17-1,-9-8-15,-43 0 16,-25 25 0,-34 0-16,-60 51 15,-111 85 1,-120 51-16,-119 17 16,43-93-16</inkml:trace>
  <inkml:trace contextRef="#ctx0" brushRef="#br0" timeOffset="90946.88">8398 15368 0,'0'0'0,"0"0"0,0 0 0,0 0 16,0 0 0,9 0-16,17 0 15,16 0 1,78 0-16,42 8 16,-34 1-1,-26-9-15,9 0 16,-25 8-1,-61 1 1</inkml:trace>
  <inkml:trace contextRef="#ctx0" brushRef="#br0" timeOffset="91242.82">8706 16124 0,'0'0'0,"0"0"0,17 0 0,42 9 16,35-1 0,120-16-1,16-1-15,9 1 16,120-1 0</inkml:trace>
  <inkml:trace contextRef="#ctx0" brushRef="#br0" timeOffset="104707.01">10797 14823 0,'0'0'0,"0"0"0,0 0 16,0 0-1,8-8-15,43-1 16,18-8-16,-1 0 16,26 0-1,34 17 1,43 26-16,-18 33 15,-16 26 1,-9 51-16,-9 52 0,-50 33 16,-69 42-1,-43 1 1,-25-17-16,-18-26 16,-8-51-1,1-43 1,7-42-16,26-42 15,9-26 1,17-34-16,0-26 16,8-59-1,35-42-15,16 8 16,35 34 0,9 17-16,-10 42 15,27 18 1,76 42-16,51 34 15,9 17 1,0 8-16,8-25 16,-33-25-1,110-1-15</inkml:trace>
  <inkml:trace contextRef="#ctx0" brushRef="#br0" timeOffset="105940.11">13938 14526 0,'0'0'0,"0"0"0,0 0 0,0 0 15,0 0-15,0 0 16,8 25-1,1 35 1,-1 42 0,1 68-16,-9 25 15,-9 1 1,1 17-16,-1-18 16,1-33-16,8-9 15,-9-34 1,0-51-1,1-25-15,-1-18 0,9-16 32,0-9-32</inkml:trace>
  <inkml:trace contextRef="#ctx0" brushRef="#br0" timeOffset="106358.43">13255 14772 0,'0'0'0,"0"0"0,0 0 0,17 9 16,8-1-1,10-16-15,16-9 16,9-9-16,25-16 15,9 8 1,17 25 0,59 18-16,61 16 15,16 9-15,-8-25 16,94-35 0</inkml:trace>
  <inkml:trace contextRef="#ctx0" brushRef="#br0" timeOffset="113462.65">16003 14168 0,'0'0'0,"0"0"0,0 0 0,0 0 15,0 0 1,0 0-1,0 0-15,-9 17 16,-33 43 0,-52 76-16,0 43 15,26-1-15,-1 86 16,18 51 0,26-18-1,8-16-15,25-43 16,9-42-1,0-35-15,17-42 16,9-59 0,-17-43-1</inkml:trace>
  <inkml:trace contextRef="#ctx0" brushRef="#br0" timeOffset="114037.01">17232 14398 0,'0'0'0,"0"0"0,0 0 15,0 26 1,-8 50 0,-18 26-16,0 17 15,-8 0-15,0-8 16,0-26-1,17-34-15,8-26 16,9-16 0,0-1-16,0-8 15,43-42 1,34-69-16,76-59 16,1 0-1,-60 60 1,-17 25-16,-26 42 15,-17 26 1,9 9-16,-9 16 16,0 43-16,0 51 15,-17 17 1,-8 0 0,-1 9-16,-8-26 15,0-51-15,0-43 16</inkml:trace>
  <inkml:trace contextRef="#ctx0" brushRef="#br0" timeOffset="114405.78">16848 15708 0,'0'0'0,"0"0"15,34-9-15,43 1 16,59-18 0,69-25-16,0 9 15,-17-9-15,0 0 16,85-51-1</inkml:trace>
  <inkml:trace contextRef="#ctx0" brushRef="#br0" timeOffset="114976.6">17334 16073 0,'0'0'0,"26"0"0,34 17 16,8 0-16,17 17 16,-16 0-1,-18-8-15,-25 0 16,-1-9 0,-16 25-16,-26 18 15,-9 25 1,-42 8-16,-18 1 15,18-43 1,25-26-16,18-16 16,8-1-16,17-16 31,8-26-31,26-34 0,18 0 16,7 17-1,10 8 1,-10 35-16,-7 8 15,16 25-15,0 9 16,-17 0 0,1-8-1,7-9-15,35-43 16,-34 1-16</inkml:trace>
  <inkml:trace contextRef="#ctx0" brushRef="#br0" timeOffset="115263.24">19041 14424 0,'0'0'0,"35"59"0,24 77 0,18 94 15,-17 84 1,-34 35-16,-44 34 16,-75 34-1,-27-35-15</inkml:trace>
  <inkml:trace contextRef="#ctx0" brushRef="#br0" timeOffset="119807.61">20834 14917 0,'0'0'0,"-9"8"0,-8 52 15,-25 33-15,-1 1 32,9 0-17,0-1-15,-1 43 16,1 9-16,9-26 16,-1 8-1,9 1-15,8-35 16,18-67-1,0-18-15</inkml:trace>
  <inkml:trace contextRef="#ctx0" brushRef="#br0" timeOffset="120153.44">19810 15631 0,'0'0'0,"0"0"0,0 0 16,0-8-16,34-1 15,119-8 1,78-8 0,50-1-16,10-8 15,-10 9-15,27-18 16,42-8-16</inkml:trace>
  <inkml:trace contextRef="#ctx0" brushRef="#br1" timeOffset="185260.81">17309 11983 0,'0'0'0,"0"0"0,0 0 0,0 0 16,0 8-16,0 1 15,0-9 1,0 0-16,0 0 15,0 0-15,0 0 16,0 0 0,0 0-16,0 0 15,-9 8 1,1 1 0,-1 8-16,-16 8 15,-27 18-15,-7 33 16,-35 43-1,-9 1 1,35-27-16,0 1 16,8-1-1,9-8-15,8-8 16,9-9 0,0-9-1,17 1-15,0 8 16,17 0-16,8 8 15,18 10 1,8-1 0,0-17-16,0-26 15,18 1-15,24-1 16,27-8 0,-1-17-16,1-25 15,-1-9 1,18-34-16,-10-9 15,-16 1 1,-8-9-16,-9-9 16,-18-8-1,10-51-15,-10 0 16,-25 0 0,-8-26-16,-26 1 15,-17 16 1,-17 17-16,-17 9 15,-18-8 1,-25 33-16,-34 9 16,-42 17-1,-44 26-15,-25 25 16,-25 51 0,-18 51-16,18 51 15,-44 34 1</inkml:trace>
  <inkml:trace contextRef="#ctx0" brushRef="#br0" timeOffset="197417.54">23343 14517 0,'0'0'0,"0"0"0,0 0 0,0 0 16,0 0-16,0 0 16,-8 17-1,-27 77-15,-7 118 16,-1 94 0,0 9-16,1 8 15,-1-17 1,26-42-16,17-51 15,8 101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1-16T21:20:38.56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19647 5630 0,'0'0'0,"0"0"0,0 0 0,-179 94 0,34-9 0,26 17 15,25-17-15,25-9 16,27 1 0,42-9-16,60 34 15,102 25 1,111-67-1,34-86-15,60-33 16</inkml:trace>
  <inkml:trace contextRef="#ctx0" brushRef="#br0" timeOffset="2621.11">21252 8173 0,'0'0'0,"17"0"0,17-9 16,0 9-16,18-8 15,7 8-15,10 0 16,-10 17-1,-7 0-15,-10 25 16,1 35 0,-26 59-1,-43 43-15,-50 42 16,-27-43 0,9-50-16,9-18 15,25-42 1,17-25-1,9-18-15,17-16 0,0-18 32,17 1-32,9-18 15,16-8-15,35 0 16,34 9-16,43 33 16,-1 9-16,9 34 31,51 17-16,-33-8-15,-112-43 16</inkml:trace>
  <inkml:trace contextRef="#ctx0" brushRef="#br0" timeOffset="3393.15">22822 8377 0,'0'0'0,"0"0"0,0 0 15,-8 0 1,-18 17-16,-25 0 16,-17 17-1,-26 8 1,17 9-16,17 18 16,26-10-16,43 9 15,51 0 1,68 0-16,85-17 15,43-42-15,85-52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1AFC52-F46C-4845-B64D-0DCC1AECCCC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D97389-0441-4D4C-B013-3AC3B3367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64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D97389-0441-4D4C-B013-3AC3B33670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767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EEDFD-05A3-AB2C-28EA-1F10E5D21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A4A9E-A38E-8FAD-4725-63270224C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024BA-3F6E-B600-8DEF-F5B8815AD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1B921-02AB-A8AB-A0C8-655556AFE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ED915-48D5-56D7-32CC-399EFE7FE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380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CF38B-CB5A-B13E-F5D7-2DA1A6B91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E2621-C1D2-6EA5-9C00-AD4D21D63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B215E-AE4B-9861-F145-FDA28262E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EC039-B059-ECCC-530A-3AB6CB0A1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BEA18-99AF-5466-77A2-2ED025B81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89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A553B-F670-1604-5051-C69575AB0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F92DB-5E7F-F49E-F5A2-4CD71172F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1753E-851C-6254-0D25-2F887273D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E8AB3-1264-7FDE-D829-8552CB0E7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85CDF-C478-A7EF-68E9-A9B03181D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693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764F7-D59E-B01A-8BD5-00384E22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2F09C-F9B9-2C50-7C6F-29C1255161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A614B-6667-7695-5A04-2F636199B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CB1E8-E8EC-EC48-AC56-00B0294D4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E72EA3-CE48-C170-7657-2D913ED3E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736BE-3261-CE4F-7435-03969F8ED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541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D765F-128C-5F4B-4E20-D385D2B40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B8912-9AF9-E09C-E9BF-C1A235440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17D6C8-55A2-957D-7F4E-CC7BCF01E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C7549B-8BC6-6148-ACAA-049554DFE2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C1610D-E8FB-B2C8-5980-6848B27C49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F98579-8216-620D-1649-3AF68889B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47186D-AE3C-BCC2-5CC7-DFDB1E9C0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D3C042-93EE-DFEB-EB11-59AE48DBB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84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993B1-B34F-DEF0-36F0-9044F5D7D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52A602-329F-B48E-59DF-A750E7867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83EDF7-DE2E-A73E-8F31-9D5E4D89C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012E61-B33E-641F-586B-71558099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96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A244B7-1B24-A316-4AE0-092CD30B9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AF25EA-9B44-0E03-1033-8525546E0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25D09-469B-22B7-3367-45C141A2F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567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21B2F-B9E6-9510-4D05-E3D54924E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FE975-5B17-DA24-6CEB-DC943E8B8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B5A351-A381-B7DE-629A-344A187909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DD2EF-7CF7-DD3F-F641-183E8B2BF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85405-E07D-ACE1-4750-3CCE6C35E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E168D-7644-1D4C-5394-643796555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75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4801B-B60C-BB23-B536-10DDE66CB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6861CE-32FE-1378-773F-41832B9FF6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D2144C-D26D-D14D-26EE-59C3FC1E5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4EF677-D138-7015-213C-2BB3F4A73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190E5-FB64-35C9-62D3-131BE3315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729FB-47F6-106B-7BD5-F02031036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15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77187-FA0C-1996-5F4B-01C6D21DC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C32157-1E29-206A-A4D1-E079FFF5CF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ED6E6-27DC-9868-8ED6-B497F6664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E3647-A949-3CDF-67EE-AB590EDCA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6DF69-C102-21BC-88B3-80F4E212C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31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9C123A-D9AF-475A-C065-C2FA159642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27EB4-E58B-3FD3-E171-2FF9248A2A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A4642-AEF9-1A45-F614-49CABD0DF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B5B7B-F51D-4CAE-B141-34246E39C0D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41C59-45AB-EDDF-36FA-E3E263F9F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E2C6A-7AA0-08EE-B17B-CA0D2FF9E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872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1DCF-5FA9-3BBE-A6DC-4C4767E77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8AAD4-9F4E-2546-4A20-345BE6926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68BC9-B242-D863-6297-36224D35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D43E7-A090-881E-D908-BB9CC53D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FBC9-B9F9-85A6-26A1-9D7E515D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756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B011-50E5-247E-0EB3-D47C59C4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71371-A022-A3A5-E49C-D2CCEC4E2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F92F8-B436-FF4B-567C-6CF9F3F68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755B9-83BE-E117-954F-A47925F5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5716-8D01-8E2F-8276-3A903E60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43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64CF-1BBA-680C-4F96-017144A1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9E9BE-1B28-C587-A2C5-253ECF74E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E3E68-CE19-CACB-1EDD-351F4F9C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49855-AB14-5CF9-EE88-AB42D1DF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E2C96-8A85-4C99-39A1-9B9DB31D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50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89EEC-003E-DFFB-2D04-A2E70FE1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E0F4-58A0-D6D9-6AAC-CD97965C2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E4C68-9C36-2696-B323-CF0642D6D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713B3-5A96-0F1A-CFE7-8563FD24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D724B-C264-2548-CAFF-305FE7D3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93A13-EBDF-17F2-DF34-5BA3D793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0405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9F2D-6C68-B3F6-3BC7-2A9EE6BE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A2B36-9CB6-0E61-D14F-48AD642FC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51B63-A4A2-BD66-BF76-72528E69B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F4911-72D8-7120-897F-434F05D8D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54135-3D54-9447-778A-86081F047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52A4A-AE91-8A3A-8DE2-74205F39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FC667D-AA9E-21BF-66F2-755D86E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8E628E-2723-30DA-D22D-BFF79CE0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943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1984-7865-CBC1-7E39-27325050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41811-B828-6912-5458-2BC9266D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DF831-0A64-24F5-806E-B3EBA5591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FD212-56D6-B7F8-FC27-BC4BF738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715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03B13-E121-53F2-65F9-41E383C5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14793-9D7D-32F8-795A-31644DBA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6B231-FE15-2561-B700-2506AC71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116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5398-EEBA-42F4-3948-4DF36A153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000E0-12D7-545A-0B4A-64A8B51A9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85510-3798-210C-EC55-29C449719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698E8-2EE7-873D-A608-9A260F5D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5F347-CF7A-10E6-8DC6-FA1E5DB6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E452D-F82A-718F-94C2-C889F622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6578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1DDD-DB8D-6429-4235-465780A7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42B9E5-6756-3695-C94E-93A464783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70C60-CA85-5E67-14F6-3176093E5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25D70-D5F0-5123-66A9-63D9B82E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7B62A-8600-7CE9-095E-82CDE4E1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8F328-EF42-0E10-9C29-12A53381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40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4705-3181-4743-BF72-E5B55E627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9669D-6765-7CD2-C040-D4C5E44BA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5E7B0-5065-8FAA-2D02-01DC4905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7F4E-481E-5CA4-5AC0-EF15EBAF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5C81A-1EC7-F85E-A5DB-0F7CA62E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534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F8F565-D4D2-A972-147D-1A41777B2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13695-1D6C-4A4F-7F94-134666381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AEB8A-EA17-E1E1-8CD3-B7AF8E3F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AF905-A88D-ED4C-DD07-098840D4A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A03B8-DD10-B6B6-6B59-3EB669F3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2646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8545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4055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4973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644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5781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8232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6460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9113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790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690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8AD1-28C6-4DBC-B0D5-638143145F9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568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B7B289-BD5E-5EED-C530-FE49EC1FB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5310A-CDE1-6296-A6C7-FAD4EBB46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30977-A77A-05DC-ACE8-6F1D91538C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FB5B7B-F51D-4CAE-B141-34246E39C0D6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C77BE-A1DA-9A34-23FB-D1B3BF2A8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A4270-8225-31C5-8BCA-531C6C5C8B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467764-5149-49EB-A53E-E807869452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159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C2B57-F2EC-C92D-BAFA-C36FE7F3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E8E8-3549-4143-3C3F-38529FA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2DEB0-3161-B686-27DF-345950BFF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3FBE-67AC-4C5C-B62E-CFFDEAF9BE53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5E12D-E358-B346-0620-4D8545C52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1C4BA-D22A-5462-8F71-6F616DC8F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34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28AD1-28C6-4DBC-B0D5-638143145F9E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8603E-186F-4CC7-B8E2-5FD613D3E2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413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uw.edu/332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3" Type="http://schemas.openxmlformats.org/officeDocument/2006/relationships/image" Target="../media/image1400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71.png"/><Relationship Id="rId11" Type="http://schemas.openxmlformats.org/officeDocument/2006/relationships/image" Target="../media/image5.png"/><Relationship Id="rId5" Type="http://schemas.openxmlformats.org/officeDocument/2006/relationships/image" Target="../media/image16.png"/><Relationship Id="rId10" Type="http://schemas.openxmlformats.org/officeDocument/2006/relationships/customXml" Target="../ink/ink4.xml"/><Relationship Id="rId4" Type="http://schemas.openxmlformats.org/officeDocument/2006/relationships/image" Target="../media/image15.png"/><Relationship Id="rId9" Type="http://schemas.openxmlformats.org/officeDocument/2006/relationships/image" Target="../media/image15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11" Type="http://schemas.openxmlformats.org/officeDocument/2006/relationships/image" Target="../media/image24.png"/><Relationship Id="rId5" Type="http://schemas.openxmlformats.org/officeDocument/2006/relationships/image" Target="../media/image10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customXml" Target="../ink/ink6.xml"/><Relationship Id="rId3" Type="http://schemas.openxmlformats.org/officeDocument/2006/relationships/image" Target="../media/image27.png"/><Relationship Id="rId7" Type="http://schemas.openxmlformats.org/officeDocument/2006/relationships/image" Target="../media/image21.png"/><Relationship Id="rId12" Type="http://schemas.openxmlformats.org/officeDocument/2006/relationships/image" Target="../media/image33.png"/><Relationship Id="rId2" Type="http://schemas.openxmlformats.org/officeDocument/2006/relationships/image" Target="../media/image8.png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.png"/><Relationship Id="rId11" Type="http://schemas.openxmlformats.org/officeDocument/2006/relationships/image" Target="../media/image32.png"/><Relationship Id="rId5" Type="http://schemas.openxmlformats.org/officeDocument/2006/relationships/image" Target="../media/image29.png"/><Relationship Id="rId15" Type="http://schemas.openxmlformats.org/officeDocument/2006/relationships/customXml" Target="../ink/ink7.xml"/><Relationship Id="rId10" Type="http://schemas.openxmlformats.org/officeDocument/2006/relationships/image" Target="../media/image24.png"/><Relationship Id="rId4" Type="http://schemas.openxmlformats.org/officeDocument/2006/relationships/image" Target="../media/image28.png"/><Relationship Id="rId9" Type="http://schemas.openxmlformats.org/officeDocument/2006/relationships/image" Target="../media/image23.png"/><Relationship Id="rId1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360.png"/><Relationship Id="rId18" Type="http://schemas.openxmlformats.org/officeDocument/2006/relationships/image" Target="../media/image210.png"/><Relationship Id="rId26" Type="http://schemas.openxmlformats.org/officeDocument/2006/relationships/image" Target="../media/image17.png"/><Relationship Id="rId3" Type="http://schemas.openxmlformats.org/officeDocument/2006/relationships/image" Target="../media/image261.png"/><Relationship Id="rId21" Type="http://schemas.openxmlformats.org/officeDocument/2006/relationships/image" Target="../media/image250.png"/><Relationship Id="rId7" Type="http://schemas.openxmlformats.org/officeDocument/2006/relationships/image" Target="../media/image300.png"/><Relationship Id="rId12" Type="http://schemas.openxmlformats.org/officeDocument/2006/relationships/image" Target="../media/image350.png"/><Relationship Id="rId17" Type="http://schemas.openxmlformats.org/officeDocument/2006/relationships/image" Target="../media/image200.png"/><Relationship Id="rId25" Type="http://schemas.openxmlformats.org/officeDocument/2006/relationships/customXml" Target="../ink/ink9.xml"/><Relationship Id="rId2" Type="http://schemas.openxmlformats.org/officeDocument/2006/relationships/image" Target="../media/image1000.png"/><Relationship Id="rId16" Type="http://schemas.openxmlformats.org/officeDocument/2006/relationships/image" Target="../media/image190.png"/><Relationship Id="rId20" Type="http://schemas.openxmlformats.org/officeDocument/2006/relationships/image" Target="../media/image23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80.png"/><Relationship Id="rId11" Type="http://schemas.openxmlformats.org/officeDocument/2006/relationships/image" Target="../media/image340.png"/><Relationship Id="rId24" Type="http://schemas.openxmlformats.org/officeDocument/2006/relationships/image" Target="../media/image46.png"/><Relationship Id="rId5" Type="http://schemas.openxmlformats.org/officeDocument/2006/relationships/image" Target="../media/image170.png"/><Relationship Id="rId15" Type="http://schemas.openxmlformats.org/officeDocument/2006/relationships/image" Target="../media/image38.png"/><Relationship Id="rId23" Type="http://schemas.openxmlformats.org/officeDocument/2006/relationships/image" Target="../media/image45.png"/><Relationship Id="rId10" Type="http://schemas.openxmlformats.org/officeDocument/2006/relationships/image" Target="../media/image330.png"/><Relationship Id="rId19" Type="http://schemas.openxmlformats.org/officeDocument/2006/relationships/image" Target="../media/image220.png"/><Relationship Id="rId4" Type="http://schemas.openxmlformats.org/officeDocument/2006/relationships/image" Target="../media/image271.png"/><Relationship Id="rId9" Type="http://schemas.openxmlformats.org/officeDocument/2006/relationships/image" Target="../media/image320.png"/><Relationship Id="rId14" Type="http://schemas.openxmlformats.org/officeDocument/2006/relationships/image" Target="../media/image370.png"/><Relationship Id="rId22" Type="http://schemas.openxmlformats.org/officeDocument/2006/relationships/image" Target="../media/image27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360.png"/><Relationship Id="rId18" Type="http://schemas.openxmlformats.org/officeDocument/2006/relationships/image" Target="../media/image47.png"/><Relationship Id="rId3" Type="http://schemas.openxmlformats.org/officeDocument/2006/relationships/image" Target="../media/image261.png"/><Relationship Id="rId21" Type="http://schemas.openxmlformats.org/officeDocument/2006/relationships/image" Target="../media/image50.png"/><Relationship Id="rId7" Type="http://schemas.openxmlformats.org/officeDocument/2006/relationships/image" Target="../media/image300.png"/><Relationship Id="rId12" Type="http://schemas.openxmlformats.org/officeDocument/2006/relationships/image" Target="../media/image350.png"/><Relationship Id="rId17" Type="http://schemas.openxmlformats.org/officeDocument/2006/relationships/image" Target="../media/image44.png"/><Relationship Id="rId2" Type="http://schemas.openxmlformats.org/officeDocument/2006/relationships/image" Target="../media/image40.png"/><Relationship Id="rId16" Type="http://schemas.openxmlformats.org/officeDocument/2006/relationships/image" Target="../media/image43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2.png"/><Relationship Id="rId11" Type="http://schemas.openxmlformats.org/officeDocument/2006/relationships/image" Target="../media/image340.png"/><Relationship Id="rId24" Type="http://schemas.openxmlformats.org/officeDocument/2006/relationships/image" Target="../media/image46.png"/><Relationship Id="rId5" Type="http://schemas.openxmlformats.org/officeDocument/2006/relationships/image" Target="../media/image41.png"/><Relationship Id="rId15" Type="http://schemas.openxmlformats.org/officeDocument/2006/relationships/image" Target="../media/image38.png"/><Relationship Id="rId23" Type="http://schemas.openxmlformats.org/officeDocument/2006/relationships/image" Target="../media/image45.png"/><Relationship Id="rId10" Type="http://schemas.openxmlformats.org/officeDocument/2006/relationships/image" Target="../media/image330.png"/><Relationship Id="rId19" Type="http://schemas.openxmlformats.org/officeDocument/2006/relationships/image" Target="../media/image48.png"/><Relationship Id="rId4" Type="http://schemas.openxmlformats.org/officeDocument/2006/relationships/image" Target="../media/image271.png"/><Relationship Id="rId9" Type="http://schemas.openxmlformats.org/officeDocument/2006/relationships/image" Target="../media/image320.png"/><Relationship Id="rId14" Type="http://schemas.openxmlformats.org/officeDocument/2006/relationships/image" Target="../media/image370.png"/><Relationship Id="rId22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13" Type="http://schemas.openxmlformats.org/officeDocument/2006/relationships/image" Target="../media/image360.png"/><Relationship Id="rId18" Type="http://schemas.openxmlformats.org/officeDocument/2006/relationships/image" Target="../media/image590.png"/><Relationship Id="rId3" Type="http://schemas.openxmlformats.org/officeDocument/2006/relationships/image" Target="../media/image54.png"/><Relationship Id="rId21" Type="http://schemas.openxmlformats.org/officeDocument/2006/relationships/image" Target="../media/image620.png"/><Relationship Id="rId7" Type="http://schemas.openxmlformats.org/officeDocument/2006/relationships/image" Target="../media/image300.png"/><Relationship Id="rId12" Type="http://schemas.openxmlformats.org/officeDocument/2006/relationships/image" Target="../media/image350.png"/><Relationship Id="rId17" Type="http://schemas.openxmlformats.org/officeDocument/2006/relationships/image" Target="../media/image58.png"/><Relationship Id="rId2" Type="http://schemas.openxmlformats.org/officeDocument/2006/relationships/image" Target="../media/image53.png"/><Relationship Id="rId16" Type="http://schemas.openxmlformats.org/officeDocument/2006/relationships/image" Target="../media/image57.png"/><Relationship Id="rId20" Type="http://schemas.openxmlformats.org/officeDocument/2006/relationships/image" Target="../media/image611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6.png"/><Relationship Id="rId11" Type="http://schemas.openxmlformats.org/officeDocument/2006/relationships/image" Target="../media/image340.png"/><Relationship Id="rId24" Type="http://schemas.openxmlformats.org/officeDocument/2006/relationships/image" Target="../media/image46.png"/><Relationship Id="rId5" Type="http://schemas.openxmlformats.org/officeDocument/2006/relationships/image" Target="../media/image55.png"/><Relationship Id="rId15" Type="http://schemas.openxmlformats.org/officeDocument/2006/relationships/image" Target="../media/image38.png"/><Relationship Id="rId23" Type="http://schemas.openxmlformats.org/officeDocument/2006/relationships/image" Target="../media/image45.png"/><Relationship Id="rId10" Type="http://schemas.openxmlformats.org/officeDocument/2006/relationships/image" Target="../media/image330.png"/><Relationship Id="rId19" Type="http://schemas.openxmlformats.org/officeDocument/2006/relationships/image" Target="../media/image600.png"/><Relationship Id="rId4" Type="http://schemas.openxmlformats.org/officeDocument/2006/relationships/image" Target="../media/image271.png"/><Relationship Id="rId9" Type="http://schemas.openxmlformats.org/officeDocument/2006/relationships/image" Target="../media/image320.png"/><Relationship Id="rId14" Type="http://schemas.openxmlformats.org/officeDocument/2006/relationships/image" Target="../media/image370.png"/><Relationship Id="rId22" Type="http://schemas.openxmlformats.org/officeDocument/2006/relationships/image" Target="../media/image6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350.png"/><Relationship Id="rId18" Type="http://schemas.openxmlformats.org/officeDocument/2006/relationships/image" Target="../media/image78.png"/><Relationship Id="rId3" Type="http://schemas.openxmlformats.org/officeDocument/2006/relationships/image" Target="../media/image68.png"/><Relationship Id="rId21" Type="http://schemas.openxmlformats.org/officeDocument/2006/relationships/image" Target="../media/image81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17" Type="http://schemas.openxmlformats.org/officeDocument/2006/relationships/image" Target="../media/image77.png"/><Relationship Id="rId25" Type="http://schemas.openxmlformats.org/officeDocument/2006/relationships/image" Target="../media/image46.png"/><Relationship Id="rId2" Type="http://schemas.openxmlformats.org/officeDocument/2006/relationships/image" Target="../media/image67.png"/><Relationship Id="rId16" Type="http://schemas.openxmlformats.org/officeDocument/2006/relationships/image" Target="../media/image38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24" Type="http://schemas.openxmlformats.org/officeDocument/2006/relationships/image" Target="../media/image45.png"/><Relationship Id="rId5" Type="http://schemas.openxmlformats.org/officeDocument/2006/relationships/image" Target="../media/image69.png"/><Relationship Id="rId15" Type="http://schemas.openxmlformats.org/officeDocument/2006/relationships/image" Target="../media/image370.png"/><Relationship Id="rId23" Type="http://schemas.openxmlformats.org/officeDocument/2006/relationships/image" Target="../media/image83.png"/><Relationship Id="rId10" Type="http://schemas.openxmlformats.org/officeDocument/2006/relationships/image" Target="../media/image74.png"/><Relationship Id="rId19" Type="http://schemas.openxmlformats.org/officeDocument/2006/relationships/image" Target="../media/image79.png"/><Relationship Id="rId4" Type="http://schemas.openxmlformats.org/officeDocument/2006/relationships/image" Target="../media/image271.png"/><Relationship Id="rId9" Type="http://schemas.openxmlformats.org/officeDocument/2006/relationships/image" Target="../media/image73.png"/><Relationship Id="rId14" Type="http://schemas.openxmlformats.org/officeDocument/2006/relationships/image" Target="../media/image360.png"/><Relationship Id="rId22" Type="http://schemas.openxmlformats.org/officeDocument/2006/relationships/image" Target="../media/image8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0.png"/><Relationship Id="rId3" Type="http://schemas.openxmlformats.org/officeDocument/2006/relationships/image" Target="../media/image910.png"/><Relationship Id="rId7" Type="http://schemas.openxmlformats.org/officeDocument/2006/relationships/image" Target="../media/image1110.png"/><Relationship Id="rId2" Type="http://schemas.openxmlformats.org/officeDocument/2006/relationships/image" Target="../media/image811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710.png"/><Relationship Id="rId11" Type="http://schemas.openxmlformats.org/officeDocument/2006/relationships/image" Target="../media/image163.png"/><Relationship Id="rId5" Type="http://schemas.openxmlformats.org/officeDocument/2006/relationships/image" Target="../media/image1700.png"/><Relationship Id="rId10" Type="http://schemas.openxmlformats.org/officeDocument/2006/relationships/image" Target="../media/image1410.png"/><Relationship Id="rId4" Type="http://schemas.openxmlformats.org/officeDocument/2006/relationships/image" Target="../media/image1010.png"/><Relationship Id="rId9" Type="http://schemas.openxmlformats.org/officeDocument/2006/relationships/image" Target="../media/image131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0.png"/><Relationship Id="rId3" Type="http://schemas.openxmlformats.org/officeDocument/2006/relationships/image" Target="../media/image811.png"/><Relationship Id="rId7" Type="http://schemas.openxmlformats.org/officeDocument/2006/relationships/image" Target="../media/image1210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110.png"/><Relationship Id="rId11" Type="http://schemas.openxmlformats.org/officeDocument/2006/relationships/image" Target="../media/image163.png"/><Relationship Id="rId5" Type="http://schemas.openxmlformats.org/officeDocument/2006/relationships/image" Target="../media/image1010.png"/><Relationship Id="rId10" Type="http://schemas.openxmlformats.org/officeDocument/2006/relationships/image" Target="../media/image155.png"/><Relationship Id="rId4" Type="http://schemas.openxmlformats.org/officeDocument/2006/relationships/image" Target="../media/image910.png"/><Relationship Id="rId9" Type="http://schemas.openxmlformats.org/officeDocument/2006/relationships/image" Target="../media/image14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CSE 332 Winter 2026</a:t>
            </a:r>
            <a:b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Lecture 6: Recurrences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3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A4C94-F173-BE79-8469-02F227EC3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Binary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B7A4A-B366-CC17-877C-2EB95A8A5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boolean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binarySearch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Integer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lst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k){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binarySearch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lst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k,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lst.size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boolean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binarySearch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Integer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lst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k,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start,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end){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(start == end)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mid = start + (end-start)/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lst.get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(mid) == k){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lst.get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(mid) &gt; k){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binarySearch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lst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k, start, mid);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binarySearch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lst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k, mid+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end);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BC88654-239A-44AE-D715-B2925B4A1F94}"/>
              </a:ext>
            </a:extLst>
          </p:cNvPr>
          <p:cNvGrpSpPr/>
          <p:nvPr/>
        </p:nvGrpSpPr>
        <p:grpSpPr>
          <a:xfrm>
            <a:off x="6908800" y="1040108"/>
            <a:ext cx="5283200" cy="907778"/>
            <a:chOff x="6908800" y="1040108"/>
            <a:chExt cx="5283200" cy="90777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176971-CE8E-F718-7F77-E9162D17D650}"/>
                </a:ext>
              </a:extLst>
            </p:cNvPr>
            <p:cNvGrpSpPr/>
            <p:nvPr/>
          </p:nvGrpSpPr>
          <p:grpSpPr>
            <a:xfrm>
              <a:off x="6908800" y="1419566"/>
              <a:ext cx="5283200" cy="528320"/>
              <a:chOff x="1681480" y="5462905"/>
              <a:chExt cx="5283200" cy="528320"/>
            </a:xfrm>
            <a:solidFill>
              <a:schemeClr val="bg1"/>
            </a:solidFill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44C80AB-88F8-15C5-0103-53AE186760CB}"/>
                  </a:ext>
                </a:extLst>
              </p:cNvPr>
              <p:cNvSpPr/>
              <p:nvPr/>
            </p:nvSpPr>
            <p:spPr>
              <a:xfrm>
                <a:off x="379476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324360B-2F37-69A1-7E37-A806252CB4F7}"/>
                  </a:ext>
                </a:extLst>
              </p:cNvPr>
              <p:cNvSpPr/>
              <p:nvPr/>
            </p:nvSpPr>
            <p:spPr>
              <a:xfrm>
                <a:off x="432308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0E67EE8-8B93-1B19-5019-F36B0BD7BF61}"/>
                  </a:ext>
                </a:extLst>
              </p:cNvPr>
              <p:cNvSpPr/>
              <p:nvPr/>
            </p:nvSpPr>
            <p:spPr>
              <a:xfrm>
                <a:off x="485140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793D5AC-F3F1-9BA4-E366-21CB89ECB4FE}"/>
                  </a:ext>
                </a:extLst>
              </p:cNvPr>
              <p:cNvSpPr/>
              <p:nvPr/>
            </p:nvSpPr>
            <p:spPr>
              <a:xfrm>
                <a:off x="537972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B126A6B-FFB4-A2F6-C119-A222B732EF3F}"/>
                  </a:ext>
                </a:extLst>
              </p:cNvPr>
              <p:cNvSpPr/>
              <p:nvPr/>
            </p:nvSpPr>
            <p:spPr>
              <a:xfrm>
                <a:off x="326644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6CBE4FA-461E-32AF-1F21-B77F03699717}"/>
                  </a:ext>
                </a:extLst>
              </p:cNvPr>
              <p:cNvSpPr/>
              <p:nvPr/>
            </p:nvSpPr>
            <p:spPr>
              <a:xfrm>
                <a:off x="273812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B537B33-5DD0-844B-4DE2-FACCCA75DC39}"/>
                  </a:ext>
                </a:extLst>
              </p:cNvPr>
              <p:cNvSpPr/>
              <p:nvPr/>
            </p:nvSpPr>
            <p:spPr>
              <a:xfrm>
                <a:off x="220980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80871E1-A9B9-68FB-9BE8-F1C631E2D52A}"/>
                  </a:ext>
                </a:extLst>
              </p:cNvPr>
              <p:cNvSpPr/>
              <p:nvPr/>
            </p:nvSpPr>
            <p:spPr>
              <a:xfrm>
                <a:off x="590804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8C3F77D-A3EF-58B8-E3C7-32E1697528F8}"/>
                  </a:ext>
                </a:extLst>
              </p:cNvPr>
              <p:cNvSpPr/>
              <p:nvPr/>
            </p:nvSpPr>
            <p:spPr>
              <a:xfrm>
                <a:off x="168148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49D9353-0FA0-020E-1D1E-349C1C971276}"/>
                  </a:ext>
                </a:extLst>
              </p:cNvPr>
              <p:cNvSpPr/>
              <p:nvPr/>
            </p:nvSpPr>
            <p:spPr>
              <a:xfrm>
                <a:off x="643636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9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00AD036-AEEA-337E-F743-27B6259BCAC9}"/>
                </a:ext>
              </a:extLst>
            </p:cNvPr>
            <p:cNvGrpSpPr/>
            <p:nvPr/>
          </p:nvGrpSpPr>
          <p:grpSpPr>
            <a:xfrm>
              <a:off x="6908800" y="1040108"/>
              <a:ext cx="5283200" cy="528320"/>
              <a:chOff x="1681480" y="5462905"/>
              <a:chExt cx="5283200" cy="52832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9956A8D-5179-312E-01CA-A027B4BE4CD7}"/>
                  </a:ext>
                </a:extLst>
              </p:cNvPr>
              <p:cNvSpPr/>
              <p:nvPr/>
            </p:nvSpPr>
            <p:spPr>
              <a:xfrm>
                <a:off x="379476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53B6828-1075-6CA6-379F-1141B90E248F}"/>
                  </a:ext>
                </a:extLst>
              </p:cNvPr>
              <p:cNvSpPr/>
              <p:nvPr/>
            </p:nvSpPr>
            <p:spPr>
              <a:xfrm>
                <a:off x="432308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79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AADC8C-26C7-2EC0-CFD5-AB850DA464FF}"/>
                  </a:ext>
                </a:extLst>
              </p:cNvPr>
              <p:cNvSpPr/>
              <p:nvPr/>
            </p:nvSpPr>
            <p:spPr>
              <a:xfrm>
                <a:off x="485140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88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0D9D694-6129-D6F5-5737-C28073A0DA20}"/>
                  </a:ext>
                </a:extLst>
              </p:cNvPr>
              <p:cNvSpPr/>
              <p:nvPr/>
            </p:nvSpPr>
            <p:spPr>
              <a:xfrm>
                <a:off x="537972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90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4B85989-2371-70E5-8119-C39A6E903CDC}"/>
                  </a:ext>
                </a:extLst>
              </p:cNvPr>
              <p:cNvSpPr/>
              <p:nvPr/>
            </p:nvSpPr>
            <p:spPr>
              <a:xfrm>
                <a:off x="326644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42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F51CD2F-E989-9A35-F1FE-B6802A86B6F7}"/>
                  </a:ext>
                </a:extLst>
              </p:cNvPr>
              <p:cNvSpPr/>
              <p:nvPr/>
            </p:nvSpPr>
            <p:spPr>
              <a:xfrm>
                <a:off x="273812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13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CA394E8-3E48-87C4-4E66-B4248B28F3B8}"/>
                  </a:ext>
                </a:extLst>
              </p:cNvPr>
              <p:cNvSpPr/>
              <p:nvPr/>
            </p:nvSpPr>
            <p:spPr>
              <a:xfrm>
                <a:off x="220980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22F7EE1-E438-088D-0E5E-4BFDEA41E50F}"/>
                  </a:ext>
                </a:extLst>
              </p:cNvPr>
              <p:cNvSpPr/>
              <p:nvPr/>
            </p:nvSpPr>
            <p:spPr>
              <a:xfrm>
                <a:off x="590804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95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3332684-95DA-F21A-B08B-027F50B532A6}"/>
                  </a:ext>
                </a:extLst>
              </p:cNvPr>
              <p:cNvSpPr/>
              <p:nvPr/>
            </p:nvSpPr>
            <p:spPr>
              <a:xfrm>
                <a:off x="168148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FDC9D9D-586A-5D6A-EAEB-05E79320B7F2}"/>
                  </a:ext>
                </a:extLst>
              </p:cNvPr>
              <p:cNvSpPr/>
              <p:nvPr/>
            </p:nvSpPr>
            <p:spPr>
              <a:xfrm>
                <a:off x="643636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99</a:t>
                </a: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9CD14AF-25DA-97D5-EE87-C9651F2AD60B}"/>
                  </a:ext>
                </a:extLst>
              </p14:cNvPr>
              <p14:cNvContentPartPr/>
              <p14:nvPr/>
            </p14:nvContentPartPr>
            <p14:xfrm>
              <a:off x="918720" y="1846080"/>
              <a:ext cx="10702080" cy="45162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9CD14AF-25DA-97D5-EE87-C9651F2AD6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9360" y="1836720"/>
                <a:ext cx="10720800" cy="453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9985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C13A8-F389-D526-27E0-2C577B791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Recursive Algorithms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11F9DB-B627-51B1-AE8B-61E829E3EE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1480" y="1551304"/>
                <a:ext cx="10515600" cy="510349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Overall structure of recursion: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Do some non-recursive “work”</a:t>
                </a:r>
              </a:p>
              <a:p>
                <a:pPr lvl="1"/>
                <a:r>
                  <a:rPr lang="en-US" dirty="0">
                    <a:solidFill>
                      <a:srgbClr val="0070C0"/>
                    </a:solidFill>
                  </a:rPr>
                  <a:t>Do one or more recursive calls on some portion of your input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Do some more non-recursive “work”</a:t>
                </a:r>
              </a:p>
              <a:p>
                <a:pPr lvl="1"/>
                <a:r>
                  <a:rPr lang="en-US" dirty="0"/>
                  <a:t>Repeat until you reach a base case</a:t>
                </a:r>
              </a:p>
              <a:p>
                <a:r>
                  <a:rPr lang="en-US" dirty="0"/>
                  <a:t>Running time: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time it takes to run the algorithm on an input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is:</a:t>
                </a:r>
              </a:p>
              <a:p>
                <a:pPr lvl="1"/>
                <a:r>
                  <a:rPr lang="en-US" dirty="0">
                    <a:solidFill>
                      <a:srgbClr val="0070C0"/>
                    </a:solidFill>
                  </a:rPr>
                  <a:t>The sum of how long it takes to run the same algorithm on each smaller input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Plus the total amount of non-recursive work done in that stack frame</a:t>
                </a:r>
              </a:p>
              <a:p>
                <a:r>
                  <a:rPr lang="en-US" dirty="0"/>
                  <a:t>Usually: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lvl="2"/>
                <a:r>
                  <a:rPr lang="en-US" dirty="0"/>
                  <a:t>Called “divide and conquer”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Called “chip and conquer”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11F9DB-B627-51B1-AE8B-61E829E3EE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1480" y="1551304"/>
                <a:ext cx="10515600" cy="5103495"/>
              </a:xfrm>
              <a:blipFill>
                <a:blip r:embed="rId2"/>
                <a:stretch>
                  <a:fillRect l="-928" t="-2387" b="-8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89E7B2B-F998-85E1-659F-156A2B568DB9}"/>
                  </a:ext>
                </a:extLst>
              </p14:cNvPr>
              <p14:cNvContentPartPr/>
              <p14:nvPr/>
            </p14:nvContentPartPr>
            <p14:xfrm>
              <a:off x="2633040" y="2351160"/>
              <a:ext cx="6311520" cy="1494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89E7B2B-F998-85E1-659F-156A2B568D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23680" y="2341800"/>
                <a:ext cx="6330240" cy="151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9594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Efficient Is It?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US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⌈"/>
                            <m:endChr m:val="⌉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Base case: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3D6D2D-7DE9-6D3E-2EF7-3E9EB7C1156D}"/>
                  </a:ext>
                </a:extLst>
              </p:cNvPr>
              <p:cNvSpPr txBox="1"/>
              <p:nvPr/>
            </p:nvSpPr>
            <p:spPr>
              <a:xfrm>
                <a:off x="6808424" y="1676400"/>
                <a:ext cx="500257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“cost” of running the entire algorithm on an array of length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3D6D2D-7DE9-6D3E-2EF7-3E9EB7C11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8424" y="1676400"/>
                <a:ext cx="5002576" cy="830997"/>
              </a:xfrm>
              <a:prstGeom prst="rect">
                <a:avLst/>
              </a:prstGeom>
              <a:blipFill>
                <a:blip r:embed="rId3"/>
                <a:stretch>
                  <a:fillRect l="-1949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9164B-D0D3-43CF-BBE2-17E6DAFC9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4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BE59BB7-39B3-4FB0-4C8E-D04D4307623D}"/>
                  </a:ext>
                </a:extLst>
              </p14:cNvPr>
              <p14:cNvContentPartPr/>
              <p14:nvPr/>
            </p14:nvContentPartPr>
            <p14:xfrm>
              <a:off x="958680" y="1463400"/>
              <a:ext cx="11095560" cy="3903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BE59BB7-39B3-4FB0-4C8E-D04D4307623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9320" y="1454040"/>
                <a:ext cx="11114280" cy="392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4396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Solve the Recurrence!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752871" y="1788762"/>
                <a:ext cx="3162982" cy="5847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871" y="1788762"/>
                <a:ext cx="3162982" cy="5847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52871" y="1295368"/>
                <a:ext cx="165032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871" y="1295368"/>
                <a:ext cx="165032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657600" y="2373477"/>
                <a:ext cx="1963679" cy="5831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2373477"/>
                <a:ext cx="1963679" cy="5831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/>
          <p:cNvCxnSpPr/>
          <p:nvPr/>
        </p:nvCxnSpPr>
        <p:spPr>
          <a:xfrm flipV="1">
            <a:off x="3923348" y="1818589"/>
            <a:ext cx="1258252" cy="39121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4556755" y="2452813"/>
            <a:ext cx="1196345" cy="36972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234155" y="2956650"/>
                <a:ext cx="1963679" cy="58753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8</m:t>
                          </m:r>
                        </m:den>
                      </m:f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4155" y="2956650"/>
                <a:ext cx="1963679" cy="5875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 rot="2181819">
            <a:off x="5632394" y="3341258"/>
            <a:ext cx="538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5791203" y="3896380"/>
                <a:ext cx="46519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3" y="3896380"/>
                <a:ext cx="46519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ight Brace 18"/>
          <p:cNvSpPr/>
          <p:nvPr/>
        </p:nvSpPr>
        <p:spPr>
          <a:xfrm>
            <a:off x="6641598" y="1607198"/>
            <a:ext cx="673602" cy="2812402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375131" y="2514600"/>
                <a:ext cx="3880229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0" dirty="0"/>
                  <a:t>Substitute until</a:t>
                </a:r>
                <a:r>
                  <a:rPr lang="en-US" sz="3200" b="0" i="1" dirty="0"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sz="3200" b="0" i="1" dirty="0">
                  <a:latin typeface="Cambria Math" panose="02040503050406030204" pitchFamily="18" charset="0"/>
                </a:endParaRPr>
              </a:p>
              <a:p>
                <a:r>
                  <a:rPr lang="en-US" sz="3200" b="0" dirty="0"/>
                  <a:t>So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latin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3200" b="0" i="1" smtClean="0">
                            <a:latin typeface="Cambria Math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sz="3200" dirty="0"/>
                  <a:t> steps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5131" y="2514600"/>
                <a:ext cx="3880229" cy="1077218"/>
              </a:xfrm>
              <a:prstGeom prst="rect">
                <a:avLst/>
              </a:prstGeom>
              <a:blipFill>
                <a:blip r:embed="rId7"/>
                <a:stretch>
                  <a:fillRect l="-4088" t="-681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874535" y="4953000"/>
                <a:ext cx="4327274" cy="15001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32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i="1">
                              <a:latin typeface="Cambria Math"/>
                            </a:rPr>
                            <m:t>𝑖</m:t>
                          </m:r>
                          <m:r>
                            <a:rPr lang="en-US" sz="3200" i="1">
                              <a:latin typeface="Cambria Math"/>
                            </a:rPr>
                            <m:t>=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3200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nary>
                      <m:r>
                        <a:rPr lang="en-US" sz="320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3200" i="1">
                              <a:latin typeface="Cambria Math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4535" y="4953000"/>
                <a:ext cx="4327274" cy="15001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/>
          <p:cNvSpPr/>
          <p:nvPr/>
        </p:nvSpPr>
        <p:spPr>
          <a:xfrm rot="2320398">
            <a:off x="2373991" y="2664031"/>
            <a:ext cx="4403655" cy="95721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 flipV="1">
            <a:off x="5128255" y="3065552"/>
            <a:ext cx="1196345" cy="36972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D36018-B814-5D27-1894-CCA132A396B0}"/>
                  </a:ext>
                </a:extLst>
              </p:cNvPr>
              <p:cNvSpPr txBox="1"/>
              <p:nvPr/>
            </p:nvSpPr>
            <p:spPr>
              <a:xfrm>
                <a:off x="8531950" y="5410689"/>
                <a:ext cx="305045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D36018-B814-5D27-1894-CCA132A39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1950" y="5410689"/>
                <a:ext cx="3050450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38719-4012-4362-B790-16D138412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5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AD79DA0-C92A-ABDD-E0FE-5264FC93C5AD}"/>
                  </a:ext>
                </a:extLst>
              </p14:cNvPr>
              <p14:cNvContentPartPr/>
              <p14:nvPr/>
            </p14:nvContentPartPr>
            <p14:xfrm>
              <a:off x="7137720" y="1062360"/>
              <a:ext cx="3874680" cy="34570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AD79DA0-C92A-ABDD-E0FE-5264FC93C5A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128360" y="1053000"/>
                <a:ext cx="3893400" cy="347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88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3" grpId="0"/>
      <p:bldP spid="19" grpId="0" animBg="1"/>
      <p:bldP spid="20" grpId="0"/>
      <p:bldP spid="22" grpId="0"/>
      <p:bldP spid="25" grpId="0" animBg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0C471-0E49-9D75-75DE-5A00835E8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our process “prettier”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FDDAAF-81C9-60F9-3FF1-0F973D6184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Draw a picture of the recursion</a:t>
                </a:r>
              </a:p>
              <a:p>
                <a:r>
                  <a:rPr lang="en-US" dirty="0">
                    <a:solidFill>
                      <a:srgbClr val="0070C0"/>
                    </a:solidFill>
                  </a:rPr>
                  <a:t>Identify the work done per stack frame</a:t>
                </a:r>
              </a:p>
              <a:p>
                <a:r>
                  <a:rPr lang="en-US" dirty="0"/>
                  <a:t>Add up all the work!</a:t>
                </a:r>
              </a:p>
              <a:p>
                <a:pPr lvl="1"/>
                <a:r>
                  <a:rPr lang="en-US" dirty="0"/>
                  <a:t>Sum is the answer!</a:t>
                </a:r>
              </a:p>
              <a:p>
                <a:pPr lvl="1"/>
                <a:r>
                  <a:rPr lang="en-US" dirty="0"/>
                  <a:t>In this case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FDDAAF-81C9-60F9-3FF1-0F973D6184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41">
                <a:extLst>
                  <a:ext uri="{FF2B5EF4-FFF2-40B4-BE49-F238E27FC236}">
                    <a16:creationId xmlns:a16="http://schemas.microsoft.com/office/drawing/2014/main" id="{E7A861BF-0626-CE47-F3EB-D65BF39B77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73338" y="1825625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 Box 41">
                <a:extLst>
                  <a:ext uri="{FF2B5EF4-FFF2-40B4-BE49-F238E27FC236}">
                    <a16:creationId xmlns:a16="http://schemas.microsoft.com/office/drawing/2014/main" id="{E7A861BF-0626-CE47-F3EB-D65BF39B7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73338" y="1825625"/>
                <a:ext cx="1333500" cy="457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1">
                <a:extLst>
                  <a:ext uri="{FF2B5EF4-FFF2-40B4-BE49-F238E27FC236}">
                    <a16:creationId xmlns:a16="http://schemas.microsoft.com/office/drawing/2014/main" id="{526E2983-A463-A0EE-B0DB-A268A8B841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73338" y="263971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/>
                        </a:rPr>
                        <m:t>𝑛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 Box 41">
                <a:extLst>
                  <a:ext uri="{FF2B5EF4-FFF2-40B4-BE49-F238E27FC236}">
                    <a16:creationId xmlns:a16="http://schemas.microsoft.com/office/drawing/2014/main" id="{526E2983-A463-A0EE-B0DB-A268A8B84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73338" y="2639716"/>
                <a:ext cx="13335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1D829C-229D-3C07-6BB5-2622736B211F}"/>
                  </a:ext>
                </a:extLst>
              </p:cNvPr>
              <p:cNvSpPr txBox="1"/>
              <p:nvPr/>
            </p:nvSpPr>
            <p:spPr>
              <a:xfrm>
                <a:off x="7846423" y="522890"/>
                <a:ext cx="3849189" cy="7454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r>
                        <a:rPr lang="en-US" sz="2400" b="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1D829C-229D-3C07-6BB5-2622736B2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6423" y="522890"/>
                <a:ext cx="3849189" cy="7454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41">
                <a:extLst>
                  <a:ext uri="{FF2B5EF4-FFF2-40B4-BE49-F238E27FC236}">
                    <a16:creationId xmlns:a16="http://schemas.microsoft.com/office/drawing/2014/main" id="{2DB49E5C-7AA5-2844-7FEA-F0D4A3178B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73338" y="3453998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/>
                        </a:rPr>
                        <m:t>𝑛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/4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 Box 41">
                <a:extLst>
                  <a:ext uri="{FF2B5EF4-FFF2-40B4-BE49-F238E27FC236}">
                    <a16:creationId xmlns:a16="http://schemas.microsoft.com/office/drawing/2014/main" id="{2DB49E5C-7AA5-2844-7FEA-F0D4A3178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73338" y="3453998"/>
                <a:ext cx="1333500" cy="457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41">
                <a:extLst>
                  <a:ext uri="{FF2B5EF4-FFF2-40B4-BE49-F238E27FC236}">
                    <a16:creationId xmlns:a16="http://schemas.microsoft.com/office/drawing/2014/main" id="{17512E4D-96D0-AC62-9DE6-378647691C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73338" y="4268280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/>
                        </a:rPr>
                        <m:t>𝑛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 Box 41">
                <a:extLst>
                  <a:ext uri="{FF2B5EF4-FFF2-40B4-BE49-F238E27FC236}">
                    <a16:creationId xmlns:a16="http://schemas.microsoft.com/office/drawing/2014/main" id="{17512E4D-96D0-AC62-9DE6-378647691C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73338" y="4268280"/>
                <a:ext cx="1333500" cy="457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C6A9046-97A8-1FAD-BB03-9BB482BBAF1E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8340088" y="2282825"/>
            <a:ext cx="0" cy="35689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1467D28-1318-9063-0540-C3E454C6787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8340088" y="3096916"/>
            <a:ext cx="0" cy="3570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2CACAE-D845-C8E4-F943-E9AE13D618B6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8340088" y="3911198"/>
            <a:ext cx="0" cy="3570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41">
                <a:extLst>
                  <a:ext uri="{FF2B5EF4-FFF2-40B4-BE49-F238E27FC236}">
                    <a16:creationId xmlns:a16="http://schemas.microsoft.com/office/drawing/2014/main" id="{BD5DB48A-B532-2E68-E804-2C1AEECBA6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73338" y="5474451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 Box 41">
                <a:extLst>
                  <a:ext uri="{FF2B5EF4-FFF2-40B4-BE49-F238E27FC236}">
                    <a16:creationId xmlns:a16="http://schemas.microsoft.com/office/drawing/2014/main" id="{BD5DB48A-B532-2E68-E804-2C1AEECBA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73338" y="5474451"/>
                <a:ext cx="1333500" cy="457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559CB69-DCE6-7974-5537-E6969488B3D5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8340088" y="4725480"/>
            <a:ext cx="0" cy="255823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445BA787-0977-811B-55E2-A5A1337C969B}"/>
              </a:ext>
            </a:extLst>
          </p:cNvPr>
          <p:cNvSpPr/>
          <p:nvPr/>
        </p:nvSpPr>
        <p:spPr>
          <a:xfrm>
            <a:off x="8052990" y="4660169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58F77F7-7D60-EB65-A215-0D854398CFCA}"/>
                  </a:ext>
                </a:extLst>
              </p:cNvPr>
              <p:cNvSpPr txBox="1"/>
              <p:nvPr/>
            </p:nvSpPr>
            <p:spPr>
              <a:xfrm>
                <a:off x="9002408" y="1678247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58F77F7-7D60-EB65-A215-0D854398C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2408" y="1678247"/>
                <a:ext cx="3658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22D0772-8582-C391-0488-93C9175AC40C}"/>
                  </a:ext>
                </a:extLst>
              </p:cNvPr>
              <p:cNvSpPr txBox="1"/>
              <p:nvPr/>
            </p:nvSpPr>
            <p:spPr>
              <a:xfrm>
                <a:off x="9002407" y="2525515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22D0772-8582-C391-0488-93C9175AC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2407" y="2525515"/>
                <a:ext cx="36580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218D935-1EA5-3D30-6436-E62E0AF4623E}"/>
                  </a:ext>
                </a:extLst>
              </p:cNvPr>
              <p:cNvSpPr txBox="1"/>
              <p:nvPr/>
            </p:nvSpPr>
            <p:spPr>
              <a:xfrm>
                <a:off x="9002407" y="334847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218D935-1EA5-3D30-6436-E62E0AF46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2407" y="3348473"/>
                <a:ext cx="36580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A48A35A-F221-0772-DE4C-D3264E78EC79}"/>
                  </a:ext>
                </a:extLst>
              </p:cNvPr>
              <p:cNvSpPr txBox="1"/>
              <p:nvPr/>
            </p:nvSpPr>
            <p:spPr>
              <a:xfrm>
                <a:off x="9002407" y="4171431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A48A35A-F221-0772-DE4C-D3264E78E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2407" y="4171431"/>
                <a:ext cx="36580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CF95495-3C2E-4DF2-EEBF-4AC317B24405}"/>
                  </a:ext>
                </a:extLst>
              </p:cNvPr>
              <p:cNvSpPr txBox="1"/>
              <p:nvPr/>
            </p:nvSpPr>
            <p:spPr>
              <a:xfrm>
                <a:off x="8988938" y="534424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CF95495-3C2E-4DF2-EEBF-4AC317B24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8938" y="5344243"/>
                <a:ext cx="36580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Left Brace 31">
            <a:extLst>
              <a:ext uri="{FF2B5EF4-FFF2-40B4-BE49-F238E27FC236}">
                <a16:creationId xmlns:a16="http://schemas.microsoft.com/office/drawing/2014/main" id="{AB522D64-0FDA-0C3B-396A-2F0191CC116C}"/>
              </a:ext>
            </a:extLst>
          </p:cNvPr>
          <p:cNvSpPr/>
          <p:nvPr/>
        </p:nvSpPr>
        <p:spPr>
          <a:xfrm flipH="1" flipV="1">
            <a:off x="9831069" y="1697549"/>
            <a:ext cx="325192" cy="4234101"/>
          </a:xfrm>
          <a:prstGeom prst="leftBrace">
            <a:avLst>
              <a:gd name="adj1" fmla="val 83199"/>
              <a:gd name="adj2" fmla="val 49631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2">
                <a:extLst>
                  <a:ext uri="{FF2B5EF4-FFF2-40B4-BE49-F238E27FC236}">
                    <a16:creationId xmlns:a16="http://schemas.microsoft.com/office/drawing/2014/main" id="{52F20E8C-E391-FFF9-D4BD-C29BBABEF1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93665" y="3542773"/>
                <a:ext cx="2312388" cy="954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log</m:t>
                        </m:r>
                      </m:e>
                      <m:sub>
                        <m:r>
                          <a:rPr lang="en-US" sz="2800" i="1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⁡</m:t>
                    </m:r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rgbClr val="FF00FF"/>
                    </a:solidFill>
                  </a:rPr>
                  <a:t> </a:t>
                </a:r>
                <a:r>
                  <a:rPr lang="en-US" sz="2800" dirty="0"/>
                  <a:t>levels</a:t>
                </a:r>
              </a:p>
              <a:p>
                <a:pPr algn="ctr"/>
                <a:r>
                  <a:rPr lang="en-US" sz="2800" dirty="0"/>
                  <a:t>of recursion</a:t>
                </a:r>
              </a:p>
            </p:txBody>
          </p:sp>
        </mc:Choice>
        <mc:Fallback xmlns="">
          <p:sp>
            <p:nvSpPr>
              <p:cNvPr id="33" name="Text Box 2">
                <a:extLst>
                  <a:ext uri="{FF2B5EF4-FFF2-40B4-BE49-F238E27FC236}">
                    <a16:creationId xmlns:a16="http://schemas.microsoft.com/office/drawing/2014/main" id="{52F20E8C-E391-FFF9-D4BD-C29BBABEF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3665" y="3542773"/>
                <a:ext cx="2312388" cy="954107"/>
              </a:xfrm>
              <a:prstGeom prst="rect">
                <a:avLst/>
              </a:prstGeom>
              <a:blipFill>
                <a:blip r:embed="rId12"/>
                <a:stretch>
                  <a:fillRect t="-5732" b="-1719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C9BA210D-0C67-7E82-28CD-4DD3AE7466AD}"/>
              </a:ext>
            </a:extLst>
          </p:cNvPr>
          <p:cNvSpPr txBox="1"/>
          <p:nvPr/>
        </p:nvSpPr>
        <p:spPr>
          <a:xfrm>
            <a:off x="1132356" y="4496880"/>
            <a:ext cx="50259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rgbClr val="FFC000"/>
                </a:solidFill>
              </a:rPr>
              <a:t>The “Tree Method”</a:t>
            </a:r>
          </a:p>
        </p:txBody>
      </p:sp>
    </p:spTree>
    <p:extLst>
      <p:ext uri="{BB962C8B-B14F-4D97-AF65-F5344CB8AC3E}">
        <p14:creationId xmlns:p14="http://schemas.microsoft.com/office/powerpoint/2010/main" val="94989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  <p:bldP spid="20" grpId="0" animBg="1"/>
      <p:bldP spid="26" grpId="0"/>
      <p:bldP spid="27" grpId="0"/>
      <p:bldP spid="28" grpId="0"/>
      <p:bldP spid="29" grpId="0"/>
      <p:bldP spid="30" grpId="0"/>
      <p:bldP spid="31" grpId="0"/>
      <p:bldP spid="32" grpId="0" animBg="1"/>
      <p:bldP spid="33" grpId="0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A4C94-F173-BE79-8469-02F227EC3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Linear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B7A4A-B366-CC17-877C-2EB95A8A5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boolean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linearSearch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Integer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 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lst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k){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linearSearch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lst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k, 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lst.size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boolean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linearSearch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Integer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 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lst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k,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start,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end){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(start == end){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lst.get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(start) == k){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linearSearch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lst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k, start+</a:t>
            </a:r>
            <a:r>
              <a:rPr lang="en-US" sz="16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end);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BC88654-239A-44AE-D715-B2925B4A1F94}"/>
              </a:ext>
            </a:extLst>
          </p:cNvPr>
          <p:cNvGrpSpPr/>
          <p:nvPr/>
        </p:nvGrpSpPr>
        <p:grpSpPr>
          <a:xfrm>
            <a:off x="6908800" y="848916"/>
            <a:ext cx="5283200" cy="907778"/>
            <a:chOff x="6908800" y="1040108"/>
            <a:chExt cx="5283200" cy="90777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176971-CE8E-F718-7F77-E9162D17D650}"/>
                </a:ext>
              </a:extLst>
            </p:cNvPr>
            <p:cNvGrpSpPr/>
            <p:nvPr/>
          </p:nvGrpSpPr>
          <p:grpSpPr>
            <a:xfrm>
              <a:off x="6908800" y="1419566"/>
              <a:ext cx="5283200" cy="528320"/>
              <a:chOff x="1681480" y="5462905"/>
              <a:chExt cx="5283200" cy="528320"/>
            </a:xfrm>
            <a:solidFill>
              <a:schemeClr val="bg1"/>
            </a:solidFill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44C80AB-88F8-15C5-0103-53AE186760CB}"/>
                  </a:ext>
                </a:extLst>
              </p:cNvPr>
              <p:cNvSpPr/>
              <p:nvPr/>
            </p:nvSpPr>
            <p:spPr>
              <a:xfrm>
                <a:off x="379476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324360B-2F37-69A1-7E37-A806252CB4F7}"/>
                  </a:ext>
                </a:extLst>
              </p:cNvPr>
              <p:cNvSpPr/>
              <p:nvPr/>
            </p:nvSpPr>
            <p:spPr>
              <a:xfrm>
                <a:off x="432308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0E67EE8-8B93-1B19-5019-F36B0BD7BF61}"/>
                  </a:ext>
                </a:extLst>
              </p:cNvPr>
              <p:cNvSpPr/>
              <p:nvPr/>
            </p:nvSpPr>
            <p:spPr>
              <a:xfrm>
                <a:off x="485140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793D5AC-F3F1-9BA4-E366-21CB89ECB4FE}"/>
                  </a:ext>
                </a:extLst>
              </p:cNvPr>
              <p:cNvSpPr/>
              <p:nvPr/>
            </p:nvSpPr>
            <p:spPr>
              <a:xfrm>
                <a:off x="537972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B126A6B-FFB4-A2F6-C119-A222B732EF3F}"/>
                  </a:ext>
                </a:extLst>
              </p:cNvPr>
              <p:cNvSpPr/>
              <p:nvPr/>
            </p:nvSpPr>
            <p:spPr>
              <a:xfrm>
                <a:off x="326644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6CBE4FA-461E-32AF-1F21-B77F03699717}"/>
                  </a:ext>
                </a:extLst>
              </p:cNvPr>
              <p:cNvSpPr/>
              <p:nvPr/>
            </p:nvSpPr>
            <p:spPr>
              <a:xfrm>
                <a:off x="273812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B537B33-5DD0-844B-4DE2-FACCCA75DC39}"/>
                  </a:ext>
                </a:extLst>
              </p:cNvPr>
              <p:cNvSpPr/>
              <p:nvPr/>
            </p:nvSpPr>
            <p:spPr>
              <a:xfrm>
                <a:off x="220980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80871E1-A9B9-68FB-9BE8-F1C631E2D52A}"/>
                  </a:ext>
                </a:extLst>
              </p:cNvPr>
              <p:cNvSpPr/>
              <p:nvPr/>
            </p:nvSpPr>
            <p:spPr>
              <a:xfrm>
                <a:off x="590804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8C3F77D-A3EF-58B8-E3C7-32E1697528F8}"/>
                  </a:ext>
                </a:extLst>
              </p:cNvPr>
              <p:cNvSpPr/>
              <p:nvPr/>
            </p:nvSpPr>
            <p:spPr>
              <a:xfrm>
                <a:off x="168148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49D9353-0FA0-020E-1D1E-349C1C971276}"/>
                  </a:ext>
                </a:extLst>
              </p:cNvPr>
              <p:cNvSpPr/>
              <p:nvPr/>
            </p:nvSpPr>
            <p:spPr>
              <a:xfrm>
                <a:off x="643636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9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00AD036-AEEA-337E-F743-27B6259BCAC9}"/>
                </a:ext>
              </a:extLst>
            </p:cNvPr>
            <p:cNvGrpSpPr/>
            <p:nvPr/>
          </p:nvGrpSpPr>
          <p:grpSpPr>
            <a:xfrm>
              <a:off x="6908800" y="1040108"/>
              <a:ext cx="5283200" cy="528320"/>
              <a:chOff x="1681480" y="5462905"/>
              <a:chExt cx="5283200" cy="52832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9956A8D-5179-312E-01CA-A027B4BE4CD7}"/>
                  </a:ext>
                </a:extLst>
              </p:cNvPr>
              <p:cNvSpPr/>
              <p:nvPr/>
            </p:nvSpPr>
            <p:spPr>
              <a:xfrm>
                <a:off x="379476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53B6828-1075-6CA6-379F-1141B90E248F}"/>
                  </a:ext>
                </a:extLst>
              </p:cNvPr>
              <p:cNvSpPr/>
              <p:nvPr/>
            </p:nvSpPr>
            <p:spPr>
              <a:xfrm>
                <a:off x="432308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79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AADC8C-26C7-2EC0-CFD5-AB850DA464FF}"/>
                  </a:ext>
                </a:extLst>
              </p:cNvPr>
              <p:cNvSpPr/>
              <p:nvPr/>
            </p:nvSpPr>
            <p:spPr>
              <a:xfrm>
                <a:off x="485140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88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0D9D694-6129-D6F5-5737-C28073A0DA20}"/>
                  </a:ext>
                </a:extLst>
              </p:cNvPr>
              <p:cNvSpPr/>
              <p:nvPr/>
            </p:nvSpPr>
            <p:spPr>
              <a:xfrm>
                <a:off x="537972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90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4B85989-2371-70E5-8119-C39A6E903CDC}"/>
                  </a:ext>
                </a:extLst>
              </p:cNvPr>
              <p:cNvSpPr/>
              <p:nvPr/>
            </p:nvSpPr>
            <p:spPr>
              <a:xfrm>
                <a:off x="326644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42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F51CD2F-E989-9A35-F1FE-B6802A86B6F7}"/>
                  </a:ext>
                </a:extLst>
              </p:cNvPr>
              <p:cNvSpPr/>
              <p:nvPr/>
            </p:nvSpPr>
            <p:spPr>
              <a:xfrm>
                <a:off x="273812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13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CA394E8-3E48-87C4-4E66-B4248B28F3B8}"/>
                  </a:ext>
                </a:extLst>
              </p:cNvPr>
              <p:cNvSpPr/>
              <p:nvPr/>
            </p:nvSpPr>
            <p:spPr>
              <a:xfrm>
                <a:off x="220980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22F7EE1-E438-088D-0E5E-4BFDEA41E50F}"/>
                  </a:ext>
                </a:extLst>
              </p:cNvPr>
              <p:cNvSpPr/>
              <p:nvPr/>
            </p:nvSpPr>
            <p:spPr>
              <a:xfrm>
                <a:off x="590804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95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3332684-95DA-F21A-B08B-027F50B532A6}"/>
                  </a:ext>
                </a:extLst>
              </p:cNvPr>
              <p:cNvSpPr/>
              <p:nvPr/>
            </p:nvSpPr>
            <p:spPr>
              <a:xfrm>
                <a:off x="168148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FDC9D9D-586A-5D6A-EAEB-05E79320B7F2}"/>
                  </a:ext>
                </a:extLst>
              </p:cNvPr>
              <p:cNvSpPr/>
              <p:nvPr/>
            </p:nvSpPr>
            <p:spPr>
              <a:xfrm>
                <a:off x="643636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99</a:t>
                </a: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68056F4-5A3C-5369-8DAC-15B21C043979}"/>
                  </a:ext>
                </a:extLst>
              </p14:cNvPr>
              <p14:cNvContentPartPr/>
              <p14:nvPr/>
            </p14:nvContentPartPr>
            <p14:xfrm>
              <a:off x="1425600" y="3542400"/>
              <a:ext cx="9783360" cy="18738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68056F4-5A3C-5369-8DAC-15B21C04397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16240" y="3533040"/>
                <a:ext cx="9802080" cy="189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1965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0C471-0E49-9D75-75DE-5A00835E8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our method “prettier”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DDAAF-81C9-60F9-3FF1-0F973D618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Draw a picture of the recursion</a:t>
            </a:r>
          </a:p>
          <a:p>
            <a:r>
              <a:rPr lang="en-US" dirty="0">
                <a:solidFill>
                  <a:srgbClr val="0070C0"/>
                </a:solidFill>
              </a:rPr>
              <a:t>Identify the work done per stack frame</a:t>
            </a:r>
          </a:p>
          <a:p>
            <a:r>
              <a:rPr lang="en-US" dirty="0"/>
              <a:t>Add up all the work!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41">
                <a:extLst>
                  <a:ext uri="{FF2B5EF4-FFF2-40B4-BE49-F238E27FC236}">
                    <a16:creationId xmlns:a16="http://schemas.microsoft.com/office/drawing/2014/main" id="{E7A861BF-0626-CE47-F3EB-D65BF39B77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73338" y="1825625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 Box 41">
                <a:extLst>
                  <a:ext uri="{FF2B5EF4-FFF2-40B4-BE49-F238E27FC236}">
                    <a16:creationId xmlns:a16="http://schemas.microsoft.com/office/drawing/2014/main" id="{E7A861BF-0626-CE47-F3EB-D65BF39B7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73338" y="1825625"/>
                <a:ext cx="1333500" cy="457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1">
                <a:extLst>
                  <a:ext uri="{FF2B5EF4-FFF2-40B4-BE49-F238E27FC236}">
                    <a16:creationId xmlns:a16="http://schemas.microsoft.com/office/drawing/2014/main" id="{526E2983-A463-A0EE-B0DB-A268A8B841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73338" y="263971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/>
                        </a:rPr>
                        <m:t>𝑛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 Box 41">
                <a:extLst>
                  <a:ext uri="{FF2B5EF4-FFF2-40B4-BE49-F238E27FC236}">
                    <a16:creationId xmlns:a16="http://schemas.microsoft.com/office/drawing/2014/main" id="{526E2983-A463-A0EE-B0DB-A268A8B84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73338" y="2639716"/>
                <a:ext cx="1333500" cy="457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1D829C-229D-3C07-6BB5-2622736B211F}"/>
                  </a:ext>
                </a:extLst>
              </p:cNvPr>
              <p:cNvSpPr txBox="1"/>
              <p:nvPr/>
            </p:nvSpPr>
            <p:spPr>
              <a:xfrm>
                <a:off x="7846423" y="522890"/>
                <a:ext cx="384918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r>
                        <a:rPr lang="en-US" sz="2400" b="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1D829C-229D-3C07-6BB5-2622736B2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6423" y="522890"/>
                <a:ext cx="384918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41">
                <a:extLst>
                  <a:ext uri="{FF2B5EF4-FFF2-40B4-BE49-F238E27FC236}">
                    <a16:creationId xmlns:a16="http://schemas.microsoft.com/office/drawing/2014/main" id="{2DB49E5C-7AA5-2844-7FEA-F0D4A3178B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73338" y="3453998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/>
                        </a:rPr>
                        <m:t>𝑛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 Box 41">
                <a:extLst>
                  <a:ext uri="{FF2B5EF4-FFF2-40B4-BE49-F238E27FC236}">
                    <a16:creationId xmlns:a16="http://schemas.microsoft.com/office/drawing/2014/main" id="{2DB49E5C-7AA5-2844-7FEA-F0D4A3178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73338" y="3453998"/>
                <a:ext cx="1333500" cy="457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41">
                <a:extLst>
                  <a:ext uri="{FF2B5EF4-FFF2-40B4-BE49-F238E27FC236}">
                    <a16:creationId xmlns:a16="http://schemas.microsoft.com/office/drawing/2014/main" id="{17512E4D-96D0-AC62-9DE6-378647691C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73338" y="4268280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/>
                        </a:rPr>
                        <m:t>𝑛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 Box 41">
                <a:extLst>
                  <a:ext uri="{FF2B5EF4-FFF2-40B4-BE49-F238E27FC236}">
                    <a16:creationId xmlns:a16="http://schemas.microsoft.com/office/drawing/2014/main" id="{17512E4D-96D0-AC62-9DE6-378647691C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73338" y="4268280"/>
                <a:ext cx="1333500" cy="457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C6A9046-97A8-1FAD-BB03-9BB482BBAF1E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8340088" y="2282825"/>
            <a:ext cx="0" cy="356891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1467D28-1318-9063-0540-C3E454C6787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8340088" y="3096916"/>
            <a:ext cx="0" cy="3570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2CACAE-D845-C8E4-F943-E9AE13D618B6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8340088" y="3911198"/>
            <a:ext cx="0" cy="3570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41">
                <a:extLst>
                  <a:ext uri="{FF2B5EF4-FFF2-40B4-BE49-F238E27FC236}">
                    <a16:creationId xmlns:a16="http://schemas.microsoft.com/office/drawing/2014/main" id="{BD5DB48A-B532-2E68-E804-2C1AEECBA6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73338" y="5474451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 Box 41">
                <a:extLst>
                  <a:ext uri="{FF2B5EF4-FFF2-40B4-BE49-F238E27FC236}">
                    <a16:creationId xmlns:a16="http://schemas.microsoft.com/office/drawing/2014/main" id="{BD5DB48A-B532-2E68-E804-2C1AEECBA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73338" y="5474451"/>
                <a:ext cx="1333500" cy="457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559CB69-DCE6-7974-5537-E6969488B3D5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8340088" y="4725480"/>
            <a:ext cx="0" cy="255823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445BA787-0977-811B-55E2-A5A1337C969B}"/>
              </a:ext>
            </a:extLst>
          </p:cNvPr>
          <p:cNvSpPr/>
          <p:nvPr/>
        </p:nvSpPr>
        <p:spPr>
          <a:xfrm>
            <a:off x="8052990" y="4660169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58F77F7-7D60-EB65-A215-0D854398CFCA}"/>
                  </a:ext>
                </a:extLst>
              </p:cNvPr>
              <p:cNvSpPr txBox="1"/>
              <p:nvPr/>
            </p:nvSpPr>
            <p:spPr>
              <a:xfrm>
                <a:off x="9002408" y="1678247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58F77F7-7D60-EB65-A215-0D854398C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2408" y="1678247"/>
                <a:ext cx="36580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22D0772-8582-C391-0488-93C9175AC40C}"/>
                  </a:ext>
                </a:extLst>
              </p:cNvPr>
              <p:cNvSpPr txBox="1"/>
              <p:nvPr/>
            </p:nvSpPr>
            <p:spPr>
              <a:xfrm>
                <a:off x="9002407" y="2525515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22D0772-8582-C391-0488-93C9175AC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2407" y="2525515"/>
                <a:ext cx="3658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218D935-1EA5-3D30-6436-E62E0AF4623E}"/>
                  </a:ext>
                </a:extLst>
              </p:cNvPr>
              <p:cNvSpPr txBox="1"/>
              <p:nvPr/>
            </p:nvSpPr>
            <p:spPr>
              <a:xfrm>
                <a:off x="9002407" y="334847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218D935-1EA5-3D30-6436-E62E0AF46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2407" y="3348473"/>
                <a:ext cx="3658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A48A35A-F221-0772-DE4C-D3264E78EC79}"/>
                  </a:ext>
                </a:extLst>
              </p:cNvPr>
              <p:cNvSpPr txBox="1"/>
              <p:nvPr/>
            </p:nvSpPr>
            <p:spPr>
              <a:xfrm>
                <a:off x="9002407" y="4171431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A48A35A-F221-0772-DE4C-D3264E78E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2407" y="4171431"/>
                <a:ext cx="3658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CF95495-3C2E-4DF2-EEBF-4AC317B24405}"/>
                  </a:ext>
                </a:extLst>
              </p:cNvPr>
              <p:cNvSpPr txBox="1"/>
              <p:nvPr/>
            </p:nvSpPr>
            <p:spPr>
              <a:xfrm>
                <a:off x="8988938" y="5344243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CF95495-3C2E-4DF2-EEBF-4AC317B24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8938" y="5344243"/>
                <a:ext cx="36580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Left Brace 31">
            <a:extLst>
              <a:ext uri="{FF2B5EF4-FFF2-40B4-BE49-F238E27FC236}">
                <a16:creationId xmlns:a16="http://schemas.microsoft.com/office/drawing/2014/main" id="{AB522D64-0FDA-0C3B-396A-2F0191CC116C}"/>
              </a:ext>
            </a:extLst>
          </p:cNvPr>
          <p:cNvSpPr/>
          <p:nvPr/>
        </p:nvSpPr>
        <p:spPr>
          <a:xfrm flipH="1" flipV="1">
            <a:off x="9831069" y="1697549"/>
            <a:ext cx="325192" cy="4234101"/>
          </a:xfrm>
          <a:prstGeom prst="leftBrace">
            <a:avLst>
              <a:gd name="adj1" fmla="val 83199"/>
              <a:gd name="adj2" fmla="val 49631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2">
                <a:extLst>
                  <a:ext uri="{FF2B5EF4-FFF2-40B4-BE49-F238E27FC236}">
                    <a16:creationId xmlns:a16="http://schemas.microsoft.com/office/drawing/2014/main" id="{52F20E8C-E391-FFF9-D4BD-C29BBABEF1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93665" y="3542773"/>
                <a:ext cx="2312388" cy="954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rgbClr val="FF00FF"/>
                    </a:solidFill>
                  </a:rPr>
                  <a:t> </a:t>
                </a:r>
                <a:r>
                  <a:rPr lang="en-US" sz="2800" dirty="0"/>
                  <a:t>levels</a:t>
                </a:r>
              </a:p>
              <a:p>
                <a:pPr algn="ctr"/>
                <a:r>
                  <a:rPr lang="en-US" sz="2800" dirty="0"/>
                  <a:t>of recursion</a:t>
                </a:r>
              </a:p>
            </p:txBody>
          </p:sp>
        </mc:Choice>
        <mc:Fallback xmlns="">
          <p:sp>
            <p:nvSpPr>
              <p:cNvPr id="33" name="Text Box 2">
                <a:extLst>
                  <a:ext uri="{FF2B5EF4-FFF2-40B4-BE49-F238E27FC236}">
                    <a16:creationId xmlns:a16="http://schemas.microsoft.com/office/drawing/2014/main" id="{52F20E8C-E391-FFF9-D4BD-C29BBABEF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3665" y="3542773"/>
                <a:ext cx="2312388" cy="954107"/>
              </a:xfrm>
              <a:prstGeom prst="rect">
                <a:avLst/>
              </a:prstGeom>
              <a:blipFill>
                <a:blip r:embed="rId11"/>
                <a:stretch>
                  <a:fillRect t="-5732" b="-1719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7EAD35-6AB2-0B1C-8834-423A45431A3C}"/>
                  </a:ext>
                </a:extLst>
              </p:cNvPr>
              <p:cNvSpPr txBox="1"/>
              <p:nvPr/>
            </p:nvSpPr>
            <p:spPr>
              <a:xfrm>
                <a:off x="1038919" y="4888012"/>
                <a:ext cx="387465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/>
                  <a:t>Running time: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7EAD35-6AB2-0B1C-8834-423A45431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919" y="4888012"/>
                <a:ext cx="3874650" cy="646331"/>
              </a:xfrm>
              <a:prstGeom prst="rect">
                <a:avLst/>
              </a:prstGeom>
              <a:blipFill>
                <a:blip r:embed="rId12"/>
                <a:stretch>
                  <a:fillRect l="-4717" t="-15094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7D8E0AF-3481-5748-34FB-8D624C2E516D}"/>
                  </a:ext>
                </a:extLst>
              </p14:cNvPr>
              <p14:cNvContentPartPr/>
              <p14:nvPr/>
            </p14:nvContentPartPr>
            <p14:xfrm>
              <a:off x="9410760" y="448308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7D8E0AF-3481-5748-34FB-8D624C2E516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401400" y="4473720"/>
                <a:ext cx="1908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682AD26-2956-5B50-CF6B-61CE09BCE209}"/>
                  </a:ext>
                </a:extLst>
              </p14:cNvPr>
              <p14:cNvContentPartPr/>
              <p14:nvPr/>
            </p14:nvContentPartPr>
            <p14:xfrm>
              <a:off x="10769400" y="930600"/>
              <a:ext cx="605520" cy="799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682AD26-2956-5B50-CF6B-61CE09BCE20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760040" y="921240"/>
                <a:ext cx="624240" cy="9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1844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  <p:bldP spid="20" grpId="0" animBg="1"/>
      <p:bldP spid="26" grpId="0"/>
      <p:bldP spid="27" grpId="0"/>
      <p:bldP spid="28" grpId="0"/>
      <p:bldP spid="29" grpId="0"/>
      <p:bldP spid="30" grpId="0"/>
      <p:bldP spid="31" grpId="0"/>
      <p:bldP spid="32" grpId="0" animBg="1"/>
      <p:bldP spid="33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AE782-C07E-8C9D-F03B-E1555654D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List Summation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CB12C-1484-4384-0A8A-F40C8F089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sum(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list){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sum_helper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(list,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list.size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sum_helper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list,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low,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high){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(low == high){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(low == high-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list[low]; }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middle = 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high+low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)/</a:t>
            </a:r>
            <a:r>
              <a:rPr lang="en-U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sum_helper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(list, low, middle) +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sum_helper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(list, middle, high);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ED0C0D4-7AB4-3FF3-89EF-DB08FB9CDE56}"/>
                  </a:ext>
                </a:extLst>
              </p14:cNvPr>
              <p14:cNvContentPartPr/>
              <p14:nvPr/>
            </p14:nvContentPartPr>
            <p14:xfrm>
              <a:off x="522360" y="2127960"/>
              <a:ext cx="9989280" cy="4072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ED0C0D4-7AB4-3FF3-89EF-DB08FB9CDE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3000" y="2118600"/>
                <a:ext cx="10008000" cy="409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6711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600" dirty="0">
                    <a:latin typeface="Symbol" pitchFamily="18" charset="2"/>
                  </a:rPr>
                  <a:t>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2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600" dirty="0">
                    <a:solidFill>
                      <a:srgbClr val="FF0000"/>
                    </a:solidFill>
                  </a:rPr>
                  <a:t> </a:t>
                </a:r>
                <a:r>
                  <a:rPr lang="en-US" sz="2600" dirty="0"/>
                  <a:t>work per level</a:t>
                </a:r>
              </a:p>
            </p:txBody>
          </p:sp>
        </mc:Choice>
        <mc:Fallback xmlns="">
          <p:sp>
            <p:nvSpPr>
              <p:cNvPr id="41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blipFill>
                <a:blip r:embed="rId2"/>
                <a:stretch>
                  <a:fillRect t="-12048" b="-3012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Brace 41"/>
          <p:cNvSpPr/>
          <p:nvPr/>
        </p:nvSpPr>
        <p:spPr>
          <a:xfrm flipH="1" flipV="1">
            <a:off x="8229600" y="2133600"/>
            <a:ext cx="250372" cy="3553177"/>
          </a:xfrm>
          <a:prstGeom prst="leftBrace">
            <a:avLst>
              <a:gd name="adj1" fmla="val 83199"/>
              <a:gd name="adj2" fmla="val 49631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3676688"/>
                <a:ext cx="2312388" cy="954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log</m:t>
                        </m:r>
                      </m:e>
                      <m:sub>
                        <m:r>
                          <a:rPr lang="en-US" sz="2800" i="1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⁡</m:t>
                    </m:r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rgbClr val="FF00FF"/>
                    </a:solidFill>
                  </a:rPr>
                  <a:t> </a:t>
                </a:r>
                <a:r>
                  <a:rPr lang="en-US" sz="2800" dirty="0"/>
                  <a:t>levels</a:t>
                </a:r>
              </a:p>
              <a:p>
                <a:pPr algn="ctr"/>
                <a:r>
                  <a:rPr lang="en-US" sz="2800" dirty="0"/>
                  <a:t>of recursion</a:t>
                </a:r>
              </a:p>
            </p:txBody>
          </p:sp>
        </mc:Choice>
        <mc:Fallback xmlns="">
          <p:sp>
            <p:nvSpPr>
              <p:cNvPr id="4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3676688"/>
                <a:ext cx="2312388" cy="954107"/>
              </a:xfrm>
              <a:prstGeom prst="rect">
                <a:avLst/>
              </a:prstGeom>
              <a:blipFill>
                <a:blip r:embed="rId3"/>
                <a:stretch>
                  <a:fillRect t="-6579" b="-1578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41"/>
              <p:cNvSpPr txBox="1">
                <a:spLocks noChangeArrowheads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4465610" y="1182558"/>
                <a:ext cx="3222613" cy="7454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=2</m:t>
                      </m:r>
                      <m:r>
                        <a:rPr lang="en-US" sz="2400" i="1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i="1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610" y="1182558"/>
                <a:ext cx="3222613" cy="7454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41"/>
              <p:cNvSpPr txBox="1">
                <a:spLocks noChangeArrowheads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blipFill>
                <a:blip r:embed="rId7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41"/>
              <p:cNvSpPr txBox="1">
                <a:spLocks noChangeArrowheads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blipFill>
                <a:blip r:embed="rId8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Box 41"/>
              <p:cNvSpPr txBox="1">
                <a:spLocks noChangeArrowheads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blipFill>
                <a:blip r:embed="rId9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Box 41"/>
              <p:cNvSpPr txBox="1">
                <a:spLocks noChangeArrowheads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0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Box 41"/>
              <p:cNvSpPr txBox="1">
                <a:spLocks noChangeArrowheads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8491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41"/>
              <p:cNvSpPr txBox="1">
                <a:spLocks noChangeArrowheads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blipFill>
                <a:blip r:embed="rId11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/>
          <p:cNvSpPr/>
          <p:nvPr/>
        </p:nvSpPr>
        <p:spPr>
          <a:xfrm rot="16200000">
            <a:off x="2018785" y="428126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4" name="Rectangle 53"/>
          <p:cNvSpPr/>
          <p:nvPr/>
        </p:nvSpPr>
        <p:spPr>
          <a:xfrm rot="16200000">
            <a:off x="36943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5" name="Rectangle 54"/>
          <p:cNvSpPr/>
          <p:nvPr/>
        </p:nvSpPr>
        <p:spPr>
          <a:xfrm rot="16200000">
            <a:off x="56374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6" name="Rectangle 55"/>
          <p:cNvSpPr/>
          <p:nvPr/>
        </p:nvSpPr>
        <p:spPr>
          <a:xfrm rot="16200000">
            <a:off x="7123351" y="433529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 Box 41"/>
              <p:cNvSpPr txBox="1">
                <a:spLocks noChangeArrowheads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 Box 41"/>
              <p:cNvSpPr txBox="1">
                <a:spLocks noChangeArrowheads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Box 41"/>
              <p:cNvSpPr txBox="1">
                <a:spLocks noChangeArrowheads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/>
          <p:cNvSpPr/>
          <p:nvPr/>
        </p:nvSpPr>
        <p:spPr>
          <a:xfrm>
            <a:off x="4133849" y="4917337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Box 41"/>
              <p:cNvSpPr txBox="1">
                <a:spLocks noChangeArrowheads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Box 41"/>
              <p:cNvSpPr txBox="1">
                <a:spLocks noChangeArrowheads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41"/>
              <p:cNvSpPr txBox="1">
                <a:spLocks noChangeArrowheads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3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/>
          <p:cNvCxnSpPr>
            <a:stCxn id="44" idx="2"/>
            <a:endCxn id="47" idx="0"/>
          </p:cNvCxnSpPr>
          <p:nvPr/>
        </p:nvCxnSpPr>
        <p:spPr>
          <a:xfrm flipH="1">
            <a:off x="3357354" y="2590800"/>
            <a:ext cx="1690896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44" idx="2"/>
            <a:endCxn id="48" idx="0"/>
          </p:cNvCxnSpPr>
          <p:nvPr/>
        </p:nvCxnSpPr>
        <p:spPr>
          <a:xfrm>
            <a:off x="5048250" y="2590800"/>
            <a:ext cx="1600200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47" idx="2"/>
            <a:endCxn id="49" idx="0"/>
          </p:cNvCxnSpPr>
          <p:nvPr/>
        </p:nvCxnSpPr>
        <p:spPr>
          <a:xfrm flipH="1">
            <a:off x="2240630" y="3485452"/>
            <a:ext cx="1116724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47" idx="2"/>
            <a:endCxn id="50" idx="0"/>
          </p:cNvCxnSpPr>
          <p:nvPr/>
        </p:nvCxnSpPr>
        <p:spPr>
          <a:xfrm>
            <a:off x="3357354" y="3485452"/>
            <a:ext cx="624096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48" idx="2"/>
            <a:endCxn id="51" idx="0"/>
          </p:cNvCxnSpPr>
          <p:nvPr/>
        </p:nvCxnSpPr>
        <p:spPr>
          <a:xfrm flipH="1">
            <a:off x="5848350" y="3485452"/>
            <a:ext cx="800100" cy="34692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48" idx="2"/>
            <a:endCxn id="52" idx="0"/>
          </p:cNvCxnSpPr>
          <p:nvPr/>
        </p:nvCxnSpPr>
        <p:spPr>
          <a:xfrm>
            <a:off x="6648450" y="3485452"/>
            <a:ext cx="762000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7486650" y="4291526"/>
            <a:ext cx="499546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52" idx="2"/>
          </p:cNvCxnSpPr>
          <p:nvPr/>
        </p:nvCxnSpPr>
        <p:spPr>
          <a:xfrm flipH="1">
            <a:off x="7143432" y="4291526"/>
            <a:ext cx="267019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51" idx="2"/>
          </p:cNvCxnSpPr>
          <p:nvPr/>
        </p:nvCxnSpPr>
        <p:spPr>
          <a:xfrm>
            <a:off x="5848351" y="4289576"/>
            <a:ext cx="499545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51" idx="2"/>
          </p:cNvCxnSpPr>
          <p:nvPr/>
        </p:nvCxnSpPr>
        <p:spPr>
          <a:xfrm flipH="1">
            <a:off x="5581332" y="4289576"/>
            <a:ext cx="267019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50" idx="2"/>
          </p:cNvCxnSpPr>
          <p:nvPr/>
        </p:nvCxnSpPr>
        <p:spPr>
          <a:xfrm>
            <a:off x="3981450" y="4291526"/>
            <a:ext cx="526860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stCxn id="50" idx="2"/>
          </p:cNvCxnSpPr>
          <p:nvPr/>
        </p:nvCxnSpPr>
        <p:spPr>
          <a:xfrm flipH="1">
            <a:off x="3741748" y="4291526"/>
            <a:ext cx="239703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49" idx="2"/>
          </p:cNvCxnSpPr>
          <p:nvPr/>
        </p:nvCxnSpPr>
        <p:spPr>
          <a:xfrm>
            <a:off x="2240631" y="4291527"/>
            <a:ext cx="474963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49" idx="2"/>
          </p:cNvCxnSpPr>
          <p:nvPr/>
        </p:nvCxnSpPr>
        <p:spPr>
          <a:xfrm flipH="1">
            <a:off x="1949032" y="4291527"/>
            <a:ext cx="291599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5668215" y="1992868"/>
                <a:ext cx="3506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215" y="1992868"/>
                <a:ext cx="350672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3962400" y="2940302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2940302"/>
                <a:ext cx="350673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7246374" y="2974403"/>
                <a:ext cx="3506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374" y="2974403"/>
                <a:ext cx="350672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2819400" y="3778527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778527"/>
                <a:ext cx="350673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4639597" y="3774093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597" y="3774093"/>
                <a:ext cx="350673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6432433" y="3783622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433" y="3783622"/>
                <a:ext cx="350673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8001000" y="3779188"/>
                <a:ext cx="3506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3779188"/>
                <a:ext cx="350673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012C2DE-48D7-4255-8090-ED57B66C05A8}"/>
              </a:ext>
            </a:extLst>
          </p:cNvPr>
          <p:cNvSpPr/>
          <p:nvPr/>
        </p:nvSpPr>
        <p:spPr>
          <a:xfrm>
            <a:off x="304801" y="1463359"/>
            <a:ext cx="2602580" cy="6397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Red box represents a problem instance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7C56E80-DC90-4EC4-92E0-C4399C5085E9}"/>
              </a:ext>
            </a:extLst>
          </p:cNvPr>
          <p:cNvSpPr/>
          <p:nvPr/>
        </p:nvSpPr>
        <p:spPr>
          <a:xfrm>
            <a:off x="304801" y="2129739"/>
            <a:ext cx="2602580" cy="811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Blue value represents time spent at that level of recursion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9C424BB-3828-F71A-1AD8-C7E508264581}"/>
                  </a:ext>
                </a:extLst>
              </p14:cNvPr>
              <p14:cNvContentPartPr/>
              <p14:nvPr/>
            </p14:nvContentPartPr>
            <p14:xfrm>
              <a:off x="6839640" y="2026800"/>
              <a:ext cx="1588680" cy="1390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9C424BB-3828-F71A-1AD8-C7E50826458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830280" y="2017440"/>
                <a:ext cx="1607400" cy="140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370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 animBg="1"/>
      <p:bldP spid="43" grpId="0"/>
      <p:bldP spid="44" grpId="0" animBg="1"/>
      <p:bldP spid="46" grpId="0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/>
      <p:bldP spid="54" grpId="0"/>
      <p:bldP spid="55" grpId="0"/>
      <p:bldP spid="56" grpId="0"/>
      <p:bldP spid="57" grpId="0" animBg="1"/>
      <p:bldP spid="58" grpId="0" animBg="1"/>
      <p:bldP spid="59" grpId="0" animBg="1"/>
      <p:bldP spid="60" grpId="0"/>
      <p:bldP spid="61" grpId="0" animBg="1"/>
      <p:bldP spid="62" grpId="0" animBg="1"/>
      <p:bldP spid="63" grpId="0" animBg="1"/>
      <p:bldP spid="64" grpId="0"/>
      <p:bldP spid="66" grpId="0"/>
      <p:bldP spid="67" grpId="0"/>
      <p:bldP spid="68" grpId="0"/>
      <p:bldP spid="70" grpId="0"/>
      <p:bldP spid="71" grpId="0"/>
      <p:bldP spid="72" grpId="0"/>
      <p:bldP spid="74" grpId="0"/>
      <p:bldP spid="75" grpId="0"/>
      <p:bldP spid="77" grpId="0"/>
      <p:bldP spid="78" grpId="0"/>
      <p:bldP spid="80" grpId="0"/>
      <p:bldP spid="8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AE782-C07E-8C9D-F03B-E1555654D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List Summation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4CB12C-1484-4384-0A8A-F40C8F0890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nary>
                    </m:oMath>
                  </m:oMathPara>
                </a14:m>
                <a:endParaRPr lang="en-US" sz="2800" b="0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b="0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func>
                                    <m:func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b="0" i="0" smtClean="0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sup>
                              </m:sSup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1−2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800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:endParaRPr lang="en-US" sz="2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4CB12C-1484-4384-0A8A-F40C8F0890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b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250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63FB1-2024-3C2F-82C7-A570445A9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Method Summary: Chip and Conquer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E1F56D-397B-4864-2127-448D2A1008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1371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Recurrence looks like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Use the recurrence to draw a tree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branching factor of the tree (e.g.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 then it’s a binary tree)</a:t>
                </a:r>
              </a:p>
              <a:p>
                <a:pPr lvl="1"/>
                <a:r>
                  <a:rPr lang="en-US" dirty="0"/>
                  <a:t>Subtract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from the parent’s input size to get children’s input size</a:t>
                </a:r>
              </a:p>
              <a:p>
                <a:pPr lvl="1"/>
                <a:r>
                  <a:rPr lang="en-US" dirty="0"/>
                  <a:t>Work done per node is given by applying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to that node’s input size</a:t>
                </a:r>
              </a:p>
              <a:p>
                <a:pPr lvl="1"/>
                <a:r>
                  <a:rPr lang="en-US" dirty="0"/>
                  <a:t>Height of the tree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Because that is the number of times we must subtract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until reaching a base case</a:t>
                </a:r>
              </a:p>
              <a:p>
                <a:pPr lvl="2"/>
                <a:r>
                  <a:rPr lang="en-US" dirty="0"/>
                  <a:t>Answer to the question “how many times must we subtract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until we reach 0?”</a:t>
                </a:r>
              </a:p>
              <a:p>
                <a:pPr lvl="3"/>
                <a:r>
                  <a:rPr lang="en-US" dirty="0"/>
                  <a:t>Any base case is a constant, so to reach a larger value would just be a constant change</a:t>
                </a:r>
              </a:p>
              <a:p>
                <a:r>
                  <a:rPr lang="en-US" dirty="0"/>
                  <a:t>Use the tree to express running time as a series</a:t>
                </a:r>
              </a:p>
              <a:p>
                <a:pPr lvl="1"/>
                <a:r>
                  <a:rPr lang="en-US" dirty="0"/>
                  <a:t>Adding work done for each node level-by-level</a:t>
                </a:r>
              </a:p>
              <a:p>
                <a:pPr lvl="1"/>
                <a:r>
                  <a:rPr lang="en-US" dirty="0"/>
                  <a:t>Identify a pattern to express work done at level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as a function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Write a series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up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Solve the series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E1F56D-397B-4864-2127-448D2A1008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13714"/>
              </a:xfrm>
              <a:blipFill>
                <a:blip r:embed="rId2"/>
                <a:stretch>
                  <a:fillRect l="-928" t="-31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3540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150C5-7F4C-B114-9C6D-551C73509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44591-7216-6863-6ED7-569C0FEEC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Method Summary: Divide and Conquer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A3A40D-EE5F-5E3C-882C-C1065A9985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23653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Recurrence looks like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Use the recurrence to draw a tree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is the branching factor of the tree (e.g.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 then it’s a binary tree)</a:t>
                </a:r>
              </a:p>
              <a:p>
                <a:pPr lvl="1"/>
                <a:r>
                  <a:rPr lang="en-US" dirty="0"/>
                  <a:t>Divide the parent’s input size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to get children’s input size</a:t>
                </a:r>
              </a:p>
              <a:p>
                <a:pPr lvl="1"/>
                <a:r>
                  <a:rPr lang="en-US" dirty="0"/>
                  <a:t>Work done per node is given by applying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to that node’s input size</a:t>
                </a:r>
              </a:p>
              <a:p>
                <a:pPr lvl="1"/>
                <a:r>
                  <a:rPr lang="en-US" dirty="0"/>
                  <a:t>Height of the tree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Because that is the number of times we must divide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until reaching a base case</a:t>
                </a:r>
              </a:p>
              <a:p>
                <a:pPr lvl="2"/>
                <a:r>
                  <a:rPr lang="en-US" dirty="0"/>
                  <a:t>Answer to the question “how many times must we divide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until we reach 1?”</a:t>
                </a:r>
              </a:p>
              <a:p>
                <a:pPr lvl="3"/>
                <a:r>
                  <a:rPr lang="en-US" dirty="0"/>
                  <a:t>Any base case is a constant, so to reach a larger value would just be a constant change</a:t>
                </a:r>
              </a:p>
              <a:p>
                <a:r>
                  <a:rPr lang="en-US" dirty="0"/>
                  <a:t>Use the tree to express running time as a series</a:t>
                </a:r>
              </a:p>
              <a:p>
                <a:pPr lvl="1"/>
                <a:r>
                  <a:rPr lang="en-US" dirty="0"/>
                  <a:t>Adding work done for each node level-by-level</a:t>
                </a:r>
              </a:p>
              <a:p>
                <a:pPr lvl="1"/>
                <a:r>
                  <a:rPr lang="en-US" dirty="0"/>
                  <a:t>Identify a pattern to express work done at level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as a function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Write a series using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up to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Solve the series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A3A40D-EE5F-5E3C-882C-C1065A9985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23653"/>
              </a:xfrm>
              <a:blipFill>
                <a:blip r:embed="rId2"/>
                <a:stretch>
                  <a:fillRect l="-928" t="-1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1027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252AD-3F4C-DE42-5E30-D2A783ABC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do some more!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9C023E-2A8A-B7C5-6C27-1E2A5B41D7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each, assume the base case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9C023E-2A8A-B7C5-6C27-1E2A5B41D7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7975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600" dirty="0">
                    <a:latin typeface="Symbol" pitchFamily="18" charset="2"/>
                  </a:rPr>
                  <a:t>Þ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600" dirty="0">
                    <a:solidFill>
                      <a:srgbClr val="FF0000"/>
                    </a:solidFill>
                  </a:rPr>
                  <a:t> </a:t>
                </a:r>
                <a:r>
                  <a:rPr lang="en-US" sz="2600" dirty="0"/>
                  <a:t>work per level</a:t>
                </a:r>
              </a:p>
            </p:txBody>
          </p:sp>
        </mc:Choice>
        <mc:Fallback xmlns="">
          <p:sp>
            <p:nvSpPr>
              <p:cNvPr id="41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blipFill>
                <a:blip r:embed="rId2"/>
                <a:stretch>
                  <a:fillRect t="-14458" b="-2771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Brace 41"/>
          <p:cNvSpPr/>
          <p:nvPr/>
        </p:nvSpPr>
        <p:spPr>
          <a:xfrm flipH="1" flipV="1">
            <a:off x="8229600" y="2133600"/>
            <a:ext cx="250372" cy="3553177"/>
          </a:xfrm>
          <a:prstGeom prst="leftBrace">
            <a:avLst>
              <a:gd name="adj1" fmla="val 83199"/>
              <a:gd name="adj2" fmla="val 49631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3676688"/>
                <a:ext cx="2312388" cy="954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log</m:t>
                        </m:r>
                      </m:e>
                      <m:sub>
                        <m:r>
                          <a:rPr lang="en-US" sz="2800" i="1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⁡</m:t>
                    </m:r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rgbClr val="FF00FF"/>
                    </a:solidFill>
                  </a:rPr>
                  <a:t> </a:t>
                </a:r>
                <a:r>
                  <a:rPr lang="en-US" sz="2800" dirty="0"/>
                  <a:t>levels</a:t>
                </a:r>
              </a:p>
              <a:p>
                <a:pPr algn="ctr"/>
                <a:r>
                  <a:rPr lang="en-US" sz="2800" dirty="0"/>
                  <a:t>of recursion</a:t>
                </a:r>
              </a:p>
            </p:txBody>
          </p:sp>
        </mc:Choice>
        <mc:Fallback xmlns="">
          <p:sp>
            <p:nvSpPr>
              <p:cNvPr id="4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3676688"/>
                <a:ext cx="2312388" cy="954107"/>
              </a:xfrm>
              <a:prstGeom prst="rect">
                <a:avLst/>
              </a:prstGeom>
              <a:blipFill>
                <a:blip r:embed="rId3"/>
                <a:stretch>
                  <a:fillRect t="-6579" b="-1578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41"/>
              <p:cNvSpPr txBox="1">
                <a:spLocks noChangeArrowheads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4465610" y="1182558"/>
                <a:ext cx="3253391" cy="7454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=2</m:t>
                      </m:r>
                      <m:r>
                        <a:rPr lang="en-US" sz="2400" i="1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i="1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610" y="1182558"/>
                <a:ext cx="3253391" cy="7454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41"/>
              <p:cNvSpPr txBox="1">
                <a:spLocks noChangeArrowheads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blipFill>
                <a:blip r:embed="rId7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41"/>
              <p:cNvSpPr txBox="1">
                <a:spLocks noChangeArrowheads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blipFill>
                <a:blip r:embed="rId8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Box 41"/>
              <p:cNvSpPr txBox="1">
                <a:spLocks noChangeArrowheads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blipFill>
                <a:blip r:embed="rId9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Box 41"/>
              <p:cNvSpPr txBox="1">
                <a:spLocks noChangeArrowheads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0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Box 41"/>
              <p:cNvSpPr txBox="1">
                <a:spLocks noChangeArrowheads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8491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41"/>
              <p:cNvSpPr txBox="1">
                <a:spLocks noChangeArrowheads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blipFill>
                <a:blip r:embed="rId11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/>
          <p:cNvSpPr/>
          <p:nvPr/>
        </p:nvSpPr>
        <p:spPr>
          <a:xfrm rot="16200000">
            <a:off x="2018785" y="428126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4" name="Rectangle 53"/>
          <p:cNvSpPr/>
          <p:nvPr/>
        </p:nvSpPr>
        <p:spPr>
          <a:xfrm rot="16200000">
            <a:off x="36943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5" name="Rectangle 54"/>
          <p:cNvSpPr/>
          <p:nvPr/>
        </p:nvSpPr>
        <p:spPr>
          <a:xfrm rot="16200000">
            <a:off x="56374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6" name="Rectangle 55"/>
          <p:cNvSpPr/>
          <p:nvPr/>
        </p:nvSpPr>
        <p:spPr>
          <a:xfrm rot="16200000">
            <a:off x="7123351" y="433529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 Box 41"/>
              <p:cNvSpPr txBox="1">
                <a:spLocks noChangeArrowheads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 Box 41"/>
              <p:cNvSpPr txBox="1">
                <a:spLocks noChangeArrowheads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Box 41"/>
              <p:cNvSpPr txBox="1">
                <a:spLocks noChangeArrowheads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/>
          <p:cNvSpPr/>
          <p:nvPr/>
        </p:nvSpPr>
        <p:spPr>
          <a:xfrm>
            <a:off x="4133849" y="4917337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Box 41"/>
              <p:cNvSpPr txBox="1">
                <a:spLocks noChangeArrowheads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Box 41"/>
              <p:cNvSpPr txBox="1">
                <a:spLocks noChangeArrowheads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41"/>
              <p:cNvSpPr txBox="1">
                <a:spLocks noChangeArrowheads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3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/>
          <p:cNvCxnSpPr>
            <a:stCxn id="44" idx="2"/>
            <a:endCxn id="47" idx="0"/>
          </p:cNvCxnSpPr>
          <p:nvPr/>
        </p:nvCxnSpPr>
        <p:spPr>
          <a:xfrm flipH="1">
            <a:off x="3357354" y="2590800"/>
            <a:ext cx="1690896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44" idx="2"/>
            <a:endCxn id="48" idx="0"/>
          </p:cNvCxnSpPr>
          <p:nvPr/>
        </p:nvCxnSpPr>
        <p:spPr>
          <a:xfrm>
            <a:off x="5048250" y="2590800"/>
            <a:ext cx="1600200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47" idx="2"/>
            <a:endCxn id="49" idx="0"/>
          </p:cNvCxnSpPr>
          <p:nvPr/>
        </p:nvCxnSpPr>
        <p:spPr>
          <a:xfrm flipH="1">
            <a:off x="2240630" y="3485452"/>
            <a:ext cx="1116724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47" idx="2"/>
            <a:endCxn id="50" idx="0"/>
          </p:cNvCxnSpPr>
          <p:nvPr/>
        </p:nvCxnSpPr>
        <p:spPr>
          <a:xfrm>
            <a:off x="3357354" y="3485452"/>
            <a:ext cx="624096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48" idx="2"/>
            <a:endCxn id="51" idx="0"/>
          </p:cNvCxnSpPr>
          <p:nvPr/>
        </p:nvCxnSpPr>
        <p:spPr>
          <a:xfrm flipH="1">
            <a:off x="5848350" y="3485452"/>
            <a:ext cx="800100" cy="34692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48" idx="2"/>
            <a:endCxn id="52" idx="0"/>
          </p:cNvCxnSpPr>
          <p:nvPr/>
        </p:nvCxnSpPr>
        <p:spPr>
          <a:xfrm>
            <a:off x="6648450" y="3485452"/>
            <a:ext cx="762000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7486650" y="4291526"/>
            <a:ext cx="499546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52" idx="2"/>
          </p:cNvCxnSpPr>
          <p:nvPr/>
        </p:nvCxnSpPr>
        <p:spPr>
          <a:xfrm flipH="1">
            <a:off x="7143432" y="4291526"/>
            <a:ext cx="267019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51" idx="2"/>
          </p:cNvCxnSpPr>
          <p:nvPr/>
        </p:nvCxnSpPr>
        <p:spPr>
          <a:xfrm>
            <a:off x="5848351" y="4289576"/>
            <a:ext cx="499545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51" idx="2"/>
          </p:cNvCxnSpPr>
          <p:nvPr/>
        </p:nvCxnSpPr>
        <p:spPr>
          <a:xfrm flipH="1">
            <a:off x="5581332" y="4289576"/>
            <a:ext cx="267019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50" idx="2"/>
          </p:cNvCxnSpPr>
          <p:nvPr/>
        </p:nvCxnSpPr>
        <p:spPr>
          <a:xfrm>
            <a:off x="3981450" y="4291526"/>
            <a:ext cx="526860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stCxn id="50" idx="2"/>
          </p:cNvCxnSpPr>
          <p:nvPr/>
        </p:nvCxnSpPr>
        <p:spPr>
          <a:xfrm flipH="1">
            <a:off x="3741748" y="4291526"/>
            <a:ext cx="239703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49" idx="2"/>
          </p:cNvCxnSpPr>
          <p:nvPr/>
        </p:nvCxnSpPr>
        <p:spPr>
          <a:xfrm>
            <a:off x="2240631" y="4291527"/>
            <a:ext cx="474963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49" idx="2"/>
          </p:cNvCxnSpPr>
          <p:nvPr/>
        </p:nvCxnSpPr>
        <p:spPr>
          <a:xfrm flipH="1">
            <a:off x="1949032" y="4291527"/>
            <a:ext cx="291599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5668215" y="1992868"/>
                <a:ext cx="374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215" y="1992868"/>
                <a:ext cx="37459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3962400" y="2940302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2940302"/>
                <a:ext cx="374590" cy="56489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7246374" y="2974403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374" y="2974403"/>
                <a:ext cx="374590" cy="56489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2819400" y="3778527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778527"/>
                <a:ext cx="374590" cy="56489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4639597" y="3774093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597" y="3774093"/>
                <a:ext cx="374590" cy="56489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6432433" y="3783622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b="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433" y="3783622"/>
                <a:ext cx="374590" cy="56489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8001000" y="3779188"/>
                <a:ext cx="374590" cy="5648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3779188"/>
                <a:ext cx="374590" cy="56489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012C2DE-48D7-4255-8090-ED57B66C05A8}"/>
              </a:ext>
            </a:extLst>
          </p:cNvPr>
          <p:cNvSpPr/>
          <p:nvPr/>
        </p:nvSpPr>
        <p:spPr>
          <a:xfrm>
            <a:off x="304801" y="1463359"/>
            <a:ext cx="2602580" cy="6397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Red box represents a problem instance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7C56E80-DC90-4EC4-92E0-C4399C5085E9}"/>
              </a:ext>
            </a:extLst>
          </p:cNvPr>
          <p:cNvSpPr/>
          <p:nvPr/>
        </p:nvSpPr>
        <p:spPr>
          <a:xfrm>
            <a:off x="304801" y="2129739"/>
            <a:ext cx="2602580" cy="811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Blue value represents time spent at that level of recursion</a:t>
            </a:r>
          </a:p>
        </p:txBody>
      </p:sp>
    </p:spTree>
    <p:extLst>
      <p:ext uri="{BB962C8B-B14F-4D97-AF65-F5344CB8AC3E}">
        <p14:creationId xmlns:p14="http://schemas.microsoft.com/office/powerpoint/2010/main" val="2539101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600" dirty="0">
                    <a:latin typeface="Symbol" pitchFamily="18" charset="2"/>
                  </a:rPr>
                  <a:t>Þ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??</m:t>
                    </m:r>
                  </m:oMath>
                </a14:m>
                <a:r>
                  <a:rPr lang="en-US" sz="2600" dirty="0">
                    <a:solidFill>
                      <a:srgbClr val="FF0000"/>
                    </a:solidFill>
                  </a:rPr>
                  <a:t> </a:t>
                </a:r>
                <a:r>
                  <a:rPr lang="en-US" sz="2600" dirty="0"/>
                  <a:t>work per level</a:t>
                </a:r>
              </a:p>
            </p:txBody>
          </p:sp>
        </mc:Choice>
        <mc:Fallback xmlns="">
          <p:sp>
            <p:nvSpPr>
              <p:cNvPr id="41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blipFill>
                <a:blip r:embed="rId2"/>
                <a:stretch>
                  <a:fillRect t="-14458" b="-2771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Brace 41"/>
          <p:cNvSpPr/>
          <p:nvPr/>
        </p:nvSpPr>
        <p:spPr>
          <a:xfrm flipH="1" flipV="1">
            <a:off x="8395065" y="2133600"/>
            <a:ext cx="250372" cy="3553177"/>
          </a:xfrm>
          <a:prstGeom prst="leftBrace">
            <a:avLst>
              <a:gd name="adj1" fmla="val 83199"/>
              <a:gd name="adj2" fmla="val 49631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2"/>
              <p:cNvSpPr txBox="1">
                <a:spLocks noChangeArrowheads="1"/>
              </p:cNvSpPr>
              <p:nvPr/>
            </p:nvSpPr>
            <p:spPr bwMode="auto">
              <a:xfrm>
                <a:off x="8433165" y="3676688"/>
                <a:ext cx="2312388" cy="954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log</m:t>
                        </m:r>
                      </m:e>
                      <m:sub>
                        <m:r>
                          <a:rPr lang="en-US" sz="2800" i="1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⁡</m:t>
                    </m:r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rgbClr val="FF00FF"/>
                    </a:solidFill>
                  </a:rPr>
                  <a:t> </a:t>
                </a:r>
                <a:r>
                  <a:rPr lang="en-US" sz="2800" dirty="0"/>
                  <a:t>levels</a:t>
                </a:r>
              </a:p>
              <a:p>
                <a:pPr algn="ctr"/>
                <a:r>
                  <a:rPr lang="en-US" sz="2800" dirty="0"/>
                  <a:t>of recursion</a:t>
                </a:r>
              </a:p>
            </p:txBody>
          </p:sp>
        </mc:Choice>
        <mc:Fallback xmlns="">
          <p:sp>
            <p:nvSpPr>
              <p:cNvPr id="4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33165" y="3676688"/>
                <a:ext cx="2312388" cy="954107"/>
              </a:xfrm>
              <a:prstGeom prst="rect">
                <a:avLst/>
              </a:prstGeom>
              <a:blipFill>
                <a:blip r:embed="rId3"/>
                <a:stretch>
                  <a:fillRect t="-5732" b="-1719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41"/>
              <p:cNvSpPr txBox="1">
                <a:spLocks noChangeArrowheads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4465610" y="1182558"/>
                <a:ext cx="3395994" cy="7454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=2</m:t>
                      </m:r>
                      <m:r>
                        <a:rPr lang="en-US" sz="2400" i="1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i="1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610" y="1182558"/>
                <a:ext cx="3395994" cy="7454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??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41"/>
              <p:cNvSpPr txBox="1">
                <a:spLocks noChangeArrowheads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blipFill>
                <a:blip r:embed="rId7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41"/>
              <p:cNvSpPr txBox="1">
                <a:spLocks noChangeArrowheads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blipFill>
                <a:blip r:embed="rId8"/>
                <a:stretch>
                  <a:fillRect l="-7477" t="-144737" b="-215789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Box 41"/>
              <p:cNvSpPr txBox="1">
                <a:spLocks noChangeArrowheads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blipFill>
                <a:blip r:embed="rId9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Box 41"/>
              <p:cNvSpPr txBox="1">
                <a:spLocks noChangeArrowheads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0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Box 41"/>
              <p:cNvSpPr txBox="1">
                <a:spLocks noChangeArrowheads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 l="-8491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41"/>
              <p:cNvSpPr txBox="1">
                <a:spLocks noChangeArrowheads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blipFill>
                <a:blip r:embed="rId11"/>
                <a:stretch>
                  <a:fillRect l="-7477" t="-147368" b="-213158"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/>
          <p:cNvSpPr/>
          <p:nvPr/>
        </p:nvSpPr>
        <p:spPr>
          <a:xfrm rot="16200000">
            <a:off x="2018785" y="428126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4" name="Rectangle 53"/>
          <p:cNvSpPr/>
          <p:nvPr/>
        </p:nvSpPr>
        <p:spPr>
          <a:xfrm rot="16200000">
            <a:off x="36943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5" name="Rectangle 54"/>
          <p:cNvSpPr/>
          <p:nvPr/>
        </p:nvSpPr>
        <p:spPr>
          <a:xfrm rot="16200000">
            <a:off x="56374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6" name="Rectangle 55"/>
          <p:cNvSpPr/>
          <p:nvPr/>
        </p:nvSpPr>
        <p:spPr>
          <a:xfrm rot="16200000">
            <a:off x="7123351" y="433529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 Box 41"/>
              <p:cNvSpPr txBox="1">
                <a:spLocks noChangeArrowheads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 Box 41"/>
              <p:cNvSpPr txBox="1">
                <a:spLocks noChangeArrowheads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Box 41"/>
              <p:cNvSpPr txBox="1">
                <a:spLocks noChangeArrowheads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/>
          <p:cNvSpPr/>
          <p:nvPr/>
        </p:nvSpPr>
        <p:spPr>
          <a:xfrm>
            <a:off x="4133849" y="4917337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Box 41"/>
              <p:cNvSpPr txBox="1">
                <a:spLocks noChangeArrowheads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Box 41"/>
              <p:cNvSpPr txBox="1">
                <a:spLocks noChangeArrowheads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41"/>
              <p:cNvSpPr txBox="1">
                <a:spLocks noChangeArrowheads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3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/>
          <p:cNvCxnSpPr>
            <a:stCxn id="44" idx="2"/>
            <a:endCxn id="47" idx="0"/>
          </p:cNvCxnSpPr>
          <p:nvPr/>
        </p:nvCxnSpPr>
        <p:spPr>
          <a:xfrm flipH="1">
            <a:off x="3357354" y="2590800"/>
            <a:ext cx="1690896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44" idx="2"/>
            <a:endCxn id="48" idx="0"/>
          </p:cNvCxnSpPr>
          <p:nvPr/>
        </p:nvCxnSpPr>
        <p:spPr>
          <a:xfrm>
            <a:off x="5048250" y="2590800"/>
            <a:ext cx="1600200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47" idx="2"/>
            <a:endCxn id="49" idx="0"/>
          </p:cNvCxnSpPr>
          <p:nvPr/>
        </p:nvCxnSpPr>
        <p:spPr>
          <a:xfrm flipH="1">
            <a:off x="2240630" y="3485452"/>
            <a:ext cx="1116724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47" idx="2"/>
            <a:endCxn id="50" idx="0"/>
          </p:cNvCxnSpPr>
          <p:nvPr/>
        </p:nvCxnSpPr>
        <p:spPr>
          <a:xfrm>
            <a:off x="3357354" y="3485452"/>
            <a:ext cx="624096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48" idx="2"/>
            <a:endCxn id="51" idx="0"/>
          </p:cNvCxnSpPr>
          <p:nvPr/>
        </p:nvCxnSpPr>
        <p:spPr>
          <a:xfrm flipH="1">
            <a:off x="5848350" y="3485452"/>
            <a:ext cx="800100" cy="34692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48" idx="2"/>
            <a:endCxn id="52" idx="0"/>
          </p:cNvCxnSpPr>
          <p:nvPr/>
        </p:nvCxnSpPr>
        <p:spPr>
          <a:xfrm>
            <a:off x="6648450" y="3485452"/>
            <a:ext cx="762000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7486650" y="4291526"/>
            <a:ext cx="499546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52" idx="2"/>
          </p:cNvCxnSpPr>
          <p:nvPr/>
        </p:nvCxnSpPr>
        <p:spPr>
          <a:xfrm flipH="1">
            <a:off x="7143432" y="4291526"/>
            <a:ext cx="267019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51" idx="2"/>
          </p:cNvCxnSpPr>
          <p:nvPr/>
        </p:nvCxnSpPr>
        <p:spPr>
          <a:xfrm>
            <a:off x="5848351" y="4289576"/>
            <a:ext cx="499545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51" idx="2"/>
          </p:cNvCxnSpPr>
          <p:nvPr/>
        </p:nvCxnSpPr>
        <p:spPr>
          <a:xfrm flipH="1">
            <a:off x="5581332" y="4289576"/>
            <a:ext cx="267019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50" idx="2"/>
          </p:cNvCxnSpPr>
          <p:nvPr/>
        </p:nvCxnSpPr>
        <p:spPr>
          <a:xfrm>
            <a:off x="3981450" y="4291526"/>
            <a:ext cx="526860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stCxn id="50" idx="2"/>
          </p:cNvCxnSpPr>
          <p:nvPr/>
        </p:nvCxnSpPr>
        <p:spPr>
          <a:xfrm flipH="1">
            <a:off x="3741748" y="4291526"/>
            <a:ext cx="239703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49" idx="2"/>
          </p:cNvCxnSpPr>
          <p:nvPr/>
        </p:nvCxnSpPr>
        <p:spPr>
          <a:xfrm>
            <a:off x="2240631" y="4291527"/>
            <a:ext cx="474963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49" idx="2"/>
          </p:cNvCxnSpPr>
          <p:nvPr/>
        </p:nvCxnSpPr>
        <p:spPr>
          <a:xfrm flipH="1">
            <a:off x="1949032" y="4291527"/>
            <a:ext cx="291599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5668215" y="1992868"/>
                <a:ext cx="4819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215" y="1992868"/>
                <a:ext cx="481927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3962400" y="2940302"/>
                <a:ext cx="48192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2940302"/>
                <a:ext cx="481927" cy="64633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7246374" y="2974403"/>
                <a:ext cx="48192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374" y="2974403"/>
                <a:ext cx="481927" cy="64633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2819400" y="3778527"/>
                <a:ext cx="494046" cy="64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778527"/>
                <a:ext cx="494046" cy="64812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4639597" y="3774093"/>
                <a:ext cx="494046" cy="64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597" y="3774093"/>
                <a:ext cx="494046" cy="64812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6432433" y="3783622"/>
                <a:ext cx="494046" cy="64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</m:oMath>
                  </m:oMathPara>
                </a14:m>
                <a:endParaRPr lang="en-US" b="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433" y="3783622"/>
                <a:ext cx="494046" cy="648126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8001000" y="3779188"/>
                <a:ext cx="494045" cy="64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3779188"/>
                <a:ext cx="494045" cy="64812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012C2DE-48D7-4255-8090-ED57B66C05A8}"/>
              </a:ext>
            </a:extLst>
          </p:cNvPr>
          <p:cNvSpPr/>
          <p:nvPr/>
        </p:nvSpPr>
        <p:spPr>
          <a:xfrm>
            <a:off x="304801" y="1463359"/>
            <a:ext cx="2602580" cy="6397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Red box represents a problem instance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7C56E80-DC90-4EC4-92E0-C4399C5085E9}"/>
              </a:ext>
            </a:extLst>
          </p:cNvPr>
          <p:cNvSpPr/>
          <p:nvPr/>
        </p:nvSpPr>
        <p:spPr>
          <a:xfrm>
            <a:off x="304801" y="2129739"/>
            <a:ext cx="2602580" cy="811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Blue value represents time spent at that level of recursion</a:t>
            </a:r>
          </a:p>
        </p:txBody>
      </p:sp>
    </p:spTree>
    <p:extLst>
      <p:ext uri="{BB962C8B-B14F-4D97-AF65-F5344CB8AC3E}">
        <p14:creationId xmlns:p14="http://schemas.microsoft.com/office/powerpoint/2010/main" val="722489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9BAE782-C07E-8C9D-F03B-E1555654D0F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Solving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9BAE782-C07E-8C9D-F03B-E1555654D0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4CB12C-1484-4384-0A8A-F40C8F0890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sz="2800" b="0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b="0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4CB12C-1484-4384-0A8A-F40C8F0890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4962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Box 2"/>
              <p:cNvSpPr txBox="1">
                <a:spLocks noChangeArrowheads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600" dirty="0">
                    <a:latin typeface="Symbol" pitchFamily="18" charset="2"/>
                  </a:rPr>
                  <a:t>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2600" dirty="0">
                    <a:solidFill>
                      <a:srgbClr val="FF0000"/>
                    </a:solidFill>
                  </a:rPr>
                  <a:t> </a:t>
                </a:r>
                <a:r>
                  <a:rPr lang="en-US" sz="2600" dirty="0"/>
                  <a:t>work per level</a:t>
                </a:r>
              </a:p>
            </p:txBody>
          </p:sp>
        </mc:Choice>
        <mc:Fallback xmlns="">
          <p:sp>
            <p:nvSpPr>
              <p:cNvPr id="41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700" y="2051914"/>
                <a:ext cx="3733827" cy="505395"/>
              </a:xfrm>
              <a:prstGeom prst="rect">
                <a:avLst/>
              </a:prstGeom>
              <a:blipFill>
                <a:blip r:embed="rId2"/>
                <a:stretch>
                  <a:fillRect t="-12048" b="-3012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Left Brace 41"/>
          <p:cNvSpPr/>
          <p:nvPr/>
        </p:nvSpPr>
        <p:spPr>
          <a:xfrm flipH="1" flipV="1">
            <a:off x="8395065" y="2133600"/>
            <a:ext cx="250372" cy="3553177"/>
          </a:xfrm>
          <a:prstGeom prst="leftBrace">
            <a:avLst>
              <a:gd name="adj1" fmla="val 83199"/>
              <a:gd name="adj2" fmla="val 49631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Box 2"/>
              <p:cNvSpPr txBox="1">
                <a:spLocks noChangeArrowheads="1"/>
              </p:cNvSpPr>
              <p:nvPr/>
            </p:nvSpPr>
            <p:spPr bwMode="auto">
              <a:xfrm>
                <a:off x="8433165" y="3676688"/>
                <a:ext cx="2312388" cy="9541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FF00FF"/>
                            </a:solidFill>
                            <a:latin typeface="Cambria Math"/>
                          </a:rPr>
                          <m:t>log</m:t>
                        </m:r>
                      </m:e>
                      <m:sub>
                        <m:r>
                          <a:rPr lang="en-US" sz="2800" b="0" i="1" dirty="0" smtClean="0">
                            <a:solidFill>
                              <a:srgbClr val="FF00F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⁡</m:t>
                    </m:r>
                    <m:r>
                      <a:rPr lang="en-US" sz="2800" i="1" dirty="0">
                        <a:solidFill>
                          <a:srgbClr val="FF00FF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rgbClr val="FF00FF"/>
                    </a:solidFill>
                  </a:rPr>
                  <a:t> </a:t>
                </a:r>
                <a:r>
                  <a:rPr lang="en-US" sz="2800" dirty="0"/>
                  <a:t>levels</a:t>
                </a:r>
              </a:p>
              <a:p>
                <a:pPr algn="ctr"/>
                <a:r>
                  <a:rPr lang="en-US" sz="2800" dirty="0"/>
                  <a:t>of recursion</a:t>
                </a:r>
              </a:p>
            </p:txBody>
          </p:sp>
        </mc:Choice>
        <mc:Fallback xmlns="">
          <p:sp>
            <p:nvSpPr>
              <p:cNvPr id="4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33165" y="3676688"/>
                <a:ext cx="2312388" cy="954107"/>
              </a:xfrm>
              <a:prstGeom prst="rect">
                <a:avLst/>
              </a:prstGeom>
              <a:blipFill>
                <a:blip r:embed="rId3"/>
                <a:stretch>
                  <a:fillRect t="-5732" b="-1719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41"/>
              <p:cNvSpPr txBox="1">
                <a:spLocks noChangeArrowheads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1500" y="2133600"/>
                <a:ext cx="13335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4465610" y="1182558"/>
                <a:ext cx="3241721" cy="7454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=2</m:t>
                      </m:r>
                      <m:r>
                        <a:rPr lang="en-US" sz="2400" i="1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en-US" sz="2400" i="1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610" y="1182558"/>
                <a:ext cx="3241721" cy="7454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870" y="5302056"/>
                <a:ext cx="3641760" cy="13240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41"/>
              <p:cNvSpPr txBox="1">
                <a:spLocks noChangeArrowheads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0604" y="3028252"/>
                <a:ext cx="1333500" cy="457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41"/>
              <p:cNvSpPr txBox="1">
                <a:spLocks noChangeArrowheads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81700" y="3028252"/>
                <a:ext cx="1333500" cy="457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Box 41"/>
              <p:cNvSpPr txBox="1">
                <a:spLocks noChangeArrowheads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3880" y="3834326"/>
                <a:ext cx="1333500" cy="4572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 Box 41"/>
              <p:cNvSpPr txBox="1">
                <a:spLocks noChangeArrowheads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0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4700" y="3834326"/>
                <a:ext cx="1333500" cy="457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 Box 41"/>
              <p:cNvSpPr txBox="1">
                <a:spLocks noChangeArrowheads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1600" y="3832376"/>
                <a:ext cx="1333500" cy="4572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 Box 41"/>
              <p:cNvSpPr txBox="1">
                <a:spLocks noChangeArrowheads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43700" y="3834326"/>
                <a:ext cx="133350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/>
          <p:cNvSpPr/>
          <p:nvPr/>
        </p:nvSpPr>
        <p:spPr>
          <a:xfrm rot="16200000">
            <a:off x="2018785" y="428126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4" name="Rectangle 53"/>
          <p:cNvSpPr/>
          <p:nvPr/>
        </p:nvSpPr>
        <p:spPr>
          <a:xfrm rot="16200000">
            <a:off x="36943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5" name="Rectangle 54"/>
          <p:cNvSpPr/>
          <p:nvPr/>
        </p:nvSpPr>
        <p:spPr>
          <a:xfrm rot="16200000">
            <a:off x="5637451" y="4308283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p:sp>
        <p:nvSpPr>
          <p:cNvPr id="56" name="Rectangle 55"/>
          <p:cNvSpPr/>
          <p:nvPr/>
        </p:nvSpPr>
        <p:spPr>
          <a:xfrm rot="16200000">
            <a:off x="7123351" y="4335298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 Box 41"/>
              <p:cNvSpPr txBox="1">
                <a:spLocks noChangeArrowheads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7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400" y="5226656"/>
                <a:ext cx="71663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 Box 41"/>
              <p:cNvSpPr txBox="1">
                <a:spLocks noChangeArrowheads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8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5229577"/>
                <a:ext cx="716630" cy="4572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Box 41"/>
              <p:cNvSpPr txBox="1">
                <a:spLocks noChangeArrowheads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9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1319" y="5229577"/>
                <a:ext cx="716630" cy="4572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/>
          <p:cNvSpPr/>
          <p:nvPr/>
        </p:nvSpPr>
        <p:spPr>
          <a:xfrm>
            <a:off x="4133849" y="4917337"/>
            <a:ext cx="5741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Box 41"/>
              <p:cNvSpPr txBox="1">
                <a:spLocks noChangeArrowheads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1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48411" y="5226656"/>
                <a:ext cx="716630" cy="4572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Box 41"/>
              <p:cNvSpPr txBox="1">
                <a:spLocks noChangeArrowheads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2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4600" y="5229577"/>
                <a:ext cx="71663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41"/>
              <p:cNvSpPr txBox="1">
                <a:spLocks noChangeArrowheads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3" name="Text 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1056" y="5229577"/>
                <a:ext cx="71663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Connector 64"/>
          <p:cNvCxnSpPr>
            <a:stCxn id="44" idx="2"/>
            <a:endCxn id="47" idx="0"/>
          </p:cNvCxnSpPr>
          <p:nvPr/>
        </p:nvCxnSpPr>
        <p:spPr>
          <a:xfrm flipH="1">
            <a:off x="3357354" y="2590800"/>
            <a:ext cx="1690896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44" idx="2"/>
            <a:endCxn id="48" idx="0"/>
          </p:cNvCxnSpPr>
          <p:nvPr/>
        </p:nvCxnSpPr>
        <p:spPr>
          <a:xfrm>
            <a:off x="5048250" y="2590800"/>
            <a:ext cx="1600200" cy="43745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47" idx="2"/>
            <a:endCxn id="49" idx="0"/>
          </p:cNvCxnSpPr>
          <p:nvPr/>
        </p:nvCxnSpPr>
        <p:spPr>
          <a:xfrm flipH="1">
            <a:off x="2240630" y="3485452"/>
            <a:ext cx="1116724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47" idx="2"/>
            <a:endCxn id="50" idx="0"/>
          </p:cNvCxnSpPr>
          <p:nvPr/>
        </p:nvCxnSpPr>
        <p:spPr>
          <a:xfrm>
            <a:off x="3357354" y="3485452"/>
            <a:ext cx="624096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48" idx="2"/>
            <a:endCxn id="51" idx="0"/>
          </p:cNvCxnSpPr>
          <p:nvPr/>
        </p:nvCxnSpPr>
        <p:spPr>
          <a:xfrm flipH="1">
            <a:off x="5848350" y="3485452"/>
            <a:ext cx="800100" cy="34692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48" idx="2"/>
            <a:endCxn id="52" idx="0"/>
          </p:cNvCxnSpPr>
          <p:nvPr/>
        </p:nvCxnSpPr>
        <p:spPr>
          <a:xfrm>
            <a:off x="6648450" y="3485452"/>
            <a:ext cx="762000" cy="34887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7486650" y="4291526"/>
            <a:ext cx="499546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52" idx="2"/>
          </p:cNvCxnSpPr>
          <p:nvPr/>
        </p:nvCxnSpPr>
        <p:spPr>
          <a:xfrm flipH="1">
            <a:off x="7143432" y="4291526"/>
            <a:ext cx="267019" cy="339268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51" idx="2"/>
          </p:cNvCxnSpPr>
          <p:nvPr/>
        </p:nvCxnSpPr>
        <p:spPr>
          <a:xfrm>
            <a:off x="5848351" y="4289576"/>
            <a:ext cx="499545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51" idx="2"/>
          </p:cNvCxnSpPr>
          <p:nvPr/>
        </p:nvCxnSpPr>
        <p:spPr>
          <a:xfrm flipH="1">
            <a:off x="5581332" y="4289576"/>
            <a:ext cx="267019" cy="320454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50" idx="2"/>
          </p:cNvCxnSpPr>
          <p:nvPr/>
        </p:nvCxnSpPr>
        <p:spPr>
          <a:xfrm>
            <a:off x="3981450" y="4291526"/>
            <a:ext cx="526860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stCxn id="50" idx="2"/>
          </p:cNvCxnSpPr>
          <p:nvPr/>
        </p:nvCxnSpPr>
        <p:spPr>
          <a:xfrm flipH="1">
            <a:off x="3741748" y="4291526"/>
            <a:ext cx="239703" cy="31338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49" idx="2"/>
          </p:cNvCxnSpPr>
          <p:nvPr/>
        </p:nvCxnSpPr>
        <p:spPr>
          <a:xfrm>
            <a:off x="2240631" y="4291527"/>
            <a:ext cx="474963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49" idx="2"/>
          </p:cNvCxnSpPr>
          <p:nvPr/>
        </p:nvCxnSpPr>
        <p:spPr>
          <a:xfrm flipH="1">
            <a:off x="1949032" y="4291527"/>
            <a:ext cx="291599" cy="308485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5668215" y="1992868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215" y="1992868"/>
                <a:ext cx="36580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3962400" y="2940302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2940302"/>
                <a:ext cx="365806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7246374" y="2974403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374" y="2974403"/>
                <a:ext cx="365806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2819400" y="3778527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778527"/>
                <a:ext cx="365806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4639597" y="3774093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597" y="3774093"/>
                <a:ext cx="365806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6432433" y="3783622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="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433" y="3783622"/>
                <a:ext cx="365806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8001000" y="3779188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3779188"/>
                <a:ext cx="36580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10540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380" y="510540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292" y="5105400"/>
                <a:ext cx="36580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794" y="5117390"/>
                <a:ext cx="365806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9394" y="5117390"/>
                <a:ext cx="365806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794" y="5117390"/>
                <a:ext cx="365806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012C2DE-48D7-4255-8090-ED57B66C05A8}"/>
              </a:ext>
            </a:extLst>
          </p:cNvPr>
          <p:cNvSpPr/>
          <p:nvPr/>
        </p:nvSpPr>
        <p:spPr>
          <a:xfrm>
            <a:off x="304801" y="1463359"/>
            <a:ext cx="2602580" cy="6397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Red box represents a problem instance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7C56E80-DC90-4EC4-92E0-C4399C5085E9}"/>
              </a:ext>
            </a:extLst>
          </p:cNvPr>
          <p:cNvSpPr/>
          <p:nvPr/>
        </p:nvSpPr>
        <p:spPr>
          <a:xfrm>
            <a:off x="304801" y="2129739"/>
            <a:ext cx="2602580" cy="811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Blue value represents time spent at that level of recursion</a:t>
            </a:r>
          </a:p>
        </p:txBody>
      </p:sp>
    </p:spTree>
    <p:extLst>
      <p:ext uri="{BB962C8B-B14F-4D97-AF65-F5344CB8AC3E}">
        <p14:creationId xmlns:p14="http://schemas.microsoft.com/office/powerpoint/2010/main" val="2970216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9BAE782-C07E-8C9D-F03B-E1555654D0F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Solving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9BAE782-C07E-8C9D-F03B-E1555654D0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4CB12C-1484-4384-0A8A-F40C8F0890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/>
                            </a:rPr>
                            <m:t>𝑖</m:t>
                          </m:r>
                          <m:r>
                            <a:rPr lang="en-US" sz="28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𝑛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b="0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func>
                                    <m:func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b="0" i="0" smtClean="0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8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func>
                                </m:sup>
                              </m:sSup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1−2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800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800" dirty="0"/>
              </a:p>
              <a:p>
                <a:pPr marL="457200" lvl="1" indent="0">
                  <a:buNone/>
                </a:pPr>
                <a:endParaRPr lang="en-US" sz="2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sz="2800" dirty="0"/>
              </a:p>
              <a:p>
                <a:pPr marL="457200" lvl="1" indent="0"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4CB12C-1484-4384-0A8A-F40C8F0890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4371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4759872" y="3301829"/>
            <a:ext cx="918341" cy="1828800"/>
            <a:chOff x="2434459" y="1295400"/>
            <a:chExt cx="918341" cy="3657600"/>
          </a:xfrm>
        </p:grpSpPr>
        <p:sp>
          <p:nvSpPr>
            <p:cNvPr id="39" name="Rectangle 38"/>
            <p:cNvSpPr/>
            <p:nvPr/>
          </p:nvSpPr>
          <p:spPr>
            <a:xfrm>
              <a:off x="2434459" y="4495800"/>
              <a:ext cx="228600" cy="4572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667000" y="4038600"/>
              <a:ext cx="228600" cy="914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2895600" y="3124200"/>
              <a:ext cx="228600" cy="18288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3124200" y="1295400"/>
              <a:ext cx="228600" cy="36576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2476500" y="1473029"/>
            <a:ext cx="914400" cy="3657600"/>
            <a:chOff x="2667000" y="-2362200"/>
            <a:chExt cx="914400" cy="73152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34" name="Rectangle 33"/>
            <p:cNvSpPr/>
            <p:nvPr/>
          </p:nvSpPr>
          <p:spPr>
            <a:xfrm>
              <a:off x="2667000" y="4038600"/>
              <a:ext cx="228600" cy="914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895600" y="3124200"/>
              <a:ext cx="228600" cy="18288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124200" y="1295400"/>
              <a:ext cx="228600" cy="36576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352800" y="-2362200"/>
              <a:ext cx="228600" cy="73152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5" name="Rectangle 14"/>
          <p:cNvSpPr/>
          <p:nvPr/>
        </p:nvSpPr>
        <p:spPr>
          <a:xfrm>
            <a:off x="7316513" y="1473029"/>
            <a:ext cx="228600" cy="36576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Geometric Series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BADE50-950A-4D58-BFB2-FA2C6A8B385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4759872" y="3301829"/>
            <a:ext cx="918341" cy="1828800"/>
            <a:chOff x="2434459" y="1295400"/>
            <a:chExt cx="918341" cy="3657600"/>
          </a:xfrm>
        </p:grpSpPr>
        <p:sp>
          <p:nvSpPr>
            <p:cNvPr id="24" name="Rectangle 23"/>
            <p:cNvSpPr/>
            <p:nvPr/>
          </p:nvSpPr>
          <p:spPr>
            <a:xfrm>
              <a:off x="2434459" y="4495800"/>
              <a:ext cx="228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667000" y="4038600"/>
              <a:ext cx="228600" cy="9144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895600" y="3124200"/>
              <a:ext cx="2286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124200" y="1295400"/>
              <a:ext cx="228600" cy="36576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2476500" y="1473029"/>
            <a:ext cx="914400" cy="3657600"/>
            <a:chOff x="2667000" y="-2362200"/>
            <a:chExt cx="914400" cy="73152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42" name="Rectangle 41"/>
            <p:cNvSpPr/>
            <p:nvPr/>
          </p:nvSpPr>
          <p:spPr>
            <a:xfrm>
              <a:off x="2667000" y="4038600"/>
              <a:ext cx="228600" cy="9144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2895600" y="3124200"/>
              <a:ext cx="2286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124200" y="1295400"/>
              <a:ext cx="228600" cy="36576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352800" y="-2362200"/>
              <a:ext cx="228600" cy="7315200"/>
            </a:xfrm>
            <a:prstGeom prst="rect">
              <a:avLst/>
            </a:prstGeom>
            <a:grp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6" name="Rectangle 45"/>
          <p:cNvSpPr/>
          <p:nvPr/>
        </p:nvSpPr>
        <p:spPr>
          <a:xfrm>
            <a:off x="9373913" y="4978229"/>
            <a:ext cx="228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5984313" y="3353646"/>
                <a:ext cx="6832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</m:oMath>
                  </m:oMathPara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313" y="3353646"/>
                <a:ext cx="683200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8078513" y="3102114"/>
                <a:ext cx="6832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−</m:t>
                      </m:r>
                    </m:oMath>
                  </m:oMathPara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8513" y="3102114"/>
                <a:ext cx="68320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810000" y="3117163"/>
                <a:ext cx="6832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−</m:t>
                      </m:r>
                    </m:oMath>
                  </m:oMathPara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3117163"/>
                <a:ext cx="683200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79733" y="1463695"/>
                <a:ext cx="149989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If </a:t>
                </a:r>
                <a14:m>
                  <m:oMath xmlns:m="http://schemas.openxmlformats.org/officeDocument/2006/math">
                    <m:r>
                      <a:rPr kumimoji="0" lang="en-US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&gt;1</m:t>
                    </m:r>
                  </m:oMath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33" y="1463695"/>
                <a:ext cx="1499898" cy="584775"/>
              </a:xfrm>
              <a:prstGeom prst="rect">
                <a:avLst/>
              </a:prstGeom>
              <a:blipFill rotWithShape="1">
                <a:blip r:embed="rId5"/>
                <a:stretch>
                  <a:fillRect l="-10569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1981200" y="5206830"/>
                <a:ext cx="201295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The series multiplied by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𝑎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5206830"/>
                <a:ext cx="2012952" cy="646331"/>
              </a:xfrm>
              <a:prstGeom prst="rect">
                <a:avLst/>
              </a:prstGeom>
              <a:blipFill>
                <a:blip r:embed="rId6"/>
                <a:stretch>
                  <a:fillRect l="-2516" t="-1923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/>
          <p:cNvSpPr txBox="1"/>
          <p:nvPr/>
        </p:nvSpPr>
        <p:spPr>
          <a:xfrm>
            <a:off x="4616448" y="5345328"/>
            <a:ext cx="201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series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86537" y="5359229"/>
            <a:ext cx="1577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first term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1429682" y="5791200"/>
                <a:ext cx="2592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1+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+…+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𝐿</m:t>
                              </m:r>
                            </m:sup>
                          </m:sSup>
                        </m:e>
                      </m:d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𝑎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682" y="5791200"/>
                <a:ext cx="259288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4038601" y="5791200"/>
                <a:ext cx="25872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1+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+…+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𝐿</m:t>
                              </m:r>
                            </m:sup>
                          </m:sSup>
                        </m:e>
                      </m:d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1" y="5791200"/>
                <a:ext cx="258724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7015809" y="5822085"/>
                <a:ext cx="696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𝑎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𝐿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809" y="5822085"/>
                <a:ext cx="69647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9296401" y="5822085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6401" y="5822085"/>
                <a:ext cx="36580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/>
          <p:cNvSpPr txBox="1"/>
          <p:nvPr/>
        </p:nvSpPr>
        <p:spPr>
          <a:xfrm>
            <a:off x="6783114" y="5283030"/>
            <a:ext cx="1522686" cy="660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next term in the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76200" y="0"/>
                <a:ext cx="1126590" cy="13042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𝑖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𝐿</m:t>
                          </m:r>
                        </m:sup>
                        <m:e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0"/>
                <a:ext cx="1126590" cy="1304268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1667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46" grpId="0" animBg="1"/>
      <p:bldP spid="20" grpId="0"/>
      <p:bldP spid="55" grpId="0"/>
      <p:bldP spid="58" grpId="0"/>
      <p:bldP spid="59" grpId="0"/>
      <p:bldP spid="6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/>
          <p:cNvGrpSpPr/>
          <p:nvPr/>
        </p:nvGrpSpPr>
        <p:grpSpPr>
          <a:xfrm>
            <a:off x="4630082" y="1438616"/>
            <a:ext cx="1143000" cy="3657600"/>
            <a:chOff x="533400" y="1473029"/>
            <a:chExt cx="1143000" cy="3657600"/>
          </a:xfrm>
        </p:grpSpPr>
        <p:sp>
          <p:nvSpPr>
            <p:cNvPr id="46" name="Rectangle 45"/>
            <p:cNvSpPr/>
            <p:nvPr/>
          </p:nvSpPr>
          <p:spPr>
            <a:xfrm>
              <a:off x="1219200" y="4673429"/>
              <a:ext cx="228600" cy="4572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990600" y="4216229"/>
              <a:ext cx="228600" cy="914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762000" y="3301829"/>
              <a:ext cx="228600" cy="18288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533400" y="1473029"/>
              <a:ext cx="228600" cy="36576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447800" y="4902029"/>
              <a:ext cx="228600" cy="2286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2057400" y="3279706"/>
            <a:ext cx="1143000" cy="1828800"/>
            <a:chOff x="762000" y="3301829"/>
            <a:chExt cx="1143000" cy="1828800"/>
          </a:xfrm>
        </p:grpSpPr>
        <p:sp>
          <p:nvSpPr>
            <p:cNvPr id="40" name="Rectangle 39"/>
            <p:cNvSpPr/>
            <p:nvPr/>
          </p:nvSpPr>
          <p:spPr>
            <a:xfrm>
              <a:off x="1219200" y="4673429"/>
              <a:ext cx="228600" cy="4572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990600" y="4216229"/>
              <a:ext cx="228600" cy="9144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762000" y="3301829"/>
              <a:ext cx="228600" cy="18288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447800" y="4902029"/>
              <a:ext cx="228600" cy="2286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676400" y="5009033"/>
              <a:ext cx="228600" cy="1188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Geometric Series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BADE50-950A-4D58-BFB2-FA2C6A8B385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1981200" y="5206830"/>
                <a:ext cx="201295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The series multiplied by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𝑎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5206830"/>
                <a:ext cx="2012952" cy="646331"/>
              </a:xfrm>
              <a:prstGeom prst="rect">
                <a:avLst/>
              </a:prstGeom>
              <a:blipFill>
                <a:blip r:embed="rId2"/>
                <a:stretch>
                  <a:fillRect l="-2516" t="-1923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/>
          <p:cNvSpPr txBox="1"/>
          <p:nvPr/>
        </p:nvSpPr>
        <p:spPr>
          <a:xfrm>
            <a:off x="4616448" y="5345328"/>
            <a:ext cx="2012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series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86537" y="5359229"/>
            <a:ext cx="1577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first term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5984313" y="3353646"/>
                <a:ext cx="6832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=</m:t>
                      </m:r>
                    </m:oMath>
                  </m:oMathPara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313" y="3353646"/>
                <a:ext cx="68320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8078513" y="3102114"/>
                <a:ext cx="6832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−</m:t>
                      </m:r>
                    </m:oMath>
                  </m:oMathPara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8513" y="3102114"/>
                <a:ext cx="683200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810000" y="3117163"/>
                <a:ext cx="6832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−</m:t>
                      </m:r>
                    </m:oMath>
                  </m:oMathPara>
                </a14:m>
                <a:endPara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3117163"/>
                <a:ext cx="683200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429682" y="5791200"/>
                <a:ext cx="2592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1+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+…+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𝐿</m:t>
                              </m:r>
                            </m:sup>
                          </m:sSup>
                        </m:e>
                      </m:d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𝑎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682" y="5791200"/>
                <a:ext cx="259288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4038601" y="5791200"/>
                <a:ext cx="25872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1+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𝑎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+…+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𝐿</m:t>
                              </m:r>
                            </m:sup>
                          </m:sSup>
                        </m:e>
                      </m:d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1" y="5791200"/>
                <a:ext cx="258724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7015809" y="5822085"/>
                <a:ext cx="6964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𝑎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𝐿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809" y="5822085"/>
                <a:ext cx="69647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9296401" y="5822085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6401" y="5822085"/>
                <a:ext cx="3658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 32"/>
          <p:cNvGrpSpPr/>
          <p:nvPr/>
        </p:nvGrpSpPr>
        <p:grpSpPr>
          <a:xfrm>
            <a:off x="2057400" y="3276600"/>
            <a:ext cx="1143000" cy="1828800"/>
            <a:chOff x="762000" y="3301829"/>
            <a:chExt cx="1143000" cy="1828800"/>
          </a:xfrm>
        </p:grpSpPr>
        <p:sp>
          <p:nvSpPr>
            <p:cNvPr id="34" name="Rectangle 33"/>
            <p:cNvSpPr/>
            <p:nvPr/>
          </p:nvSpPr>
          <p:spPr>
            <a:xfrm>
              <a:off x="1219200" y="4673429"/>
              <a:ext cx="228600" cy="4572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990600" y="4216229"/>
              <a:ext cx="228600" cy="9144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62000" y="3301829"/>
              <a:ext cx="2286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447800" y="4902029"/>
              <a:ext cx="228600" cy="2286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676400" y="5009033"/>
              <a:ext cx="228600" cy="11887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4630082" y="1438616"/>
            <a:ext cx="1143000" cy="3657600"/>
            <a:chOff x="533400" y="1473029"/>
            <a:chExt cx="1143000" cy="3657600"/>
          </a:xfrm>
        </p:grpSpPr>
        <p:sp>
          <p:nvSpPr>
            <p:cNvPr id="52" name="Rectangle 51"/>
            <p:cNvSpPr/>
            <p:nvPr/>
          </p:nvSpPr>
          <p:spPr>
            <a:xfrm>
              <a:off x="1219200" y="4673429"/>
              <a:ext cx="228600" cy="4572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990600" y="4216229"/>
              <a:ext cx="228600" cy="9144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62000" y="3301829"/>
              <a:ext cx="228600" cy="18288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533400" y="1473029"/>
              <a:ext cx="228600" cy="36576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1447800" y="4902029"/>
              <a:ext cx="228600" cy="2286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8" name="Rectangle 57"/>
          <p:cNvSpPr/>
          <p:nvPr/>
        </p:nvSpPr>
        <p:spPr>
          <a:xfrm>
            <a:off x="7391400" y="5011757"/>
            <a:ext cx="228600" cy="11887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9372600" y="1447800"/>
            <a:ext cx="228600" cy="36576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783114" y="5283030"/>
            <a:ext cx="1522686" cy="660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next term in the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679733" y="1463695"/>
                <a:ext cx="150951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If </a:t>
                </a:r>
                <a14:m>
                  <m:oMath xmlns:m="http://schemas.openxmlformats.org/officeDocument/2006/math">
                    <m:r>
                      <a:rPr kumimoji="0" lang="en-US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𝑎</m:t>
                    </m:r>
                    <m:r>
                      <a:rPr kumimoji="0" lang="en-US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&lt;</m:t>
                    </m:r>
                    <m:r>
                      <a:rPr kumimoji="0" lang="en-US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1</m:t>
                    </m:r>
                  </m:oMath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33" y="1463695"/>
                <a:ext cx="1509516" cy="584775"/>
              </a:xfrm>
              <a:prstGeom prst="rect">
                <a:avLst/>
              </a:prstGeom>
              <a:blipFill rotWithShape="1">
                <a:blip r:embed="rId10"/>
                <a:stretch>
                  <a:fillRect l="-10526" t="-12500" b="-3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76200" y="0"/>
                <a:ext cx="1126590" cy="13042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𝑖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=0</m:t>
                          </m:r>
                        </m:sub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  <m:t>𝐿</m:t>
                          </m:r>
                        </m:sup>
                        <m:e>
                          <m:sSup>
                            <m:sSupPr>
                              <m:ctrlP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0" lang="en-US" sz="2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0"/>
                <a:ext cx="1126590" cy="1304268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 Brace 5"/>
          <p:cNvSpPr/>
          <p:nvPr/>
        </p:nvSpPr>
        <p:spPr>
          <a:xfrm rot="16200000">
            <a:off x="5329359" y="2124934"/>
            <a:ext cx="437983" cy="822771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586700" y="6488668"/>
            <a:ext cx="1966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Solve for the series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7851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20" grpId="0"/>
      <p:bldP spid="30" grpId="0"/>
      <p:bldP spid="31" grpId="0"/>
      <p:bldP spid="58" grpId="0" animBg="1"/>
      <p:bldP spid="59" grpId="0" animBg="1"/>
      <p:bldP spid="6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</TotalTime>
  <Words>1593</Words>
  <Application>Microsoft Office PowerPoint</Application>
  <PresentationFormat>Widescreen</PresentationFormat>
  <Paragraphs>398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Calibri Light</vt:lpstr>
      <vt:lpstr>Cambria Math</vt:lpstr>
      <vt:lpstr>Consolas</vt:lpstr>
      <vt:lpstr>Symbol</vt:lpstr>
      <vt:lpstr>Office Theme</vt:lpstr>
      <vt:lpstr>1_Office Theme</vt:lpstr>
      <vt:lpstr>2_Office Theme</vt:lpstr>
      <vt:lpstr>CSE 332 Winter 2026 Lecture 6: Recurrences</vt:lpstr>
      <vt:lpstr>Recursive Binary Search</vt:lpstr>
      <vt:lpstr>Analysis of Recursive Algorithms</vt:lpstr>
      <vt:lpstr>How Efficient Is It?</vt:lpstr>
      <vt:lpstr>Let’s Solve the Recurrence!</vt:lpstr>
      <vt:lpstr>Make our process “prettier”</vt:lpstr>
      <vt:lpstr>Recursive Linear Search</vt:lpstr>
      <vt:lpstr>Make our method “prettier”</vt:lpstr>
      <vt:lpstr>Recursive List Summation</vt:lpstr>
      <vt:lpstr>Tree Method</vt:lpstr>
      <vt:lpstr>Recursive List Summation</vt:lpstr>
      <vt:lpstr>Tree Method Summary: Chip and Conquer</vt:lpstr>
      <vt:lpstr>Tree Method Summary: Divide and Conquer</vt:lpstr>
      <vt:lpstr>Let’s do some more!</vt:lpstr>
      <vt:lpstr>Tree Method</vt:lpstr>
      <vt:lpstr>Tree Method</vt:lpstr>
      <vt:lpstr>Solving T(n)=2T(n/2)+n^2</vt:lpstr>
      <vt:lpstr>Tree Method</vt:lpstr>
      <vt:lpstr>Solving T(n)=2T(n/8)+1</vt:lpstr>
      <vt:lpstr>Finite Geometric Series</vt:lpstr>
      <vt:lpstr>Finite Geometric Series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Brunelle, Nathan J (njb2b)</dc:creator>
  <cp:lastModifiedBy>Nathan Brunelle</cp:lastModifiedBy>
  <cp:revision>28</cp:revision>
  <dcterms:created xsi:type="dcterms:W3CDTF">2024-06-26T12:44:42Z</dcterms:created>
  <dcterms:modified xsi:type="dcterms:W3CDTF">2026-01-16T23:02:29Z</dcterms:modified>
</cp:coreProperties>
</file>