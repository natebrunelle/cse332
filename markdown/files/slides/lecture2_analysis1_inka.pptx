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422" r:id="rId3"/>
    <p:sldId id="267" r:id="rId4"/>
    <p:sldId id="268" r:id="rId5"/>
    <p:sldId id="279" r:id="rId6"/>
    <p:sldId id="428" r:id="rId7"/>
    <p:sldId id="429" r:id="rId8"/>
    <p:sldId id="430" r:id="rId9"/>
    <p:sldId id="431" r:id="rId10"/>
    <p:sldId id="274" r:id="rId11"/>
    <p:sldId id="273" r:id="rId12"/>
    <p:sldId id="261" r:id="rId13"/>
    <p:sldId id="314" r:id="rId14"/>
    <p:sldId id="353" r:id="rId15"/>
    <p:sldId id="389" r:id="rId16"/>
    <p:sldId id="390" r:id="rId17"/>
    <p:sldId id="319" r:id="rId18"/>
    <p:sldId id="316" r:id="rId19"/>
    <p:sldId id="391" r:id="rId20"/>
    <p:sldId id="392" r:id="rId21"/>
    <p:sldId id="423" r:id="rId22"/>
    <p:sldId id="424" r:id="rId23"/>
    <p:sldId id="411" r:id="rId24"/>
    <p:sldId id="425" r:id="rId25"/>
    <p:sldId id="426" r:id="rId26"/>
    <p:sldId id="394" r:id="rId27"/>
    <p:sldId id="398" r:id="rId28"/>
    <p:sldId id="427" r:id="rId29"/>
    <p:sldId id="397" r:id="rId30"/>
    <p:sldId id="410" r:id="rId31"/>
    <p:sldId id="416" r:id="rId32"/>
    <p:sldId id="415" r:id="rId33"/>
    <p:sldId id="421" r:id="rId34"/>
  </p:sldIdLst>
  <p:sldSz cx="12192000" cy="6858000"/>
  <p:notesSz cx="6858000" cy="9144000"/>
  <p:embeddedFontLst>
    <p:embeddedFont>
      <p:font typeface="Cambria Math" panose="02040503050406030204" pitchFamily="18" charset="0"/>
      <p:regular r:id="rId36"/>
    </p:embeddedFont>
    <p:embeddedFont>
      <p:font typeface="Cascadia Code" panose="020B0609020000020004" pitchFamily="49" charset="0"/>
      <p:regular r:id="rId37"/>
      <p:bold r:id="rId38"/>
      <p:italic r:id="rId39"/>
      <p:boldItalic r:id="rId40"/>
    </p:embeddedFont>
    <p:embeddedFont>
      <p:font typeface="Consolas" panose="020B0609020204030204" pitchFamily="49"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40:14.142"/>
    </inkml:context>
    <inkml:brush xml:id="br0">
      <inkml:brushProperty name="width" value="0.05292" units="cm"/>
      <inkml:brushProperty name="height" value="0.05292" units="cm"/>
      <inkml:brushProperty name="color" value="#FF0000"/>
    </inkml:brush>
  </inkml:definitions>
  <inkml:trace contextRef="#ctx0" brushRef="#br0">7400 5485 0,'0'0'0,"0"0"0,0 0 0,0 0 0,-9 9 0,1 8 15,-9 8 1,-9 9 0,0 17-1,1 0-15,-1 9 16,1 8-16,-1 0 15,-8 0 1,17-8 0,0-18-16,8 1 15,9-1 1,0-8-16,9-8 0,8 8 16,8-9-1,27 1 1,24-1-1,18-25-15,26 0 16,-1-8 0,9-1-16,17-8 15,35-17-15,25-8 0,16-1 16,10-8 15,-1 0-31,1 17 16,-9 9-1,0 25-15,-18 8 16,-33 9 0,8 0-16,-8 0 15,-34 9 1,-35-9-16,-8 0 16,0-9-1,-26 1-15,-25-1 16,-18-8-1,-8 9-15,-8-9 16,-1 0 0,1-9-16,8-8 15,-8-25 1,-1-26-16,-8 34 16</inkml:trace>
  <inkml:trace contextRef="#ctx0" brushRef="#br0" timeOffset="3622.27">9551 4371 0,'0'0'0,"0"0"0,0 0 16,0 0-16,0-8 16,0-1-1,17-16-15,8-18 16,26-8-1,9 0-15,-17 0 16,17 0 0,42-8-16,26 8 15,0 8-15,9-8 16,42-8 0,9-1-16,17 0 15,25 9 1,-51 17-1,-17 26-15,52 16 16,-44 18-16,-33 8 16,8 8-1,-8 9 1,-18-8 0,-25-17-16,0-1 15,-26 1-15,-17-9 16,-16-9-1,-10 1-15,-16-1 16,-1-8 0,1 9-16,-9-18 15,-9 1-15,1-1 16</inkml:trace>
  <inkml:trace contextRef="#ctx0" brushRef="#br0" timeOffset="3887.22">12478 3555 0,'0'0'0,"0"0"0,0 0 15,17 8 1,26 9 0,17 17-16,16 0 15,18 9 1,9 16-16,-18 1 15,-17 0-15,-8-9 0,-17-9 32,-18-16-32,-25-9 15,-111 8 1,-204 18 0</inkml:trace>
  <inkml:trace contextRef="#ctx0" brushRef="#br0" timeOffset="9007.51">2219 5298 0,'0'0'0,"0"0"0,0 0 16,0 0-16,-8 17 15,-1 0 1,-8 17-16,0 9 16,-26 25-1,1 25-15,7 9 16,1-8 0,9-9-1,-1-17-15,-8 0 16,17-17-16,17 0 15,0-8 1,17-18-16,17 1 16,34-18-1,26-16-15,34-1 16,9 1 0,-1-1-16,9 1 15,26 8-15,17 8 31,17 9-31,34 9 16,-9 8 0,1 0-16,8-9 15,-9 1-15,-17-18 16,-25 1-16,-26-1 31,-25-8-31,-35-8 16,-16-9-1,8-9-15,8 1 0,-34-9 16,-8-9 0,-17 1-1,-18-9-15,-16 0 16,-18-9 0,1 35-16</inkml:trace>
  <inkml:trace contextRef="#ctx0" brushRef="#br0" timeOffset="13219.09">21252 8419 0,'0'0'0,"0"0"16,-9 26-16,-8 25 16,-8 17-1,8-8 1,-9-9-16,1 17 31,-18 17-31,0 0 16,9-9-16,8-16 0,9-9 31,17-9-31,9 1 16,17-18-1,33 9-15,35 9 16,34-18-16,26 1 15,42-1 1,26-16 0,17-1-16,17 1 15,34-1 1,-8 9-16,8 17 0,9-8 31,8 16-31,-8 1 16,-18-9-1,-25 9-15,-42-9 16,-43 0 0,-78-9-16,-33-16 15,-26-1 1,-8 1-16,-18-1 16,1-8-1,0-8-15,-1-1 16,1-25-1,-18-25 1,9-18-16,0-34 16,9 9-16,-1 68 15</inkml:trace>
  <inkml:trace contextRef="#ctx0" brushRef="#br0" timeOffset="85360.73">22131 5434 0,'0'0'0,"0"0"0,-8 9 15,-9 25 1,-9 42 0,-8 18-16,0 0 15,8-18 1,0-16-16,9-9 16,9-17-16,16-9 15,9 1 1,26-1-1,25 1-15,1-1 16,42-8 0,51 0-16,-9 0 0,10 0 15,16-8 1,17-1 0,35 9-1,16 17 1,-59 0-16,-17 9 15,25 16-15,-43-8 0,-50-17 32,-18 9-17,-25-18-15,-17-8 16,-18-8 0,1-1-16,8-8 0,17-17 15,17-25-15,1-26 31,-18-17-31,0 0 16,9-17 0,-17 8-16,-1 1 15,-8 33 1</inkml:trace>
  <inkml:trace contextRef="#ctx0" brushRef="#br0" timeOffset="185947.26">5181 4950 0,'0'0'0,"0"0"0,0 0 15,0 0 1,0 0-16,0 0 15,0 0 1,0 0 0,0 0-16,-9 8 15,-8 52 1,9 33-16,8 1 16,0-26-1,8-17-15,9-26 16,0-8-16,43-42 15,34-86 1,-17-8 0,-18 9-16,35-43 15,9 8 1,-35 60-16,-17 34 16,-8 25-1,-17 9-15,-1 17 16,-16 26-16,-18 67 15,-16 35 1,-18 8 0,0-17-16,18-51 15,25-34 1,0-17-16,34-25 16,34-35-1,9-16 1,-9-1-16,26-16 15,-17 16-15,-35 18 16,-16 25 0,-9 17-16,-8 25 15,-1 35 1,-8 76 0,-8 34-16,8-68 15,0-43-15,0-16 16,17-18-16,34 1 31,26-18-31,59-93 16,69-68-1,-43 34-15,-76 68 16,-35 17-16,-8 9 16,-9 33-1,-9 128-15,-8 68 16,0 26-1,26 119 1</inkml:trace>
  <inkml:trace contextRef="#ctx0" brushRef="#br0" timeOffset="187139.85">3918 4422 0,'0'0'0,"0"0"16,0 0-1,0 0-15,0 0 16,0 0-16,0 0 16,0 0-1,0 0-15,0 0 16,25-17-1,43-25 1,69-69-16,-9-8 16,-9 17-16,44 0 15,16-17 1,9-17 0,42-9-16,-8 43 15,34 43 1,17-9-16,34-9 15,18-8-15,-52 17 16,102-8 0,-25 25-1,-25 25-15,16 26 16,-42 9 0,93 42-16,-33 8 15,-95 9-15,78 9 16,-43-1-1,-60-8 1,0 9-16,-26 8 16,-17 0-1,-17-9-15,-59-16 16,-35-9 0,-16-9-16,-18-16 15,-26 0 1,1-9-16,-17-9 15,-1 1-15,-8-9 16,0-9-16,-8-8 31,-18-34-31,0-34 0,9-34 16,9 59 0</inkml:trace>
  <inkml:trace contextRef="#ctx0" brushRef="#br0" timeOffset="187335.64">11480 3257 0,'0'0'0,"0"0"0,0 0 16,0 26-16,0 25 16,17 0-1,17 8-15,17 1 32,17-9-17,18 0-15,-1-9 16,-34 1-16,-17-9 15,-8 8-15,-69 44 16,1-27 0</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44:25.026"/>
    </inkml:context>
    <inkml:brush xml:id="br0">
      <inkml:brushProperty name="width" value="0.05292" units="cm"/>
      <inkml:brushProperty name="height" value="0.05292" units="cm"/>
      <inkml:brushProperty name="color" value="#FF0000"/>
    </inkml:brush>
  </inkml:definitions>
  <inkml:trace contextRef="#ctx0" brushRef="#br0">10686 11847 0,'0'0'0,"0"0"0,0 0 0,0 0 16,0 0 0,0 0-16,0 0 15,0 0 1,0 0-16,0 17 16,0 17-1,0 8-15,8 26 16,1 9-1,-9-1-15,0-16 16,0-9 0,8-9-16,9-16 15,0-1 1,26-8-16,17-8 16,25-9-1,1-9-15,-1 1 16,0-1-1,18-8-15,-9 0 16,0 0 0,8 0-16,9 0 15,8 17 1,-25 9-16,17-1 16,0 9-1,17 0 1,17-8-16,9-1 15,0-16-15,8-1 16,0-8 0,-17 0-16,0-8 15,-8 8 1,-9 8 0,-17 1-16,-18 8 15,1-9 1,-25 1-16,-10 8 15,-16-9 1,-17 9-16,-9-8 16,-9-1-16,1 1 15,-1-1 1,1-25-16,-1 9 16</inkml:trace>
  <inkml:trace contextRef="#ctx0" brushRef="#br0" timeOffset="5910.83">11010 12782 0,'0'0'0,"0"0"0,0 0 15,-8 17 1,-1 9-16,-17 25 16,-8 17-1,9-9-15,8-16 16,8-1-1,9-16-15,26 8 16,16-9 0,35-16-16,34-26 15,43-17 1,16 0-16,-33-9 16,34-16-1,-1 8-15,-16 17 16,17-9-1,-9 9-15,0 9 16,0-1 0,17 18-16,9 8 15,-34 0 1,25 8-16,-17 18 16,-25-1-1,-18 9-15,9 17 16,0 0-1,-34-17-15,-17-8 16,-9-18 0,-8 1-16,-17-18 15,8-8 1,17-17-16,-8-17 16,-17-8-1,-1-9-15,-25-34 16,-17 42-1</inkml:trace>
  <inkml:trace contextRef="#ctx0" brushRef="#br0" timeOffset="12652.49">15781 14049 0,'0'0'0,"0"0"0,0 0 15,0 0 1,0 0 0,0 0-16,-8 9 15,-1 16 1,-17 18-16,1 25 16,-1-9-1,9-16-15,0-17 16,9-9-1,8-9-15,0 1 16,0-1-16,0 1 16,0-9-1,0 0-15,0 0 16,0 8 0,0-8-16,8 9 15,9-1 1,-8 1-16,8-1 15,0 1 1,0-1 0,9 1-16,16 8 15,9-9-15,9 1 16,0-18 0,0 1-1,-1-1-15,1 1 16,-17-1-1,-1 1-15,1-1 16,17 1 0,8-1-16,0 1 15,1-1 1,16-8-16,-8 0 16,-17 0-1,-1 0-15,27-8 16,-1-1-1,0 9-15,9 0 16,0 0 0,0 0-16,17 0 15,-9 8 1,-8-8-16,-8 17 16,8-8-1,8 8-15,-8 0 16,8 0-1,1 0-15,-1 0 16,18 0 0,-9 0-16,0 0 15,-18 0 1,10 0-16,8 0 16,8 8-1,1-8-15,8 0 16,17-8-16,0-1 15,-17 1 1,17-1-16,-8 1 16,-26 8-1,-9 8-15,-8 1 32,-9 8-32,18-9 15,-1 9-15,1 0 16,-1-8-1,-8 8-15,8-9 16,-8 1 0,0-1-16,-17-8 15,0-8 1,-18-1-16,1 9 16,-9-8-16,1-1 15,-1 1 1,-9-1-1,-7 1-15,-10 8 16,1 0-16,-1 0 16,-8 0-1,-8 0-15,0 0 16,-1 0 0,1 0-1,-9 0-15,0 0 16,0 0-1,0 0-15,0 0 16,0 0 0,0 0-16,0 0 15,0 0 1,0 0-16,0 0 16,0-9-16,0 1 31,0-1-31</inkml:trace>
  <inkml:trace contextRef="#ctx0" brushRef="#br0" timeOffset="16572.22">15593 14713 0,'0'0'0,"-8"-9"16,8 1-16,-9-1 16,1-8-1,-1 0-15,9 0 16,0 9 0,0 8-1,0 0-15,0 0 16,-8 0-16,-1 17 15,-8 0 1,0 8-16,8-8 16,1-8-1,-1-1 1,9 1-16,-8-1 16,8 1-1,0-9-15,0 0 16,0 0-16,0 0 15,0 0 1,0 0 0,0 8-16,0 1 15,8-1 1,1 1-16,8-1 16,0 1-1,9-1 1,8 1-16,0-1 0,9 1 31,8-1-31,9 1 16,-1-1-16,10-8 15,-1 0-15,9 0 16,17 0-16,8 0 31,9 9-15,-9-9-16,-8 8 0,26 1 15,8-1 1,0 1 0,-17 8-1,8 0-15,26 0 16,-8 8-16,-9-16 0,43-1 16,-1 1-1,-16-18 1,8-8-1,17 9 1,-16-1-16,-10 9 16,35 0-1,0 0-15,-26 0 16,9 0-16,8 9 16,-26-9-1,44 0 1,-1 0-16,-34-26 15,34 1 1,9-1-16,-51 1 16,34-1-1,-1 9-15,-33 0 16,25 17 0,1 0-16,-52 0 15,-26 9 1,9 8-16,-9 0 15,-16-9 1,-35 1-16,-17-1 16,-8-8-1,-9 0-15,-9 0 16,1 0 0,-1 0-16,-8 0 15,0-8 1,9-9-16,-9-17 15,8-34 1,-16 0-16,8 34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46:54.003"/>
    </inkml:context>
    <inkml:brush xml:id="br0">
      <inkml:brushProperty name="width" value="0.05292" units="cm"/>
      <inkml:brushProperty name="height" value="0.05292" units="cm"/>
      <inkml:brushProperty name="color" value="#FF0000"/>
    </inkml:brush>
  </inkml:definitions>
  <inkml:trace contextRef="#ctx0" brushRef="#br0">2569 2875 0,'0'0'0,"-9"25"0,1 26 16,-1 34-16,1 9 15,-1-1 1,1-8-1,-1 0 1,1 9-16,8 8 16,0 17-1,0-8-15,17-18 16,0 1-16,8-18 16,18-16-1,43-1-15,16-16 0,34-26 31,61-26-15,25-25-16,8-8 16,18-9-1,-9 8-15,34 1 16,17 8 0,17 8-16,18 9 15,-18 26 1,0 8-16,-17 0 15,-17 0 1,-8 8-16,-9-8 16,-17-8-1,-51-1-15,-18-16 16,-16-1-16,-34 1 16,-44-1-1,-24 1 1,-27-1-16,1 1 15,-9-1 1,0-33-16,17-60 16,26-60-1,34-76-15,34-94 16</inkml:trace>
  <inkml:trace contextRef="#ctx0" brushRef="#br0" timeOffset="40225.35">22882 2568 0,'0'0'0,"0"0"0,0 0 16,0 0-16,0 0 15,0 0 1,0 17-16,-8 0 15,-9 26 1,-18 8-16,-33 0 16,-43 34-1,-8-8-15,59-9 16,0 8 0,0-16-16,1-9 15,25-17 1,-1-9-1,18-16-15,0-18 16,9 1-16,8-26 16,-9-9-1,9 9-15,0 0 16,-8 17 0,8 0-16,0 9 15,0 8 1,-9 0-16,1 0 15,-18 8 1,-8 18-16,-17 25 16,-26 34-1,26 0 1,17-26-16,16 1 16,1-18-16,26 1 15,25-1 1,34-16-16,43-9 15,-17-9 1,17-8-16,179-8 16</inkml:trace>
  <inkml:trace contextRef="#ctx0" brushRef="#br0" timeOffset="46333.51">24504 5945 0,'0'0'0,"0"0"0,-9 8 16,-8 9 0,-17 17-16,-34 9 15,-60 8 1,17-9-16,-17-8 15,-111 9 1,60-18-16,33 18 16,-84-1-1,76-8-15,61 0 16,-18-8 0,25-9-16,18-17 15,25-9-15,18-16 16,16-26-1,18-9 1,16 9-16,1 9 16,-1 16-1,-16 9-15,0 9 16,-1 8 0,-8-9-16,-8 1 15,-1-1-15,-17 1 16,-8 8-1,-34 8 1,-9 18-16,26 8 16,17 0-1,0 8-15,0 1 16,16 8 0,10-9-16,16 1 15,69 8-15,77-9 16,153 1-1</inkml:trace>
  <inkml:trace contextRef="#ctx0" brushRef="#br0" timeOffset="92732.52">11164 4890 0,'0'0'0,"0"0"0,0 0 16,8 0-16,43 9 15,18-9 1,-18-9-16,-17 1 15,43-1 1,25 9 0,1 0-16,-18 17 15,-34-8-15,-8-1 16,-17 9 0,-18 0-16,-8 26 15,-34 16 1,-26 18-16,-17-9 15,9-9 1,34-16-16,-9-1 16,1 1-1,-10-18-15,18 1 16,17-18 0,0 1-16,17-1 15,0-8 1,17 9-16,0-1 15,52 1 1,67-1 0,1-16-16,-69-1 15</inkml:trace>
  <inkml:trace contextRef="#ctx0" brushRef="#br0" timeOffset="102734.49">20851 6565 0,'0'0'0,"0"0"16,0 0-16,0 0 15,0 0 1,0 0-16,0 0 15,0 0 1,17 0-16,9 0 16,25 17-1,26 0-15,-18 9 16,-16-1 0,-9 18-1,17 8-15,1 9 16,-1-1-16,-9-16 15,18-1 1,17-8-16,0-17 16,-26-8-1,-25-9-15</inkml:trace>
  <inkml:trace contextRef="#ctx0" brushRef="#br0" timeOffset="102986.63">21517 6310 0,'0'0'0,"-9"0"0,-8 26 31,-34 33-31,-35 26 16,-33 26-16,-52 17 15,26-18 1,60-33-16,42-26 16,35-34-1</inkml:trace>
  <inkml:trace contextRef="#ctx0" brushRef="#br0" timeOffset="104270.35">22711 6591 0,'0'0'0,"0"0"15,0 0-15,0 0 16,0 0 0,0 0-16,0 0 15,0 0 1,0 0-16,0 0 16,-8 0-1,-9 8-15,-34 9 16,-18 26-1,-7 17-15,16-9 16,-8 25 0,-1 9-16,10 0 15,7-17 1,10-8-16,8-1 16,-1-8-1,18-8-15,9-1 16,16-8-1,26 0-15,18-8 16,24-1 0,27 1-16,8-26 15,8-9 1,-25-16-16,-26-1 16,-25 1-1,-17-1-15,-1-8 16,-16 9-1,-9-1-15,-26-8 16,-76 0 0,-60 17-16,0 26 15,-1 8 1,27 0-16,76-9 16</inkml:trace>
  <inkml:trace contextRef="#ctx0" brushRef="#br0" timeOffset="161393.82">1613 15682 0,'0'0'0,"-8"9"0,-1 25 0,-8 17 16,8-9 0,-8 9-1,9 0 1,-1 9 0,1-1-16,8-8 15,0-8-15,0-18 16,8 1-1,9-9-15,0 0 16,26-8 0,34-1-16,0 1 15,0-9 1,16-9-16,35 1 16,26-18-1,34-8-15,25-9 16,18-8-1,8 0-15,17 0 16,8 17 0,1 9-16,-18 25 15,-8 17 1,-34 0-16,-17 17 16,-34 0-1,-35-9-15,-25 1 16,-26-18-1,-25 1 1,-17-1-16,-1 1 16,-8-18-16,9-25 15,8-42-15,17-43 16,-25 59 0</inkml:trace>
  <inkml:trace contextRef="#ctx0" brushRef="#br0" timeOffset="202384.71">20740 4363 0,'0'0'0,"0"0"0,0 0 16,8 0-16,10 17 16,16 17-16,17 8 15,26 9 1,25 9 0,-34-18-16,-8-8 15,25 9-15,1-9 16,-26-9-1,-1 10 1,1-1-16,-17-9 16,-1 1-1,-16-9-15,0-9 16,-9 1-16</inkml:trace>
  <inkml:trace contextRef="#ctx0" brushRef="#br0" timeOffset="202625.17">21739 3972 0,'0'0'0,"-18"25"0,-24 43 15,-18 26 1,-17 33-16,-34 18 15,9 25 1,-9-9-16,-17-7 16,-9 7-1,-76 77-15</inkml:trace>
  <inkml:trace contextRef="#ctx0" brushRef="#br0" timeOffset="202974.7">22874 4048 0,'0'0'0,"0"17"0,-9 43 16,1 67-1,-18 9-15,-17-8 16,-8 16-1,-43 146 1</inkml:trace>
  <inkml:trace contextRef="#ctx0" brushRef="#br0" timeOffset="-185075.73">5027 5919 0,'0'0'0,"0"0"0,0 0 16,9 9 0,8 8-16,0 17 15,-9 0 1,1 17-1,-1 0-15,1-9 16,-9 1 0,0-1-16,8-8 15,-8 0 1,0 17 0,0 0-16,0-8 15,-8-1 1,-1-8-16,1-8 15,8-1-15,0-8 16,0 0 0,0 0-1,17 0-15,0 1 16,9-1 0,8 0-16,17 0 15,9 0 1,25 0-16,17-9 15,18 1 1,-1-1-16,27 9 16,7 9-1,-16-1-15,8 9 16,17 9 0,0-9-16,0 0 15,26 0 1,8-9-16,-25-16 15,25-1 1,18-8-16,-26 9 16,8 8-16,-8-9 0,33-8 31,36-17-15,-1-8-16,-9-9 15,-16 0 1,-1 0-16,-8 17 15,17 0 1,-17 8-16,-9 9 16,-8 0-1,-26 0-15,18 9 16,-1-1 0,-43-8-16,1 0 15,-9 17 1,-17-8-16,-34-1 15,-9 9 1,-8-8-16,0 8 16,0 0-1,-17-9-15,-18 1 16,-16-1 0,-18-8-1,1 0-15,0 0 16,-9 0-16,0 0 15,0-8 1,-9-9-16,0-17 16,-8-9-1,0-16-15,17-26 16,17-17 0,18-9-16,-18 0 15,-17 43 1</inkml:trace>
  <inkml:trace contextRef="#ctx0" brushRef="#br0" timeOffset="-173182.21">12222 7101 0,'0'0'0,"0"0"15,0 0-15,0 0 16,0 0 0,0 0-16,0 0 0,0 0 15,0 0-15,0 0 31,9 0-15,8 0-16,0 9 16,8-1-16,35-8 15,17-8 1,34-18 0,34 1-16,9-18 0,25 9 15,9 9 1,-9 8-1,0 8 1,9 9-16,-18 0 16,-59 0-1,-34 0-15,-17 0 0,-17 0 32,-18 9-32,-16-9 15,-1 0 1,-8 0-16,0 0 15</inkml:trace>
  <inkml:trace contextRef="#ctx0" brushRef="#br0" timeOffset="-172843.23">13920 6625 0,'0'0'0,"9"0"16,25 0-16,26 8 16,34 1-1,17-1-15,-17 1 16,-9 0 0,0 8-16,-25 0 15,-17-9 1,-18 1-16,-8-1 15,-8 18 1,-35 42-16,-85 68 16,-42 17-1,-18 0-15,9-43 16,-103 18 0</inkml:trace>
  <inkml:trace contextRef="#ctx0" brushRef="#br0" timeOffset="-169309.24">6359 6591 0,'0'0'0,"-9"25"0,-8 78 0,-9 24 15,1-42 1,-18-8-16,0-1 15,18-25 1,8-25 0,17-18-1,17-16-15,25-18 0,27-42 32,25-85-32,-9 9 15,-25 33 1,-26-8-16,-9 17 15,-16 51 1,0 17-16,-9 25 16,-18 26-1,-16 60-15,-17 42 16,0 34 0,17-17-16,17-51 15,17-25 1,25-18-16,-8-25 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51:45.027"/>
    </inkml:context>
    <inkml:brush xml:id="br0">
      <inkml:brushProperty name="width" value="0.05292" units="cm"/>
      <inkml:brushProperty name="height" value="0.05292" units="cm"/>
      <inkml:brushProperty name="color" value="#FF0000"/>
    </inkml:brush>
  </inkml:definitions>
  <inkml:trace contextRef="#ctx0" brushRef="#br0">9260 8521 0,'0'0'0,"0"0"0,-8 9 15,-26 51-15,-9 33 16,-17 43 15,18 17-31,33-17 0,9-68 16</inkml:trace>
  <inkml:trace contextRef="#ctx0" brushRef="#br0" timeOffset="909.75">1750 8692 0,'0'0'0,"0"0"0,0 0 15,0 0 1,0 0-16</inkml:trace>
  <inkml:trace contextRef="#ctx0" brushRef="#br0" timeOffset="1958.34">1741 8845 0,'0'0'0,"0"0"0,0 17 15,0 8 1,0 1-16,0-9 15,0-9 1,0 1-16,0-9 16,0-9-1,26-8-15,-1-17 16,9 0 0,-8 9-16,-17 8 15,-18 17 1,-8 0-16,-26 34 15,-42 34 1,-9 17-16,9 17 16,-9 0-1,26-9-15,33-42 16,1-17 0,26-25-16,8-1 15,8-25 1,35-17-16,51-42 15,17-43 1,-34 17-16,-35 42 16,-16 18-1,-18 16-15,1 18 16,-26 33 0,-26 52-16,-34 42 15,1 8 1,-1 1-16,34-52 0,35-42 31,8-17-31,25-42 16,43-35-1,18-16-15,-18-18 16,-17 9 0,-25 43-16,-9 25 15,-8 8 1,-9 18-16,8 25 0,-8 34 15,0 8 1,9 1-16,-1-35 16</inkml:trace>
  <inkml:trace contextRef="#ctx0" brushRef="#br0" timeOffset="2837.87">10276 8811 0,'0'0'0,"0"0"0,0 0 0,17 0 15,0 0-15,-8 0 16,-1 0 0,9 0-16,0 0 15,18 0 1,-1 17-16,0 0 31,-9 17-31,-16 8 0,-18 18 16,-16 16-1,-1 9-15,-16-17 16,-18 0 0,9-8-1,8-18-15,9-16 0,8-1 16,9 1 15,0-1-31,17 1 16,26 8-16,25-17 0,68-8 15,112-35 17,-61-8-32,-127 25 15</inkml:trace>
  <inkml:trace contextRef="#ctx0" brushRef="#br0" timeOffset="3805.11">3363 8981 0,'0'0'0,"-17"17"0,-35 34 31,-24 34-31,-18 34 16,-9 17 0,18-9-16,25-16 15,35-26-15,8-25 16,17-26-1,0-17-15,42-17 16,44-43-16,33-42 16,1-34-1,-35-9 1,-34 18-16,-17 25 16,-17 25-1,-8 26-15,-9 0 16,-9 26-1,-16 16-15,-52 35 16,-34 33 0,-8 9-16,42-25 15,43-35 1,16 1 0,1-18-16,9-8 15,16-25-15,27-35 16,24-33-1,18-18-15,0 9 16,-26 43 0,-25 25-16,-9 17 15,-9 17 1,-16 17-16,-18 51 16,-34 59-1,1 26 1,25-25-16,34-69 15</inkml:trace>
  <inkml:trace contextRef="#ctx0" brushRef="#br0" timeOffset="4679.45">11718 8760 0,'0'0'0,"0"0"0,18 0 16,24 8-16,9 1 15,-8-1-15,-17 1 16,-1-1-1,-8 1-15,-8-1 16,-1 9 0,-8 0-1,-17 26-15,-25 8 16,-9-9-16,16 1 16,10-18-1,8-16-15,17-1 16,0-8-1,8 0 1,26 0-16,9 9 16,0 8-1,8 0-15,0 17 16,-8 0 0,-9 0-16,-26 0 15,-16 8 1,-52 18-16,-102 33 15,-145 61-15</inkml:trace>
  <inkml:trace contextRef="#ctx0" brushRef="#br0" timeOffset="5550.23">4575 8504 0,'0'0'0,"0"0"0,0 0 31,8 17-31,1 34 16,-26 35-16,-17 33 15,-9 17 1,0 0-16,9-17 15,17-9 1,8-33-16,9-26 16,9-17-1,0-17-15,8-9 16,25-16-16,18-26 16,0-9-1,-18 1 1,-7 8-1,-10 17-15,-16 0 16,-1 8 0,-25 18-16,-34 16 15,-9 18 1,9-1-16,8-8 16,26-25-1,9-1-15,8-16 0,42-43 16,44-51-1,16-26 1,-16 26-16,-35 34 16,-26 43-1,-16 16 1,-18 18-16,-16 50 16,-69 103-1,-43 59-15,43-25 16,43-52-1,34-42-15,17-59 16</inkml:trace>
  <inkml:trace contextRef="#ctx0" brushRef="#br0" timeOffset="6213.35">12999 8598 0,'0'0'0,"-9"0"0,-8 26 0,-8 16 31,-27 26-31,-16 17 16,0 0 0,17-17-16,16 9 15,10-1-15,8-25 16,25-8-16,35-9 16,51-9-1,17-16 1,0-18-1,0-16-15,-9 8 16,-25 0-16,-9 0 16,-34 8-1</inkml:trace>
  <inkml:trace contextRef="#ctx0" brushRef="#br0" timeOffset="6440.3">13135 9117 0,'0'0'0,"0"34"0,0 42 15,0 35 1,-17 33-1,-8-16-15,-10-43 16,27-34 0</inkml:trace>
  <inkml:trace contextRef="#ctx0" brushRef="#br0" timeOffset="7472.08">6359 8802 0,'0'0'0,"-9"0"0,-8 0 15,-34 17 1,-18 17-1,-33 34-15,-35 17 16,27 0-16,7-17 31,35-17-31,34-25 16,17-18-16,8 1 0,18-26 31,59-51-15,51-51-16,-8 0 0,-17 8 15,-17 35 1,-26 33 0,-25 18-16,-18 16 15,-16 18 1,-26 59-16,-52 68 16,-16 25-1,17-16 1,-1-1-16,35-42 15,25-42 1,26-26-16,9-17 16,42-25-1,35-35-15,7-17 16,10-8 0,8-8-16,-34 25 15,-26 17 1,-17 17-16,-8 17 15,-18 0 1,1 17-16,-1 25 16,-8 26-1,34 0-15,-8-25 16</inkml:trace>
  <inkml:trace contextRef="#ctx0" brushRef="#br0" timeOffset="8366.12">15295 8836 0,'0'0'0,"0"0"0,0 0 16,-17 9 0,-18 16-16,-7 9 15,-1 0 1,-17 9-16,9-1 15,8-8 1,9 0-16,17 0 16,9-8-1,8 8-15,17-9 16,17 1 0,9-1-16,-1 1 15,-16-1 1,-1 9-16,-25 17 15,-25 17 1,-26 26-16,-35-9 16,1-17-1,34-25 1,0-18-16,25-8 16</inkml:trace>
  <inkml:trace contextRef="#ctx0" brushRef="#br0" timeOffset="8602.31">15150 9040 0,'0'0'0,"8"9"0,26 33 16,26 18-1,42-1 1,26-8 0,-8-25-16,-18-26 15,-50-9-15</inkml:trace>
  <inkml:trace contextRef="#ctx0" brushRef="#br0" timeOffset="9701.76">7477 8683 0,'0'0'0,"0"0"0,0 9 16,-9 25 0,1 17-16,-18 8 15,0 18 1,-8-9-16,0-17 16,8-17-1,9-9-15,17-16 16,0-1-1,26-16-15,17-26 16,16-17 0,1 0-16,-26 8 15,-8 26 1,-18 0-16,1 17 16,-9 9-1,-26 59-15,-33 51 16,-44 34-1,9 8-15,35-42 16,7-25 0,27-34-16,8-35 15,17-16 1,0-18 0,34-33-16,43-35 15,17-8-15,-1 8 16,-24 26-1,-27 17-15,-16 17 16,-9 0 0,-8 17-16,-9 0 15,0 9-15,-9 16 16,0 9 0,1-8-16,-1-1 15,1-8 1,8-8-1,0-1-15,17-25 16,43-51-16,42-51 16,1-8-1,-44 25 1,-25 42-16,-25 35 16,-35 8-16,-42 34 15,-68 59 1,-35 35-1,43-18-15,34-16 16,51-9 0,26-34-16</inkml:trace>
  <inkml:trace contextRef="#ctx0" brushRef="#br0" timeOffset="10916.45">1169 10256 0,'-17'0'0,"-8"43"0,-44 59 16,18 34 0,17-17-1,25-8-15,9-1 16,9-8-16,25-8 16,-8-26-1,-1-34-15,9-9 16,1-8-1,24-8 1,52-9-16,26-17 16,17-26-16,50-33 15,27-1 1,33 1 0,9 25-16,52 25 15,-9 9 1,-1-8-16,35 25 15,-34 8 1,68 1-16,-17 8 16,-42-26-16,50 18 15,-25-9 1,-60 8-16,52 9 16,-35 0-1,9 9-15,-43 8 16,-51 0-1,-9-9 1,-76-16-16,-44-9 16,-16 8-1,-25 1-15,-27-1 16,-16-8 0,-1-8-16,1-9 15,-1-17-15,-16-26 16,-1 26-1</inkml:trace>
  <inkml:trace contextRef="#ctx0" brushRef="#br0" timeOffset="26537.59">1750 6880 0,'0'0'0,"0"0"0,0 0 16,0 0 0,0 0-16,0 0 15,0 0 1,0 0-16,-9 0 16,-8 0-16,-9 0 15,-8 9 1,-8 8-1,-1 0-15,0 8 16,-8 9 0,-17 9-1,0 8-15,8 8 16,-9 26 0,1 9-16,8-9 15,18-9-15,8-25 16,25 9-16,-8 0 15,34-1 1,0 9 0,26-8-16,-9-18 15,9-8 1,25 9-16,-17-18 16,17-16-16,-8-18 15,8-8 1,1-8-16,-27-9 31,-24 8-31,-10 9 16,1 0-16,-18 9 15,-17 8 1,-59 0-16,-17 17 16,33 0-1,1-9 1,0-8-16,42-8 15</inkml:trace>
  <inkml:trace contextRef="#ctx0" brushRef="#br0" timeOffset="41862.97">22532 17162 0,'0'0'0,"0"0"15,0 0-15,-8 9 16,-18 33-1,-25 43-15,-9 34 16,0 26 0,9 8-16,17 34 15,17-9 1,8 103-16</inkml:trace>
  <inkml:trace contextRef="#ctx0" brushRef="#br0" timeOffset="42752.64">25443 8513 0,'0'0'0,"0"0"0,-17 34 16,-43 68-1,-51 43 1,-60 50 0,18-25-16,50-68 15,35-25 1,34-43-16,25-17 16,52-17-1,93-34-15,61-43 16,-1-33-1,-8-1 1,-52 26-16,-50 26 0,-35 16 16,-25 26-16,-18 9 31,1 8-15,-35 51-16,-68 102 15,-25 17-15,25-34 16,17-34-1,34-43 1,26-33-16,9-9 16,16-25-1,43-9-15,43-35 16,26 10 0,-35 25-16,-51 8 15</inkml:trace>
  <inkml:trace contextRef="#ctx0" brushRef="#br0" timeOffset="43542.81">19972 15189 0,'0'0'0,"0"0"0,0 0 15,0 0 1,-9 17-16,9 17 16,0 0-1,0 0-15,17 0 0,43 9 16,25-1 0,1-16-1,8 8-15,-18 0 16,-16 8-1,-17 9 1,-18 26-16,-33 42 16,-43 42-1,-52 18-15,-8-26 16,0-17-16,9-34 16,25-34-1,9-25 1,25-18-16,9 1 15,26-18 1,8-8-16,17-17 16,42-17-1,52-8-15,26 8 0,-1 8 16,10 35 0,-10 16-1,1 26-15,-1-8 16,-68-26-1</inkml:trace>
  <inkml:trace contextRef="#ctx0" brushRef="#br0" timeOffset="44522.83">27687 10656 0,'0'0'0,"0"0"0,0 0 31,-8 9-31,-1 8 16,-16 17-16,-1 8 15,-8 1 1,17-18-16,0 1 15,8-18-15,9 1 16,0-9 0,9-9-1,42-25-15,17-8 16,9-18 0,-17 1-16,-26 16 15,-17 18-15,-8 16 16,-26 9-16,-26 9 31,-34 25-31,9-9 16,25 1-1,17-18 1,9 1-16,17-9 16,17-17-1,52-43-15,42-16 16,0 8-16,-35 25 15,-24 17 1,-27 18 0,-16 8-16,-26 34 15,-26 43 1,-51 50-16,-25 1 16,8-35-1,60-50-15</inkml:trace>
  <inkml:trace contextRef="#ctx0" brushRef="#br0" timeOffset="45276.7">19383 13063 0,'0'0'0,"8"0"15,35-9-15,42 1 16,26-9 0,-8 17-1,-9 0-15,-18 0 16,-16 8-16,-9 9 16,-16 9-16,-27 16 15,-25 35 1,-34 16-16,-17-7 15,8-27 1,-26-8 0,10-25-16,33-18 15,9-16 1,17-1-16,0 1 16,17-1-1,8-8-15,9 0 16,17 0-16,1 0 15,7 17 1,9 34 0,-16 26-16,-18 50 15,-34 35 1,-43 8-16,-17-17 16,9-51-16,17-34 15,25-26 1</inkml:trace>
  <inkml:trace contextRef="#ctx0" brushRef="#br0" timeOffset="46038.59">28379 13046 0,'-17'8'0,"-35"26"0,-41 34 16,7 9-16,9-18 15,35-25 1,16-16-16,9-10 16,8 1-1,9-1-15,9-16 16,34-18-1,25-17 1,0 1-16,1 8 16,-35 17-1,-17 17-15,-9 8 16,-25 43-16,-25 43 16,-10 0-1,10-26 1,8-26-16,16-16 15,1-18 1,17 1-16,0-9 16,9-9-16,17 1 15,25-9 1,-9 17 0,1 0-16,-9 0 15,-8 8-15,-18 1 16,-8-9-1</inkml:trace>
  <inkml:trace contextRef="#ctx0" brushRef="#br0" timeOffset="46598.3">20202 10120 0,'0'0'0,"0"0"0,0 9 31,0 25-15,-8 42-16,-26 26 15,-9 17 1,0 9-16,9 8 16,17-17-1,17-25-15,0-26 0,26 0 16,33-9-16,10-25 31,7-8-15,10-26-16,8-17 15,25-26 1,-16-16-16,-27-1 16,-50 35-1</inkml:trace>
  <inkml:trace contextRef="#ctx0" brushRef="#br0" timeOffset="46770.18">20484 10571 0,'0'0'0,"-34"60"0,-35 127 15,1 25 1,17-25 0,17-8-16,51 17 15,34 118-15</inkml:trace>
  <inkml:trace contextRef="#ctx0" brushRef="#br0" timeOffset="47730.09">27517 15878 0,'0'0'0,"-9"-9"0,1 1 16,-18-18-1,0 9 1,-8 0 0,-34 9-16,-9 16 15,0 26 1,9 17-16,25 0 0,18-8 31,25-18-15,17-8-16,34-8 15,26-9-15,0-26 16,0 1 0,-18-1-1,-16 1-15,-17 8 16,-18 17-16,1 0 15,-18 0 1,-8 0 0,-26 25-16,-42 9 15,8 9-15,17-1 16,18-16 0,25-9-16,8-9 15,9-8 1,9-17-16,42-25 15,26-35 1,-9 9-16,-25 17 16,-18 17-1,-16 9 1,-1 8-16,-16 8 16,-18 9-16,-42 17 15,0 17 1,8 9-16,17-1 15,18 1 1,16-9 0,9-9-16,17 1 15,26-18-15,-18 1 16</inkml:trace>
  <inkml:trace contextRef="#ctx0" brushRef="#br0" timeOffset="48444.34">21892 8947 0,'0'0'0,"0"0"0,0 0 16,0 8 0,-8 9-16,-1 26 31,-8 8-31,-9 8 16,9-8-1,0-17-15,17-8 16,0-1-1,17-8-15,9 9 16,17-1 0,8 1-16,0-9 15,-8 8 1,-18-8-16,1 9 16,-9 25-1,-8-8-15,-18-1 16,0-8-1,-16-8-15,-26-18 16,16-8 0</inkml:trace>
  <inkml:trace contextRef="#ctx0" brushRef="#br0" timeOffset="48620.75">22148 8989 0,'9'0'0,"76"17"16,137 26-16,85 33 15,43 9 1,51-42-16,0-26 16</inkml:trace>
  <inkml:trace contextRef="#ctx0" brushRef="#br0" timeOffset="49520.18">25178 17298 0,'-8'9'0,"-35"25"15,-8 25 1,8 1-16,26-26 16,17-9-1,8-16-15,18-18 16,34-16-16,8-18 16,-8 1-1,-9-9 1,-17 0-16,-8 8 15,-18-8-15,-16 17 16,-1 0 0,-8 17-16,-17 17 15,-9 17 1,-8 9 0,17-1-16,17-16 15,17-1-15,17-8 16,51-25-1,35-27 1,-9-7-16,-43 16 16,-17 26-16,-8 17 15,-18 9 1,-8 25-16,-17 25 16,0 1-1,8-34-15</inkml:trace>
  <inkml:trace contextRef="#ctx0" brushRef="#br0" timeOffset="50208.38">26339 7008 0,'-17'8'0,"-43"60"15,-42 51-15,8 0 16,17 0 0,17-8-16,35-9 15,25 0 1,34-8-16,25-26 15,27-9 1,25-33-16,17-43 16,-17-26-1,-34-8-15,-26 0 16,-17 0 0,-26-8-16,-25 8 15,-17 8 1,-26 17-16,-33 26 15,-27 18 1,26 7-16,43-8 16,42-8-1</inkml:trace>
  <inkml:trace contextRef="#ctx0" brushRef="#br0" timeOffset="50998.16">23044 17068 0,'-8'-8'0,"-26"-9"0,-18 0 15,-24 25 1,-44 26-16,-8 34 31,0 26-31,0 8 16,26 17-16,33-8 15,27-43 1,25-26-16,17 1 16,8-18-1,18-8 1,25-8-16,34-26 16,35-26-16,-1-33 15,-8-9 1,-42 17-16,-18 25 15,-17 18 1,-26 8-16,1 17 16,-35 25-1,-50 52 1,-10 25-16,-8 0 16,0-9-16,43-33 15,26-26 1,16-26-1,9 1-15,9-18 16,16 1 0,9-9-16,9 8 15,8 1 1,-25 8-16</inkml:trace>
  <inkml:trace contextRef="#ctx0" brushRef="#br0" timeOffset="51536.49">29172 8896 0,'0'0'0,"0"0"0,26 0 16,17 17-16,34-9 16,16 1-1,27-1-15,-1 9 16,-8 0-1,-25 9 1,-18 8-16,-17 0 16,-25 8-16,-18 35 15,-67 42 1,-95 42-16,-68 27 16,0-27-1,26-33 1,17-9-16,-86 59 15</inkml:trace>
  <inkml:trace contextRef="#ctx0" brushRef="#br0" timeOffset="52414.15">20390 15963 0,'-9'0'0,"-25"-9"0,-17 1 15,-9 8-15,9 0 16,17 17-1,0 8 1,0 18 0,8 16-16,9 1 15,17 0-15,0-9 16,17-17-16,9-17 31,42-26-15,26-33-16,8-35 15,-25 9 1,-26 17-16,-25 8 16,-18 26-16,-16 0 0,-35 26 15,-85 59 1,-17 34 0,43-17-1,25-17-15,34-17 16,18-17-1,25-8-15,25-18 0,52-33 32,77-35-32,25-33 15,-34-10 1,-51-16 0,-43 34-16,-34 34 15,-25 17 1,-26 26-16,-69 42 15,-102 93-15,-8 61 16,34 16 0,8 17-16,69-60 15,59-59 1,34-34 0,35-34-16,68-34 15,111-85 1,51-51-16,59-42 15</inkml:trace>
  <inkml:trace contextRef="#ctx0" brushRef="#br0" timeOffset="64692.33">9875 12978 0,'0'0'0,"0"0"0,0 0 16,0 0-16,0 0 16,-17 8-1,-43 26 1,-34 26-16,0 25 16,0 8-16,26-7 15,34-35 1,8 0-16,9-17 15,0-17 1,9-9 0</inkml:trace>
  <inkml:trace contextRef="#ctx0" brushRef="#br0" timeOffset="65159.85">9167 12961 0,'0'0'0,"0"0"0,0 0 15,-9 0-15,0 0 16,-25 25 0,-25 18-16,-10 25 15,18-9 1,17-8-16,25-8 16,9-1-1,17-8-15,18-8 0,-1-17 31,17-9-15,9-17-16,-9-9 0,-17 0 31,-8 1-31,-1-9 16,-16 8-16,-1-8 16,-16 9-1,8 16-15</inkml:trace>
  <inkml:trace contextRef="#ctx0" brushRef="#br0" timeOffset="65613.75">10071 13701 0,'0'0'0,"0"0"0,-8 0 15,-9 0 1,-9 0-16,-8 0 15,8 17 1,-16 8-16,-10 18 16,18-1-1,9 1-15,16-1 32,9-16-32,17-18 15,43-16 1,25-26-16,9-34 15,-17 0 1,-26 8-16,-25 18 16,-26 8-1,-17 0-15,-52 17 0,18 8 16</inkml:trace>
  <inkml:trace contextRef="#ctx0" brushRef="#br0" timeOffset="66573.33">11462 12646 0,'0'0'0,"0"0"0,-8 9 0,-1 42 0,-25 42 16,-17 26 15,-17 26-16,25-1-15,17-42 0,9-42 16,17-34 0</inkml:trace>
  <inkml:trace contextRef="#ctx0" brushRef="#br0" timeOffset="66996.69">11915 13301 0,'0'0'0,"0"0"0,0 17 16,17 0 0,0-8-16,0-1 15,9-16 1,16-27-16,9-7 15,-8-9 1,0 0 0,-18 17-16,-16 0 15,-18 0 1,-8 8-16,-8 9 16,-44 17-16,-41 43 15,-18 59 1,17 25-16,42-33 15,35-26 1,26 0-16,33-8 16,43-18-1,18-16 1,-18-26-16,26-26 16,-26 9-16</inkml:trace>
  <inkml:trace contextRef="#ctx0" brushRef="#br0" timeOffset="67398.8">12760 13403 0,'-9'0'0,"-16"34"0,-18 51 16,9 34-1,17-17 1,0-42-16,8-18 16,9-25-1,0-8-15,9-18 16,42-33-16,17-35 31,9 9-31,0 9 16,-9 16-1,-25 9-15,-9 17 16,-9 0-16,1 17 16,-9 17-1,-8 17-15,8 34 16,0 17-16,0-17 31,0-25-31,-9-26 16</inkml:trace>
  <inkml:trace contextRef="#ctx0" brushRef="#br0" timeOffset="67921.75">13775 13514 0,'0'0'0,"-8"0"0,-18 25 31,-16 35-31,-10 42 16,1 8-16,8-25 16,26-42-1,17-18-15,17 1 16,1-1 0,7-16-1,18-1-15,25-16 16,0-9-1,-16-17-15,-10 0 16,-8 0 0,-8 0-16,-17 17 15,-1 0-15,1 0 16,-9 17 0,0 0-1,-9 0-15,1 17 16,-10 25-16,-7 9 15,-18 26-15,1 25 32,-10 34-32,10-17 15,-35-8 1,-43-1-16,-16-16 16,25-43-1,25-26-15,-7-33 16,50-1-1</inkml:trace>
  <inkml:trace contextRef="#ctx0" brushRef="#br0" timeOffset="68225.6">14765 13250 0,'0'0'0,"-8"42"0,-18 44 16,-16 24-1,-18 18-15,0 16 16,17-42 0,9-51-16,9-8 15,8-26 1</inkml:trace>
  <inkml:trace contextRef="#ctx0" brushRef="#br0" timeOffset="68429.64">14185 13607 0,'0'0'0,"0"9"0,0 16 16,26 35 0,42 25-1,51-17 1,1-43-16,-35-33 15,18-35-15,170-76 16</inkml:trace>
  <inkml:trace contextRef="#ctx0" brushRef="#br0" timeOffset="68840.39">15286 13097 0,'0'0'0,"-8"17"0,8 42 16,-9 26-16,0 1 15,1-10-15,-1-16 16,-8-1-16,9 1 31,8-1-31,0-16 16,17-9-16,0-9 15,9-8-15,25-8 32,9-1-32,-18-8 15,1 0 1,-9 17-16,-8 26 15,-1 25-15,1 8 16,-9-16-16,8-18 16,-7-25-16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53:13.358"/>
    </inkml:context>
    <inkml:brush xml:id="br0">
      <inkml:brushProperty name="width" value="0.05292" units="cm"/>
      <inkml:brushProperty name="height" value="0.05292" units="cm"/>
      <inkml:brushProperty name="color" value="#FF0000"/>
    </inkml:brush>
    <inkml:context xml:id="ctx1">
      <inkml:inkSource xml:id="inkSrc12">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1" timeString="2026-04-01T19:54:27.435"/>
    </inkml:context>
  </inkml:definitions>
  <inkml:trace contextRef="#ctx0" brushRef="#br0">15098 10852 0,'0'0'0,"0"0"0,0 0 16,-8 0-16,-1 0 15,1 0 1,-1 0-16,1 17 31,-1 0-31,1 0 16,-1 17-1,1 8-15,-1 9 16,0 0 0,9-8-16,0-1 15,0-8 1,0-8-16,0-1 16,18-8-1,-1 0-15,17-8 16,0-1-1,0-16-15,-8-1 16,-1 1 0,9 8-16,0 0 15,1 0 1,16 0-16,-8 0 16,-1 0-1,9 8-15,1 9 16,-1-8-1,9-1 1,-18 1-16,1-1 16,17 1-16,16-1 15,1-16 1,17-1 0,0 1-16,-17-1 15,17 1 1,0-1-16,0 1 15,-1-1-15,1 9 16,-17 0 0,17 0-16,8-8 15,9-9 1,9-9-16,-18 1 16,-8 8-1,0 0 1,-17 0-16,8 17 15,9-9-15,-17 1 16,-17 8 0,8 0-16,0 0 15,-17 0 1,-8 0 0,-9 0-16,-8 8 15,-1 1-15,1-9 16,0 0-1,-9 0 1,0 0-16,0 0 16,0-9-16,-9 1 15,10-1 1,-10 1 0,1-9-16,-1 0 15,1 0 1,8-9-16,0 1 15,0-1 1,8-8-16,10-8 0,-18 25 16</inkml:trace>
  <inkml:trace contextRef="#ctx0" brushRef="#br0" timeOffset="5344.32">17505 11387 0,'0'0'0,"0"0"0,-8 9 16,-1 8-1,1 17 1,-10 17-16,1 9 0,0 16 15,0-8 17,0-8-32,9-1 15,8-8 1,0 0-16,8 0 16,9-8-16,0-1 15,26-16 1,17-1-1,8-16-15,26-9 16,8-9 0,-8 1-16,17-1 0,0 9 31,9 0-31,-9 0 0,17 0 16,8 9-1,-16-1 1,-9 1-1,0 8-15,17 0 16,-17 0 0,-18 0-16,10 0 15,-18 0-15,-17 0 0,9-9 32,-17 1-32,-9-1 0,-8-8 15,0-8 1,-1-1-1,-16 1 1,-1-1 0,1-16-16,-9-1 0,-8-8 31,-1-8-31,-8-1 16,0 9-1,0 0-15,17 0 16,0 17-1</inkml:trace>
  <inkml:trace contextRef="#ctx0" brushRef="#br0" timeOffset="6338.27">21115 11524 0,'0'0'0,"0"0"0,-8 17 16,-1 17 0,1 0-16,-1-9 15,1 1 1,-1-1 0,1 9-16,-18 9 15,1 16-15,-1 9 16,-8-8-1,17-9-15,0-9 16,8-16 0,9 8-16,0 0 15,0 0 1,0 17-16,0 0 16,9 0-1,-1-9 1,1-7-16,-1-10 15,9-8 1,0 0-16,9-8 16,17 8-16,8-9 15,26 1 1,25-9-16,9-9 16,26 1-1,25-18-15,0 1 16,0 8-1,26 0-15,17-9 16,25 0 0,1-8-16,-1 0 15,-8 9 1,-9 8 0,-16 17-16,-18-9 15,-17 9 1,-34 0-16,-17 9 15,-34-1 1,-26 1-16,-8-1 16,-18 1-16,-16-1 15,-1-8 1,1 0 0,-9-8-16,0-9 15,8-43-15,1 18 16</inkml:trace>
  <inkml:trace contextRef="#ctx0" brushRef="#br0" timeOffset="13113.13">15679 12757 0,'0'0'0,"0"-9"0,17 1 16,0-9 0,0 0-1,9 0-15,16 17 16,35 17 0,60 17-16,67 17 15,78 0 1,17-26-16,17-8 15,51-17 1</inkml:trace>
  <inkml:trace contextRef="#ctx0" brushRef="#br0" timeOffset="36025.03">1485 13922 0,'0'0'0,"0"0"0,0 0 0,0 0 15,0 0 1,0 0-1,0 0-15,-17 8 16,8 18 0,1 33-1,-9 43-15,8 26 16,1-9-16,8-34 16,8-25-1,1-1 1,8-25-16,0-8 15,9-18 1,16 1-16,27-26 16,50-34-16,18-34 15,-1-9 1,1 1-16,16 16 16,10 17-1,-1 18-15,25 25 16,27 17-1,8 8 1,25 18-16,-16-1 16,8 9-1,-9 0-15,9 9 16,0 0 0,-34-9-16,-26-9 15,-25-16-15,-18-1 16,-16-8-1,-18-8 1,-25-18-16,0-8 16,25-60-16,18-101 15,33-111 1</inkml:trace>
  <inkml:trace contextRef="#ctx0" brushRef="#br0" timeOffset="41638.46">17462 14390 0,'0'0'0,"0"0"0,0 0 15,0 0 1,0 0-16,0 0 16,0 0-16,0 0 15,0 0 1,0 0-1,0 0-15,0 0 16,0 0-16,0 0 16,0 0-1,0 0 1,0 0-16,0 8 16,0 18-1,0 8-15,0 0 16,0 0-16,0 0 15,0 8 1,0-8-16,0 9 16,0-18-1,0 1 1,0-1-16,0 9 16,0-8-1,18-1-15,-1 1 16,0-1-16,8-8 15,9-8 1,1-1-16,16-8 31,26-8-31,-9-1 16,-17 1-16,-17 8 16,17 0-16,26 0 15,-8 0 1,-1 17-1,26 0-15,-9-9 0,-17 1 16,35-18 0,33-8-16,9-17 15,-34 0 1,17-8 0,26-1-1,-9 9-15,-17 0 16,9 9-1,8 8-15,-9 8 16,-25 9-16,9 0 16,16 0-1,-16 0 1,-1 0-16,-16 9 0,8 8 31,0 8-31,0 9 16,-9-8-1,-25-1-15,-17 1 16,-1-1 0,-7 1-16,-27-18 15,1 1-15,-18-1 16,1-8-16,-9 0 31,0 0-31,-9-17 16,1-8-1,-1-26-15,9-26 0,0-8 16,0 43 0</inkml:trace>
  <inkml:trace contextRef="#ctx0" brushRef="#br0" timeOffset="45795.03">17582 15172 0,'0'0'0,"0"0"0,0 0 16,0 0-1,0 17 1,0 8-16,0 18 15,0 17-15,0 8 16,0-9 0,0-8-16,0-8 15,0-1 1,0-8-16,9-8 16,8-1-16,0 1 31,8-1-31,18 1 15,17-18 1,42-8-16,18 0 16,-1-8-16,26-18 15,26 1 1,0-9 0,-18 25-16,26 1 15,1-1 1,-18 1-16,26 8 15,-1 0 1,-50 8-16,17 18 16,8-1-16,-26 1 15,-33-1 1,-26 1 0,-9-9-16,-8 0 15,-1-9 1,-16 1-16,-17-1 15,-1 1 1,-16-9-16,-1 0 0,1-9 16,8 1-1,0-26-15,9-17 32,-18 25-32</inkml:trace>
  <inkml:trace contextRef="#ctx0" brushRef="#br0" timeOffset="49369.33">21346 15129 0,'0'0'0,"0"0"0,0 0 15,0 0 1,0 0-16,0 0 15,0 0 1,8 17-16,1 0 16,0 17-1,-1 9-15,1 17 16,-1 8 0,1 8-16,-9 1 15,0-9 1,0-9-16,0-16 15,0-18 1,0 1-16,0-9 16,8-9-1,9 9-15,0-8 16,17-1 0,1 1-16,24-1 15,52 1 1,0-9-16,9-9 15,25-8-15,34 0 16,0-8 0,35-1-1,25 1-15,-17 16 16,25 9-16,-16-8 16,16 8-1,-17 0 1,-8 0-16,9 0 15,-52 0 1,0 0-16,-8 0 16,-52-9-1,-25 9-15,9-8 16,8-9-16,-34 8 16,-26 1-1,-26-1-15,1 1 16,-9-1-1,0 1 1,-8-1-16,-9 1 16</inkml:trace>
  <inkml:trace contextRef="#ctx0" brushRef="#br0" timeOffset="53264">15329 16082 0,'0'0'0,"0"0"0,0 0 0,0 0 16,0 0-16,25 0 15,27-9 1,67 1-1,18-1-15,42-16 16,43-1 0,-17 9-1,119 0-15</inkml:trace>
  <inkml:trace contextRef="#ctx0" brushRef="#br0" timeOffset="54994.07">17992 16762 0,'0'0'0,"0"0"0,0 0 16</inkml:trace>
  <inkml:trace contextRef="#ctx0" brushRef="#br0" timeOffset="55342.34">17992 16822 0,'0'0'0,"51"-17"0,103-17 16,93-43 0,43-25-16,52 9 15,33 16 1</inkml:trace>
  <inkml:trace contextRef="#ctx0" brushRef="#br0" timeOffset="60827.25">20911 16966 0,'0'0'0,"0"0"0,0 0 16,0 0 0,0 0-1,0 0-15,0 0 16,-9 0-16,-17 0 16,1 0-1,-18 17 1,-8 9-1,-9 8-15,1 17 16,-18 9-16,0 16 16,0-8-1,-8 9-15,25-9 16,17-34 0,18-9-1,8-16-15,8-1 0,1-25 31,-1-8-31,9-9 16,0 0 0,0 0-16,0 0 15,0 17-15,-9 0 16,1 8 0,-1 9-1,-16 0-15,-26 26 0,-18 33 31,1 43-31,17-8 16,25-35 0,18-8-16,8-25 15,17-1-15,34-8 32,43-17-32,42-25 15,27-18 1,-18-16-16,-77 33 0</inkml:trace>
  <inkml:trace contextRef="#ctx1" brushRef="#br0">20496 17604 0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19:54:47.054"/>
    </inkml:context>
    <inkml:brush xml:id="br0">
      <inkml:brushProperty name="width" value="0.05292" units="cm"/>
      <inkml:brushProperty name="height" value="0.05292" units="cm"/>
      <inkml:brushProperty name="color" value="#FF0000"/>
    </inkml:brush>
  </inkml:definitions>
  <inkml:trace contextRef="#ctx0" brushRef="#br0">17198 10256 0,'0'0'0,"0"0"0,0 0 0,0 0 16,0 0 0,0 0-16,0 0 15,-9 17-15,1 26 16,-26 42-1,-9 9 1,9-18-16,0 1 16,0-18-1,17-8-15,-1 0 16,1-8 0,9-9-1,8-9-15,0 1 16,25-1-16,27-8 0,24-8 15,10-9 1,-9-9-16,-9 1 31,17 8-15,9 0-16,17 17 16,9 0-1,-18-9-15,26 1 0,26-1 16,-9 1-1,-26-1 1,9 9-16,34 17 16,-8-8-1,-17 16-15,25 1 16,17-9-16,-8-9 31,25-8-31,17-8 16,18-18-1,25 1-15,-9-9 16,9 8 0,-25 9-16,-1 9 15,1-1 1,16-8-16,18 9 16,-9-1-1,9-8-15,8 0 16,0 9-1,17-9-15,9 0 16,-9 0 0,17 0-16,9 0 15,0-9 1,-18-8-16,27 0 16,-18 17-1,-8 9-15,-9-1 16,0 1-1,-8-9-15,-43 0 16,-9 0 0,-16 0-16,-27 0 15,-33 0 1,-35 0-16,-33 0 16,-18-9-1,0 1-15,-8-1 16,0 1-1,0-18-15,-1 1 16,-16-1 0,0 1-16,-18-1 15,1 1 1,-9-1-16,9-16 16,-1-9-1,1-9-15,-9 1 16,0 8-1,0 0-15,-8-9 16,-1 9 0,1-8-16,-1-26 15,1-1 1,-1 1-16,-8 9 16,-8 25-1,-1 0-15,-25 8 16,-17-8-1,-9 17-15,0 0 16,-17 0 0,-8 0-16,-26 0 15,-17 17 1,9 17-16,-18 0 16,-25 0-1,-9 17-15,18-8 16,-44-1-1,-33 1-15,-9-1 16,8 1 0,1-9-16,-9 17 15,0-9 1,-17 1-16,0-1 16,8-16-1,-16 8-15,-9 0 16,8 0-1,-16 17-15,-18 0 16,0 8 0,0 1-16,18-9 15,8 0 1,17-9-16,-9-16 16,-17-1-1,-8-16-15,17-1 16,-17 1-1,-9-1-15,-8 1 16,-9 16 0,-8 9-1,-69 17-15,26 17 16,-43 34 0,-25 9-16,-9 33 15,-17-42-15,69-59 16</inkml:trace>
  <inkml:trace contextRef="#ctx0" brushRef="#br0" timeOffset="27570.47">3115 4941 0,'0'0'0,"-8"9"0,-1 25 16,-8 25-1,-8 35-15,7-1 16,-7 18 0,-1 25-16,1 34 15,8-25 1,-1-52-16,10-8 15,-1-8 1,9-9-16,17-17 16,1 0-16,-1-9 15,17-16 1,8-1 0,18 1-16,17-1 15,17-8-15,25 0 16,52-17-1,25 0-15,26-8 16,17-9 0,9 8-1,8 9-15,8 17 16,10-8-16,24-1 16,35 1-1,34-9-15,-17 8 16,-17 1-1,34-9 1,-17 0-16,-9 17 16,-8-9-16,9 1 15,33-9 1,9-9 0,9 1-16,16-1 15,18 1 1,8-1-16,-25 9 15,17 17-15,17 0 16,17-8 0,17 8-16,-26 0 15,0 0 1,18-9 0,-9 9-16,-9 9 15,0 8 1,-76-9-1,-18 9-15,-8 1 16,-68-10-16,-35 1 16,-33-1-1,-44-8 1,-59-8-16,-42-1 16,-27-8-16,-8-8 15,1-1 1,7-25-16,9-42 15,1-18-15,-18-25 16,-17-26 0,0-25-1,-26-119 1</inkml:trace>
  <inkml:trace contextRef="#ctx0" brushRef="#br0" timeOffset="30578.34">16063 4677 0,'0'0'0,"-9"26"0,1 33 16,-9 27-16,0 7 15,-1-25 1,10-17-16,8-17 16,0-8-1,-9-18 1,9 1-16</inkml:trace>
  <inkml:trace contextRef="#ctx0" brushRef="#br0" timeOffset="31195.38">17616 4499 0,'0'0'0,"0"0"0,0 0 0,17 17 31,0 17-15,9 0-16,-1 8 0,1 9 16,-17 0-16,-9 9 15,-17 0 1,-26 8-1,-17 0 1,9-17-16,8-17 16,9-9-1,0-16 1,17-1-16,0 1 0,17-9 31,0 0-31,0 0 16,17 8-16,43 35 0,85 16 15,51 18 1,17-18 0,18 1-1,85 16-15</inkml:trace>
  <inkml:trace contextRef="#ctx0" brushRef="#br0" timeOffset="56685.79">27406 7960 0,'0'0'0,"0"0"0,0 0 16,0 17-1,-9 0-15,-8 17 16,-17 17-16,-9 26 15,9 25 17,9 25-32,7-8 15,1-8-15,-8 59 16,-9 9 0,-9-52-16,-8 18 15,0 25 1,8-42-16,17-60 15,9-26-15,0-16 16,0-9 0,0-9-1,-9-8-15,-8-25 16,0-43 0,0 0-16,17-1 15,0 27 1,0 8-16,0 8 15,8 9 1,1 9 0,8 8-16,0 0 15,0 25-15,0 18 16,0 8 0,17 0-1,8 17-15,27-8 16,-1-18-16,8-16 15,10-1 1,8-16-16,-9-1 16,-34-8-1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0:05:38.510"/>
    </inkml:context>
    <inkml:brush xml:id="br0">
      <inkml:brushProperty name="width" value="0.05292" units="cm"/>
      <inkml:brushProperty name="height" value="0.05292" units="cm"/>
      <inkml:brushProperty name="color" value="#FF0000"/>
    </inkml:brush>
  </inkml:definitions>
  <inkml:trace contextRef="#ctx0" brushRef="#br0">4293 9814 0,'0'0'0,"34"0"15,69 9-15,59-1 16,26-8 0,25 17-16,17 0 15,26-8 1,94-9-16</inkml:trace>
  <inkml:trace contextRef="#ctx0" brushRef="#br0" timeOffset="919.64">4541 11991 0,'0'0'0,"0"0"16,0 0-16,8 0 16,18 0-16,16 9 15,44-9 1,50-17 0,61-9-16,25 1 15,25 16-15,103 9 16</inkml:trace>
  <inkml:trace contextRef="#ctx0" brushRef="#br0" timeOffset="1675.53">4472 13973 0,'0'0'0,"0"0"0,0 0 16,9 0-1,34 0-15,76 0 16,120 17 0,85-9-16,86-8 15,-9-8 1</inkml:trace>
  <inkml:trace contextRef="#ctx0" brushRef="#br0" timeOffset="4016.57">4387 10911 0,'0'0'0,"0"0"0,0 0 16,0 0-1,0 0-15,0 9 16,0 8-16,17 17 15,0 17 1,-8 17 0,-9 34-16,-9 17 15,1 0 1,-1-8-16,0-18 16,9-16-1,0-18-15,9-16 16,0-9-16,-1-9 15,9 1 1,0-9 0,0 0-16,9 0 15,8 0 1,0 0-16,17-9 16,1-8-1,24-8-15,35-18 16,9-8-1,8 0-15,8 0 16,1 0-16,-9 17 16,0 9-1,0 16 1,-8 18-16,-9-9 16,-9 17-1,-17 0-15,-25-9 16,-9-8-16,-25-8 15,-1-1 1,-7 1-16,-10-1 16,1-8-1,-1 0 1,1-17-16,8-34 16,17-42-1,-9-26-15,1-9 16,0 1-1,-1 16-15,-16 34 16,-1 9-16,1 17 16,-9 0-1,0 17-15,0 0 16,-9 0 0,1 9-1,-1-1-15,-33 9 16,-44 9-1,-110 33-15,-77 52 0,-69 33 32,-42 9-32,-17-8 15,-34-34 1,42-43-16</inkml:trace>
  <inkml:trace contextRef="#ctx0" brushRef="#br0" timeOffset="12786.44">2757 14449 0,'0'0'0,"0"0"0,0 0 15,0 0 1,0 0-1,0 0 1,0 0 0,0 0-16,0 0 15,17 0 1,17 17-16,17 0 16,26 26-1,25 8-15,1-9 16,8 1-1,17-1-15,0-8 16,0-8 0,-26-1-16,1 1 15,-1-1 1,-34-8-16,-16 0 16,-1 9-1,-17-9-15</inkml:trace>
  <inkml:trace contextRef="#ctx0" brushRef="#br0" timeOffset="13105.93">4285 14628 0,'0'0'0,"0"0"0,0 0 16,0 0-16,0 0 15,0 0 1,0 0-16,17 8 16,0 9-1,8 0 1,9 0-16,1 9 16,-1 8-16,-9-9 15,-8 1 1,-8-1-1,-1 1-15,1-18 16,-18 9-16,1 0 16,-52 43-1,9-9-15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01T20:18:28.210"/>
    </inkml:context>
    <inkml:brush xml:id="br0">
      <inkml:brushProperty name="width" value="0.05292" units="cm"/>
      <inkml:brushProperty name="height" value="0.05292" units="cm"/>
      <inkml:brushProperty name="color" value="#FF0000"/>
    </inkml:brush>
  </inkml:definitions>
  <inkml:trace contextRef="#ctx0" brushRef="#br0">8262 5536 0,'0'0'0,"0"0"0,0 0 0,8 26 15,9 25 1,-17 42-16,-8 1 16,-1-17-1,1-9-15,-1 0 16,1 0 0,8-9-16,0-16 15,0-1 1,0-16-16,0-1 15,8-8 1,9 9-16,26-18 16,8-8-1,35-8 1,7-18-16,-7 1 16,16-9-16,35 8 15,-1 18 1,-25 16-16,9 26 15,33 26 1,27-9-16,7-9 16,10 9-1,-1-17-15,17-8 16,43-1 0,-17-16-1,26-9-15,0 0 16,16-17-1,9 0-15,-8-17 16,34 8 0,0 9-16,51 0 15,-34 9 1,-60-1-16,51 1 16,-17-9-1,9-9-15,-26 1 16,-17-1-16,-25 1 15,-43 8-15,-9 8 32,-76 9-32,-61 0 15,-16 0 1,-17 9-16,-18-9 16,1 0-16,-1 0 15,-8-9 1,9-42-1,16-51-15,-8 34 16</inkml:trace>
  <inkml:trace contextRef="#ctx0" brushRef="#br0" timeOffset="6518.05">18299 5570 0,'0'0'0,"0"0"0,0 0 15,0 17-15,0 9 16,0 8 0,-9 25-16,-16 10 15,8-10 1,0-16-16,0-9 15,0-9 1,8 1-16,9-1 16,0 1-1,0-9 1,17 8-16,9-8 16,16-8-16,18-1 15,8 1 1,9-1-1,26 1-15,8-1 16,25-16 0,35-1-16,17 1 15,8-9-15,26 0 16,8 0 0,26 8-16,0 9 15,17 9 1,-8-9-16,0 8 15,-1 1 1,1 8-16,8 0 16,26 0-1,25-9 1,-25 1-16,16-9 16,-7 0-16,7 8 15,-33 1 1,-43-9-1,-25 8-15,-61-16 16,-50 8 0,-27 0-16,-24 0 0,-27 0 15,-8 0 1,-8 0 0,-1-9-1,1 1-15,-1-1 16,1-8-16,-1-8 15,1-35 1,0-50-16,-1-163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DDF0B-ACD3-4CCE-9D96-FD5CAF21C13D}"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DA50AE-6676-4050-BB67-AE6E697DAE8C}" type="slidenum">
              <a:rPr lang="en-US" smtClean="0"/>
              <a:t>‹#›</a:t>
            </a:fld>
            <a:endParaRPr lang="en-US"/>
          </a:p>
        </p:txBody>
      </p:sp>
    </p:spTree>
    <p:extLst>
      <p:ext uri="{BB962C8B-B14F-4D97-AF65-F5344CB8AC3E}">
        <p14:creationId xmlns:p14="http://schemas.microsoft.com/office/powerpoint/2010/main" val="212115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Amortized: “running average”</a:t>
            </a:r>
          </a:p>
        </p:txBody>
      </p:sp>
      <p:sp>
        <p:nvSpPr>
          <p:cNvPr id="4" name="Slide Number Placeholder 3"/>
          <p:cNvSpPr>
            <a:spLocks noGrp="1"/>
          </p:cNvSpPr>
          <p:nvPr>
            <p:ph type="sldNum" sz="quarter" idx="5"/>
          </p:nvPr>
        </p:nvSpPr>
        <p:spPr/>
        <p:txBody>
          <a:bodyPr/>
          <a:lstStyle/>
          <a:p>
            <a:fld id="{98DA50AE-6676-4050-BB67-AE6E697DAE8C}" type="slidenum">
              <a:rPr lang="en-US" smtClean="0"/>
              <a:t>32</a:t>
            </a:fld>
            <a:endParaRPr lang="en-US"/>
          </a:p>
        </p:txBody>
      </p:sp>
    </p:spTree>
    <p:extLst>
      <p:ext uri="{BB962C8B-B14F-4D97-AF65-F5344CB8AC3E}">
        <p14:creationId xmlns:p14="http://schemas.microsoft.com/office/powerpoint/2010/main" val="1794700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 Algorithm Analysis pt.1</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8DD4-06E1-4997-10CD-58E9D69CC843}"/>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2B4BBE2C-C693-B1FE-74D0-68C0E05A99A1}"/>
              </a:ext>
            </a:extLst>
          </p:cNvPr>
          <p:cNvSpPr>
            <a:spLocks noGrp="1"/>
          </p:cNvSpPr>
          <p:nvPr>
            <p:ph idx="1"/>
          </p:nvPr>
        </p:nvSpPr>
        <p:spPr/>
        <p:txBody>
          <a:bodyPr/>
          <a:lstStyle/>
          <a:p>
            <a:r>
              <a:rPr lang="en-US" dirty="0"/>
              <a:t>Exercise 0 released</a:t>
            </a:r>
          </a:p>
          <a:p>
            <a:pPr lvl="1"/>
            <a:r>
              <a:rPr lang="en-US" dirty="0"/>
              <a:t>Due Wednesday 4/8</a:t>
            </a:r>
          </a:p>
          <a:p>
            <a:pPr lvl="1"/>
            <a:r>
              <a:rPr lang="en-US" dirty="0"/>
              <a:t>There are 2 separate </a:t>
            </a:r>
            <a:r>
              <a:rPr lang="en-US" dirty="0" err="1"/>
              <a:t>gradescope</a:t>
            </a:r>
            <a:r>
              <a:rPr lang="en-US" dirty="0"/>
              <a:t> submissions</a:t>
            </a:r>
          </a:p>
          <a:p>
            <a:r>
              <a:rPr lang="en-US" dirty="0"/>
              <a:t>Concept check 0 released</a:t>
            </a:r>
          </a:p>
          <a:p>
            <a:pPr lvl="1"/>
            <a:r>
              <a:rPr lang="en-US" dirty="0"/>
              <a:t>Helps us to get more familiar with each other!</a:t>
            </a:r>
          </a:p>
          <a:p>
            <a:pPr lvl="1"/>
            <a:r>
              <a:rPr lang="en-US" dirty="0" err="1"/>
              <a:t>Gradescope</a:t>
            </a:r>
            <a:r>
              <a:rPr lang="en-US" dirty="0"/>
              <a:t> submission due 4/10</a:t>
            </a:r>
          </a:p>
          <a:p>
            <a:pPr lvl="1"/>
            <a:r>
              <a:rPr lang="en-US" dirty="0"/>
              <a:t>Meet the staff activity due by 5/1</a:t>
            </a:r>
          </a:p>
          <a:p>
            <a:pPr lvl="2"/>
            <a:r>
              <a:rPr lang="en-US" dirty="0"/>
              <a:t>Come to any office hours, chat with us, ask us to mark you off for this</a:t>
            </a:r>
          </a:p>
        </p:txBody>
      </p:sp>
    </p:spTree>
    <p:extLst>
      <p:ext uri="{BB962C8B-B14F-4D97-AF65-F5344CB8AC3E}">
        <p14:creationId xmlns:p14="http://schemas.microsoft.com/office/powerpoint/2010/main" val="3210885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CE3CE699-95B9-8080-9C83-747F542A35E5}"/>
                  </a:ext>
                </a:extLst>
              </p14:cNvPr>
              <p14:cNvContentPartPr/>
              <p14:nvPr/>
            </p14:nvContentPartPr>
            <p14:xfrm>
              <a:off x="688320" y="1050120"/>
              <a:ext cx="8422200" cy="2464920"/>
            </p14:xfrm>
          </p:contentPart>
        </mc:Choice>
        <mc:Fallback>
          <p:pic>
            <p:nvPicPr>
              <p:cNvPr id="22" name="Ink 21">
                <a:extLst>
                  <a:ext uri="{FF2B5EF4-FFF2-40B4-BE49-F238E27FC236}">
                    <a16:creationId xmlns:a16="http://schemas.microsoft.com/office/drawing/2014/main" id="{CE3CE699-95B9-8080-9C83-747F542A35E5}"/>
                  </a:ext>
                </a:extLst>
              </p:cNvPr>
              <p:cNvPicPr/>
              <p:nvPr/>
            </p:nvPicPr>
            <p:blipFill>
              <a:blip r:embed="rId3"/>
              <a:stretch>
                <a:fillRect/>
              </a:stretch>
            </p:blipFill>
            <p:spPr>
              <a:xfrm>
                <a:off x="678960" y="1040760"/>
                <a:ext cx="8440920" cy="2483640"/>
              </a:xfrm>
              <a:prstGeom prst="rect">
                <a:avLst/>
              </a:prstGeom>
            </p:spPr>
          </p:pic>
        </mc:Fallback>
      </mc:AlternateContent>
    </p:spTree>
    <p:extLst>
      <p:ext uri="{BB962C8B-B14F-4D97-AF65-F5344CB8AC3E}">
        <p14:creationId xmlns:p14="http://schemas.microsoft.com/office/powerpoint/2010/main" val="2054228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5958B5F0-082B-3B55-225C-99C762617E30}"/>
                  </a:ext>
                </a:extLst>
              </p14:cNvPr>
              <p14:cNvContentPartPr/>
              <p14:nvPr/>
            </p14:nvContentPartPr>
            <p14:xfrm>
              <a:off x="3846960" y="4264920"/>
              <a:ext cx="4237200" cy="1136160"/>
            </p14:xfrm>
          </p:contentPart>
        </mc:Choice>
        <mc:Fallback>
          <p:pic>
            <p:nvPicPr>
              <p:cNvPr id="22" name="Ink 21">
                <a:extLst>
                  <a:ext uri="{FF2B5EF4-FFF2-40B4-BE49-F238E27FC236}">
                    <a16:creationId xmlns:a16="http://schemas.microsoft.com/office/drawing/2014/main" id="{5958B5F0-082B-3B55-225C-99C762617E30}"/>
                  </a:ext>
                </a:extLst>
              </p:cNvPr>
              <p:cNvPicPr/>
              <p:nvPr/>
            </p:nvPicPr>
            <p:blipFill>
              <a:blip r:embed="rId3"/>
              <a:stretch>
                <a:fillRect/>
              </a:stretch>
            </p:blipFill>
            <p:spPr>
              <a:xfrm>
                <a:off x="3837600" y="4255560"/>
                <a:ext cx="4255920" cy="1154880"/>
              </a:xfrm>
              <a:prstGeom prst="rect">
                <a:avLst/>
              </a:prstGeom>
            </p:spPr>
          </p:pic>
        </mc:Fallback>
      </mc:AlternateContent>
    </p:spTree>
    <p:extLst>
      <p:ext uri="{BB962C8B-B14F-4D97-AF65-F5344CB8AC3E}">
        <p14:creationId xmlns:p14="http://schemas.microsoft.com/office/powerpoint/2010/main" val="4175234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F02C589E-3554-7720-7300-CF521488E11D}"/>
                  </a:ext>
                </a:extLst>
              </p14:cNvPr>
              <p14:cNvContentPartPr/>
              <p14:nvPr/>
            </p14:nvContentPartPr>
            <p14:xfrm>
              <a:off x="550080" y="924480"/>
              <a:ext cx="8271720" cy="4923720"/>
            </p14:xfrm>
          </p:contentPart>
        </mc:Choice>
        <mc:Fallback>
          <p:pic>
            <p:nvPicPr>
              <p:cNvPr id="29" name="Ink 28">
                <a:extLst>
                  <a:ext uri="{FF2B5EF4-FFF2-40B4-BE49-F238E27FC236}">
                    <a16:creationId xmlns:a16="http://schemas.microsoft.com/office/drawing/2014/main" id="{F02C589E-3554-7720-7300-CF521488E11D}"/>
                  </a:ext>
                </a:extLst>
              </p:cNvPr>
              <p:cNvPicPr/>
              <p:nvPr/>
            </p:nvPicPr>
            <p:blipFill>
              <a:blip r:embed="rId3"/>
              <a:stretch>
                <a:fillRect/>
              </a:stretch>
            </p:blipFill>
            <p:spPr>
              <a:xfrm>
                <a:off x="540720" y="915120"/>
                <a:ext cx="8290440" cy="4942440"/>
              </a:xfrm>
              <a:prstGeom prst="rect">
                <a:avLst/>
              </a:prstGeom>
            </p:spPr>
          </p:pic>
        </mc:Fallback>
      </mc:AlternateContent>
    </p:spTree>
    <p:extLst>
      <p:ext uri="{BB962C8B-B14F-4D97-AF65-F5344CB8AC3E}">
        <p14:creationId xmlns:p14="http://schemas.microsoft.com/office/powerpoint/2010/main" val="2952960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5566D538-71F1-7704-95D8-16DAAAAFAA2E}"/>
                  </a:ext>
                </a:extLst>
              </p14:cNvPr>
              <p14:cNvContentPartPr/>
              <p14:nvPr/>
            </p14:nvContentPartPr>
            <p14:xfrm>
              <a:off x="347040" y="2476800"/>
              <a:ext cx="10453320" cy="4133520"/>
            </p14:xfrm>
          </p:contentPart>
        </mc:Choice>
        <mc:Fallback>
          <p:pic>
            <p:nvPicPr>
              <p:cNvPr id="29" name="Ink 28">
                <a:extLst>
                  <a:ext uri="{FF2B5EF4-FFF2-40B4-BE49-F238E27FC236}">
                    <a16:creationId xmlns:a16="http://schemas.microsoft.com/office/drawing/2014/main" id="{5566D538-71F1-7704-95D8-16DAAAAFAA2E}"/>
                  </a:ext>
                </a:extLst>
              </p:cNvPr>
              <p:cNvPicPr/>
              <p:nvPr/>
            </p:nvPicPr>
            <p:blipFill>
              <a:blip r:embed="rId3"/>
              <a:stretch>
                <a:fillRect/>
              </a:stretch>
            </p:blipFill>
            <p:spPr>
              <a:xfrm>
                <a:off x="337680" y="2467440"/>
                <a:ext cx="10472040" cy="4152240"/>
              </a:xfrm>
              <a:prstGeom prst="rect">
                <a:avLst/>
              </a:prstGeom>
            </p:spPr>
          </p:pic>
        </mc:Fallback>
      </mc:AlternateContent>
    </p:spTree>
    <p:extLst>
      <p:ext uri="{BB962C8B-B14F-4D97-AF65-F5344CB8AC3E}">
        <p14:creationId xmlns:p14="http://schemas.microsoft.com/office/powerpoint/2010/main" val="202366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29184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4998426" y="3556474"/>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998426" y="4650213"/>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4998426" y="6147441"/>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10196034" y="4327047"/>
            <a:ext cx="1813086" cy="646331"/>
          </a:xfrm>
          <a:prstGeom prst="rect">
            <a:avLst/>
          </a:prstGeom>
          <a:noFill/>
          <a:ln>
            <a:solidFill>
              <a:srgbClr val="FF0000"/>
            </a:solidFill>
          </a:ln>
        </p:spPr>
        <p:txBody>
          <a:bodyPr wrap="square" rtlCol="0">
            <a:spAutoFit/>
          </a:bodyPr>
          <a:lstStyle/>
          <a:p>
            <a:r>
              <a:rPr lang="en-US" dirty="0">
                <a:solidFill>
                  <a:srgbClr val="FF0000"/>
                </a:solidFill>
              </a:rPr>
              <a:t>What if we run out of space?!</a:t>
            </a:r>
          </a:p>
        </p:txBody>
      </p:sp>
      <mc:AlternateContent xmlns:mc="http://schemas.openxmlformats.org/markup-compatibility/2006">
        <mc:Choice xmlns:p14="http://schemas.microsoft.com/office/powerpoint/2010/main" Requires="p14">
          <p:contentPart p14:bwMode="auto" r:id="rId2">
            <p14:nvContentPartPr>
              <p14:cNvPr id="33" name="Ink 32">
                <a:extLst>
                  <a:ext uri="{FF2B5EF4-FFF2-40B4-BE49-F238E27FC236}">
                    <a16:creationId xmlns:a16="http://schemas.microsoft.com/office/drawing/2014/main" id="{796ECC05-CA05-27EC-9790-C7DD9345988B}"/>
                  </a:ext>
                </a:extLst>
              </p14:cNvPr>
              <p14:cNvContentPartPr/>
              <p14:nvPr/>
            </p14:nvContentPartPr>
            <p14:xfrm>
              <a:off x="510120" y="3906720"/>
              <a:ext cx="8735760" cy="2486160"/>
            </p14:xfrm>
          </p:contentPart>
        </mc:Choice>
        <mc:Fallback>
          <p:pic>
            <p:nvPicPr>
              <p:cNvPr id="33" name="Ink 32">
                <a:extLst>
                  <a:ext uri="{FF2B5EF4-FFF2-40B4-BE49-F238E27FC236}">
                    <a16:creationId xmlns:a16="http://schemas.microsoft.com/office/drawing/2014/main" id="{796ECC05-CA05-27EC-9790-C7DD9345988B}"/>
                  </a:ext>
                </a:extLst>
              </p:cNvPr>
              <p:cNvPicPr/>
              <p:nvPr/>
            </p:nvPicPr>
            <p:blipFill>
              <a:blip r:embed="rId3"/>
              <a:stretch>
                <a:fillRect/>
              </a:stretch>
            </p:blipFill>
            <p:spPr>
              <a:xfrm>
                <a:off x="500760" y="3897360"/>
                <a:ext cx="8754480" cy="2504880"/>
              </a:xfrm>
              <a:prstGeom prst="rect">
                <a:avLst/>
              </a:prstGeom>
            </p:spPr>
          </p:pic>
        </mc:Fallback>
      </mc:AlternateContent>
    </p:spTree>
    <p:extLst>
      <p:ext uri="{BB962C8B-B14F-4D97-AF65-F5344CB8AC3E}">
        <p14:creationId xmlns:p14="http://schemas.microsoft.com/office/powerpoint/2010/main" val="334809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266578"/>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316011"/>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32" name="TextBox 31">
            <a:extLst>
              <a:ext uri="{FF2B5EF4-FFF2-40B4-BE49-F238E27FC236}">
                <a16:creationId xmlns:a16="http://schemas.microsoft.com/office/drawing/2014/main" id="{44B77E27-802E-1F52-9A57-028FD4DE4449}"/>
              </a:ext>
            </a:extLst>
          </p:cNvPr>
          <p:cNvSpPr txBox="1"/>
          <p:nvPr/>
        </p:nvSpPr>
        <p:spPr>
          <a:xfrm>
            <a:off x="5725443" y="3440486"/>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25443" y="4661212"/>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5790906" y="6182846"/>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868969" y="2262995"/>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mc:AlternateContent xmlns:mc="http://schemas.openxmlformats.org/markup-compatibility/2006">
        <mc:Choice xmlns:p14="http://schemas.microsoft.com/office/powerpoint/2010/main" Requires="p14">
          <p:contentPart p14:bwMode="auto" r:id="rId2">
            <p14:nvContentPartPr>
              <p14:cNvPr id="30" name="Ink 29">
                <a:extLst>
                  <a:ext uri="{FF2B5EF4-FFF2-40B4-BE49-F238E27FC236}">
                    <a16:creationId xmlns:a16="http://schemas.microsoft.com/office/drawing/2014/main" id="{50366BFF-14E5-A80C-CC56-97B921AC165D}"/>
                  </a:ext>
                </a:extLst>
              </p14:cNvPr>
              <p14:cNvContentPartPr/>
              <p14:nvPr/>
            </p14:nvContentPartPr>
            <p14:xfrm>
              <a:off x="1047600" y="1619640"/>
              <a:ext cx="9390240" cy="2446560"/>
            </p14:xfrm>
          </p:contentPart>
        </mc:Choice>
        <mc:Fallback>
          <p:pic>
            <p:nvPicPr>
              <p:cNvPr id="30" name="Ink 29">
                <a:extLst>
                  <a:ext uri="{FF2B5EF4-FFF2-40B4-BE49-F238E27FC236}">
                    <a16:creationId xmlns:a16="http://schemas.microsoft.com/office/drawing/2014/main" id="{50366BFF-14E5-A80C-CC56-97B921AC165D}"/>
                  </a:ext>
                </a:extLst>
              </p:cNvPr>
              <p:cNvPicPr/>
              <p:nvPr/>
            </p:nvPicPr>
            <p:blipFill>
              <a:blip r:embed="rId3"/>
              <a:stretch>
                <a:fillRect/>
              </a:stretch>
            </p:blipFill>
            <p:spPr>
              <a:xfrm>
                <a:off x="1038240" y="1610280"/>
                <a:ext cx="9408960" cy="2465280"/>
              </a:xfrm>
              <a:prstGeom prst="rect">
                <a:avLst/>
              </a:prstGeom>
            </p:spPr>
          </p:pic>
        </mc:Fallback>
      </mc:AlternateContent>
    </p:spTree>
    <p:extLst>
      <p:ext uri="{BB962C8B-B14F-4D97-AF65-F5344CB8AC3E}">
        <p14:creationId xmlns:p14="http://schemas.microsoft.com/office/powerpoint/2010/main" val="403761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Nodes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some benefits and drawbacks of each</a:t>
            </a:r>
          </a:p>
          <a:p>
            <a:pPr lvl="1"/>
            <a:r>
              <a:rPr lang="en-US" dirty="0"/>
              <a:t>Arrays provide random access, which the queue ADT doesn’t need</a:t>
            </a:r>
          </a:p>
          <a:p>
            <a:pPr lvl="1"/>
            <a:r>
              <a:rPr lang="en-US" dirty="0"/>
              <a:t>Arrays have a resizing cost, Linked nodes don’t</a:t>
            </a:r>
          </a:p>
          <a:p>
            <a:pPr lvl="1"/>
            <a:r>
              <a:rPr lang="en-US" dirty="0"/>
              <a:t>Linked nodes maybe use more storage</a:t>
            </a:r>
          </a:p>
          <a:p>
            <a:pPr lvl="1"/>
            <a:r>
              <a:rPr lang="en-US" dirty="0"/>
              <a:t>Maybe if we knew that the approximate of our array, we wouldn’t need to do resizing, which saves object creation time</a:t>
            </a:r>
          </a:p>
          <a:p>
            <a:pPr lvl="1"/>
            <a:r>
              <a:rPr lang="en-US" dirty="0"/>
              <a:t>Memory allocation is very slow</a:t>
            </a:r>
          </a:p>
          <a:p>
            <a:pPr lvl="2"/>
            <a:r>
              <a:rPr lang="en-US" dirty="0"/>
              <a:t>Less frequently need to allocate memory for the array</a:t>
            </a:r>
          </a:p>
          <a:p>
            <a:pPr lvl="1"/>
            <a:r>
              <a:rPr lang="en-US" dirty="0"/>
              <a:t>Constant time for all operations (both)</a:t>
            </a:r>
          </a:p>
          <a:p>
            <a:pPr lvl="1"/>
            <a:r>
              <a:rPr lang="en-US" dirty="0"/>
              <a:t>Cache locality</a:t>
            </a:r>
          </a:p>
        </p:txBody>
      </p:sp>
    </p:spTree>
    <p:extLst>
      <p:ext uri="{BB962C8B-B14F-4D97-AF65-F5344CB8AC3E}">
        <p14:creationId xmlns:p14="http://schemas.microsoft.com/office/powerpoint/2010/main" val="1374528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AAB074B-FDFA-95C1-E348-F2C5B9CEE736}"/>
                  </a:ext>
                </a:extLst>
              </p14:cNvPr>
              <p14:cNvContentPartPr/>
              <p14:nvPr/>
            </p14:nvContentPartPr>
            <p14:xfrm>
              <a:off x="992520" y="3533040"/>
              <a:ext cx="1373760" cy="1868040"/>
            </p14:xfrm>
          </p:contentPart>
        </mc:Choice>
        <mc:Fallback>
          <p:pic>
            <p:nvPicPr>
              <p:cNvPr id="4" name="Ink 3">
                <a:extLst>
                  <a:ext uri="{FF2B5EF4-FFF2-40B4-BE49-F238E27FC236}">
                    <a16:creationId xmlns:a16="http://schemas.microsoft.com/office/drawing/2014/main" id="{5AAB074B-FDFA-95C1-E348-F2C5B9CEE736}"/>
                  </a:ext>
                </a:extLst>
              </p:cNvPr>
              <p:cNvPicPr/>
              <p:nvPr/>
            </p:nvPicPr>
            <p:blipFill>
              <a:blip r:embed="rId3"/>
              <a:stretch>
                <a:fillRect/>
              </a:stretch>
            </p:blipFill>
            <p:spPr>
              <a:xfrm>
                <a:off x="983160" y="3523680"/>
                <a:ext cx="1392480" cy="1886760"/>
              </a:xfrm>
              <a:prstGeom prst="rect">
                <a:avLst/>
              </a:prstGeom>
            </p:spPr>
          </p:pic>
        </mc:Fallback>
      </mc:AlternateContent>
    </p:spTree>
    <p:extLst>
      <p:ext uri="{BB962C8B-B14F-4D97-AF65-F5344CB8AC3E}">
        <p14:creationId xmlns:p14="http://schemas.microsoft.com/office/powerpoint/2010/main" val="39125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71B3-2D7D-74A2-E5C3-63EBD2C239C8}"/>
              </a:ext>
            </a:extLst>
          </p:cNvPr>
          <p:cNvSpPr>
            <a:spLocks noGrp="1"/>
          </p:cNvSpPr>
          <p:nvPr>
            <p:ph type="title"/>
          </p:nvPr>
        </p:nvSpPr>
        <p:spPr/>
        <p:txBody>
          <a:bodyPr/>
          <a:lstStyle/>
          <a:p>
            <a:r>
              <a:rPr lang="en-US" dirty="0"/>
              <a:t>Motivating Example</a:t>
            </a:r>
          </a:p>
        </p:txBody>
      </p:sp>
      <p:sp>
        <p:nvSpPr>
          <p:cNvPr id="3" name="Text Placeholder 2">
            <a:extLst>
              <a:ext uri="{FF2B5EF4-FFF2-40B4-BE49-F238E27FC236}">
                <a16:creationId xmlns:a16="http://schemas.microsoft.com/office/drawing/2014/main" id="{A3608ACD-B439-456B-C165-6FFFD6B1D69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0231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0275-4D4A-E63A-59AE-016BA0E53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8F36F-2AEB-C26B-B28B-00C3A944304E}"/>
              </a:ext>
            </a:extLst>
          </p:cNvPr>
          <p:cNvSpPr>
            <a:spLocks noGrp="1"/>
          </p:cNvSpPr>
          <p:nvPr>
            <p:ph type="title"/>
          </p:nvPr>
        </p:nvSpPr>
        <p:spPr/>
        <p:txBody>
          <a:bodyPr/>
          <a:lstStyle/>
          <a:p>
            <a:r>
              <a:rPr lang="en-US" dirty="0"/>
              <a:t>Let’s design an algorithm</a:t>
            </a:r>
          </a:p>
        </p:txBody>
      </p:sp>
      <p:sp>
        <p:nvSpPr>
          <p:cNvPr id="6" name="TextBox 5">
            <a:extLst>
              <a:ext uri="{FF2B5EF4-FFF2-40B4-BE49-F238E27FC236}">
                <a16:creationId xmlns:a16="http://schemas.microsoft.com/office/drawing/2014/main" id="{E4C6E168-C88F-DF7F-EC22-214AB5B6EF4F}"/>
              </a:ext>
            </a:extLst>
          </p:cNvPr>
          <p:cNvSpPr txBox="1"/>
          <p:nvPr/>
        </p:nvSpPr>
        <p:spPr>
          <a:xfrm>
            <a:off x="579120" y="3652753"/>
            <a:ext cx="7262975" cy="2554545"/>
          </a:xfrm>
          <a:prstGeom prst="rect">
            <a:avLst/>
          </a:prstGeom>
          <a:noFill/>
          <a:ln>
            <a:noFill/>
          </a:ln>
        </p:spPr>
        <p:txBody>
          <a:bodyPr wrap="square" rtlCol="0">
            <a:spAutoFit/>
          </a:bodyPr>
          <a:lstStyle/>
          <a:p>
            <a:pPr marL="457200" indent="-457200">
              <a:buFont typeface="Arial" panose="020B0604020202020204" pitchFamily="34" charset="0"/>
              <a:buChar char="•"/>
            </a:pPr>
            <a:r>
              <a:rPr lang="en-US" sz="3200" dirty="0"/>
              <a:t>I have a pile of string</a:t>
            </a:r>
          </a:p>
          <a:p>
            <a:pPr marL="457200" indent="-457200">
              <a:buFont typeface="Arial" panose="020B0604020202020204" pitchFamily="34" charset="0"/>
              <a:buChar char="•"/>
            </a:pPr>
            <a:r>
              <a:rPr lang="en-US" sz="3200" dirty="0"/>
              <a:t>I have one end of the string in-hand</a:t>
            </a:r>
          </a:p>
          <a:p>
            <a:pPr marL="457200" indent="-457200">
              <a:buFont typeface="Arial" panose="020B0604020202020204" pitchFamily="34" charset="0"/>
              <a:buChar char="•"/>
            </a:pPr>
            <a:r>
              <a:rPr lang="en-US" sz="3200" dirty="0"/>
              <a:t>I need to find the other end in the pile</a:t>
            </a:r>
          </a:p>
          <a:p>
            <a:pPr marL="457200" indent="-457200">
              <a:buFont typeface="Arial" panose="020B0604020202020204" pitchFamily="34" charset="0"/>
              <a:buChar char="•"/>
            </a:pPr>
            <a:r>
              <a:rPr lang="en-US" sz="3200" dirty="0"/>
              <a:t>How can I do this efficiently?</a:t>
            </a:r>
          </a:p>
          <a:p>
            <a:pPr algn="ctr"/>
            <a:endParaRPr lang="en-US" sz="3200" b="1" u="sng" dirty="0"/>
          </a:p>
        </p:txBody>
      </p:sp>
      <p:grpSp>
        <p:nvGrpSpPr>
          <p:cNvPr id="7" name="Group 6" descr="Depicts the problem of trying to find the end of the yarn from a pile. There is a blanket which possesses one end of the yarn. The other end is in a tangled pile. We need to find the end from among that tangled pile.">
            <a:extLst>
              <a:ext uri="{FF2B5EF4-FFF2-40B4-BE49-F238E27FC236}">
                <a16:creationId xmlns:a16="http://schemas.microsoft.com/office/drawing/2014/main" id="{494A9C52-F5D2-C88A-3A31-49852E7FE19D}"/>
              </a:ext>
            </a:extLst>
          </p:cNvPr>
          <p:cNvGrpSpPr/>
          <p:nvPr/>
        </p:nvGrpSpPr>
        <p:grpSpPr>
          <a:xfrm>
            <a:off x="5836920" y="1395903"/>
            <a:ext cx="5875948" cy="2886716"/>
            <a:chOff x="1828800" y="1295400"/>
            <a:chExt cx="9753600" cy="4791716"/>
          </a:xfrm>
        </p:grpSpPr>
        <p:pic>
          <p:nvPicPr>
            <p:cNvPr id="8" name="Picture 2">
              <a:extLst>
                <a:ext uri="{FF2B5EF4-FFF2-40B4-BE49-F238E27FC236}">
                  <a16:creationId xmlns:a16="http://schemas.microsoft.com/office/drawing/2014/main" id="{A8F912FB-D296-9A48-1B4F-126A8058C6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14015EAA-7995-1E43-A032-ADC9E404DB88}"/>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3810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17925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B8A6-6262-3483-491D-62F323CE0D76}"/>
              </a:ext>
            </a:extLst>
          </p:cNvPr>
          <p:cNvSpPr>
            <a:spLocks noGrp="1"/>
          </p:cNvSpPr>
          <p:nvPr>
            <p:ph type="title"/>
          </p:nvPr>
        </p:nvSpPr>
        <p:spPr/>
        <p:txBody>
          <a:bodyPr/>
          <a:lstStyle/>
          <a:p>
            <a:r>
              <a:rPr lang="en-US" dirty="0"/>
              <a:t>Algorithm Ideas</a:t>
            </a:r>
          </a:p>
        </p:txBody>
      </p:sp>
      <p:sp>
        <p:nvSpPr>
          <p:cNvPr id="3" name="Content Placeholder 2">
            <a:extLst>
              <a:ext uri="{FF2B5EF4-FFF2-40B4-BE49-F238E27FC236}">
                <a16:creationId xmlns:a16="http://schemas.microsoft.com/office/drawing/2014/main" id="{0428C3EB-0A85-2DCD-6E54-8EAC01977E84}"/>
              </a:ext>
            </a:extLst>
          </p:cNvPr>
          <p:cNvSpPr>
            <a:spLocks noGrp="1"/>
          </p:cNvSpPr>
          <p:nvPr>
            <p:ph idx="1"/>
          </p:nvPr>
        </p:nvSpPr>
        <p:spPr/>
        <p:txBody>
          <a:bodyPr/>
          <a:lstStyle/>
          <a:p>
            <a:r>
              <a:rPr lang="en-US" dirty="0" err="1"/>
              <a:t>Whatcha</a:t>
            </a:r>
            <a:r>
              <a:rPr lang="en-US" dirty="0"/>
              <a:t> got?</a:t>
            </a:r>
          </a:p>
          <a:p>
            <a:endParaRPr lang="en-US" dirty="0"/>
          </a:p>
        </p:txBody>
      </p:sp>
      <p:grpSp>
        <p:nvGrpSpPr>
          <p:cNvPr id="4" name="Group 3">
            <a:extLst>
              <a:ext uri="{FF2B5EF4-FFF2-40B4-BE49-F238E27FC236}">
                <a16:creationId xmlns:a16="http://schemas.microsoft.com/office/drawing/2014/main" id="{2F972420-6B26-4271-AD3A-A848D46D6A0E}"/>
              </a:ext>
              <a:ext uri="{C183D7F6-B498-43B3-948B-1728B52AA6E4}">
                <adec:decorative xmlns:adec="http://schemas.microsoft.com/office/drawing/2017/decorative" val="1"/>
              </a:ext>
            </a:extLst>
          </p:cNvPr>
          <p:cNvGrpSpPr/>
          <p:nvPr/>
        </p:nvGrpSpPr>
        <p:grpSpPr>
          <a:xfrm>
            <a:off x="8686800" y="274638"/>
            <a:ext cx="3144965" cy="1545048"/>
            <a:chOff x="1828800" y="1295400"/>
            <a:chExt cx="9753600" cy="4791716"/>
          </a:xfrm>
        </p:grpSpPr>
        <p:pic>
          <p:nvPicPr>
            <p:cNvPr id="5" name="Picture 2">
              <a:extLst>
                <a:ext uri="{FF2B5EF4-FFF2-40B4-BE49-F238E27FC236}">
                  <a16:creationId xmlns:a16="http://schemas.microsoft.com/office/drawing/2014/main" id="{303B5E41-C3D0-060F-5B40-4F1C16DE096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5">
              <a:extLst>
                <a:ext uri="{FF2B5EF4-FFF2-40B4-BE49-F238E27FC236}">
                  <a16:creationId xmlns:a16="http://schemas.microsoft.com/office/drawing/2014/main" id="{B4EA9D4B-C1B7-824E-7DA6-5B9C45191BB1}"/>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22237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F38E-AECA-9968-3B27-944730BF0EAA}"/>
              </a:ext>
            </a:extLst>
          </p:cNvPr>
          <p:cNvSpPr>
            <a:spLocks noGrp="1"/>
          </p:cNvSpPr>
          <p:nvPr>
            <p:ph type="title"/>
          </p:nvPr>
        </p:nvSpPr>
        <p:spPr/>
        <p:txBody>
          <a:bodyPr/>
          <a:lstStyle/>
          <a:p>
            <a:r>
              <a:rPr lang="en-US" dirty="0"/>
              <a:t>My Approach</a:t>
            </a:r>
          </a:p>
        </p:txBody>
      </p:sp>
      <p:pic>
        <p:nvPicPr>
          <p:cNvPr id="14" name="Picture 13" descr="Input: the blanket with one end of yarn, the pile with the other end.">
            <a:extLst>
              <a:ext uri="{FF2B5EF4-FFF2-40B4-BE49-F238E27FC236}">
                <a16:creationId xmlns:a16="http://schemas.microsoft.com/office/drawing/2014/main" id="{EEAE774A-BB99-6245-DF87-E1B9D0363D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1411150"/>
            <a:ext cx="3053265" cy="2289949"/>
          </a:xfrm>
          <a:prstGeom prst="rect">
            <a:avLst/>
          </a:prstGeom>
          <a:ln>
            <a:noFill/>
          </a:ln>
          <a:effectLst>
            <a:softEdge rad="112500"/>
          </a:effectLst>
        </p:spPr>
      </p:pic>
      <p:pic>
        <p:nvPicPr>
          <p:cNvPr id="12" name="Picture 11" descr="step 1: split the pile in half, count the number of strands between them. If there is an even number then that means the end of the yarn must be in the half-pile which connects to the blanket.">
            <a:extLst>
              <a:ext uri="{FF2B5EF4-FFF2-40B4-BE49-F238E27FC236}">
                <a16:creationId xmlns:a16="http://schemas.microsoft.com/office/drawing/2014/main" id="{3B6BBC2D-A66F-DB9C-04C2-A9C2963A4E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831" y="2118822"/>
            <a:ext cx="3053265" cy="2289949"/>
          </a:xfrm>
          <a:prstGeom prst="rect">
            <a:avLst/>
          </a:prstGeom>
          <a:ln>
            <a:noFill/>
          </a:ln>
          <a:effectLst>
            <a:softEdge rad="112500"/>
          </a:effectLst>
        </p:spPr>
      </p:pic>
      <p:pic>
        <p:nvPicPr>
          <p:cNvPr id="10" name="Picture 9" descr="In the previous step we had 7 strands crossing, so we next repeat the process of dividing the pile in half on the pile that does not attach to the blanket. In the next step we again count the crossing strands. If it's even then we continue with the pile that connects to the previously discarded pile.">
            <a:extLst>
              <a:ext uri="{FF2B5EF4-FFF2-40B4-BE49-F238E27FC236}">
                <a16:creationId xmlns:a16="http://schemas.microsoft.com/office/drawing/2014/main" id="{58BED0D0-21C6-FBC0-34A7-7C88AC53F1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56873" y="2998304"/>
            <a:ext cx="3053264" cy="2289948"/>
          </a:xfrm>
          <a:prstGeom prst="rect">
            <a:avLst/>
          </a:prstGeom>
          <a:ln>
            <a:noFill/>
          </a:ln>
          <a:effectLst>
            <a:softEdge rad="112500"/>
          </a:effectLst>
        </p:spPr>
      </p:pic>
      <p:pic>
        <p:nvPicPr>
          <p:cNvPr id="8" name="Content Placeholder 7" descr="We continue until we pile is small enough that we can simply spot the end.">
            <a:extLst>
              <a:ext uri="{FF2B5EF4-FFF2-40B4-BE49-F238E27FC236}">
                <a16:creationId xmlns:a16="http://schemas.microsoft.com/office/drawing/2014/main" id="{7559EE6A-C753-DE43-1417-771D507A9974}"/>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8664915" y="3988904"/>
            <a:ext cx="3053264" cy="2289948"/>
          </a:xfrm>
          <a:prstGeom prst="rect">
            <a:avLst/>
          </a:prstGeom>
          <a:ln>
            <a:noFill/>
          </a:ln>
          <a:effectLst>
            <a:softEdge rad="112500"/>
          </a:effectLst>
        </p:spPr>
      </p:pic>
      <p:sp>
        <p:nvSpPr>
          <p:cNvPr id="3" name="Slide Number Placeholder 2">
            <a:extLst>
              <a:ext uri="{FF2B5EF4-FFF2-40B4-BE49-F238E27FC236}">
                <a16:creationId xmlns:a16="http://schemas.microsoft.com/office/drawing/2014/main" id="{EBEB04ED-E34C-46CC-9EA4-5D7878C3B20E}"/>
              </a:ext>
            </a:extLst>
          </p:cNvPr>
          <p:cNvSpPr>
            <a:spLocks noGrp="1"/>
          </p:cNvSpPr>
          <p:nvPr>
            <p:ph type="sldNum" sz="quarter" idx="12"/>
          </p:nvPr>
        </p:nvSpPr>
        <p:spPr/>
        <p:txBody>
          <a:bodyPr/>
          <a:lstStyle/>
          <a:p>
            <a:fld id="{F4E8603E-186F-4CC7-B8E2-5FD613D3E28C}" type="slidenum">
              <a:rPr lang="en-US" smtClean="0"/>
              <a:t>15</a:t>
            </a:fld>
            <a:endParaRPr lang="en-US" dirty="0"/>
          </a:p>
        </p:txBody>
      </p:sp>
    </p:spTree>
    <p:extLst>
      <p:ext uri="{BB962C8B-B14F-4D97-AF65-F5344CB8AC3E}">
        <p14:creationId xmlns:p14="http://schemas.microsoft.com/office/powerpoint/2010/main" val="115759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End-of-Yarn Finding Algorithm</a:t>
            </a:r>
          </a:p>
        </p:txBody>
      </p:sp>
      <p:sp>
        <p:nvSpPr>
          <p:cNvPr id="3" name="Content Placeholder 2"/>
          <p:cNvSpPr>
            <a:spLocks noGrp="1"/>
          </p:cNvSpPr>
          <p:nvPr>
            <p:ph idx="1"/>
          </p:nvPr>
        </p:nvSpPr>
        <p:spPr>
          <a:xfrm>
            <a:off x="154929" y="1442153"/>
            <a:ext cx="9067800" cy="4800600"/>
          </a:xfrm>
        </p:spPr>
        <p:txBody>
          <a:bodyPr>
            <a:normAutofit/>
          </a:bodyPr>
          <a:lstStyle/>
          <a:p>
            <a:pPr marL="0" indent="0">
              <a:buNone/>
            </a:pPr>
            <a:r>
              <a:rPr lang="en-US" dirty="0"/>
              <a:t>Set aside the already-obtained beginning</a:t>
            </a:r>
            <a:br>
              <a:rPr lang="en-US" dirty="0"/>
            </a:br>
            <a:r>
              <a:rPr lang="en-US" dirty="0"/>
              <a:t>Do the following until you find the end:</a:t>
            </a:r>
            <a:br>
              <a:rPr lang="en-US" dirty="0"/>
            </a:br>
            <a:r>
              <a:rPr lang="en-US" dirty="0"/>
              <a:t>    Separate the pile of yarn into 2 piles </a:t>
            </a:r>
            <a:br>
              <a:rPr lang="en-US" dirty="0"/>
            </a:br>
            <a:r>
              <a:rPr lang="en-US" dirty="0"/>
              <a:t>    Label A to be the pile that the beginning enters</a:t>
            </a:r>
            <a:br>
              <a:rPr lang="en-US" dirty="0"/>
            </a:br>
            <a:r>
              <a:rPr lang="en-US" dirty="0"/>
              <a:t>    Label B to be the other pile</a:t>
            </a:r>
            <a:br>
              <a:rPr lang="en-US" dirty="0"/>
            </a:br>
            <a:r>
              <a:rPr lang="en-US" dirty="0"/>
              <a:t>    Count the number of strands crossing the piles</a:t>
            </a:r>
            <a:br>
              <a:rPr lang="en-US" dirty="0"/>
            </a:br>
            <a:r>
              <a:rPr lang="en-US" dirty="0"/>
              <a:t>    If count is even, set the pile to be A</a:t>
            </a:r>
            <a:br>
              <a:rPr lang="en-US" dirty="0"/>
            </a:br>
            <a:r>
              <a:rPr lang="en-US" dirty="0"/>
              <a:t>    Otherwise set the pile to be B.</a:t>
            </a:r>
          </a:p>
        </p:txBody>
      </p:sp>
      <p:grpSp>
        <p:nvGrpSpPr>
          <p:cNvPr id="5" name="Group 4">
            <a:extLst>
              <a:ext uri="{FF2B5EF4-FFF2-40B4-BE49-F238E27FC236}">
                <a16:creationId xmlns:a16="http://schemas.microsoft.com/office/drawing/2014/main" id="{4D1B2CB4-59D7-A41F-E296-7ABCB1DC156F}"/>
              </a:ext>
              <a:ext uri="{C183D7F6-B498-43B3-948B-1728B52AA6E4}">
                <adec:decorative xmlns:adec="http://schemas.microsoft.com/office/drawing/2017/decorative" val="1"/>
              </a:ext>
            </a:extLst>
          </p:cNvPr>
          <p:cNvGrpSpPr/>
          <p:nvPr/>
        </p:nvGrpSpPr>
        <p:grpSpPr>
          <a:xfrm>
            <a:off x="8839200" y="793608"/>
            <a:ext cx="3144965" cy="1545048"/>
            <a:chOff x="1828800" y="1295400"/>
            <a:chExt cx="9753600" cy="4791716"/>
          </a:xfrm>
        </p:grpSpPr>
        <p:pic>
          <p:nvPicPr>
            <p:cNvPr id="6" name="Picture 2">
              <a:extLst>
                <a:ext uri="{FF2B5EF4-FFF2-40B4-BE49-F238E27FC236}">
                  <a16:creationId xmlns:a16="http://schemas.microsoft.com/office/drawing/2014/main" id="{6AFE74D8-0805-A2AB-18A6-3EA35C1460F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F1D8BFED-936F-6088-AA6C-2A93B3F514AB}"/>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descr="Pile A refers to the pile that connects to the blanket. Pile B is the other pile.">
            <a:extLst>
              <a:ext uri="{FF2B5EF4-FFF2-40B4-BE49-F238E27FC236}">
                <a16:creationId xmlns:a16="http://schemas.microsoft.com/office/drawing/2014/main" id="{1A47E06E-C41F-E698-74B1-DFA8100725AB}"/>
              </a:ext>
            </a:extLst>
          </p:cNvPr>
          <p:cNvGrpSpPr/>
          <p:nvPr/>
        </p:nvGrpSpPr>
        <p:grpSpPr>
          <a:xfrm>
            <a:off x="8234658" y="3581400"/>
            <a:ext cx="3957342" cy="1458846"/>
            <a:chOff x="8234658" y="3789922"/>
            <a:chExt cx="3957342" cy="1458846"/>
          </a:xfrm>
        </p:grpSpPr>
        <p:pic>
          <p:nvPicPr>
            <p:cNvPr id="9" name="Picture 2">
              <a:extLst>
                <a:ext uri="{FF2B5EF4-FFF2-40B4-BE49-F238E27FC236}">
                  <a16:creationId xmlns:a16="http://schemas.microsoft.com/office/drawing/2014/main" id="{020328E4-3AD5-2135-47DB-AFBF6E99B60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Shape 13">
              <a:extLst>
                <a:ext uri="{FF2B5EF4-FFF2-40B4-BE49-F238E27FC236}">
                  <a16:creationId xmlns:a16="http://schemas.microsoft.com/office/drawing/2014/main" id="{307CA02C-8F9A-47CD-1BDC-418B090FD2B8}"/>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Rectangle 7">
            <a:extLst>
              <a:ext uri="{FF2B5EF4-FFF2-40B4-BE49-F238E27FC236}">
                <a16:creationId xmlns:a16="http://schemas.microsoft.com/office/drawing/2014/main" id="{7CFFEF35-1F9B-40D0-9482-87780E141A1F}"/>
              </a:ext>
              <a:ext uri="{C183D7F6-B498-43B3-948B-1728B52AA6E4}">
                <adec:decorative xmlns:adec="http://schemas.microsoft.com/office/drawing/2017/decorative" val="1"/>
              </a:ext>
            </a:extLst>
          </p:cNvPr>
          <p:cNvSpPr/>
          <p:nvPr/>
        </p:nvSpPr>
        <p:spPr>
          <a:xfrm>
            <a:off x="9120890" y="3625080"/>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1612188-44BB-42F6-B9AB-6D5BA5D72D15}"/>
              </a:ext>
            </a:extLst>
          </p:cNvPr>
          <p:cNvSpPr txBox="1"/>
          <p:nvPr/>
        </p:nvSpPr>
        <p:spPr>
          <a:xfrm>
            <a:off x="9993992" y="3729894"/>
            <a:ext cx="369207" cy="430887"/>
          </a:xfrm>
          <a:prstGeom prst="rect">
            <a:avLst/>
          </a:prstGeom>
          <a:noFill/>
        </p:spPr>
        <p:txBody>
          <a:bodyPr wrap="square" rtlCol="0">
            <a:spAutoFit/>
          </a:bodyPr>
          <a:lstStyle/>
          <a:p>
            <a:r>
              <a:rPr lang="en-US" sz="2200" dirty="0">
                <a:solidFill>
                  <a:schemeClr val="accent1"/>
                </a:solidFill>
              </a:rPr>
              <a:t>A</a:t>
            </a:r>
          </a:p>
        </p:txBody>
      </p:sp>
      <p:sp>
        <p:nvSpPr>
          <p:cNvPr id="15" name="TextBox 14">
            <a:extLst>
              <a:ext uri="{FF2B5EF4-FFF2-40B4-BE49-F238E27FC236}">
                <a16:creationId xmlns:a16="http://schemas.microsoft.com/office/drawing/2014/main" id="{02F314E0-E0A1-4E2D-B990-9C733A1730D7}"/>
              </a:ext>
            </a:extLst>
          </p:cNvPr>
          <p:cNvSpPr txBox="1"/>
          <p:nvPr/>
        </p:nvSpPr>
        <p:spPr>
          <a:xfrm>
            <a:off x="7980588" y="4064913"/>
            <a:ext cx="369207" cy="430887"/>
          </a:xfrm>
          <a:prstGeom prst="rect">
            <a:avLst/>
          </a:prstGeom>
          <a:noFill/>
        </p:spPr>
        <p:txBody>
          <a:bodyPr wrap="square" rtlCol="0">
            <a:spAutoFit/>
          </a:bodyPr>
          <a:lstStyle/>
          <a:p>
            <a:r>
              <a:rPr lang="en-US" sz="2200" dirty="0">
                <a:solidFill>
                  <a:schemeClr val="accent1"/>
                </a:solidFill>
              </a:rPr>
              <a:t>B</a:t>
            </a:r>
          </a:p>
        </p:txBody>
      </p:sp>
      <p:sp>
        <p:nvSpPr>
          <p:cNvPr id="12" name="Slide Number Placeholder 11">
            <a:extLst>
              <a:ext uri="{FF2B5EF4-FFF2-40B4-BE49-F238E27FC236}">
                <a16:creationId xmlns:a16="http://schemas.microsoft.com/office/drawing/2014/main" id="{A2DA4D18-9F73-425D-9D37-9027EA7A1784}"/>
              </a:ext>
            </a:extLst>
          </p:cNvPr>
          <p:cNvSpPr>
            <a:spLocks noGrp="1"/>
          </p:cNvSpPr>
          <p:nvPr>
            <p:ph type="sldNum" sz="quarter" idx="12"/>
          </p:nvPr>
        </p:nvSpPr>
        <p:spPr/>
        <p:txBody>
          <a:bodyPr/>
          <a:lstStyle/>
          <a:p>
            <a:fld id="{F4E8603E-186F-4CC7-B8E2-5FD613D3E28C}" type="slidenum">
              <a:rPr lang="en-US" smtClean="0"/>
              <a:t>16</a:t>
            </a:fld>
            <a:endParaRPr lang="en-US" dirty="0"/>
          </a:p>
        </p:txBody>
      </p:sp>
    </p:spTree>
    <p:extLst>
      <p:ext uri="{BB962C8B-B14F-4D97-AF65-F5344CB8AC3E}">
        <p14:creationId xmlns:p14="http://schemas.microsoft.com/office/powerpoint/2010/main" val="463733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CDBD3-20EE-3FF9-D8ED-C39DD9E2F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9D33E-CB48-EE13-6D30-85C0B0A08D5D}"/>
              </a:ext>
            </a:extLst>
          </p:cNvPr>
          <p:cNvSpPr>
            <a:spLocks noGrp="1"/>
          </p:cNvSpPr>
          <p:nvPr>
            <p:ph type="title"/>
          </p:nvPr>
        </p:nvSpPr>
        <p:spPr/>
        <p:txBody>
          <a:bodyPr/>
          <a:lstStyle/>
          <a:p>
            <a:r>
              <a:rPr lang="en-US" dirty="0"/>
              <a:t>Resource Analysis</a:t>
            </a:r>
          </a:p>
        </p:txBody>
      </p:sp>
      <p:sp>
        <p:nvSpPr>
          <p:cNvPr id="3" name="Text Placeholder 2">
            <a:extLst>
              <a:ext uri="{FF2B5EF4-FFF2-40B4-BE49-F238E27FC236}">
                <a16:creationId xmlns:a16="http://schemas.microsoft.com/office/drawing/2014/main" id="{797426F0-F493-331C-2CCB-B80A4232A84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682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ABBE-1E7E-6C10-BB86-117BA9F80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71EB-B395-B9D7-EF2C-3D1A75FC53FE}"/>
              </a:ext>
            </a:extLst>
          </p:cNvPr>
          <p:cNvSpPr>
            <a:spLocks noGrp="1"/>
          </p:cNvSpPr>
          <p:nvPr>
            <p:ph type="title"/>
          </p:nvPr>
        </p:nvSpPr>
        <p:spPr/>
        <p:txBody>
          <a:bodyPr/>
          <a:lstStyle/>
          <a:p>
            <a:r>
              <a:rPr lang="en-US" dirty="0"/>
              <a:t>Why do resource analysis?</a:t>
            </a:r>
          </a:p>
        </p:txBody>
      </p:sp>
      <p:sp>
        <p:nvSpPr>
          <p:cNvPr id="3" name="Content Placeholder 2">
            <a:extLst>
              <a:ext uri="{FF2B5EF4-FFF2-40B4-BE49-F238E27FC236}">
                <a16:creationId xmlns:a16="http://schemas.microsoft.com/office/drawing/2014/main" id="{02359980-D1F3-A29C-74D4-C8F74B28099C}"/>
              </a:ext>
            </a:extLst>
          </p:cNvPr>
          <p:cNvSpPr>
            <a:spLocks noGrp="1"/>
          </p:cNvSpPr>
          <p:nvPr>
            <p:ph idx="1"/>
          </p:nvPr>
        </p:nvSpPr>
        <p:spPr/>
        <p:txBody>
          <a:bodyPr>
            <a:normAutofit/>
          </a:bodyPr>
          <a:lstStyle/>
          <a:p>
            <a:r>
              <a:rPr lang="en-US" dirty="0"/>
              <a:t>Allows us to compare </a:t>
            </a:r>
            <a:r>
              <a:rPr lang="en-US" i="1" dirty="0"/>
              <a:t>algorithms, </a:t>
            </a:r>
            <a:r>
              <a:rPr lang="en-US" dirty="0"/>
              <a:t>not implementations</a:t>
            </a:r>
          </a:p>
          <a:p>
            <a:pPr marL="590550" lvl="1" indent="-457200">
              <a:buFont typeface="Arial" panose="020B0604020202020204" pitchFamily="34" charset="0"/>
              <a:buChar char="•"/>
            </a:pPr>
            <a:r>
              <a:rPr lang="en-US" dirty="0"/>
              <a:t>Using observations necessarily couples the algorithm with its implementation</a:t>
            </a:r>
          </a:p>
          <a:p>
            <a:pPr marL="590550" lvl="1" indent="-457200">
              <a:buFont typeface="Arial" panose="020B0604020202020204" pitchFamily="34" charset="0"/>
              <a:buChar char="•"/>
            </a:pPr>
            <a:r>
              <a:rPr lang="en-US" dirty="0"/>
              <a:t>If my implementation on my computer takes more time than your implementation on your computer, we cannot conclude your algorithm is better</a:t>
            </a:r>
          </a:p>
          <a:p>
            <a:r>
              <a:rPr lang="en-US" dirty="0"/>
              <a:t>We can predict an algorithm’s running time before implementing </a:t>
            </a:r>
          </a:p>
          <a:p>
            <a:r>
              <a:rPr lang="en-US" dirty="0"/>
              <a:t>Understand where the bottlenecks are in our algorithm</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85CF0E8-A7F6-8170-5A0F-FA9B4AC2D3B9}"/>
                  </a:ext>
                </a:extLst>
              </p14:cNvPr>
              <p14:cNvContentPartPr/>
              <p14:nvPr/>
            </p14:nvContentPartPr>
            <p14:xfrm>
              <a:off x="2968200" y="1992960"/>
              <a:ext cx="6050160" cy="361800"/>
            </p14:xfrm>
          </p:contentPart>
        </mc:Choice>
        <mc:Fallback>
          <p:pic>
            <p:nvPicPr>
              <p:cNvPr id="4" name="Ink 3">
                <a:extLst>
                  <a:ext uri="{FF2B5EF4-FFF2-40B4-BE49-F238E27FC236}">
                    <a16:creationId xmlns:a16="http://schemas.microsoft.com/office/drawing/2014/main" id="{F85CF0E8-A7F6-8170-5A0F-FA9B4AC2D3B9}"/>
                  </a:ext>
                </a:extLst>
              </p:cNvPr>
              <p:cNvPicPr/>
              <p:nvPr/>
            </p:nvPicPr>
            <p:blipFill>
              <a:blip r:embed="rId3"/>
              <a:stretch>
                <a:fillRect/>
              </a:stretch>
            </p:blipFill>
            <p:spPr>
              <a:xfrm>
                <a:off x="2958840" y="1983600"/>
                <a:ext cx="6068880" cy="380520"/>
              </a:xfrm>
              <a:prstGeom prst="rect">
                <a:avLst/>
              </a:prstGeom>
            </p:spPr>
          </p:pic>
        </mc:Fallback>
      </mc:AlternateContent>
    </p:spTree>
    <p:extLst>
      <p:ext uri="{BB962C8B-B14F-4D97-AF65-F5344CB8AC3E}">
        <p14:creationId xmlns:p14="http://schemas.microsoft.com/office/powerpoint/2010/main" val="214036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07D7-5AA9-FA85-7331-9378AB1A3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74783-DB99-8859-C5B9-A6C362631BF6}"/>
              </a:ext>
            </a:extLst>
          </p:cNvPr>
          <p:cNvSpPr>
            <a:spLocks noGrp="1"/>
          </p:cNvSpPr>
          <p:nvPr>
            <p:ph type="title"/>
          </p:nvPr>
        </p:nvSpPr>
        <p:spPr/>
        <p:txBody>
          <a:bodyPr/>
          <a:lstStyle/>
          <a:p>
            <a:r>
              <a:rPr lang="en-US" dirty="0"/>
              <a:t>Process for resource Analysis</a:t>
            </a:r>
          </a:p>
        </p:txBody>
      </p:sp>
      <p:sp>
        <p:nvSpPr>
          <p:cNvPr id="3" name="Content Placeholder 2">
            <a:extLst>
              <a:ext uri="{FF2B5EF4-FFF2-40B4-BE49-F238E27FC236}">
                <a16:creationId xmlns:a16="http://schemas.microsoft.com/office/drawing/2014/main" id="{73A38714-2D6B-73D0-9AB5-513DA2673539}"/>
              </a:ext>
            </a:extLst>
          </p:cNvPr>
          <p:cNvSpPr>
            <a:spLocks noGrp="1"/>
          </p:cNvSpPr>
          <p:nvPr>
            <p:ph idx="1"/>
          </p:nvPr>
        </p:nvSpPr>
        <p:spPr/>
        <p:txBody>
          <a:bodyPr>
            <a:normAutofit/>
          </a:bodyPr>
          <a:lstStyle/>
          <a:p>
            <a:r>
              <a:rPr lang="en-US" dirty="0"/>
              <a:t>End Result: A </a:t>
            </a:r>
            <a:r>
              <a:rPr lang="en-US" i="1" dirty="0"/>
              <a:t>function</a:t>
            </a:r>
            <a:r>
              <a:rPr lang="en-US" dirty="0"/>
              <a:t> which maps the algorithm’s input size to count of resources used</a:t>
            </a:r>
          </a:p>
          <a:p>
            <a:pPr lvl="1"/>
            <a:r>
              <a:rPr lang="en-US" dirty="0"/>
              <a:t>Input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Output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input and output!</a:t>
            </a:r>
          </a:p>
        </p:txBody>
      </p:sp>
    </p:spTree>
    <p:extLst>
      <p:ext uri="{BB962C8B-B14F-4D97-AF65-F5344CB8AC3E}">
        <p14:creationId xmlns:p14="http://schemas.microsoft.com/office/powerpoint/2010/main" val="3274919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73A8-8C9E-1A48-51AF-C49EB8C0441F}"/>
              </a:ext>
            </a:extLst>
          </p:cNvPr>
          <p:cNvSpPr>
            <a:spLocks noGrp="1"/>
          </p:cNvSpPr>
          <p:nvPr>
            <p:ph type="title"/>
          </p:nvPr>
        </p:nvSpPr>
        <p:spPr/>
        <p:txBody>
          <a:bodyPr>
            <a:normAutofit/>
          </a:bodyPr>
          <a:lstStyle/>
          <a:p>
            <a:r>
              <a:rPr lang="en-US" dirty="0"/>
              <a:t>Resource Analysis – Worst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40E513-B2D9-8AE9-0CC5-5596DBF773BE}"/>
                  </a:ext>
                </a:extLst>
              </p:cNvPr>
              <p:cNvSpPr>
                <a:spLocks noGrp="1"/>
              </p:cNvSpPr>
              <p:nvPr>
                <p:ph idx="1"/>
              </p:nvPr>
            </p:nvSpPr>
            <p:spPr/>
            <p:txBody>
              <a:bodyPr/>
              <a:lstStyle/>
              <a:p>
                <a:r>
                  <a:rPr lang="en-US" dirty="0"/>
                  <a:t>If an algorithm has a worst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B40E513-B2D9-8AE9-0CC5-5596DBF773BE}"/>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23405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A1722-D8F7-70FC-8C99-5D21D5944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13A43-CA80-FCA6-5DDA-6E2265BD29C1}"/>
              </a:ext>
            </a:extLst>
          </p:cNvPr>
          <p:cNvSpPr>
            <a:spLocks noGrp="1"/>
          </p:cNvSpPr>
          <p:nvPr>
            <p:ph type="title"/>
          </p:nvPr>
        </p:nvSpPr>
        <p:spPr/>
        <p:txBody>
          <a:bodyPr>
            <a:normAutofit/>
          </a:bodyPr>
          <a:lstStyle/>
          <a:p>
            <a:r>
              <a:rPr lang="en-US" dirty="0"/>
              <a:t>Resource Analysis – Best Case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096F45-9F9A-5E7C-7028-DE08289BB3E8}"/>
                  </a:ext>
                </a:extLst>
              </p:cNvPr>
              <p:cNvSpPr>
                <a:spLocks noGrp="1"/>
              </p:cNvSpPr>
              <p:nvPr>
                <p:ph idx="1"/>
              </p:nvPr>
            </p:nvSpPr>
            <p:spPr/>
            <p:txBody>
              <a:bodyPr/>
              <a:lstStyle/>
              <a:p>
                <a:r>
                  <a:rPr lang="en-US" dirty="0"/>
                  <a:t>If an algorithm has a </a:t>
                </a:r>
                <a:r>
                  <a:rPr lang="en-US" b="1" dirty="0"/>
                  <a:t>best</a:t>
                </a:r>
                <a:r>
                  <a:rPr lang="en-US" dirty="0"/>
                  <a:t> case running time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a:t>
                </a:r>
                <a:r>
                  <a:rPr lang="en-US" b="1" dirty="0"/>
                  <a:t>best</a:t>
                </a:r>
                <a:r>
                  <a:rPr lang="en-US" dirty="0"/>
                  <a:t>” one will do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“operations”</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a:t>
                </a:r>
                <a:r>
                  <a:rPr lang="en-US" b="1" dirty="0"/>
                  <a:t>minimum</a:t>
                </a:r>
                <a:r>
                  <a:rPr lang="en-US" dirty="0"/>
                  <a:t> operation count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B7096F45-9F9A-5E7C-7028-DE08289BB3E8}"/>
                  </a:ext>
                </a:extLst>
              </p:cNvPr>
              <p:cNvSpPr>
                <a:spLocks noGrp="1" noRot="1" noChangeAspect="1" noMove="1" noResize="1" noEditPoints="1" noAdjustHandles="1" noChangeArrowheads="1" noChangeShapeType="1" noTextEdit="1"/>
              </p:cNvSpPr>
              <p:nvPr>
                <p:ph idx="1"/>
              </p:nvPr>
            </p:nvSpPr>
            <p:spPr>
              <a:blipFill>
                <a:blip r:embed="rId2"/>
                <a:stretch>
                  <a:fillRect l="-1217" t="-380"/>
                </a:stretch>
              </a:blipFill>
            </p:spPr>
            <p:txBody>
              <a:bodyPr/>
              <a:lstStyle/>
              <a:p>
                <a:r>
                  <a:rPr lang="en-US">
                    <a:noFill/>
                  </a:rPr>
                  <a:t> </a:t>
                </a:r>
              </a:p>
            </p:txBody>
          </p:sp>
        </mc:Fallback>
      </mc:AlternateContent>
    </p:spTree>
    <p:extLst>
      <p:ext uri="{BB962C8B-B14F-4D97-AF65-F5344CB8AC3E}">
        <p14:creationId xmlns:p14="http://schemas.microsoft.com/office/powerpoint/2010/main" val="3754878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B9A6-B8CB-6573-4C0A-8B3506DC2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D2FF4-D6F3-80BB-339F-11EA13742259}"/>
              </a:ext>
            </a:extLst>
          </p:cNvPr>
          <p:cNvSpPr>
            <a:spLocks noGrp="1"/>
          </p:cNvSpPr>
          <p:nvPr>
            <p:ph type="title"/>
          </p:nvPr>
        </p:nvSpPr>
        <p:spPr/>
        <p:txBody>
          <a:bodyPr>
            <a:normAutofit/>
          </a:bodyPr>
          <a:lstStyle/>
          <a:p>
            <a:r>
              <a:rPr lang="en-US" dirty="0"/>
              <a:t>Resource Analysis – Worst Case Space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42667F-39BE-9D0B-F195-38656997D187}"/>
                  </a:ext>
                </a:extLst>
              </p:cNvPr>
              <p:cNvSpPr>
                <a:spLocks noGrp="1"/>
              </p:cNvSpPr>
              <p:nvPr>
                <p:ph idx="1"/>
              </p:nvPr>
            </p:nvSpPr>
            <p:spPr/>
            <p:txBody>
              <a:bodyPr/>
              <a:lstStyle/>
              <a:p>
                <a:r>
                  <a:rPr lang="en-US" dirty="0"/>
                  <a:t>If an algorithm has a worst case space of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590550" lvl="1" indent="-457200">
                  <a:buFont typeface="Arial" panose="020B0604020202020204" pitchFamily="34" charset="0"/>
                  <a:buChar char="•"/>
                </a:pPr>
                <a:r>
                  <a:rPr lang="en-US" dirty="0"/>
                  <a:t>Among all possible size-</a:t>
                </a:r>
                <a14:m>
                  <m:oMath xmlns:m="http://schemas.openxmlformats.org/officeDocument/2006/math">
                    <m:r>
                      <a:rPr lang="en-US" i="1">
                        <a:latin typeface="Cambria Math" panose="02040503050406030204" pitchFamily="18" charset="0"/>
                      </a:rPr>
                      <m:t>𝑛</m:t>
                    </m:r>
                  </m:oMath>
                </a14:m>
                <a:r>
                  <a:rPr lang="en-US" dirty="0"/>
                  <a:t> inputs, the “worst” one will use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bits of memory</a:t>
                </a:r>
              </a:p>
              <a:p>
                <a:pPr marL="590550" lvl="1" indent="-457200">
                  <a:buFont typeface="Arial" panose="020B0604020202020204" pitchFamily="34" charset="0"/>
                  <a:buChar char="•"/>
                </a:pPr>
                <a:r>
                  <a:rPr lang="en-US" dirty="0"/>
                  <a:t>I.e.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t> gives the maximum amount of memory required from among all inputs of size </a:t>
                </a:r>
                <a14:m>
                  <m:oMath xmlns:m="http://schemas.openxmlformats.org/officeDocument/2006/math">
                    <m:r>
                      <a:rPr lang="en-US" i="1">
                        <a:latin typeface="Cambria Math" panose="02040503050406030204" pitchFamily="18" charset="0"/>
                      </a:rPr>
                      <m:t>𝑛</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142667F-39BE-9D0B-F195-38656997D187}"/>
                  </a:ext>
                </a:extLst>
              </p:cNvPr>
              <p:cNvSpPr>
                <a:spLocks noGrp="1" noRot="1" noChangeAspect="1" noMove="1" noResize="1" noEditPoints="1" noAdjustHandles="1" noChangeArrowheads="1" noChangeShapeType="1" noTextEdit="1"/>
              </p:cNvSpPr>
              <p:nvPr>
                <p:ph idx="1"/>
              </p:nvPr>
            </p:nvSpPr>
            <p:spPr>
              <a:blipFill>
                <a:blip r:embed="rId2"/>
                <a:stretch>
                  <a:fillRect l="-1217" t="-380" r="-1391"/>
                </a:stretch>
              </a:blipFill>
            </p:spPr>
            <p:txBody>
              <a:bodyPr/>
              <a:lstStyle/>
              <a:p>
                <a:r>
                  <a:rPr lang="en-US">
                    <a:noFill/>
                  </a:rPr>
                  <a:t> </a:t>
                </a:r>
              </a:p>
            </p:txBody>
          </p:sp>
        </mc:Fallback>
      </mc:AlternateContent>
    </p:spTree>
    <p:extLst>
      <p:ext uri="{BB962C8B-B14F-4D97-AF65-F5344CB8AC3E}">
        <p14:creationId xmlns:p14="http://schemas.microsoft.com/office/powerpoint/2010/main" val="3849509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4DA2-2ED4-99C7-07C9-2477F8DA9FD6}"/>
              </a:ext>
            </a:extLst>
          </p:cNvPr>
          <p:cNvSpPr>
            <a:spLocks noGrp="1"/>
          </p:cNvSpPr>
          <p:nvPr>
            <p:ph type="title"/>
          </p:nvPr>
        </p:nvSpPr>
        <p:spPr/>
        <p:txBody>
          <a:bodyPr/>
          <a:lstStyle/>
          <a:p>
            <a:r>
              <a:rPr lang="en-US" dirty="0"/>
              <a:t>Analysis Process From 123/143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891AE-16E9-91BA-6328-ABD63BDC27B7}"/>
                  </a:ext>
                </a:extLst>
              </p:cNvPr>
              <p:cNvSpPr>
                <a:spLocks noGrp="1"/>
              </p:cNvSpPr>
              <p:nvPr>
                <p:ph idx="1"/>
              </p:nvPr>
            </p:nvSpPr>
            <p:spPr/>
            <p:txBody>
              <a:bodyPr/>
              <a:lstStyle/>
              <a:p>
                <a:r>
                  <a:rPr lang="en-US" dirty="0"/>
                  <a:t>Count the number of “primitive operations”</a:t>
                </a:r>
              </a:p>
              <a:p>
                <a:pPr lvl="1"/>
                <a:r>
                  <a:rPr lang="en-US" dirty="0"/>
                  <a:t>+, -, compare, </a:t>
                </a:r>
                <a:r>
                  <a:rPr lang="en-US" dirty="0" err="1"/>
                  <a:t>arr</a:t>
                </a:r>
                <a:r>
                  <a:rPr lang="en-US" dirty="0"/>
                  <a:t>[</a:t>
                </a:r>
                <a:r>
                  <a:rPr lang="en-US" dirty="0" err="1"/>
                  <a:t>i</a:t>
                </a:r>
                <a:r>
                  <a:rPr lang="en-US" dirty="0"/>
                  <a:t>], </a:t>
                </a:r>
                <a:r>
                  <a:rPr lang="en-US" dirty="0" err="1"/>
                  <a:t>arr.length</a:t>
                </a:r>
                <a:r>
                  <a:rPr lang="en-US" dirty="0"/>
                  <a:t>, </a:t>
                </a:r>
                <a:r>
                  <a:rPr lang="en-US" dirty="0" err="1"/>
                  <a:t>etc</a:t>
                </a:r>
                <a:endParaRPr lang="en-US" dirty="0"/>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that expression into a “bucket” by ignoring constants and “non-dominant” terms, then put a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 )</m:t>
                    </m:r>
                  </m:oMath>
                </a14:m>
                <a:r>
                  <a:rPr lang="en-US" dirty="0"/>
                  <a:t> around it.</a:t>
                </a:r>
              </a:p>
              <a:p>
                <a:pPr lvl="1"/>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+8</m:t>
                    </m:r>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𝑛</m:t>
                    </m:r>
                    <m:r>
                      <a:rPr lang="en-US" b="0" i="1" smtClean="0">
                        <a:latin typeface="Cambria Math" panose="02040503050406030204" pitchFamily="18" charset="0"/>
                      </a:rPr>
                      <m:t>+80</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ends up as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a:t>
                </a:r>
              </a:p>
              <a:p>
                <a:pPr lvl="1"/>
                <a:endParaRPr lang="en-US" dirty="0"/>
              </a:p>
            </p:txBody>
          </p:sp>
        </mc:Choice>
        <mc:Fallback xmlns="">
          <p:sp>
            <p:nvSpPr>
              <p:cNvPr id="3" name="Content Placeholder 2">
                <a:extLst>
                  <a:ext uri="{FF2B5EF4-FFF2-40B4-BE49-F238E27FC236}">
                    <a16:creationId xmlns:a16="http://schemas.microsoft.com/office/drawing/2014/main" id="{329891AE-16E9-91BA-6328-ABD63BDC27B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189163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32D1-F253-EA2C-7252-FD6E731EA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92800-6DED-2F7C-D506-D9C5225BD648}"/>
              </a:ext>
            </a:extLst>
          </p:cNvPr>
          <p:cNvSpPr>
            <a:spLocks noGrp="1"/>
          </p:cNvSpPr>
          <p:nvPr>
            <p:ph type="title"/>
          </p:nvPr>
        </p:nvSpPr>
        <p:spPr/>
        <p:txBody>
          <a:bodyPr/>
          <a:lstStyle/>
          <a:p>
            <a:r>
              <a:rPr lang="en-US" dirty="0"/>
              <a:t>Analysis Process For Us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E204E3-3746-6F63-F37E-E3CE2D8E9313}"/>
                  </a:ext>
                </a:extLst>
              </p:cNvPr>
              <p:cNvSpPr>
                <a:spLocks noGrp="1"/>
              </p:cNvSpPr>
              <p:nvPr>
                <p:ph idx="1"/>
              </p:nvPr>
            </p:nvSpPr>
            <p:spPr/>
            <p:txBody>
              <a:bodyPr>
                <a:normAutofit/>
              </a:bodyPr>
              <a:lstStyle/>
              <a:p>
                <a:r>
                  <a:rPr lang="en-US" dirty="0"/>
                  <a:t>Count the number of </a:t>
                </a:r>
                <a:r>
                  <a:rPr lang="en-US" i="1" dirty="0"/>
                  <a:t>chosen</a:t>
                </a:r>
                <a:r>
                  <a:rPr lang="en-US" dirty="0"/>
                  <a:t> operation(s)</a:t>
                </a:r>
              </a:p>
              <a:p>
                <a:pPr lvl="1"/>
                <a:r>
                  <a:rPr lang="en-US" dirty="0"/>
                  <a:t>Factors to consider when choosing which operation(s) to count</a:t>
                </a:r>
              </a:p>
              <a:p>
                <a:pPr lvl="2"/>
                <a:r>
                  <a:rPr lang="en-US" b="1" dirty="0"/>
                  <a:t>Necessity</a:t>
                </a:r>
                <a:r>
                  <a:rPr lang="en-US" dirty="0"/>
                  <a:t>: should be necessary for solving the problem</a:t>
                </a:r>
              </a:p>
              <a:p>
                <a:pPr lvl="2"/>
                <a:r>
                  <a:rPr lang="en-US" b="1" dirty="0"/>
                  <a:t>Frequency</a:t>
                </a:r>
                <a:r>
                  <a:rPr lang="en-US" dirty="0"/>
                  <a:t>: should be the most frequently done (up to a constant factor)</a:t>
                </a:r>
              </a:p>
              <a:p>
                <a:pPr lvl="2"/>
                <a:r>
                  <a:rPr lang="en-US" b="1" dirty="0"/>
                  <a:t>Magnitude</a:t>
                </a:r>
                <a:r>
                  <a:rPr lang="en-US" dirty="0"/>
                  <a:t>: should be expensive to perform each chosen operation</a:t>
                </a:r>
              </a:p>
              <a:p>
                <a:r>
                  <a:rPr lang="en-US" dirty="0"/>
                  <a:t>Write that count as an expression using </a:t>
                </a:r>
                <a14:m>
                  <m:oMath xmlns:m="http://schemas.openxmlformats.org/officeDocument/2006/math">
                    <m:r>
                      <a:rPr lang="en-US" b="0" i="1" smtClean="0">
                        <a:latin typeface="Cambria Math" panose="02040503050406030204" pitchFamily="18" charset="0"/>
                      </a:rPr>
                      <m:t>𝑛</m:t>
                    </m:r>
                  </m:oMath>
                </a14:m>
                <a:r>
                  <a:rPr lang="en-US" dirty="0"/>
                  <a:t> (the input size)</a:t>
                </a:r>
              </a:p>
              <a:p>
                <a:r>
                  <a:rPr lang="en-US" dirty="0"/>
                  <a:t>Put an asymptotic bound on it (one of </a:t>
                </a:r>
                <a14:m>
                  <m:oMath xmlns:m="http://schemas.openxmlformats.org/officeDocument/2006/math">
                    <m:r>
                      <a:rPr lang="en-US" b="0" i="1" smtClean="0">
                        <a:latin typeface="Cambria Math" panose="02040503050406030204" pitchFamily="18" charset="0"/>
                      </a:rPr>
                      <m:t>𝑂</m:t>
                    </m:r>
                  </m:oMath>
                </a14:m>
                <a:r>
                  <a:rPr lang="en-US" dirty="0"/>
                  <a:t>, </a:t>
                </a:r>
                <a14:m>
                  <m:oMath xmlns:m="http://schemas.openxmlformats.org/officeDocument/2006/math">
                    <m:r>
                      <m:rPr>
                        <m:sty m:val="p"/>
                      </m:rPr>
                      <a:rPr lang="en-US" b="0" i="0" smtClean="0">
                        <a:latin typeface="Cambria Math" panose="02040503050406030204" pitchFamily="18" charset="0"/>
                      </a:rPr>
                      <m:t>Ω</m:t>
                    </m:r>
                  </m:oMath>
                </a14:m>
                <a:r>
                  <a:rPr lang="en-US" dirty="0"/>
                  <a:t>, </a:t>
                </a:r>
                <a14:m>
                  <m:oMath xmlns:m="http://schemas.openxmlformats.org/officeDocument/2006/math">
                    <m:r>
                      <m:rPr>
                        <m:sty m:val="p"/>
                      </m:rPr>
                      <a:rPr lang="en-US" b="0" i="0" smtClean="0">
                        <a:latin typeface="Cambria Math" panose="02040503050406030204" pitchFamily="18" charset="0"/>
                      </a:rPr>
                      <m:t>Θ</m:t>
                    </m:r>
                  </m:oMath>
                </a14:m>
                <a:r>
                  <a:rPr lang="en-US" dirty="0"/>
                  <a:t>)</a:t>
                </a:r>
              </a:p>
              <a:p>
                <a:pPr lvl="1"/>
                <a:r>
                  <a:rPr lang="en-US" dirty="0"/>
                  <a:t>More on this next class</a:t>
                </a:r>
              </a:p>
              <a:p>
                <a:pPr lvl="1"/>
                <a:endParaRPr lang="en-US" dirty="0"/>
              </a:p>
            </p:txBody>
          </p:sp>
        </mc:Choice>
        <mc:Fallback xmlns="">
          <p:sp>
            <p:nvSpPr>
              <p:cNvPr id="3" name="Content Placeholder 2">
                <a:extLst>
                  <a:ext uri="{FF2B5EF4-FFF2-40B4-BE49-F238E27FC236}">
                    <a16:creationId xmlns:a16="http://schemas.microsoft.com/office/drawing/2014/main" id="{83E204E3-3746-6F63-F37E-E3CE2D8E931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80721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3A1F-2F28-72B9-7893-6E4BD450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DE26A-C2F5-7B5B-4759-C1446F452DED}"/>
              </a:ext>
            </a:extLst>
          </p:cNvPr>
          <p:cNvSpPr>
            <a:spLocks noGrp="1"/>
          </p:cNvSpPr>
          <p:nvPr>
            <p:ph type="title"/>
          </p:nvPr>
        </p:nvSpPr>
        <p:spPr>
          <a:xfrm>
            <a:off x="3266440" y="0"/>
            <a:ext cx="8925560" cy="1325563"/>
          </a:xfrm>
        </p:spPr>
        <p:txBody>
          <a:bodyPr/>
          <a:lstStyle/>
          <a:p>
            <a:r>
              <a:rPr lang="en-US" dirty="0"/>
              <a:t>Worst Case – Example 1 (Questions)</a:t>
            </a:r>
          </a:p>
        </p:txBody>
      </p:sp>
      <p:sp>
        <p:nvSpPr>
          <p:cNvPr id="3" name="Content Placeholder 2">
            <a:extLst>
              <a:ext uri="{FF2B5EF4-FFF2-40B4-BE49-F238E27FC236}">
                <a16:creationId xmlns:a16="http://schemas.microsoft.com/office/drawing/2014/main" id="{CE5E1733-8A24-7197-0553-9AFFD2032989}"/>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a:t>
            </a:r>
          </a:p>
          <a:p>
            <a:pPr marL="0" indent="0">
              <a:buNone/>
            </a:pPr>
            <a:r>
              <a:rPr lang="en-US" dirty="0"/>
              <a:t>    c = b / 3;  </a:t>
            </a:r>
          </a:p>
          <a:p>
            <a:pPr marL="0" indent="0">
              <a:buNone/>
            </a:pPr>
            <a:r>
              <a:rPr lang="en-US" dirty="0"/>
              <a:t>    b = c + 100;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b++; </a:t>
            </a:r>
          </a:p>
          <a:p>
            <a:pPr marL="0" indent="0">
              <a:buNone/>
            </a:pPr>
            <a:r>
              <a:rPr lang="en-US" dirty="0"/>
              <a:t>   } </a:t>
            </a:r>
          </a:p>
          <a:p>
            <a:pPr marL="0" indent="0">
              <a:buNone/>
            </a:pPr>
            <a:r>
              <a:rPr lang="en-US" dirty="0"/>
              <a:t>    if (b % 2 == 0)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a:t>
            </a:r>
          </a:p>
          <a:p>
            <a:pPr marL="0" indent="0">
              <a:buNone/>
            </a:pPr>
            <a:r>
              <a:rPr lang="en-US" dirty="0"/>
              <a:t>            </a:t>
            </a:r>
            <a:r>
              <a:rPr lang="en-US" dirty="0" err="1"/>
              <a:t>c++</a:t>
            </a:r>
            <a:r>
              <a:rPr lang="en-US" dirty="0"/>
              <a:t>;</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p:sp>
        <p:nvSpPr>
          <p:cNvPr id="4" name="TextBox 3">
            <a:extLst>
              <a:ext uri="{FF2B5EF4-FFF2-40B4-BE49-F238E27FC236}">
                <a16:creationId xmlns:a16="http://schemas.microsoft.com/office/drawing/2014/main" id="{415FE405-21FA-86BC-EF0B-7959FD174D9C}"/>
              </a:ext>
            </a:extLst>
          </p:cNvPr>
          <p:cNvSpPr txBox="1"/>
          <p:nvPr/>
        </p:nvSpPr>
        <p:spPr>
          <a:xfrm>
            <a:off x="6096000" y="1223466"/>
            <a:ext cx="5816657" cy="4524315"/>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3310548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 Example 1 (Answers)</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609600"/>
            <a:ext cx="10515600" cy="6451599"/>
          </a:xfrm>
        </p:spPr>
        <p:txBody>
          <a:bodyPr>
            <a:normAutofit fontScale="77500" lnSpcReduction="20000"/>
          </a:bodyPr>
          <a:lstStyle/>
          <a:p>
            <a:pPr marL="0" indent="0">
              <a:buNone/>
            </a:pPr>
            <a:r>
              <a:rPr lang="en-US" dirty="0" err="1"/>
              <a:t>myFunction</a:t>
            </a:r>
            <a:r>
              <a:rPr lang="en-US" dirty="0"/>
              <a:t>(List n){</a:t>
            </a:r>
          </a:p>
          <a:p>
            <a:pPr marL="0" indent="0">
              <a:buNone/>
            </a:pPr>
            <a:r>
              <a:rPr lang="en-US" dirty="0"/>
              <a:t>    b = 55 + 5; // 1</a:t>
            </a:r>
          </a:p>
          <a:p>
            <a:pPr marL="0" indent="0">
              <a:buNone/>
            </a:pPr>
            <a:r>
              <a:rPr lang="en-US" dirty="0"/>
              <a:t>    c = b / 3;  // 1</a:t>
            </a:r>
          </a:p>
          <a:p>
            <a:pPr marL="0" indent="0">
              <a:buNone/>
            </a:pPr>
            <a:r>
              <a:rPr lang="en-US" dirty="0"/>
              <a:t>    b = c + 100;  // 1</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a:t>
            </a:r>
          </a:p>
          <a:p>
            <a:pPr marL="0" indent="0">
              <a:buNone/>
            </a:pPr>
            <a:r>
              <a:rPr lang="en-US" dirty="0"/>
              <a:t>        b++; // 1</a:t>
            </a:r>
          </a:p>
          <a:p>
            <a:pPr marL="0" indent="0">
              <a:buNone/>
            </a:pPr>
            <a:r>
              <a:rPr lang="en-US" dirty="0"/>
              <a:t>   } </a:t>
            </a:r>
          </a:p>
          <a:p>
            <a:pPr marL="0" indent="0">
              <a:buNone/>
            </a:pPr>
            <a:r>
              <a:rPr lang="en-US" dirty="0"/>
              <a:t>    if (b % 2 == 0) { // 1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else { </a:t>
            </a:r>
          </a:p>
          <a:p>
            <a:pPr marL="0" indent="0">
              <a:buNone/>
            </a:pPr>
            <a:r>
              <a:rPr lang="en-US" dirty="0"/>
              <a:t>        for (</a:t>
            </a:r>
            <a:r>
              <a:rPr lang="en-US" dirty="0" err="1"/>
              <a:t>i</a:t>
            </a:r>
            <a:r>
              <a:rPr lang="en-US" dirty="0"/>
              <a:t> = 0; </a:t>
            </a:r>
            <a:r>
              <a:rPr lang="en-US" dirty="0" err="1"/>
              <a:t>i</a:t>
            </a:r>
            <a:r>
              <a:rPr lang="en-US" dirty="0"/>
              <a:t> &lt; </a:t>
            </a:r>
            <a:r>
              <a:rPr lang="en-US" dirty="0" err="1"/>
              <a:t>n.size</a:t>
            </a:r>
            <a:r>
              <a:rPr lang="en-US" dirty="0"/>
              <a:t>(); </a:t>
            </a:r>
            <a:r>
              <a:rPr lang="en-US" dirty="0" err="1"/>
              <a:t>i</a:t>
            </a:r>
            <a:r>
              <a:rPr lang="en-US" dirty="0"/>
              <a:t>++) { // 1, n times </a:t>
            </a:r>
          </a:p>
          <a:p>
            <a:pPr marL="0" indent="0">
              <a:buNone/>
            </a:pPr>
            <a:r>
              <a:rPr lang="en-US" dirty="0"/>
              <a:t>            </a:t>
            </a:r>
            <a:r>
              <a:rPr lang="en-US" dirty="0" err="1"/>
              <a:t>c++</a:t>
            </a:r>
            <a:r>
              <a:rPr lang="en-US" dirty="0"/>
              <a:t>; // 1</a:t>
            </a:r>
          </a:p>
          <a:p>
            <a:pPr marL="0" indent="0">
              <a:buNone/>
            </a:pPr>
            <a:r>
              <a:rPr lang="en-US" dirty="0"/>
              <a:t>        } </a:t>
            </a:r>
          </a:p>
          <a:p>
            <a:pPr marL="0" indent="0">
              <a:buNone/>
            </a:pPr>
            <a:r>
              <a:rPr lang="en-US" dirty="0"/>
              <a:t>    }</a:t>
            </a:r>
          </a:p>
          <a:p>
            <a:pPr marL="0" indent="0">
              <a:buNone/>
            </a:pPr>
            <a:r>
              <a:rPr lang="en-US" dirty="0"/>
              <a:t>    return c;</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816657" cy="4893647"/>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of items in the list</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Arithmetic ops (+-*/)</a:t>
                </a:r>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different inputs?</a:t>
                </a:r>
              </a:p>
              <a:p>
                <a:pPr marL="285750" indent="-285750">
                  <a:buFont typeface="Arial" panose="020B0604020202020204" pitchFamily="34" charset="0"/>
                  <a:buChar char="•"/>
                </a:pPr>
                <a:r>
                  <a:rPr lang="en-US" sz="2400" dirty="0"/>
                  <a:t>Answer:</a:t>
                </a:r>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3+2</m:t>
                    </m:r>
                    <m:r>
                      <a:rPr lang="en-US" sz="2400" b="0" i="1" smtClean="0">
                        <a:latin typeface="Cambria Math" panose="02040503050406030204" pitchFamily="18" charset="0"/>
                      </a:rPr>
                      <m:t>𝑛</m:t>
                    </m:r>
                    <m:r>
                      <a:rPr lang="en-US" sz="2400" b="0" i="1" smtClean="0">
                        <a:latin typeface="Cambria Math" panose="02040503050406030204" pitchFamily="18" charset="0"/>
                      </a:rPr>
                      <m:t>+1+2</m:t>
                    </m:r>
                    <m:r>
                      <a:rPr lang="en-US" sz="2400" b="0" i="1" smtClean="0">
                        <a:latin typeface="Cambria Math" panose="02040503050406030204" pitchFamily="18" charset="0"/>
                      </a:rPr>
                      <m:t>𝑛</m:t>
                    </m:r>
                    <m:r>
                      <a:rPr lang="en-US" sz="2400" b="0" i="1" smtClean="0">
                        <a:latin typeface="Cambria Math" panose="02040503050406030204" pitchFamily="18" charset="0"/>
                      </a:rPr>
                      <m:t>=4</m:t>
                    </m:r>
                    <m:r>
                      <a:rPr lang="en-US" sz="2400" b="0" i="1" smtClean="0">
                        <a:latin typeface="Cambria Math" panose="02040503050406030204" pitchFamily="18" charset="0"/>
                      </a:rPr>
                      <m:t>𝑛</m:t>
                    </m:r>
                    <m:r>
                      <a:rPr lang="en-US" sz="2400" b="0" i="1" smtClean="0">
                        <a:latin typeface="Cambria Math" panose="02040503050406030204" pitchFamily="18" charset="0"/>
                      </a:rPr>
                      <m:t>+4</m:t>
                    </m:r>
                  </m:oMath>
                </a14:m>
                <a:endParaRPr lang="en-US" sz="2400" b="0" dirty="0"/>
              </a:p>
              <a:p>
                <a:pPr marL="742950" lvl="1" indent="-285750">
                  <a:buFont typeface="Arial" panose="020B0604020202020204" pitchFamily="34" charset="0"/>
                  <a:buChar char="•"/>
                </a:pPr>
                <a14:m>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endParaRPr lang="en-US" sz="2400" dirty="0"/>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816657" cy="4893647"/>
              </a:xfrm>
              <a:prstGeom prst="rect">
                <a:avLst/>
              </a:prstGeom>
              <a:blipFill>
                <a:blip r:embed="rId2"/>
                <a:stretch>
                  <a:fillRect l="-1572" t="-998" r="-524"/>
                </a:stretch>
              </a:blipFill>
            </p:spPr>
            <p:txBody>
              <a:bodyPr/>
              <a:lstStyle/>
              <a:p>
                <a:r>
                  <a:rPr lang="en-US">
                    <a:noFill/>
                  </a:rPr>
                  <a:t> </a:t>
                </a:r>
              </a:p>
            </p:txBody>
          </p:sp>
        </mc:Fallback>
      </mc:AlternateContent>
    </p:spTree>
    <p:extLst>
      <p:ext uri="{BB962C8B-B14F-4D97-AF65-F5344CB8AC3E}">
        <p14:creationId xmlns:p14="http://schemas.microsoft.com/office/powerpoint/2010/main" val="2462038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16DD-36F5-8C12-841E-7550A34136A2}"/>
              </a:ext>
            </a:extLst>
          </p:cNvPr>
          <p:cNvSpPr>
            <a:spLocks noGrp="1"/>
          </p:cNvSpPr>
          <p:nvPr>
            <p:ph type="title"/>
          </p:nvPr>
        </p:nvSpPr>
        <p:spPr>
          <a:xfrm>
            <a:off x="3266440" y="0"/>
            <a:ext cx="8925560" cy="1325563"/>
          </a:xfrm>
        </p:spPr>
        <p:txBody>
          <a:bodyPr/>
          <a:lstStyle/>
          <a:p>
            <a:r>
              <a:rPr lang="en-US" dirty="0"/>
              <a:t>Worst Case – Example 2 (Questions)</a:t>
            </a:r>
          </a:p>
        </p:txBody>
      </p:sp>
      <p:sp>
        <p:nvSpPr>
          <p:cNvPr id="3" name="Content Placeholder 2">
            <a:extLst>
              <a:ext uri="{FF2B5EF4-FFF2-40B4-BE49-F238E27FC236}">
                <a16:creationId xmlns:a16="http://schemas.microsoft.com/office/drawing/2014/main" id="{C2647DF6-6456-9C6C-709D-BEBF2D0F59A6}"/>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a:t>
            </a:r>
          </a:p>
          <a:p>
            <a:pPr marL="0" indent="0">
              <a:buNone/>
            </a:pPr>
            <a:r>
              <a:rPr lang="en-US" dirty="0"/>
              <a:t>            print (“Hi, I’m annoying”); </a:t>
            </a:r>
          </a:p>
          <a:p>
            <a:pPr marL="0" indent="0">
              <a:buNone/>
            </a:pPr>
            <a:r>
              <a:rPr lang="en-US" dirty="0"/>
              <a:t>        }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AD6C7F58-306D-E658-69EC-00881D5C09AB}"/>
              </a:ext>
            </a:extLst>
          </p:cNvPr>
          <p:cNvSpPr txBox="1"/>
          <p:nvPr/>
        </p:nvSpPr>
        <p:spPr>
          <a:xfrm>
            <a:off x="6096000" y="1223466"/>
            <a:ext cx="5595058" cy="3785652"/>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541999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5417A-E6C5-87EA-7920-49532B7D2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57A5C-50F3-28D9-983F-194010493941}"/>
              </a:ext>
            </a:extLst>
          </p:cNvPr>
          <p:cNvSpPr>
            <a:spLocks noGrp="1"/>
          </p:cNvSpPr>
          <p:nvPr>
            <p:ph type="title"/>
          </p:nvPr>
        </p:nvSpPr>
        <p:spPr>
          <a:xfrm>
            <a:off x="3266440" y="0"/>
            <a:ext cx="8925560" cy="1325563"/>
          </a:xfrm>
        </p:spPr>
        <p:txBody>
          <a:bodyPr/>
          <a:lstStyle/>
          <a:p>
            <a:r>
              <a:rPr lang="en-US" dirty="0"/>
              <a:t>Worst Case – Example 2 (Answers)</a:t>
            </a:r>
          </a:p>
        </p:txBody>
      </p:sp>
      <p:sp>
        <p:nvSpPr>
          <p:cNvPr id="3" name="Content Placeholder 2">
            <a:extLst>
              <a:ext uri="{FF2B5EF4-FFF2-40B4-BE49-F238E27FC236}">
                <a16:creationId xmlns:a16="http://schemas.microsoft.com/office/drawing/2014/main" id="{F8E53F75-C222-9FA9-3DC9-6A0B759E3353}"/>
              </a:ext>
            </a:extLst>
          </p:cNvPr>
          <p:cNvSpPr>
            <a:spLocks noGrp="1"/>
          </p:cNvSpPr>
          <p:nvPr>
            <p:ph idx="1"/>
          </p:nvPr>
        </p:nvSpPr>
        <p:spPr>
          <a:xfrm>
            <a:off x="157480" y="1044654"/>
            <a:ext cx="10515600" cy="6451599"/>
          </a:xfrm>
        </p:spPr>
        <p:txBody>
          <a:bodyPr>
            <a:normAutofit/>
          </a:bodyPr>
          <a:lstStyle/>
          <a:p>
            <a:pPr marL="0" indent="0">
              <a:buNone/>
            </a:pPr>
            <a:r>
              <a:rPr lang="en-US" dirty="0" err="1"/>
              <a:t>beAnnoying</a:t>
            </a:r>
            <a:r>
              <a:rPr lang="en-US" dirty="0"/>
              <a:t>(List n){</a:t>
            </a:r>
          </a:p>
          <a:p>
            <a:pPr marL="0" indent="0">
              <a:buNone/>
            </a:pPr>
            <a:r>
              <a:rPr lang="en-US" dirty="0"/>
              <a:t>    List m = [];</a:t>
            </a:r>
          </a:p>
          <a:p>
            <a:pPr marL="0" indent="0">
              <a:buNone/>
            </a:pPr>
            <a:r>
              <a:rPr lang="en-US" dirty="0"/>
              <a:t>    for (</a:t>
            </a:r>
            <a:r>
              <a:rPr lang="en-US" dirty="0" err="1"/>
              <a:t>i</a:t>
            </a:r>
            <a:r>
              <a:rPr lang="en-US" dirty="0"/>
              <a:t>=0; </a:t>
            </a:r>
            <a:r>
              <a:rPr lang="en-US" dirty="0" err="1"/>
              <a:t>i</a:t>
            </a:r>
            <a:r>
              <a:rPr lang="en-US" dirty="0"/>
              <a:t> &lt; </a:t>
            </a:r>
            <a:r>
              <a:rPr lang="en-US" dirty="0" err="1"/>
              <a:t>n.size</a:t>
            </a:r>
            <a:r>
              <a:rPr lang="en-US" dirty="0"/>
              <a:t>(); </a:t>
            </a:r>
            <a:r>
              <a:rPr lang="en-US" dirty="0" err="1"/>
              <a:t>i</a:t>
            </a:r>
            <a:r>
              <a:rPr lang="en-US" dirty="0"/>
              <a:t>++){ // n times</a:t>
            </a:r>
          </a:p>
          <a:p>
            <a:pPr marL="0" indent="0">
              <a:buNone/>
            </a:pPr>
            <a:r>
              <a:rPr lang="en-US" dirty="0"/>
              <a:t>        </a:t>
            </a:r>
            <a:r>
              <a:rPr lang="en-US" dirty="0" err="1"/>
              <a:t>m.add</a:t>
            </a:r>
            <a:r>
              <a:rPr lang="en-US" dirty="0"/>
              <a:t>(n[</a:t>
            </a:r>
            <a:r>
              <a:rPr lang="en-US" dirty="0" err="1"/>
              <a:t>i</a:t>
            </a:r>
            <a:r>
              <a:rPr lang="en-US" dirty="0"/>
              <a:t>]);</a:t>
            </a:r>
          </a:p>
          <a:p>
            <a:pPr marL="0" indent="0">
              <a:buNone/>
            </a:pPr>
            <a:r>
              <a:rPr lang="en-US" dirty="0"/>
              <a:t>        for (j=0; j&lt; </a:t>
            </a:r>
            <a:r>
              <a:rPr lang="en-US" dirty="0" err="1"/>
              <a:t>n.size</a:t>
            </a:r>
            <a:r>
              <a:rPr lang="en-US" dirty="0"/>
              <a:t>(); </a:t>
            </a:r>
            <a:r>
              <a:rPr lang="en-US" dirty="0" err="1"/>
              <a:t>j++</a:t>
            </a:r>
            <a:r>
              <a:rPr lang="en-US" dirty="0"/>
              <a:t>){ // n times</a:t>
            </a:r>
          </a:p>
          <a:p>
            <a:pPr marL="0" indent="0">
              <a:buNone/>
            </a:pPr>
            <a:r>
              <a:rPr lang="en-US" dirty="0"/>
              <a:t>            print (“Hi, I’m annoying”); // 1</a:t>
            </a:r>
          </a:p>
          <a:p>
            <a:pPr marL="0" indent="0">
              <a:buNone/>
            </a:pPr>
            <a:r>
              <a:rPr lang="en-US" dirty="0"/>
              <a:t>        } </a:t>
            </a:r>
          </a:p>
          <a:p>
            <a:pPr marL="0" indent="0">
              <a:buNone/>
            </a:pPr>
            <a:r>
              <a:rPr lang="en-US" dirty="0"/>
              <a:t>    }</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F431723-5CC5-DB8E-EA72-4108117A5CDA}"/>
                  </a:ext>
                </a:extLst>
              </p:cNvPr>
              <p:cNvSpPr txBox="1"/>
              <p:nvPr/>
            </p:nvSpPr>
            <p:spPr>
              <a:xfrm>
                <a:off x="6096000" y="1223466"/>
                <a:ext cx="5595058" cy="4154984"/>
              </a:xfrm>
              <a:prstGeom prst="rect">
                <a:avLst/>
              </a:prstGeom>
              <a:noFill/>
            </p:spPr>
            <p:txBody>
              <a:bodyPr wrap="none" rtlCol="0">
                <a:spAutoFit/>
              </a:bodyPr>
              <a:lstStyle/>
              <a:p>
                <a:r>
                  <a:rPr lang="en-US" sz="2400" dirty="0"/>
                  <a:t>Questions to ask:</a:t>
                </a:r>
              </a:p>
              <a:p>
                <a:pPr marL="285750" indent="-285750">
                  <a:buFont typeface="Arial" panose="020B0604020202020204" pitchFamily="34" charset="0"/>
                  <a:buChar char="•"/>
                </a:pPr>
                <a:r>
                  <a:rPr lang="en-US" sz="2400" dirty="0"/>
                  <a:t>What are the units of the input size?</a:t>
                </a:r>
              </a:p>
              <a:p>
                <a:pPr marL="742950" lvl="1" indent="-285750">
                  <a:buFont typeface="Arial" panose="020B0604020202020204" pitchFamily="34" charset="0"/>
                  <a:buChar char="•"/>
                </a:pPr>
                <a:r>
                  <a:rPr lang="en-US" sz="2400" dirty="0"/>
                  <a:t># items</a:t>
                </a:r>
              </a:p>
              <a:p>
                <a:pPr marL="285750" indent="-285750">
                  <a:buFont typeface="Arial" panose="020B0604020202020204" pitchFamily="34" charset="0"/>
                  <a:buChar char="•"/>
                </a:pPr>
                <a:r>
                  <a:rPr lang="en-US" sz="2400" dirty="0"/>
                  <a:t>What are the operations we’re counting?</a:t>
                </a:r>
              </a:p>
              <a:p>
                <a:pPr marL="742950" lvl="1" indent="-285750">
                  <a:buFont typeface="Arial" panose="020B0604020202020204" pitchFamily="34" charset="0"/>
                  <a:buChar char="•"/>
                </a:pPr>
                <a:r>
                  <a:rPr lang="en-US" sz="2400" dirty="0"/>
                  <a:t>Adding or printing</a:t>
                </a:r>
              </a:p>
              <a:p>
                <a:pPr marL="742950" lvl="1" indent="-285750">
                  <a:buFont typeface="Arial" panose="020B0604020202020204" pitchFamily="34" charset="0"/>
                  <a:buChar char="•"/>
                </a:pPr>
                <a:r>
                  <a:rPr lang="en-US" sz="2400" dirty="0"/>
                  <a:t>Printing: </a:t>
                </a:r>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a14:m>
                <a:endParaRPr lang="en-US" sz="2400" dirty="0"/>
              </a:p>
              <a:p>
                <a:pPr marL="285750" indent="-285750">
                  <a:buFont typeface="Arial" panose="020B0604020202020204" pitchFamily="34" charset="0"/>
                  <a:buChar char="•"/>
                </a:pPr>
                <a:r>
                  <a:rPr lang="en-US" sz="2400" dirty="0"/>
                  <a:t>For each line:</a:t>
                </a:r>
              </a:p>
              <a:p>
                <a:pPr marL="742950" lvl="1" indent="-285750">
                  <a:buFont typeface="Arial" panose="020B0604020202020204" pitchFamily="34" charset="0"/>
                  <a:buChar char="•"/>
                </a:pPr>
                <a:r>
                  <a:rPr lang="en-US" sz="2400" dirty="0"/>
                  <a:t>How many times will it run?</a:t>
                </a:r>
              </a:p>
              <a:p>
                <a:pPr marL="742950" lvl="1" indent="-285750">
                  <a:buFont typeface="Arial" panose="020B0604020202020204" pitchFamily="34" charset="0"/>
                  <a:buChar char="•"/>
                </a:pPr>
                <a:r>
                  <a:rPr lang="en-US" sz="2400" dirty="0"/>
                  <a:t>How long does it take to run?</a:t>
                </a:r>
              </a:p>
              <a:p>
                <a:pPr marL="742950" lvl="1" indent="-285750">
                  <a:buFont typeface="Arial" panose="020B0604020202020204" pitchFamily="34" charset="0"/>
                  <a:buChar char="•"/>
                </a:pPr>
                <a:r>
                  <a:rPr lang="en-US" sz="2400" dirty="0"/>
                  <a:t>Does this change with the input size?</a:t>
                </a:r>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AD6C7F58-306D-E658-69EC-00881D5C09AB}"/>
                  </a:ext>
                </a:extLst>
              </p:cNvPr>
              <p:cNvSpPr txBox="1">
                <a:spLocks noRot="1" noChangeAspect="1" noMove="1" noResize="1" noEditPoints="1" noAdjustHandles="1" noChangeArrowheads="1" noChangeShapeType="1" noTextEdit="1"/>
              </p:cNvSpPr>
              <p:nvPr/>
            </p:nvSpPr>
            <p:spPr>
              <a:xfrm>
                <a:off x="6096000" y="1223466"/>
                <a:ext cx="5595058" cy="4154984"/>
              </a:xfrm>
              <a:prstGeom prst="rect">
                <a:avLst/>
              </a:prstGeom>
              <a:blipFill>
                <a:blip r:embed="rId2"/>
                <a:stretch>
                  <a:fillRect l="-1634" t="-1175" r="-654"/>
                </a:stretch>
              </a:blipFill>
            </p:spPr>
            <p:txBody>
              <a:bodyPr/>
              <a:lstStyle/>
              <a:p>
                <a:r>
                  <a:rPr lang="en-US">
                    <a:noFill/>
                  </a:rPr>
                  <a:t> </a:t>
                </a:r>
              </a:p>
            </p:txBody>
          </p:sp>
        </mc:Fallback>
      </mc:AlternateContent>
    </p:spTree>
    <p:extLst>
      <p:ext uri="{BB962C8B-B14F-4D97-AF65-F5344CB8AC3E}">
        <p14:creationId xmlns:p14="http://schemas.microsoft.com/office/powerpoint/2010/main" val="294034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BC43-DD63-2B24-550B-B08D845611D3}"/>
              </a:ext>
            </a:extLst>
          </p:cNvPr>
          <p:cNvSpPr>
            <a:spLocks noGrp="1"/>
          </p:cNvSpPr>
          <p:nvPr>
            <p:ph type="title"/>
          </p:nvPr>
        </p:nvSpPr>
        <p:spPr/>
        <p:txBody>
          <a:bodyPr/>
          <a:lstStyle/>
          <a:p>
            <a:r>
              <a:rPr lang="en-US" dirty="0"/>
              <a:t>Worst Case Running Time – General Guide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06B4E2-CD04-DDD0-E33D-A4B22AE7A8D8}"/>
                  </a:ext>
                </a:extLst>
              </p:cNvPr>
              <p:cNvSpPr>
                <a:spLocks noGrp="1"/>
              </p:cNvSpPr>
              <p:nvPr>
                <p:ph idx="1"/>
              </p:nvPr>
            </p:nvSpPr>
            <p:spPr/>
            <p:txBody>
              <a:bodyPr/>
              <a:lstStyle/>
              <a:p>
                <a:r>
                  <a:rPr lang="en-US" dirty="0"/>
                  <a:t>Add together the time of consecutive statements</a:t>
                </a:r>
              </a:p>
              <a:p>
                <a:r>
                  <a:rPr lang="en-US" dirty="0"/>
                  <a:t>Loops: Sum up the time required through each iteration of the loop</a:t>
                </a:r>
              </a:p>
              <a:p>
                <a:pPr lvl="1"/>
                <a:r>
                  <a:rPr lang="en-US" dirty="0"/>
                  <a:t>If each takes the same time, then [time per loop </a:t>
                </a:r>
                <a14:m>
                  <m:oMath xmlns:m="http://schemas.openxmlformats.org/officeDocument/2006/math">
                    <m:r>
                      <a:rPr lang="en-US" b="0" i="1" smtClean="0">
                        <a:latin typeface="Cambria Math" panose="02040503050406030204" pitchFamily="18" charset="0"/>
                      </a:rPr>
                      <m:t>×</m:t>
                    </m:r>
                  </m:oMath>
                </a14:m>
                <a:r>
                  <a:rPr lang="en-US" dirty="0"/>
                  <a:t> number of iterations]</a:t>
                </a:r>
              </a:p>
              <a:p>
                <a:r>
                  <a:rPr lang="en-US" dirty="0"/>
                  <a:t>Conditionals: Sum together the time to check the condition and time of the slowest branch</a:t>
                </a:r>
              </a:p>
              <a:p>
                <a:r>
                  <a:rPr lang="en-US" dirty="0"/>
                  <a:t>Function Calls: Time of the function’s body</a:t>
                </a:r>
              </a:p>
              <a:p>
                <a:r>
                  <a:rPr lang="en-US" dirty="0"/>
                  <a:t>Recursion: Solve a </a:t>
                </a:r>
                <a:r>
                  <a:rPr lang="en-US" dirty="0">
                    <a:solidFill>
                      <a:srgbClr val="FF0000"/>
                    </a:solidFill>
                  </a:rPr>
                  <a:t>recurrence relation</a:t>
                </a:r>
              </a:p>
              <a:p>
                <a:endParaRPr lang="en-US" dirty="0"/>
              </a:p>
            </p:txBody>
          </p:sp>
        </mc:Choice>
        <mc:Fallback xmlns="">
          <p:sp>
            <p:nvSpPr>
              <p:cNvPr id="3" name="Content Placeholder 2">
                <a:extLst>
                  <a:ext uri="{FF2B5EF4-FFF2-40B4-BE49-F238E27FC236}">
                    <a16:creationId xmlns:a16="http://schemas.microsoft.com/office/drawing/2014/main" id="{8E06B4E2-CD04-DDD0-E33D-A4B22AE7A8D8}"/>
                  </a:ext>
                </a:extLst>
              </p:cNvPr>
              <p:cNvSpPr>
                <a:spLocks noGrp="1" noRot="1" noChangeAspect="1" noMove="1" noResize="1" noEditPoints="1" noAdjustHandles="1" noChangeArrowheads="1" noChangeShapeType="1" noTextEdit="1"/>
              </p:cNvSpPr>
              <p:nvPr>
                <p:ph idx="1"/>
              </p:nvPr>
            </p:nvSpPr>
            <p:spPr>
              <a:blipFill>
                <a:blip r:embed="rId2"/>
                <a:stretch>
                  <a:fillRect l="-1043" t="-2241" r="-116"/>
                </a:stretch>
              </a:blipFill>
            </p:spPr>
            <p:txBody>
              <a:bodyPr/>
              <a:lstStyle/>
              <a:p>
                <a:r>
                  <a:rPr lang="en-US">
                    <a:noFill/>
                  </a:rPr>
                  <a:t> </a:t>
                </a:r>
              </a:p>
            </p:txBody>
          </p:sp>
        </mc:Fallback>
      </mc:AlternateContent>
    </p:spTree>
    <p:extLst>
      <p:ext uri="{BB962C8B-B14F-4D97-AF65-F5344CB8AC3E}">
        <p14:creationId xmlns:p14="http://schemas.microsoft.com/office/powerpoint/2010/main" val="2483398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106B-E7F2-6AC4-0CEB-263B34D0A085}"/>
              </a:ext>
            </a:extLst>
          </p:cNvPr>
          <p:cNvSpPr>
            <a:spLocks noGrp="1"/>
          </p:cNvSpPr>
          <p:nvPr>
            <p:ph type="title"/>
          </p:nvPr>
        </p:nvSpPr>
        <p:spPr/>
        <p:txBody>
          <a:bodyPr/>
          <a:lstStyle/>
          <a:p>
            <a:r>
              <a:rPr lang="en-US" dirty="0"/>
              <a:t>Defining your running time function</a:t>
            </a:r>
          </a:p>
        </p:txBody>
      </p:sp>
      <p:sp>
        <p:nvSpPr>
          <p:cNvPr id="3" name="Content Placeholder 2">
            <a:extLst>
              <a:ext uri="{FF2B5EF4-FFF2-40B4-BE49-F238E27FC236}">
                <a16:creationId xmlns:a16="http://schemas.microsoft.com/office/drawing/2014/main" id="{0D8B7D0D-89C1-85CB-26AE-4351C262A7BA}"/>
              </a:ext>
            </a:extLst>
          </p:cNvPr>
          <p:cNvSpPr>
            <a:spLocks noGrp="1"/>
          </p:cNvSpPr>
          <p:nvPr>
            <p:ph idx="1"/>
          </p:nvPr>
        </p:nvSpPr>
        <p:spPr>
          <a:xfrm>
            <a:off x="838199" y="1825625"/>
            <a:ext cx="10850217" cy="4351338"/>
          </a:xfrm>
        </p:spPr>
        <p:txBody>
          <a:bodyPr>
            <a:normAutofit/>
          </a:bodyPr>
          <a:lstStyle/>
          <a:p>
            <a:r>
              <a:rPr lang="en-US" dirty="0"/>
              <a:t>Worst-case complexity: </a:t>
            </a:r>
          </a:p>
          <a:p>
            <a:pPr lvl="1"/>
            <a:r>
              <a:rPr lang="en-US" dirty="0"/>
              <a:t>max number of steps algorithm takes on “most challenging” input </a:t>
            </a:r>
          </a:p>
          <a:p>
            <a:r>
              <a:rPr lang="en-US" dirty="0"/>
              <a:t>Best-case complexity: </a:t>
            </a:r>
          </a:p>
          <a:p>
            <a:pPr lvl="1"/>
            <a:r>
              <a:rPr lang="en-US" dirty="0"/>
              <a:t>min number of steps algorithm takes on “easiest” input </a:t>
            </a:r>
          </a:p>
          <a:p>
            <a:r>
              <a:rPr lang="en-US" dirty="0"/>
              <a:t>Average/expected complexity: </a:t>
            </a:r>
          </a:p>
          <a:p>
            <a:pPr lvl="1"/>
            <a:r>
              <a:rPr lang="en-US" dirty="0"/>
              <a:t>avg number of steps algorithm takes on random inputs (distribution-dependent) </a:t>
            </a:r>
          </a:p>
          <a:p>
            <a:r>
              <a:rPr lang="en-US" dirty="0"/>
              <a:t>Amortized complexity: </a:t>
            </a:r>
          </a:p>
          <a:p>
            <a:pPr lvl="1"/>
            <a:r>
              <a:rPr lang="en-US" dirty="0"/>
              <a:t>max total number of steps algorithm takes on M “most challenging” consecutive inputs, divided by M (i.e., divide the max total sum by M).</a:t>
            </a:r>
          </a:p>
        </p:txBody>
      </p:sp>
    </p:spTree>
    <p:extLst>
      <p:ext uri="{BB962C8B-B14F-4D97-AF65-F5344CB8AC3E}">
        <p14:creationId xmlns:p14="http://schemas.microsoft.com/office/powerpoint/2010/main" val="545482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err="1"/>
              <a:t>ArrayList</a:t>
            </a:r>
            <a:r>
              <a:rPr lang="en-US" dirty="0"/>
              <a:t> - Worst Case Time of Add</a:t>
            </a:r>
          </a:p>
        </p:txBody>
      </p:sp>
      <p:sp>
        <p:nvSpPr>
          <p:cNvPr id="5" name="Content Placeholder 2">
            <a:extLst>
              <a:ext uri="{FF2B5EF4-FFF2-40B4-BE49-F238E27FC236}">
                <a16:creationId xmlns:a16="http://schemas.microsoft.com/office/drawing/2014/main" id="{EBE0DF2B-2C50-08CC-5BA6-B5A1FBAD4B25}"/>
              </a:ext>
            </a:extLst>
          </p:cNvPr>
          <p:cNvSpPr>
            <a:spLocks noGrp="1"/>
          </p:cNvSpPr>
          <p:nvPr>
            <p:ph sz="half" idx="1"/>
          </p:nvPr>
        </p:nvSpPr>
        <p:spPr>
          <a:xfrm>
            <a:off x="349135" y="1825625"/>
            <a:ext cx="5670665" cy="4667250"/>
          </a:xfrm>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void</a:t>
            </a:r>
            <a:r>
              <a:rPr lang="en-US" sz="1600" b="0" dirty="0">
                <a:solidFill>
                  <a:srgbClr val="000000"/>
                </a:solidFill>
                <a:effectLst/>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value){</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data.length</a:t>
            </a:r>
            <a:r>
              <a:rPr lang="en-US" sz="1600" b="0" dirty="0">
                <a:solidFill>
                  <a:srgbClr val="000000"/>
                </a:solidFill>
                <a:effectLst/>
                <a:highlight>
                  <a:srgbClr val="FFFFFF"/>
                </a:highlight>
                <a:latin typeface="Consolas" panose="020B0609020204030204" pitchFamily="49" charset="0"/>
              </a:rPr>
              <a:t> == size)</a:t>
            </a:r>
          </a:p>
          <a:p>
            <a:pPr marL="0" indent="0">
              <a:buNone/>
            </a:pPr>
            <a:r>
              <a:rPr lang="en-US" sz="1600" b="0" dirty="0">
                <a:solidFill>
                  <a:srgbClr val="000000"/>
                </a:solidFill>
                <a:effectLst/>
                <a:highlight>
                  <a:srgbClr val="FFFFFF"/>
                </a:highlight>
                <a:latin typeface="Consolas" panose="020B0609020204030204" pitchFamily="49" charset="0"/>
              </a:rPr>
              <a:t>        resize();</a:t>
            </a:r>
          </a:p>
          <a:p>
            <a:pPr marL="0" indent="0">
              <a:buNone/>
            </a:pPr>
            <a:r>
              <a:rPr lang="en-US" sz="1600" b="0" dirty="0">
                <a:solidFill>
                  <a:srgbClr val="000000"/>
                </a:solidFill>
                <a:effectLst/>
                <a:highlight>
                  <a:srgbClr val="FFFFFF"/>
                </a:highlight>
                <a:latin typeface="Consolas" panose="020B0609020204030204" pitchFamily="49" charset="0"/>
              </a:rPr>
              <a:t>    data[size] = value;</a:t>
            </a:r>
          </a:p>
          <a:p>
            <a:pPr marL="0" indent="0">
              <a:buNone/>
            </a:pPr>
            <a:r>
              <a:rPr lang="en-US" sz="1600" b="0" dirty="0">
                <a:solidFill>
                  <a:srgbClr val="000000"/>
                </a:solidFill>
                <a:effectLst/>
                <a:highlight>
                  <a:srgbClr val="FFFFFF"/>
                </a:highlight>
                <a:latin typeface="Consolas" panose="020B0609020204030204" pitchFamily="49" charset="0"/>
              </a:rPr>
              <a:t>    size++;</a:t>
            </a:r>
          </a:p>
          <a:p>
            <a:pPr marL="0" indent="0">
              <a:buNone/>
            </a:pPr>
            <a:r>
              <a:rPr lang="en-US" sz="1600" b="0" dirty="0">
                <a:solidFill>
                  <a:srgbClr val="000000"/>
                </a:solidFill>
                <a:effectLst/>
                <a:highlight>
                  <a:srgbClr val="FFFFFF"/>
                </a:highlight>
                <a:latin typeface="Consolas" panose="020B0609020204030204" pitchFamily="49" charset="0"/>
              </a:rPr>
              <a:t>}</a:t>
            </a:r>
            <a:endParaRPr lang="en-US" sz="1600" dirty="0">
              <a:solidFill>
                <a:srgbClr val="0000FF"/>
              </a:solidFill>
              <a:latin typeface="Consolas" panose="020B0609020204030204" pitchFamily="49" charset="0"/>
            </a:endParaRPr>
          </a:p>
          <a:p>
            <a:pPr marL="0" indent="0">
              <a:buNone/>
            </a:pPr>
            <a:r>
              <a:rPr lang="en-US" sz="1600" b="0" dirty="0">
                <a:solidFill>
                  <a:srgbClr val="0000FF"/>
                </a:solidFill>
                <a:effectLst/>
                <a:latin typeface="Consolas" panose="020B0609020204030204" pitchFamily="49" charset="0"/>
              </a:rPr>
              <a:t>private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resize(){</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 = data;</a:t>
            </a:r>
          </a:p>
          <a:p>
            <a:pPr marL="0" indent="0">
              <a:buNone/>
            </a:pPr>
            <a:r>
              <a:rPr lang="en-US" sz="1600" b="0" dirty="0">
                <a:solidFill>
                  <a:srgbClr val="000000"/>
                </a:solidFill>
                <a:effectLst/>
                <a:latin typeface="Consolas" panose="020B0609020204030204" pitchFamily="49" charset="0"/>
              </a:rPr>
              <a:t>    data = </a:t>
            </a:r>
            <a:r>
              <a:rPr lang="en-US" sz="1600" b="0" dirty="0">
                <a:solidFill>
                  <a:srgbClr val="0000FF"/>
                </a:solidFill>
                <a:effectLst/>
                <a:latin typeface="Consolas" panose="020B0609020204030204" pitchFamily="49" charset="0"/>
              </a:rPr>
              <a:t>new int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data.length</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err="1">
                <a:solidFill>
                  <a:srgbClr val="000000"/>
                </a:solidFill>
                <a:effectLst/>
                <a:latin typeface="Consolas" panose="020B0609020204030204" pitchFamily="49" charset="0"/>
              </a:rPr>
              <a:t>oldData.length</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data[</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oldData</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a:t>
            </a:r>
            <a:endParaRPr lang="en-US" sz="16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What is the worst case running time of add?</a:t>
                </a:r>
              </a:p>
              <a:p>
                <a:pPr lvl="1"/>
                <a:r>
                  <a:rPr lang="en-US" dirty="0"/>
                  <a:t>Input size: size of “this”</a:t>
                </a:r>
              </a:p>
              <a:p>
                <a:pPr lvl="1"/>
                <a:r>
                  <a:rPr lang="en-US" dirty="0"/>
                  <a:t>Operations counted: indexing</a:t>
                </a:r>
              </a:p>
              <a:p>
                <a:pPr lvl="1"/>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2"/>
                <a:stretch>
                  <a:fillRect l="-2118" t="-2241"/>
                </a:stretch>
              </a:blipFill>
            </p:spPr>
            <p:txBody>
              <a:bodyPr/>
              <a:lstStyle/>
              <a:p>
                <a:r>
                  <a:rPr lang="en-US">
                    <a:noFill/>
                  </a:rPr>
                  <a:t> </a:t>
                </a:r>
              </a:p>
            </p:txBody>
          </p:sp>
        </mc:Fallback>
      </mc:AlternateContent>
    </p:spTree>
    <p:extLst>
      <p:ext uri="{BB962C8B-B14F-4D97-AF65-F5344CB8AC3E}">
        <p14:creationId xmlns:p14="http://schemas.microsoft.com/office/powerpoint/2010/main" val="1158566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9A94-1220-2804-63AB-870822DBD0D0}"/>
              </a:ext>
            </a:extLst>
          </p:cNvPr>
          <p:cNvSpPr>
            <a:spLocks noGrp="1"/>
          </p:cNvSpPr>
          <p:nvPr>
            <p:ph type="title"/>
          </p:nvPr>
        </p:nvSpPr>
        <p:spPr/>
        <p:txBody>
          <a:bodyPr/>
          <a:lstStyle/>
          <a:p>
            <a:r>
              <a:rPr lang="en-US" dirty="0" err="1"/>
              <a:t>ArrayList</a:t>
            </a:r>
            <a:r>
              <a:rPr lang="en-US" dirty="0"/>
              <a:t> – Amortized Time of Add</a:t>
            </a:r>
          </a:p>
        </p:txBody>
      </p:sp>
      <p:sp>
        <p:nvSpPr>
          <p:cNvPr id="14" name="Content Placeholder 2">
            <a:extLst>
              <a:ext uri="{FF2B5EF4-FFF2-40B4-BE49-F238E27FC236}">
                <a16:creationId xmlns:a16="http://schemas.microsoft.com/office/drawing/2014/main" id="{959D7957-B208-5E47-448C-922F4E81772F}"/>
              </a:ext>
            </a:extLst>
          </p:cNvPr>
          <p:cNvSpPr>
            <a:spLocks noGrp="1"/>
          </p:cNvSpPr>
          <p:nvPr>
            <p:ph sz="half" idx="1"/>
          </p:nvPr>
        </p:nvSpPr>
        <p:spPr>
          <a:xfrm>
            <a:off x="349135" y="1825625"/>
            <a:ext cx="5670665" cy="4667250"/>
          </a:xfrm>
        </p:spPr>
        <p:txBody>
          <a:bodyPr>
            <a:normAutofit/>
          </a:bodyPr>
          <a:lstStyle/>
          <a:p>
            <a:pPr marL="0" indent="0">
              <a:buNone/>
            </a:pP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add(</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value){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if</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 == size)</a:t>
            </a:r>
          </a:p>
          <a:p>
            <a:pPr marL="0" indent="0">
              <a:buNone/>
            </a:pP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data[size] = value;</a:t>
            </a:r>
          </a:p>
          <a:p>
            <a:pPr marL="0" indent="0">
              <a:buNone/>
            </a:pPr>
            <a:r>
              <a:rPr lang="en-US" sz="1600" dirty="0">
                <a:solidFill>
                  <a:srgbClr val="000000"/>
                </a:solidFill>
                <a:highlight>
                  <a:srgbClr val="FFFFFF"/>
                </a:highlight>
                <a:latin typeface="Consolas" panose="020B0609020204030204" pitchFamily="49" charset="0"/>
              </a:rPr>
              <a:t>    size++;</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solidFill>
                <a:srgbClr val="0000FF"/>
              </a:solidFill>
              <a:highlight>
                <a:srgbClr val="FFFFFF"/>
              </a:highlight>
              <a:latin typeface="Consolas" panose="020B0609020204030204" pitchFamily="49" charset="0"/>
            </a:endParaRPr>
          </a:p>
          <a:p>
            <a:pPr marL="0" indent="0">
              <a:buNone/>
            </a:pPr>
            <a:r>
              <a:rPr lang="en-US" sz="1600" dirty="0">
                <a:solidFill>
                  <a:srgbClr val="0000FF"/>
                </a:solidFill>
                <a:highlight>
                  <a:srgbClr val="FFFFFF"/>
                </a:highlight>
                <a:latin typeface="Consolas" panose="020B0609020204030204" pitchFamily="49" charset="0"/>
              </a:rPr>
              <a:t>private</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resize(){</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 = data;</a:t>
            </a:r>
          </a:p>
          <a:p>
            <a:pPr marL="0" indent="0">
              <a:buNone/>
            </a:pPr>
            <a:r>
              <a:rPr lang="en-US" sz="1600" dirty="0">
                <a:solidFill>
                  <a:srgbClr val="000000"/>
                </a:solidFill>
                <a:highlight>
                  <a:srgbClr val="FFFFFF"/>
                </a:highlight>
                <a:latin typeface="Consolas" panose="020B0609020204030204" pitchFamily="49" charset="0"/>
              </a:rPr>
              <a:t>    data = </a:t>
            </a:r>
            <a:r>
              <a:rPr lang="en-US" sz="1600" dirty="0">
                <a:solidFill>
                  <a:srgbClr val="0000FF"/>
                </a:solidFill>
                <a:highlight>
                  <a:srgbClr val="FFFFFF"/>
                </a:highlight>
                <a:latin typeface="Consolas" panose="020B0609020204030204" pitchFamily="49" charset="0"/>
              </a:rPr>
              <a:t>new int</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data.length</a:t>
            </a:r>
            <a:r>
              <a:rPr lang="en-US" sz="1600" dirty="0">
                <a:solidFill>
                  <a:srgbClr val="000000"/>
                </a:solidFill>
                <a:highlight>
                  <a:srgbClr val="FFFFFF"/>
                </a:highlight>
                <a:latin typeface="Consolas" panose="020B0609020204030204" pitchFamily="49" charset="0"/>
              </a:rPr>
              <a:t>*</a:t>
            </a:r>
            <a:r>
              <a:rPr lang="en-US" sz="1600" dirty="0">
                <a:solidFill>
                  <a:srgbClr val="098658"/>
                </a:solidFill>
                <a:highlight>
                  <a:srgbClr val="FFFFFF"/>
                </a:highlight>
                <a:latin typeface="Consolas" panose="020B0609020204030204" pitchFamily="49" charset="0"/>
              </a:rPr>
              <a:t>2</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for</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a:solidFill>
                  <a:srgbClr val="098658"/>
                </a:solidFill>
                <a:highlight>
                  <a:srgbClr val="FFFFFF"/>
                </a:highlight>
                <a:latin typeface="Consolas" panose="020B0609020204030204" pitchFamily="49" charset="0"/>
              </a:rPr>
              <a:t>0</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&lt; </a:t>
            </a:r>
            <a:r>
              <a:rPr lang="en-US" sz="1600" dirty="0" err="1">
                <a:solidFill>
                  <a:srgbClr val="000000"/>
                </a:solidFill>
                <a:highlight>
                  <a:srgbClr val="FFFFFF"/>
                </a:highlight>
                <a:latin typeface="Consolas" panose="020B0609020204030204" pitchFamily="49" charset="0"/>
              </a:rPr>
              <a:t>oldData.length</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        data[</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a:t>
            </a:r>
            <a:r>
              <a:rPr lang="en-US" sz="1600" dirty="0" err="1">
                <a:solidFill>
                  <a:srgbClr val="000000"/>
                </a:solidFill>
                <a:highlight>
                  <a:srgbClr val="FFFFFF"/>
                </a:highlight>
                <a:latin typeface="Consolas" panose="020B0609020204030204" pitchFamily="49" charset="0"/>
              </a:rPr>
              <a:t>oldData</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a:t>
            </a:r>
          </a:p>
          <a:p>
            <a:pPr marL="0" indent="0">
              <a:buNone/>
            </a:pPr>
            <a:r>
              <a:rPr lang="en-US" sz="1600" dirty="0">
                <a:solidFill>
                  <a:srgbClr val="000000"/>
                </a:solidFill>
                <a:highlight>
                  <a:srgbClr val="FFFFFF"/>
                </a:highlight>
                <a:latin typeface="Consolas" panose="020B0609020204030204" pitchFamily="49" charset="0"/>
              </a:rPr>
              <a:t>}</a:t>
            </a:r>
            <a:endParaRPr lang="en-US" sz="1600" dirty="0">
              <a:highlight>
                <a:srgbClr val="FFFFFF"/>
              </a:highlight>
            </a:endParaRPr>
          </a:p>
        </p:txBody>
      </p:sp>
      <p:grpSp>
        <p:nvGrpSpPr>
          <p:cNvPr id="10" name="Group 9" descr="In the resize method, we double the length of the array using the line:&#10;&#10;data = new int[data.length*2];&#10;&#10;By making the choice to double, we guarantee we will not have to do any more resizing until the size of the ArrayList has double.">
            <a:extLst>
              <a:ext uri="{FF2B5EF4-FFF2-40B4-BE49-F238E27FC236}">
                <a16:creationId xmlns:a16="http://schemas.microsoft.com/office/drawing/2014/main" id="{9C129402-4FE1-5B72-A11C-459E5ABFB08C}"/>
              </a:ext>
            </a:extLst>
          </p:cNvPr>
          <p:cNvGrpSpPr/>
          <p:nvPr/>
        </p:nvGrpSpPr>
        <p:grpSpPr>
          <a:xfrm>
            <a:off x="3603084" y="4899991"/>
            <a:ext cx="2975957" cy="1873574"/>
            <a:chOff x="3603084" y="4899991"/>
            <a:chExt cx="2975957" cy="1873574"/>
          </a:xfrm>
        </p:grpSpPr>
        <p:cxnSp>
          <p:nvCxnSpPr>
            <p:cNvPr id="7" name="Straight Arrow Connector 6">
              <a:extLst>
                <a:ext uri="{FF2B5EF4-FFF2-40B4-BE49-F238E27FC236}">
                  <a16:creationId xmlns:a16="http://schemas.microsoft.com/office/drawing/2014/main" id="{1CA4A632-C2AC-7864-4F4E-4A5F61D15BA8}"/>
                </a:ext>
              </a:extLst>
            </p:cNvPr>
            <p:cNvCxnSpPr>
              <a:cxnSpLocks/>
              <a:stCxn id="3" idx="0"/>
            </p:cNvCxnSpPr>
            <p:nvPr/>
          </p:nvCxnSpPr>
          <p:spPr>
            <a:xfrm flipH="1" flipV="1">
              <a:off x="3856383" y="4899991"/>
              <a:ext cx="1234680" cy="9502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6D5D4F1-8370-387D-F6D8-21C5C80D4F42}"/>
                </a:ext>
              </a:extLst>
            </p:cNvPr>
            <p:cNvSpPr txBox="1"/>
            <p:nvPr/>
          </p:nvSpPr>
          <p:spPr>
            <a:xfrm>
              <a:off x="3603084" y="5850235"/>
              <a:ext cx="2975957" cy="923330"/>
            </a:xfrm>
            <a:prstGeom prst="rect">
              <a:avLst/>
            </a:prstGeom>
            <a:noFill/>
            <a:ln>
              <a:solidFill>
                <a:srgbClr val="FF0000"/>
              </a:solidFill>
            </a:ln>
          </p:spPr>
          <p:txBody>
            <a:bodyPr wrap="square" rtlCol="0">
              <a:spAutoFit/>
            </a:bodyPr>
            <a:lstStyle/>
            <a:p>
              <a:r>
                <a:rPr lang="en-US" dirty="0">
                  <a:solidFill>
                    <a:srgbClr val="FF0000"/>
                  </a:solidFill>
                </a:rPr>
                <a:t>Every time we resize, we earn </a:t>
              </a:r>
              <a:r>
                <a:rPr lang="en-US" dirty="0" err="1">
                  <a:solidFill>
                    <a:srgbClr val="FF0000"/>
                  </a:solidFill>
                  <a:latin typeface="Consolas" panose="020B0609020204030204" pitchFamily="49" charset="0"/>
                </a:rPr>
                <a:t>data.length</a:t>
              </a:r>
              <a:r>
                <a:rPr lang="en-US" dirty="0">
                  <a:solidFill>
                    <a:srgbClr val="FF0000"/>
                  </a:solidFill>
                </a:rPr>
                <a:t> more adds before the next resize!</a:t>
              </a:r>
            </a:p>
          </p:txBody>
        </p:sp>
      </p:gr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15840F2-52BA-DB0C-15EC-2298E887A62B}"/>
                  </a:ext>
                </a:extLst>
              </p:cNvPr>
              <p:cNvSpPr>
                <a:spLocks noGrp="1"/>
              </p:cNvSpPr>
              <p:nvPr>
                <p:ph sz="half" idx="2"/>
              </p:nvPr>
            </p:nvSpPr>
            <p:spPr/>
            <p:txBody>
              <a:bodyPr>
                <a:normAutofit/>
              </a:bodyPr>
              <a:lstStyle/>
              <a:p>
                <a:r>
                  <a:rPr lang="en-US" dirty="0"/>
                  <a:t>Amortized Analysis Idea:</a:t>
                </a:r>
              </a:p>
              <a:p>
                <a:pPr lvl="1"/>
                <a:r>
                  <a:rPr lang="en-US" dirty="0"/>
                  <a:t>Suppose we have a program that in total does </a:t>
                </a:r>
                <a14:m>
                  <m:oMath xmlns:m="http://schemas.openxmlformats.org/officeDocument/2006/math">
                    <m:r>
                      <a:rPr lang="en-US" b="0" i="1" smtClean="0">
                        <a:latin typeface="Cambria Math" panose="02040503050406030204" pitchFamily="18" charset="0"/>
                      </a:rPr>
                      <m:t>𝑛</m:t>
                    </m:r>
                  </m:oMath>
                </a14:m>
                <a:r>
                  <a:rPr lang="en-US" dirty="0"/>
                  <a:t> adds.</a:t>
                </a:r>
              </a:p>
              <a:p>
                <a:pPr lvl="1"/>
                <a:r>
                  <a:rPr lang="en-US" dirty="0"/>
                  <a:t>How much time was spent “on average” across all </a:t>
                </a:r>
                <a14:m>
                  <m:oMath xmlns:m="http://schemas.openxmlformats.org/officeDocument/2006/math">
                    <m:r>
                      <a:rPr lang="en-US" b="0" i="1" smtClean="0">
                        <a:latin typeface="Cambria Math" panose="02040503050406030204" pitchFamily="18" charset="0"/>
                      </a:rPr>
                      <m:t>𝑛</m:t>
                    </m:r>
                  </m:oMath>
                </a14:m>
                <a:r>
                  <a:rPr lang="en-US" dirty="0"/>
                  <a:t>?</a:t>
                </a:r>
              </a:p>
              <a:p>
                <a:r>
                  <a:rPr lang="en-US" dirty="0"/>
                  <a:t>Let </a:t>
                </a:r>
                <a14:m>
                  <m:oMath xmlns:m="http://schemas.openxmlformats.org/officeDocument/2006/math">
                    <m:r>
                      <a:rPr lang="en-US" b="0" i="1" smtClean="0">
                        <a:latin typeface="Cambria Math" panose="02040503050406030204" pitchFamily="18" charset="0"/>
                      </a:rPr>
                      <m:t>𝑐</m:t>
                    </m:r>
                  </m:oMath>
                </a14:m>
                <a:r>
                  <a:rPr lang="en-US" dirty="0"/>
                  <a:t> be the initial size of </a:t>
                </a:r>
                <a:r>
                  <a:rPr lang="en-US" dirty="0">
                    <a:latin typeface="Consolas" panose="020B0609020204030204" pitchFamily="49" charset="0"/>
                  </a:rPr>
                  <a:t>data</a:t>
                </a:r>
              </a:p>
              <a:p>
                <a:pPr lvl="1"/>
                <a:r>
                  <a:rPr lang="en-US" dirty="0"/>
                  <a:t>The first </a:t>
                </a:r>
                <a14:m>
                  <m:oMath xmlns:m="http://schemas.openxmlformats.org/officeDocument/2006/math">
                    <m:r>
                      <a:rPr lang="en-US" b="0" i="1" smtClean="0">
                        <a:latin typeface="Cambria Math" panose="02040503050406030204" pitchFamily="18" charset="0"/>
                      </a:rPr>
                      <m:t>𝑐</m:t>
                    </m:r>
                  </m:oMath>
                </a14:m>
                <a:r>
                  <a:rPr lang="en-US" dirty="0"/>
                  <a:t> adds take: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+2</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oMath>
                </a14:m>
                <a:endParaRPr lang="en-US" dirty="0"/>
              </a:p>
              <a:p>
                <a:pPr lvl="1"/>
                <a:r>
                  <a:rPr lang="en-US" dirty="0"/>
                  <a:t>The next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oMath>
                </a14:m>
                <a:r>
                  <a:rPr lang="en-US" dirty="0"/>
                  <a:t> adds: </a:t>
                </a:r>
                <a14:m>
                  <m:oMath xmlns:m="http://schemas.openxmlformats.org/officeDocument/2006/math">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+4</m:t>
                    </m:r>
                    <m:r>
                      <a:rPr lang="en-US" b="0" i="1" smtClean="0">
                        <a:latin typeface="Cambria Math" panose="02040503050406030204" pitchFamily="18" charset="0"/>
                      </a:rPr>
                      <m:t>𝑐</m:t>
                    </m:r>
                    <m:r>
                      <a:rPr lang="en-US" b="0" i="1" smtClean="0">
                        <a:latin typeface="Cambria Math" panose="02040503050406030204" pitchFamily="18" charset="0"/>
                      </a:rPr>
                      <m:t>=8</m:t>
                    </m:r>
                    <m:r>
                      <a:rPr lang="en-US" b="0" i="1" smtClean="0">
                        <a:latin typeface="Cambria Math" panose="02040503050406030204" pitchFamily="18" charset="0"/>
                      </a:rPr>
                      <m:t>𝑐</m:t>
                    </m:r>
                  </m:oMath>
                </a14:m>
                <a:endParaRPr lang="en-US" dirty="0"/>
              </a:p>
              <a:p>
                <a:pPr lvl="1"/>
                <a:r>
                  <a:rPr lang="en-US" dirty="0"/>
                  <a:t>Overall: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14</m:t>
                        </m:r>
                        <m:r>
                          <a:rPr lang="en-US" b="0" i="1" smtClean="0">
                            <a:latin typeface="Cambria Math" panose="02040503050406030204" pitchFamily="18" charset="0"/>
                          </a:rPr>
                          <m:t>𝑐</m:t>
                        </m:r>
                      </m:num>
                      <m:den>
                        <m:r>
                          <a:rPr lang="en-US" b="0" i="1" smtClean="0">
                            <a:latin typeface="Cambria Math" panose="02040503050406030204" pitchFamily="18" charset="0"/>
                          </a:rPr>
                          <m:t>7</m:t>
                        </m:r>
                        <m:r>
                          <a:rPr lang="en-US" b="0" i="1" smtClean="0">
                            <a:latin typeface="Cambria Math" panose="02040503050406030204" pitchFamily="18" charset="0"/>
                          </a:rPr>
                          <m:t>𝑐</m:t>
                        </m:r>
                      </m:den>
                    </m:f>
                    <m:r>
                      <a:rPr lang="en-US" b="0" i="1" smtClean="0">
                        <a:latin typeface="Cambria Math" panose="02040503050406030204" pitchFamily="18" charset="0"/>
                      </a:rPr>
                      <m:t>=2</m:t>
                    </m:r>
                    <m:r>
                      <a:rPr lang="en-US" b="0" i="1" smtClean="0">
                        <a:latin typeface="Cambria Math" panose="02040503050406030204" pitchFamily="18" charset="0"/>
                      </a:rPr>
                      <m:t>𝑐</m:t>
                    </m:r>
                  </m:oMath>
                </a14:m>
                <a:endParaRPr lang="en-US" dirty="0"/>
              </a:p>
            </p:txBody>
          </p:sp>
        </mc:Choice>
        <mc:Fallback xmlns="">
          <p:sp>
            <p:nvSpPr>
              <p:cNvPr id="4" name="Content Placeholder 3">
                <a:extLst>
                  <a:ext uri="{FF2B5EF4-FFF2-40B4-BE49-F238E27FC236}">
                    <a16:creationId xmlns:a16="http://schemas.microsoft.com/office/drawing/2014/main" id="{015840F2-52BA-DB0C-15EC-2298E887A62B}"/>
                  </a:ext>
                </a:extLst>
              </p:cNvPr>
              <p:cNvSpPr>
                <a:spLocks noGrp="1" noRot="1" noChangeAspect="1" noMove="1" noResize="1" noEditPoints="1" noAdjustHandles="1" noChangeArrowheads="1" noChangeShapeType="1" noTextEdit="1"/>
              </p:cNvSpPr>
              <p:nvPr>
                <p:ph sz="half" idx="2"/>
              </p:nvPr>
            </p:nvSpPr>
            <p:spPr>
              <a:blipFill>
                <a:blip r:embed="rId3"/>
                <a:stretch>
                  <a:fillRect l="-2118" t="-2241"/>
                </a:stretch>
              </a:blipFill>
            </p:spPr>
            <p:txBody>
              <a:bodyPr/>
              <a:lstStyle/>
              <a:p>
                <a:r>
                  <a:rPr lang="en-US">
                    <a:noFill/>
                  </a:rPr>
                  <a:t> </a:t>
                </a:r>
              </a:p>
            </p:txBody>
          </p:sp>
        </mc:Fallback>
      </mc:AlternateContent>
    </p:spTree>
    <p:extLst>
      <p:ext uri="{BB962C8B-B14F-4D97-AF65-F5344CB8AC3E}">
        <p14:creationId xmlns:p14="http://schemas.microsoft.com/office/powerpoint/2010/main" val="349862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7711-2C9F-C400-7B2E-F7113BCCD397}"/>
              </a:ext>
            </a:extLst>
          </p:cNvPr>
          <p:cNvSpPr>
            <a:spLocks noGrp="1"/>
          </p:cNvSpPr>
          <p:nvPr>
            <p:ph type="title"/>
          </p:nvPr>
        </p:nvSpPr>
        <p:spPr/>
        <p:txBody>
          <a:bodyPr/>
          <a:lstStyle/>
          <a:p>
            <a:r>
              <a:rPr lang="en-US" dirty="0"/>
              <a:t>Amortized Analysis Analogy</a:t>
            </a:r>
          </a:p>
        </p:txBody>
      </p:sp>
      <p:sp>
        <p:nvSpPr>
          <p:cNvPr id="3" name="Content Placeholder 2">
            <a:extLst>
              <a:ext uri="{FF2B5EF4-FFF2-40B4-BE49-F238E27FC236}">
                <a16:creationId xmlns:a16="http://schemas.microsoft.com/office/drawing/2014/main" id="{E995483E-FA76-F83C-AF97-9517E9B1D9AB}"/>
              </a:ext>
            </a:extLst>
          </p:cNvPr>
          <p:cNvSpPr>
            <a:spLocks noGrp="1"/>
          </p:cNvSpPr>
          <p:nvPr>
            <p:ph idx="1"/>
          </p:nvPr>
        </p:nvSpPr>
        <p:spPr/>
        <p:txBody>
          <a:bodyPr/>
          <a:lstStyle/>
          <a:p>
            <a:r>
              <a:rPr lang="en-US" dirty="0"/>
              <a:t>Suppose I’d like to park in a lot where they charge $10 per day to park</a:t>
            </a:r>
          </a:p>
          <a:p>
            <a:r>
              <a:rPr lang="en-US" dirty="0"/>
              <a:t>If you are caught in the lot without paying you are given a warning</a:t>
            </a:r>
          </a:p>
          <a:p>
            <a:r>
              <a:rPr lang="en-US" dirty="0"/>
              <a:t>If you get 3 warnings, you are charged a $25 fine, and your warnings reset.</a:t>
            </a:r>
          </a:p>
          <a:p>
            <a:r>
              <a:rPr lang="en-US" dirty="0"/>
              <a:t>Should you actually pay to park?</a:t>
            </a:r>
          </a:p>
          <a:p>
            <a:pPr lvl="1"/>
            <a:r>
              <a:rPr lang="en-US" dirty="0"/>
              <a:t>If you pay every day then you pay an average of $10 per day</a:t>
            </a:r>
          </a:p>
          <a:p>
            <a:pPr lvl="1"/>
            <a:r>
              <a:rPr lang="en-US" dirty="0"/>
              <a:t>If you do not pay then for every three </a:t>
            </a:r>
            <a:r>
              <a:rPr lang="en-US"/>
              <a:t>days parking costs $</a:t>
            </a:r>
            <a:r>
              <a:rPr lang="en-US" dirty="0"/>
              <a:t>0+$0+$25, for an average of $8.33 per day</a:t>
            </a:r>
          </a:p>
          <a:p>
            <a:pPr lvl="2"/>
            <a:r>
              <a:rPr lang="en-US" dirty="0"/>
              <a:t>This is an amortized analysis</a:t>
            </a:r>
          </a:p>
        </p:txBody>
      </p:sp>
    </p:spTree>
    <p:extLst>
      <p:ext uri="{BB962C8B-B14F-4D97-AF65-F5344CB8AC3E}">
        <p14:creationId xmlns:p14="http://schemas.microsoft.com/office/powerpoint/2010/main" val="948737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7137</TotalTime>
  <Words>2820</Words>
  <Application>Microsoft Office PowerPoint</Application>
  <PresentationFormat>Widescreen</PresentationFormat>
  <Paragraphs>470</Paragraphs>
  <Slides>33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Calibri Light</vt:lpstr>
      <vt:lpstr>Cascadia Code</vt:lpstr>
      <vt:lpstr>Consolas</vt:lpstr>
      <vt:lpstr>Arial</vt:lpstr>
      <vt:lpstr>Calibri</vt:lpstr>
      <vt:lpstr>Cambria Math</vt:lpstr>
      <vt:lpstr>Office Theme</vt:lpstr>
      <vt:lpstr>CSE 332 Spring 2026 Lecture 2: Algorithm Analysis pt.1</vt:lpstr>
      <vt:lpstr>Announcements</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Nodes vs. Circular Array</vt:lpstr>
      <vt:lpstr>ADT: Stack</vt:lpstr>
      <vt:lpstr>Motivating Example</vt:lpstr>
      <vt:lpstr>Let’s design an algorithm</vt:lpstr>
      <vt:lpstr>Algorithm Ideas</vt:lpstr>
      <vt:lpstr>My Approach</vt:lpstr>
      <vt:lpstr>End-of-Yarn Finding Algorithm</vt:lpstr>
      <vt:lpstr>Resource Analysis</vt:lpstr>
      <vt:lpstr>Why do resource analysis?</vt:lpstr>
      <vt:lpstr>Process for resource Analysis</vt:lpstr>
      <vt:lpstr>Resource Analysis – Worst Case Running Time</vt:lpstr>
      <vt:lpstr>Resource Analysis – Best Case Running Time</vt:lpstr>
      <vt:lpstr>Resource Analysis – Worst Case Space</vt:lpstr>
      <vt:lpstr>Analysis Process From 123/143</vt:lpstr>
      <vt:lpstr>Analysis Process For Us</vt:lpstr>
      <vt:lpstr>Worst Case – Example 1 (Questions)</vt:lpstr>
      <vt:lpstr>Worst Case – Example 1 (Answers)</vt:lpstr>
      <vt:lpstr>Worst Case – Example 2 (Questions)</vt:lpstr>
      <vt:lpstr>Worst Case – Example 2 (Answers)</vt:lpstr>
      <vt:lpstr>Worst Case Running Time – General Guide</vt:lpstr>
      <vt:lpstr>Defining your running time function</vt:lpstr>
      <vt:lpstr>ArrayList - Worst Case Time of Add</vt:lpstr>
      <vt:lpstr>ArrayList – Amortized Time of Add</vt:lpstr>
      <vt:lpstr>Amortized Analysis Analogy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2</dc:title>
  <dc:creator>Nathan Brunelle</dc:creator>
  <cp:lastModifiedBy>Nathan Brunelle</cp:lastModifiedBy>
  <cp:revision>62</cp:revision>
  <dcterms:created xsi:type="dcterms:W3CDTF">2023-09-26T20:08:20Z</dcterms:created>
  <dcterms:modified xsi:type="dcterms:W3CDTF">2026-04-01T20:26:53Z</dcterms:modified>
</cp:coreProperties>
</file>