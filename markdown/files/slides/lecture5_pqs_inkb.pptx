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8"/>
  </p:notesMasterIdLst>
  <p:sldIdLst>
    <p:sldId id="256" r:id="rId2"/>
    <p:sldId id="412" r:id="rId3"/>
    <p:sldId id="415" r:id="rId4"/>
    <p:sldId id="416" r:id="rId5"/>
    <p:sldId id="453" r:id="rId6"/>
    <p:sldId id="417" r:id="rId7"/>
    <p:sldId id="421" r:id="rId8"/>
    <p:sldId id="418" r:id="rId9"/>
    <p:sldId id="423" r:id="rId10"/>
    <p:sldId id="424" r:id="rId11"/>
    <p:sldId id="425" r:id="rId12"/>
    <p:sldId id="426" r:id="rId13"/>
    <p:sldId id="427" r:id="rId14"/>
    <p:sldId id="428" r:id="rId15"/>
    <p:sldId id="429" r:id="rId16"/>
    <p:sldId id="430" r:id="rId17"/>
    <p:sldId id="431" r:id="rId18"/>
    <p:sldId id="432" r:id="rId19"/>
    <p:sldId id="433" r:id="rId20"/>
    <p:sldId id="434" r:id="rId21"/>
    <p:sldId id="435" r:id="rId22"/>
    <p:sldId id="436" r:id="rId23"/>
    <p:sldId id="437" r:id="rId24"/>
    <p:sldId id="438" r:id="rId25"/>
    <p:sldId id="439" r:id="rId26"/>
    <p:sldId id="440" r:id="rId27"/>
    <p:sldId id="441" r:id="rId28"/>
    <p:sldId id="443" r:id="rId29"/>
    <p:sldId id="444" r:id="rId30"/>
    <p:sldId id="445" r:id="rId31"/>
    <p:sldId id="446" r:id="rId32"/>
    <p:sldId id="447" r:id="rId33"/>
    <p:sldId id="448" r:id="rId34"/>
    <p:sldId id="449" r:id="rId35"/>
    <p:sldId id="450" r:id="rId36"/>
    <p:sldId id="451" r:id="rId37"/>
  </p:sldIdLst>
  <p:sldSz cx="12192000" cy="6858000"/>
  <p:notesSz cx="6858000" cy="9144000"/>
  <p:embeddedFontLst>
    <p:embeddedFont>
      <p:font typeface="Cambria Math" panose="02040503050406030204" pitchFamily="18" charset="0"/>
      <p:regular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3:40:16.37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2953 15699 0,'0'0'0,"0"0"0,0 0 0,0 0 16,0 0-16,-17 0 16,-26 0-1,-25 9-15,-17-9 16,-1-9 0,1 9-16,-17 0 15,-1 0-15,35 0 31,17 17-31,17 0 0,-9 26 16,9 16 0,0 9-1,17 0-15,-1 9 16,10-9 0,8 26-16,8 25 15,10 17 1,-1 8-16,-9 18 15,9-1-15,0-16 0,-8-17 32,8-18-17,-17-25-15,0-25 16,0-18 0,-17-8-16,8 0 15,1 0-15,-1-8 16,9-9-1,0-9-15,0 1 16,0-1 0,0-8-1,0 0-15,0 0 16,0 0 0,0 0-16,0 9 15,0 8 1,26 0-16,16 0 15,18 8 1,-9-8-16,18 9 16,-1-18-1,-34 1-15</inkml:trace>
  <inkml:trace contextRef="#ctx0" brushRef="#br0" timeOffset="16074.02">14518 6472 0,'0'0'0,"0"0"0,0 0 0,0 8 15,0 9-15,8 17 16,-8 17 0,0 17-1,0 9-15,-8 0 16,8-9-16,0-9 16,8-8-16,10-25 31,-10-18-31</inkml:trace>
  <inkml:trace contextRef="#ctx0" brushRef="#br0" timeOffset="55893.92">25170 6489 0,'0'0'0,"0"0"0,0 0 16,0 0-1,0 0-15,0 0 16,0 0 0,0 0-16,0 0 15,0 0-15,0 0 16,0 0-1,0 0 1,0 25-16,-9 18 16,0 25-1,1 9-15,-18-1 16,-16 9 0,-10 0-16,18-17 0,17-34 31,0-8-31,9-9 15,-1-9 1,9 1-16,0-1 16,0-8-1,9-8-15,25-18 16,17-25 0,0-25-16,-8-9 15,-9 17 1,0-9-16,0 0 15,9 9-15,-9 9 16,0 8 0,17 0-1,18 8-15,-1 18 16,-8 8-16,-9 17 16,0 8-1,0 9 1,1 26-16,-10 42 15,-8 8 1,-17 1-16,-8 0 16,-18-9-1,-16 0-15,-1-26 16,18-33-16</inkml:trace>
  <inkml:trace contextRef="#ctx0" brushRef="#br0" timeOffset="61964.46">2441 7348 0,'0'0'16,"0"0"-16,0 0 0,-9 0 16,-8 8-1,-25-8-15,-9 9 16,-26-9-1,-17-9-15,8-8 16,1 9 0,17 8-1,8 8-15,-8 18 16,0 16 0,-1 26-16,18 26 15,0 17 1,17 16-16,8 26 15,9 26 1,0 8-16,-17 68 16,0 9-16,-9 16 15,9 1 1,17-17-16,0-18 16,8 1-1,9-9-15,0-34 16,9 9-1,8-26-15,-34 0 16,8-9 0,1-41-1,-1-18-15,9-26 16,-17-25-16,17-17 16,0-17-1,0-8-15,17-1 16,26-16-1,34-9 1,-18-9-16</inkml:trace>
  <inkml:trace contextRef="#ctx0" brushRef="#br0" timeOffset="-120670.08">14680 7518 0,'0'0'0,"0"0"0,0 0 15,0 0-15,0 0 16,0 0 0,0 0-16,-8 0 15,-1 17-15,1 0 16,-10 17 0,10 0-1,-9 0-15,0 17 16,-9 9-16,9-1 15,0 1 1,0-9-16,0 0 16,0-9-1,8-16 1,1 8-16,-1 0 16,1 0-16,-1-9 15,1 1 1,8-18-1,0-8-15</inkml:trace>
  <inkml:trace contextRef="#ctx0" brushRef="#br0" timeOffset="-95952.78">25332 7637 0,'0'0'0,"0"0"0,0 0 0,0 17 15,0 0-15,0 9 16,0 8-16,0 17 16,-9 8-1,1 9-15,-9 0 31,8 0-31,1-8 16,-10-1-16,10-16 16,-1-9-1,9-9-15,0 1 16,0-18 0,0 1-16,0-1 15,0 1-15,0-9 16,0 0-1,0-9 1,0-16-16,17-35 16,18-8-1,-1-17-15,43 0 16,25 9 0,0 16-16,-8 9 15,-8 17 1,25 9-16,8-1 15,-42 26 1,-17 17-16,8 34 16,-8 34-16,-9 60 15,-26-1 1,-33-16 0,-1-9-16,1-68 15</inkml:trace>
  <inkml:trace contextRef="#ctx0" brushRef="#br0" timeOffset="-57094.92">14202 8913 0,'0'0'0,"0"0"16,0 0-16,17 110 0,-25-50 0,-18 8 0,9-9 15,0-8-15,8 0 16,-8 9 0,0-18-16,9-16 15,8-1 1,0-16-1,0-1-15,0 1 16,0-9 0,0 0-16,0-9 15,17-25 1,8-25-16,18-18 0,0 1 16,-9-9-1,0 8 1,0 18-16,0 8 15,0 0 1,9 8-16,-17 18 16,-1 8-1,18 8-15,34 9 16,0 9 0,-18 16-1,-7 18-15,-1 16 16,0 26-1,-8 34-15,-9-8 16,-9-9-16,-16-9 16,0 1-1,-1-9 1,-8-25-16,0-35 16</inkml:trace>
  <inkml:trace contextRef="#ctx0" brushRef="#br0" timeOffset="-54911.17">25733 8751 0,'0'0'0,"0"0"0,0 17 16,8 0-1,1 17-15,-1 9 16,1 16 0,-9 26-16,0 26 15,0 8 1,0 0-16,0 0 15,9-59 1</inkml:trace>
  <inkml:trace contextRef="#ctx0" brushRef="#br0" timeOffset="17929.06">14142 9967 0,'0'0'0,"0"0"0,0 0 0,0 0 0,0 0 16,-8 0-16,8 0 15,-9 0 1,1 17-16,-1 34 15,-16 34 1,-1 34-16,9 0 16,-9-8-1,9-17 1,0-35-16,9-25 16,8-8-16,0-18 15,0 1 1,0-9-1,8-17-15,18-43 16,34-50 0,33-10-16,-7 10 15,-9 8-15,-1 17 16,-16 17 0,26 17-16,16 8 15,-17 35 1,1 16-1,-10 18-15,-7 8 16,-27 17 0,1 17-16,-17 25 15,-18 9 1,-8 0-16,-17 9 16,0-60-1</inkml:trace>
  <inkml:trace contextRef="#ctx0" brushRef="#br0" timeOffset="24328.97">25716 10197 0,'0'0'0,"0"8"0,0 35 15,8 8 1,1 0-16,-9 8 16,-9 10-1,1 16-15,-26 51 16,0-9-1,25-76-15</inkml:trace>
  <inkml:trace contextRef="#ctx0" brushRef="#br0" timeOffset="99064.12">2048 13420 0,'0'0'0,"0"0"0,17 0 0,26 17 15,17 0 1,42 9-1,26 8-15,34 0 16,26-9 0,0 1-16,-17-1 15,8 9 1,-17 0-16,-42 0 16,-27 0-1,-24-8-15,-18-1 16,-25-16-1,-18-1-15,1-8 16,-1 0 0,-8 0-16,0-8 15,17-35 1,9-50-16,8-52 16,-17-16-1,9-18-15,-9 17 16,-9 9-1,9-8 1,0 33-16,-8 35 16,-1 8-16,1 8 15,-9 34-15,0 9 16,0 17 0,-9 0-16,9 17 15</inkml:trace>
  <inkml:trace contextRef="#ctx0" brushRef="#br0" timeOffset="99381.27">3516 12952 0,'0'0'0,"0"0"0,0 0 16,0 0-16,0-8 15,26-18 1,17-33 0,8-26-16,17-17 15,26 0-15,-17 17 16,-17 25 0,-9 9-1,0 17-15,0 17 16,18 8-1,33 18-15,26 33 16,-17 27 0,-51-27-16</inkml:trace>
  <inkml:trace contextRef="#ctx0" brushRef="#br0" timeOffset="107795.89">14219 11311 0,'0'0'0,"0"0"0,9 0 0,-1 0 16,1 0-16,-1 0 15,1 0 1,-1 0-16,1 17 15,-18 25 1,-25 35-16,-8 8 16,7-8-1,1-26-15,17-9 16,0-16 0,9-9-16,8-9 15,0 1 1,0-9-1,0-26-15,25-67 16,52-52-16,34-34 16,0 18-16,0 33 15,17 35 1,-17 25-16,-26 34 16,-8 25-1,0 26 1,34 51-16,8 60 15,-42 25 1,-43 34-16,-8 17 16,-18-59-16,-8-35 15,0-33 1,0-43-16,0-34 16</inkml:trace>
  <inkml:trace contextRef="#ctx0" brushRef="#br0" timeOffset="108713.81">24854 10809 0,'0'0'0,"0"0"0,0 0 16,0 0 0,0 0-1,0 26 1,-9 16-16,1 18 16,-1 16-1,-8 26-15,0 17 0,0-17 16,-9-8-16,9-26 15,0-17 1,9-25 0,8-1-1,0-16-15,0-1 0,0 1 32,0-18-17,25-33-15,35-60 16,51-52-1,34 1-15,-25 26 16,8 8-16,8 25 0,1 43 16,-35 43-1,-8 50-15,-9 43 32,-8 60-17,-34 50-15,-26 35 16,-9 110-1</inkml:trace>
  <inkml:trace contextRef="#ctx0" brushRef="#br0" timeOffset="122403.88">15098 12655 0,'0'0'0,"0"0"0,0 0 0,-8 0 16,-1 0-16,-16-9 16,-18 1-1,-34-1-15,-17 9 16,-8 26 0,-1 16-16,10 9 15,24 17 1,27 26-1,25-1-15,25 1 16,43-9-16,35-9 16,33-25-1,9-25-15,26-52 16,-18-25 0,-8-25-1,-17-9-15,-42 0 16,-18-9-1,-34 9-15,-17 9 16,-17 8-16,-43 8 31,-34 26-31,-51 26 16,0 33-16,85 1 16</inkml:trace>
  <inkml:trace contextRef="#ctx0" brushRef="#br0" timeOffset="122724.46">15004 13301 0,'0'0'0,"0"0"16,0 0-1,-8 0-15,-9 0 16,-17 0-16,-35 17 16,-42 17-1,-8 17 1,-18 17-16,18 0 15,68-34-15</inkml:trace>
  <inkml:trace contextRef="#ctx0" brushRef="#br0" timeOffset="123225.49">13827 13684 0,'0'0'0,"-9"0"16,-8 17-1,-26 0-15,1 17 16,8 0 0,-1 17-16,10 17 15,16 0 1,35-9-16,8-8 15,17-8-15,9-18 16,0-16 0,-1-9-16,-7-17 15,-10-34 1,-8-26-16,-16 1 16,-18-9-16,-9 17 31,-8 0-31,-9 8 15,-16 18 1,16 25-16</inkml:trace>
  <inkml:trace contextRef="#ctx0" brushRef="#br0" timeOffset="123743.81">13869 14083 0,'0'0'0,"-8"0"0,-9 0 16,-9 9-16,-25 8 16,0 0-1,-1 0-15,10 0 16,-1 17 0,-17 8-16,9 10 15,0-10 1,17-8-16,17-8 15,0-1 1,0-8-16,8-8 16,9-1-1</inkml:trace>
  <inkml:trace contextRef="#ctx0" brushRef="#br0" timeOffset="124180.86">13204 14339 0,'0'0'0,"0"0"0,-26 17 0,-34 34 16,-25 25-16,-9 18 15,17-1 1,26 1-16,25-18 16,9-16-1,26-1-15,16 1 16,10-26-16,33-17 16,34-34-1,-16-17-15,-1-34 16,-8-26-1,-17-8 1,-18 0-16,-16 17 16,-18 0-1,-8 9 1,-17 8-16,-34-1 16,17 44-1</inkml:trace>
  <inkml:trace contextRef="#ctx0" brushRef="#br0" timeOffset="124673.32">12743 14993 0,'0'0'0,"0"0"0,0 0 15,-9 0 1,-8 0-1,-26 9-15,-25 25 0,8 17 16,9 0 0,-9 0-1,9 9-15,17-18 16,0 9-16,17-25 31</inkml:trace>
  <inkml:trace contextRef="#ctx0" brushRef="#br0" timeOffset="125093.84">12273 15249 0,'0'0'0,"-8"8"0,-26 18 0,-35 25 31,-25 25-15,1 26-16,-1 17 16,17 9-1,17-26-15,34-34 16,9-26-1,17-16-15,17-1 16,43-25 0,60-25-16,25-26 15,-26-34-15,-33 0 16,-35 17 0,-26 17-1,-7 17-15,-18 0 16,-9 17-1</inkml:trace>
  <inkml:trace contextRef="#ctx0" brushRef="#br0" timeOffset="125532.4">11505 15852 0,'0'0'0,"0"0"0,0 0 15,-8 0 1,-18 17-1,-8 0-15,-9 17 16,-25 17 0,0 26-1,-1 8-15,1 9 16,17-26-16,34-43 16</inkml:trace>
  <inkml:trace contextRef="#ctx0" brushRef="#br0" timeOffset="125977.41">11027 16380 0,'-8'0'16,"-1"8"-16,-17 1 0,1 8 15,-9 0 1,8-9 0,1 9-16,-1 0 15,9 0-15,0 0 16,0 0-1,17 9-15,0-1 16,34-8 0,26 9-16,16-18 15,10-16 1,-1-1-16,-17-16 16,-16-1-1,-18 1-15,-17-1 16,-9 1-1,-25-1 1,-68-25-16,17 17 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3:52:13.37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3056 10324 0,'0'0'0,"8"0"0,9 9 0,17-9 15,0 8 1,9 1-16,-9-9 31,-17 0-31</inkml:trace>
  <inkml:trace contextRef="#ctx0" brushRef="#br0" timeOffset="958.82">3175 9287 0,'0'0'0,"0"0"0,0 25 15,0 18 1,0 25-16,9 8 15,-1-16 1,1 0-16,-9-9 16,8 17-1,1 25-15,-9 18 16,0-18 0,0-25-16,0-17 15,0-17-15,0-8 16,17-1-1,0 1 1,8-1-16,27-8 16,16-8-1,9-18-15,8 1 16,17-18-16,9 1 16,-17-1-1,-8 1 1,8-1-16,25 1 15,26-9 1,-8 0-16,-9 0 16,0 8-1,17 1-15,0 8 16,-17 0-16,0 8 16,17-16-1,0 8-15,-25 0 16,8 0-1,8-9 1,-16 18 0,-9 8-16,-17 0 15,-1 0 1,27 8-16,-18-8 16,-16 9-16,-1-1 15,-17 1-15,-8-1 16,8 1-1,9-1 1,-9-8-16,-25 9 16,-9-9-1,-8 0-15,-18 0 16,1 0-16,-1-9 16,1-33-1,-18-111-15,-25-171 31</inkml:trace>
  <inkml:trace contextRef="#ctx0" brushRef="#br0" timeOffset="15684.06">14211 15861 0,'0'0'0,"0"0"0,0 0 15,0 0-15,0 0 16,-9 0 0,9 8-16,0-8 15,0 0 1,-8 0-16,-1 0 16,9 0-1,-8 0-15,-1 0 16,0 0-1,1 0 1,-18 0-16,1 0 16,-26-8-16,-43-9 15,-34 0 1,-17 0-16,-1 0 0,-7 0 31,-1 17-15,9-9-16,0 1 15,-9-9 1,-25 8-16,0 1 16,8-1-16,35 1 15,25-9 1,34 0 0,17 0-16,17 0 15,9 0-15,26 8 16</inkml:trace>
  <inkml:trace contextRef="#ctx0" brushRef="#br0" timeOffset="16030.02">12043 15214 0,'0'0'0,"0"0"0,0 0 16,0 0-1,0 0-15,0 0 16,0 0-16,-9 0 16,-16 26-1,-27 17 1,-7-1 0,-18 9-16,9 0 15,-9 9 1,0-1-16,34-8 15,18-25-15,16 8 16,26 25 0,86 18-16,127 16 15,112-16 1,33-9-16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3:53:48.92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2799 7033 0,'0'0'0,"0"0"0,-8 17 16,-1 9-1,1 8-15,-1 17 16,1 0-16,-1 17 15,1 17 1,-1 17-16,1 0 31,-1-17-15,9 9-16,9-1 16,8 1-16,0-18 15,17-16-15,0-18 31,0 1-31,0-18 16,18 1 0,16-1-16,0 1 15,52-9 1,16-9-16,-16 1 16,25-18-1,34 1-15,26-18 16,34-8-16,8-8 15,9 16 1,9 1 0,0 16-16,8 9 15,17 0-15,-9 0 16,18-17 0,17 0-1,8 0-15,60 9 16,-68-9-1,17 0-15,77 8 16,-77 1-16,25-18 16,69-16-1,-26 8-15,0-9 16,17 9 0,18 0-16,-1 9 15,-17 16 1,0 9-1,52 0-15,-9 9 16,-18-1 0,-7 1-16,-10 8 15,10 8-15,-10 9 16,-16 0 0,-68 0-1,-27 0-15,-16 0 16,-43-8-1,-17-1-15,-8-16 16,-52-1 0,-51-16-16,-17-1 15,-17 1 1,0-9-16,-26 0 16,-34 8-1,-8 1-15,-18-1 16,1-8-1,-1-8-15,-8-18 16,-8-25 0,-9-25-16,-1 8 15,1 8 1,9-17-16,33-25 16,1 60-1</inkml:trace>
  <inkml:trace contextRef="#ctx0" brushRef="#br0" timeOffset="9531.17">15141 8624 0,'0'0'0,"0"0"0,-9-9 16,-8 1-1,-17-18-15,-8-17 16,-27-8-16,-8 0 15,9 17 1,17 9 0,0 8-16,8 17 15,0 0-15,1 17 16,-1 17 0,-8 17-16,0 8 15,-18 61 1,-7 58-16,-27 111 15,1 111 1,25 42-16,-17 0 16,0 18-1,17-10 1,-8-50-16,-9-9 16,0-8-1,9 0-15,0-1 16,25-24-16,0-1 15,0 0 1,18-51 0,-1-25-16,9 25 15,8-59 1,9-60-16,9 8 16,8-8-16,0-8 15,0 0 1,0-35-16,0-25 15,0-25 1,8-9-16,9-9 16,0-8-1,9-8-15,-1-1 16,10-16-16,24 8 31,61 0-31,59-17 16,162-42-1,61-26-15</inkml:trace>
  <inkml:trace contextRef="#ctx0" brushRef="#br0" timeOffset="39259.92">23121 9772 0,'0'0'0,"34"8"0,26 26 16,42 9 0,95 8-16,8 8 0,42 18 31,60 8-31,77 25 16,60 1-1,-154-77-15,26-9 16</inkml:trace>
  <inkml:trace contextRef="#ctx0" brushRef="#br0" timeOffset="40108.19">18094 12493 0,'0'0'0,"9"0"0,59 9 0,68-18 15,103-25 1,69-17-16,42 0 16,-26 25-1,-34 26-15,43 26 16,-77 8 0,51 26-16</inkml:trace>
  <inkml:trace contextRef="#ctx0" brushRef="#br0" timeOffset="40744.35">16302 14611 0,'0'0'0,"25"-9"0,44 1 16,59 8 0,8 0-1,18 17-15,59 17 16,18 0 0,59-17-16,85-17 15</inkml:trace>
  <inkml:trace contextRef="#ctx0" brushRef="#br0" timeOffset="41208.15">17437 17494 0,'0'0'0,"25"0"0,112 0 0,128-9 16,93-33-1,129-60 1,-86 8-16</inkml:trace>
  <inkml:trace contextRef="#ctx0" brushRef="#br0" timeOffset="90114.56">26569 6897 0,'0'0'0,"0"0"16,0 0-16,0 0 0,0 0 31,-8 0-31,-1 43 0,-16 59 31,-10 42-31,18 52 16,34-9 0,35-25-16,76 118 15</inkml:trace>
  <inkml:trace contextRef="#ctx0" brushRef="#br0" timeOffset="92612.24">17719 9721 0,'0'0'0,"0"0"0,0 0 15,0 0-15,0 0 16,0 0 0,0 0-16,0 0 15,8-9 1,35 1 0,42-9-16,26 17 15,0 8 1,0 18-16,-9 16 15,-33 1 1,-10-1-16,-16 18 16,-9 8-16,-34 25 15,-17 9 1,-26 0 0,-16-8-16,-1-26 15,9-8-15,17-26 16,17-9-1,0-16-15,17-1 16,0 1 0,34 8-16,77 8 15,76 1 1,44-9 0,93 0-16</inkml:trace>
  <inkml:trace contextRef="#ctx0" brushRef="#br0" timeOffset="94702.16">15286 11923 0,'0'0'16,"0"0"-16,0 0 0,-8 0 15,-1 17-15,-17 0 16,-8 26 0,-34 33-16,-9 26 15,0 0-15,9 0 16,25-16 0,18-27-1,8-8-15,17 0 16,8-17-1,9-8-15,9-1 16,17-8-16,42-17 16,26 0-1,8-17-15,-16-8 16,-1 8 0,-25 0-1,0 0-15,-9 0 16,-17 8-1,-16 1-15,-10-1 16,-16 1 0,-1-1-16</inkml:trace>
  <inkml:trace contextRef="#ctx0" brushRef="#br0" timeOffset="94927.39">15909 12000 0,'0'0'16,"0"0"-16,-8 8 0,-1 26 16,-8 34-1,-17 85-15,-9 26 16,9 17-1,0 42 1,25 51-16,26 85 16</inkml:trace>
  <inkml:trace contextRef="#ctx0" brushRef="#br0" timeOffset="131360.92">1869 9202 0,'0'0'0,"0"0"0,0 0 0,17 314 16,-17-186-16,-17 17 15,9 8-15,-18-17 16,0-34 0,9-68-16</inkml:trace>
  <inkml:trace contextRef="#ctx0" brushRef="#br0" timeOffset="131843.16">2808 9295 0,'0'0'0,"0"0"0,0 0 15,0 0-15,-9 9 16,1 8 0,-9 17-16,0 17 15,-9 25-15,1 27 16,8 7-1,-1-8-15,1-8 16,17-18 0,17-8-1,1-25-15</inkml:trace>
  <inkml:trace contextRef="#ctx0" brushRef="#br0" timeOffset="132101.1">2364 9695 0,'0'0'0,"0"0"16,0 0-16,0 0 15,0 0 1,34-8 0,69-26-16,85-34 15,16-9 1,-33 0-16,94-50 16</inkml:trace>
  <inkml:trace contextRef="#ctx0" brushRef="#br0" timeOffset="132822.44">3952 9210 0,'0'0'16,"0"0"-16,0 0 0,0 0 15,0 0-15,8 0 16,9 0 0,0 17-1,0 9-15,9 8 16,-9 34-1,-8 34-15,-26 26 16,-43 25 0,-26-17-16,27-34 15,16-34 1,9-17-16,8-17 16,9-9-1,0-16-15,17-1 16,0-8-1,0-8-15,0-1 16,17-16 0,17-18-16,26-8 15,8 26 1,-8 8-16,-9 17 16,1 17-1,-1 17-15,-9 0 16,10 8-1,7 1-15,10-9 16,-44-17 0</inkml:trace>
  <inkml:trace contextRef="#ctx0" brushRef="#br0" timeOffset="133184.67">5292 9117 0,'0'0'0,"0"0"0,0 0 16,0 0-16,0 0 16,0 8-1,-9 35 1,-16 33-16,-10 18 16,10 16-1,-18 27-15,-8-1 16,8-26-1,9 1-15,17-18 16,8-50 0</inkml:trace>
  <inkml:trace contextRef="#ctx0" brushRef="#br0" timeOffset="133459.22">4788 9321 0,'0'0'0,"0"0"0,0 0 0,0 0 16,0 0-1,34 17 1,43 8-16,34 1 16,0-9-1,26 0-15,144 8 16</inkml:trace>
  <inkml:trace contextRef="#ctx0" brushRef="#br0" timeOffset="133943.07">6077 9159 0,'0'0'0,"0"0"0,-9 26 0,1 16 16,-18 18 0,1 25-16,-10 0 15,1 9 1,17 8-16,0-17 15,9-26 1,8-16-16,0-9 0,0-9 31,8 1-31,35-1 16,25-8 0,17-8-16,9-18 15,-17-16 1,43-18-16,8 1 15,-34-1 1,-18 9-16,-7 9 16,-35 16-1</inkml:trace>
  <inkml:trace contextRef="#ctx0" brushRef="#br0" timeOffset="134204.2">6598 9185 0,'0'0'0,"-9"0"0,-8 25 15,-9 35 1,-16 33-16,-1 52 15,9 25-15,0-8 16,0-18 0,16-16-1,10-77-15</inkml:trace>
  <inkml:trace contextRef="#ctx0" brushRef="#br0" timeOffset="134587.93">7741 9151 0,'0'0'0,"0"0"16,-8 8-16,-9 26 0,-26 34 15,0 17-15,1 9 16,-10 34 15,10-1-31,8-16 16,-1-26-1,-7-9-15,25-42 16</inkml:trace>
  <inkml:trace contextRef="#ctx0" brushRef="#br0" timeOffset="134842.6">7357 9380 0,'0'0'0,"0"0"15,17 0-15,34 17 16,69 17-16,16 0 16,-76-25-1</inkml:trace>
  <inkml:trace contextRef="#ctx0" brushRef="#br0" timeOffset="135788.4">8535 8870 0,'-9'0'0,"-16"26"0,-35 16 15,-8 18-15,-18 8 16,18 8-16,25-8 16,9-8-1,17-1 1,9-8-16,25 17 15,34 9-15,17 17 16,1-9 0,-1 0-1,-8 0 1,-9-9-16,0 18 16,-8 8-1,-9 0-15,-9-17 16,-25 17-1,-8-17-15,-18-25 16,1-1 0,-9-25-16,-1-8 0,10-18 15,-9-16 1,-18-18 0,-7-42-16,33-25 15,18-44-15,33-24 31,18-26-31,17 8 16,8 26 0,-8 26-16,25 7 15,0 1 1,-16 34-16,-18 17 16,-9 9-1,-16 16-15,0 9 16,-18 9-1,-8 8-15</inkml:trace>
  <inkml:trace contextRef="#ctx0" brushRef="#br0" timeOffset="136206.35">9832 9431 0,'0'0'0,"0"0"16,0 0-16,0 0 15,0 0 1,0 0-16,-8 9 16,-26 33-1,-18 86-15,-7 34 16,-10-1-16,1 1 15,0-9 1,25-34-16,9-17 16,17-34-1,17-34 1</inkml:trace>
  <inkml:trace contextRef="#ctx0" brushRef="#br0" timeOffset="136486.04">9406 9814 0,'0'0'0,"0"0"0,0 0 0,0 0 16,17 17-1,8 17 1,26 0 0,26 9-16,34 8 15,0 0 1,-26-26-16,-33-8 16</inkml:trace>
  <inkml:trace contextRef="#ctx0" brushRef="#br0" timeOffset="136822.24">10694 8938 0,'0'0'0,"-8"34"16,-18 51-16,-17 51 16,9 9-1,9 8 1,-18 17-16,9 0 15,-9 0 1,-8 26-16,0-35 16,17-16-16,25-77 15</inkml:trace>
  <inkml:trace contextRef="#ctx0" brushRef="#br0" timeOffset="137325.6">11292 9321 0,'0'0'0,"0"0"0,-9 8 16,-25 35 0,-34 59-16,-43 68 15,0 17-15,51-25 16,17-1 0,26-42-16,17-34 15,17-25 1,18 0-1,7-18-15,-8-25 16,9-17 0,17-25-16,8-35 15,-17-34-15,-17 18 32,-16 25-32,-10 8 15,-16 9-15,-18 17 16,-8 9-16,-52 16 15,-16 26-15,42 9 16,35-9 15,25-26-31</inkml:trace>
  <inkml:trace contextRef="#ctx0" brushRef="#br0" timeOffset="137879.29">12145 9329 0,'0'0'0,"0"0"0,0 17 0,0 17 16,-8 0 0,-18 34-1,-51 52-15,0 33 16,9-26 0,8-8-16,-8-8 15,0-18 1,34-59-16</inkml:trace>
  <inkml:trace contextRef="#ctx0" brushRef="#br0" timeOffset="138121.38">11633 9602 0,'0'0'0,"0"0"0,0 0 15,26 17-15,33 17 16,18 17-16,9-9 16,-44-25-1</inkml:trace>
  <inkml:trace contextRef="#ctx0" brushRef="#br0" timeOffset="138311.07">12342 10605 0,'0'0'0,"0"0"0,0 0 15,0 0 1,0 0 0,8-8-16,9 8 0</inkml:trace>
  <inkml:trace contextRef="#ctx0" brushRef="#br0" timeOffset="138503.29">12871 10222 0,'0'0'0,"0"0"0,0 0 0,0 0 15,0 0-15,0 9 32,0-9-17</inkml:trace>
  <inkml:trace contextRef="#ctx0" brushRef="#br0" timeOffset="138655.13">13238 10478 0,'0'0'16,"0"0"-16,0 0 0,-9 25 0,9-8 15</inkml:trace>
  <inkml:trace contextRef="#ctx0" brushRef="#br0" timeOffset="139961.65">5138 11353 0,'0'0'0,"9"0"0,16 17 0,9 9 16,9 17-1,0 16 1,-18 43-16,1 26 15,-26 42 1,-34 17 0,-35-34-16,-16-34 0,-26 0 15,17-34 1,26-34 0,17-17-1,0-25 1,16-18-16,10-16 15,8-18-15,8-16 0,26-1 16,9-8 15,-1 17-31,18 17 16,25 25 0,1 18-16,-10 16 15,1 26 1,9 9-16,-10 0 15,10-18-15,24 1 16,18-26 0,-8-26-1,-1-25-15,-42 9 16</inkml:trace>
  <inkml:trace contextRef="#ctx0" brushRef="#br0" timeOffset="140550.09">5898 10452 0,'0'0'0,"0"0"0,0 0 16,0 0-1,-9 8-15,1 27 16,-18 33 0,0 34-1,-8 0-15,17-17 16,0-26-16,9-25 16,8-8-16,0-1 15,8-16 1,9-1-1,17-16 1,18-9-16,24-9 16,-7-8-1,-18 17-15,-9 17 0,-7 9 16,-1 16-16,-9 26 31,1 17-15,0 9-16,-9-9 15,-9-34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3:54:19.2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8791 3342 0,'0'0'0,"0"0"0,9 0 16,-1 0-1,1 0-15,-1 0 16,1 0-16,-1 0 16,-8 0-16,0 26 31,-8 25-31,-1 17 16,1 8-16,-1 18 31,1-1-31,8-24 0,0-18 15,0-9 1,8 1 0,9-9-16,0-9 15,17 1 1,26-1 0,34-8-16,43-8 0,33-1 31,-25-8-31,35 9 15,16-1 1,-17-16 0,34 16-16,1 9 15,-9 17-15,-18-8 16,-33 8 0,8 8-16,0 9 15,-42-8 1,-35-1-16,-16-16 15,-10-18-15,-16 1 16,8-26 0,35-26-1,-10-25-15,-7-17 16,7-68-16,-16-17 31,17-111-31</inkml:trace>
  <inkml:trace contextRef="#ctx0" brushRef="#br0" timeOffset="41257.9">29591 4703 0,'0'0'0,"0"0"0,-9 17 16,1 0-16,-1 0 15,-17 26 1,-16 25 0,8 17-16,8 17 15,0 0 1,1 17-16,-1-9 16,1-16-16,8-9 15,-1-9 1,10-16-1,8 0-15,17-1 16,0 1 0,17-1-16,0-8 15,18 0 1,7-8-16,1-9 16,8-9-1,18-8-15,8-8 16,8-1-16,9-8 15,-9 9 1,-16-1-16,-27 1 16,-16-1-1,-17 1 1,-9-9-16,-9 8 16,1-8-1,-1 0-15,-8 0 16,0 0-16,0 0 15,9-8 1,8-43 0,17-43-16,9-25 15,8-17 1,9-34-16,-9 17 16,-8 34-16,-1-9 15,1-16 1,0 16-16,-18 43 15,1 17 1,-18 8 0,1 26-16,0 17 15,-1 0 1,-8 0-16,0 9 16,0 8-1,0 0-15,0 0 16,-17 0-16,-26 0 15,-68 8 1,-111-8 0,-110-8-16,-104-43 15,-110-85 1,-26-51-16,-128-68 16,282 93-16</inkml:trace>
  <inkml:trace contextRef="#ctx0" brushRef="#br0" timeOffset="138585.62">29591 4439 0,'0'0'0,"0"0"0,0 0 31,0 0-31,0 0 16,0 0-16,0 0 0,0 0 15,0 0 1,-9 17-16,1 34 31,-18 43-15,-51 59-16,-8 9 15,17-1 1,8-8-16,26-25 16,8 8-1,9 0-15,17-17 16,0-17-1,9-25-15,-1-9 16,1-17 0,-1-9-16,1-16 15,8-1 1,25 9-16,10-8 16,7-18-1,18 1-15,0-1 16,0-8-1,42 9-15,1-1 16,-26 9 0,8 0-16,-8 0 15,17 9 1,-9-1-16,-42 1 16,-17-9-1,-1 8-15,-7-8 16,-1 0-1,-9-8-15,-8-1 16,0 1 0,-8-9-1,8 0-15,0-17 16,0-17-16,17-51 16,-8-43-1,-9-16-15,0-9 16,-8-17-1,-1 16-15,1 27 16,-1 25 0,-8 8-16,0 18 15,0 25 1,0 17-16,0 17 16,0 0-1,0 17-15,0 0 16,-17-9-1,-26 9-15,-85 0 16,-102 17 0,-120 17-16,-43-8 15</inkml:trace>
  <inkml:trace contextRef="#ctx0" brushRef="#br0" timeOffset="142067.43">4592 7101 0,'0'0'0,"0"0"0,0 0 16,0 0-16,0 0 15,0 0-15,0 9 16,-9 25 0,-16 59-1,-52 69-15,0-1 16,26-16-1,0 25-15,-1-17 16,18-42-16,9-26 16,8-17-1,17-17-15,0-9 16,0-8 0,17-8-1,0-1-15,17-8 16,51 0-1,35 0-15,-1-25 16,52-1 0,17-16-16,-35-1 15,78 9 1,-1 17-16,-59 0 16,34 0-1,0 9-15,-9-1 16,0 1-1,-34-9-15,-25-9 16,-1 1 0,-16-1-16,-43 1 15,-26-1 1,-25 1-16,-9 8 16,-9-9-1,1 1-15,-1-26 16,-16-34-1,-18-34-15,-42-34 16,0-17 0,16 8-16,10-8 15,8 0 1,8-9-16,-8 18 16,17 25-1,0 17-15,0 42 16,8 18-16,9 8 15,0 17 1,0 8 0,0 1-1,-9 8-15,1 0 0,-35 8 16,-59 18 0,-43 16-1,-77 18-15,-43 8 16,-51 17-1,-16-9-15,-52-8 16,-94 0 0,76-8-1</inkml:trace>
  <inkml:trace contextRef="#ctx0" brushRef="#br0" timeOffset="154938.2">15491 10171 0,'0'0'0,"0"0"0,0 0 0,0 0 16,0 0 0,0 0-1,0 0 1,0 9-16,-9 8 15,1 0 1,-1 0-16,1 8 16,8 1-16,0-1 15,0-8-15,0-8 16,0-1 0,0 1-1,0-1-15,0 1 16,0-1-16,0 1 15,17-1 1,0 9-16,17 0 16,0 0-1,9 0 1,42 9-16,18 0 16,-1 8-1,9-17-15,43 8 16,16-8-1,-25-8-15,43-1 16,17 1 0,-34-18-16,51 9 15,8 0 1,18 0-16,-18 9 16,-51-18-1,9 18-15,-26-1 16,-51 9-1,-34-8-15,-26-1 16,-17 1 0,-8-1-16,-18-8 15,1 0 1,0 0-16,-1 0 16,-8-8-1,9-26-15,-1-85 16,1-52-1,8-16-15,0-51 16,0-102 0</inkml:trace>
  <inkml:trace contextRef="#ctx0" brushRef="#br0" timeOffset="183425">6990 11668 0,'0'0'0,"0"0"0,0 0 0,0 0 16,0 0-1,0 17-15,0 0 16,17 17 0,0 17-16,17 0 15,18 9 1,-1 8-16,-9 8 15,-16-8-15,-9 17 16,-17 9 0,-8-9-1,-1-17-15,1-17 16,8-25 0,0-1-16,0 1 15,0-9 1,17 8-16,8 9 15,35 0-15,51 9 16,51-9 0,17-9-16,69-16 31,-1-1-31,26-16 16,9-1-16,-9 9 15,-8 9-15,-18 8 31,-33 0-31,-86-9 16,-51 1 0,-43-1-16,-9 1 0,-8-9 31,-8 0-31,-1-9 0,10-25 31,-1-59-31,-9-43 16,1-43-16,8-42 15,0-102-15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4T23:58:35.70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2347 2875 0,'0'0'0,"0"25"0,17 35 0,34 356 15,-51-305-15,0-18 0,0-8 16,0 0-16,0-16 15,0-10 1,9-8-16,-9-8 16,8-9-1,10-9-15,7 1 16,9-1 0,17-16-16,35-1 15,16-8-15,1-17 16,8 0-1,-9-8 1,35-1-16,8 9 16,-9 0-16,43-8 15,18-1-15,-27 18 32,61-9-32,8-9 15,0 1 1,0-9-16,17 8 15,-17 17-15,0 1 16,0 8-16,-34 17 31,51 9-31,0-1 16,8-8 0,1 0-16,0 0 0,-1-17 15,9 0 1,9-17-1,0 0-15,-1 0 16,-8-8 0,-8 7-16,8 10 15,9-1-15,8 1 32,17 8-32,-17 8 15,43 9 1,-26 1-16,-8 7 15,8 9-15,1 0 0,7 0 16,-7 0 0,16-8-1,-25 8 1,25 0 0,-8 8-16,17-8 15,25 9 1,-16 16-16,8 9 15,8 26 1,-8-1-16,-9-16 16,9-18-1,-8 1-15,-18-1 16,17 18 0,-8 8-16,-43-17 15,-8-8 1,-26-18-16,-34-8 15,-51-8 1,-52-9-16,-50-9 16,-35 1-1,-9-9-15,-16 0 16,-1-9 0,-8-42-16,-17-76 15,-8-35 1,-9-68-16,-18-118 15</inkml:trace>
  <inkml:trace contextRef="#ctx0" brushRef="#br0" timeOffset="53033.89">11437 7101 0,'0'0'0,"-9"0"0,1 0 0,-1 0 0,-8 9 15,9 8 1,-9 8-16,-9 18 16,0 8-16,9 17 15,0 0 1,0 0-16,9-9 31,-1 1-31,1-9 16,8-8-1,0-18-15,0 1 16,0-18-16,8 1 16,26-18-16,52-16 15,25-9 1,8-9-16,43 0 15,0 18 1,-8-1-16,76 9 16,1 9-1,-9 8 1,34 17-16,34 17 16,0 17-1,-8 0-15,8 0 16,0-8-16,-34-1 31,-8-16-31,8-1 16,-26-25-1,-16-8-15,-10-18 16,-24 9 0,-10 0-16,1 0 0,-26 0 15,0 9 1,17 8-1,-16 0 1,-53 8-16,-33 1 16,-26-9-1,-8 0-15,-9 0 16,-8 0-16,-1 0 16,-8 0-1,0-9 1,9-25-16,-1-17 15,1-34 1,8-43-16,34-161 16</inkml:trace>
  <inkml:trace contextRef="#ctx0" brushRef="#br0" timeOffset="61941.45">4455 8717 0,'0'0'0,"0"0"0,9 0 16,25 17-1,17 0-15,0-8 16,1-1 0,16 9-16,0 0 15,-17-8 1,18 8-16,16 0 16,0-9-1,1 1 1,-1-1-16,26 9 15,26-8 1,16-18-16,26-8 16,26-8-1,-17-9-15,17-17 16,17-9-16,8 1 16,-8 16-1,-26 17-15,26 9 16,9-8-1,16 8-15,1 8 16,-1 1-16,1 16 16,16 1-1,-16 8-15,8-9 32,9-8-32,8 0 15,0 0 1,-9 0-16,18-25 15,0-9 1,8-9-16,-17-33 16,60-52-1</inkml:trace>
  <inkml:trace contextRef="#ctx0" brushRef="#br0" timeOffset="64609.56">14108 8709 0,'0'0'0,"0"0"15,17-9-15,35 1 16,59-9-16,42 17 16,26 0-1,-8 8-15,51 18 16,25-1-1,27 9-15,33-8 16,34-9 0,26-9-16,9 9 15,8 0 1,26 17-16,33-8 16,61-18-1,42-42-15,-128-8 16</inkml:trace>
  <inkml:trace contextRef="#ctx0" brushRef="#br0" timeOffset="69563.92">23420 8709 0,'0'0'0,"0"0"0,-9 0 0,-8 0 15,-8 8 1,-1 1 0,9-1-16,0 1 15,0-1 1,-9 9-16,1 9 15,-1 25-15,-17 34 16,9 42 0,17 26-1,9 26-15,16 8 16,9-25 0,9-35-16,-1-25 15,-7-34-15,-1-8 16,8-1-1,18-8 1,17-8-16,-1-1 16,18-16-1,9-1-15,50-16 16,52-9 0,-26-9-16,60-8 15,25-8-15,-16 16 16,-1 9-1,-25 0 1,34 17-16,-8 9 16,-10 8-16,-33 8 15,-77-8 1,-34-8-16,-43-9 16,-8-8-1,-18-1-15,1-8 16,-1-8-1,1-52-15,-18-68 16,1-67 0,-1-43-1,18-26-15,25-85 16</inkml:trace>
  <inkml:trace contextRef="#ctx0" brushRef="#br0" timeOffset="73424.39">18418 11481 0,'0'0'0,"0"0"16,0 0-16,0 17 15,0 26-15,0 33 16,0 52 0,0 25-1,9 17-15,8 0 16,9-43-1,-9-16-15,0-9 16,-9-34-16,1-17 16,-1-17-1,1-8-15,-1-9 16,10 0 0,-1 8-1,17-8-15,34 9 16,43-1-16,43-8 15,-9-8 1,-9-9 0,35-9-16,0 9 15,-43 9-15,25-1 16,18 18 0,-17-9-16,-26 0 15,-26 8 1,18 1-16,-27-18 15,-33 1 1,-17-1 0,-18 1-16,-7-9 15,-10 0-15,1 0 16,-1 0 0,-8-9-16,9-16 15,-1-35 1,-16-76-1,8-51-15,-26-42 16,-34-112-16</inkml:trace>
  <inkml:trace contextRef="#ctx0" brushRef="#br0" timeOffset="74329.59">28686 12017 0,'0'0'0,"0"0"0,0 0 0,0 0 15,0 0-15,0 17 16,-9 25 0,1 18-1,-1 25-15,1 34 16,-1-17-1,9-17-15,0-17 16,17-8-16,9-9 16,34-9-1,8 1 1,26-9-16,51-9 16,34-16-16,0-9 15,52-9 1,-9 9-16,-43 0 15,17 9 1,-25 8 0,-43 17-16,-8 8 15,-27 1 1,-24-1-16,-35-16 16,-9-9-1,-16-9 1,0 1-16,-1-1 15,-8-8-15,9-8 0,25-60 32,34-119-32,26-102 15,17-52 1,60-109-16,-9 75 16</inkml:trace>
  <inkml:trace contextRef="#ctx0" brushRef="#br0" timeOffset="112875.93">11343 10061 0,'0'0'0,"0"0"0,0 0 0,-9 68 0,1 25 0,-1 43 0,-16 26 16,8-17 0,-9-9-16,-8 0 15,0-17 1,17-34-16,0-34 16,8-26-1,9 1-15,0-18 16,0-25-1,17-42-15,17-60 16,0-43 0,9-50-16,-17 42 15,-9 33 1,17-7-16,9 16 16,16 18-1,1 25-15,-17 25 16,-18 35-1,10 8-15,-1 0 16,0 17 0,17 25-16,0 18 15,0 33 1,-16 26-16,-18 0 16,-26 0-1,1 0-15,-18-17 16,-8-8-1,0-26-15,0-8 16,-1-18 0,-7-16-16,-18-1 15,9-8 1,17 0-16,8 0 16,9 0-1,8 0-15,1 0 16,8 0-1,0 9-15,26 25 16,8 25 0,8 26-16,1 9 15,-9-1 1,-8-8-16,8-25 16,0-18-1,0-16-15,17-1 16,26-8-1,-43-17-15</inkml:trace>
  <inkml:trace contextRef="#ctx0" brushRef="#br0" timeOffset="113344.05">12896 10588 0,'0'0'0,"0"0"15,0 0-15,-8 0 0,-9 0 16,-9 0 0,-17 17-1,-50 0 1,7 17-16,26 0 15,18 9 1,8 8-16,17 8 16,17-8-1,42 17-15,18-17 16,8-25-16,18-26 16,25-34-1,25-26 1,-16-16-16,-44-9 15,-7-17 1,-18 8-16,-34 9 16,-17 17-1,-9 25-15,-59 9 16,-60 9 0,-51 16-16,-137 1 15</inkml:trace>
  <inkml:trace contextRef="#ctx0" brushRef="#br0" timeOffset="113781.05">14074 10231 0,'0'0'0,"0"0"15,-8 0-15,-1 25 16,-34 35 0,-16 33-16,-1 18 15,9 0 1,8-18-16,17-16 15,26-9-15,17-9 16,18-8 0,16-17-16,17-34 15,43-25 1,0-35-16,-26-8 16,-16-34-16,-35 0 15,-17 0 1,-26 26-16,-25 24 31,-43 10-31,35 33 16</inkml:trace>
  <inkml:trace contextRef="#ctx0" brushRef="#br0" timeOffset="114115.86">15337 9984 0,'0'0'0,"0"0"0,0 9 16,-8 16-16,-35 43 15,-17 34 1,1 26-16,-10-1 16,18-16-1,8-9-15,9-17 16,17-34 0,9-17-16,-1-17 15,1-8 1,8-9-16</inkml:trace>
  <inkml:trace contextRef="#ctx0" brushRef="#br0" timeOffset="114293.77">14885 10095 0,'0'0'0,"0"0"0,0 0 0,0 0 16,26 25-1,59 9 1,86 9 0,136-18-16,77 1 15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5T00:01:50.16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22251 6948 0,'-9'0'0,"-8"26"0,-17 33 16,-418 528-16,358-485 0,8-17 0,35-34 16,25-17-16,9-17 15,0-8 1,17-1 0,0-8-16</inkml:trace>
  <inkml:trace contextRef="#ctx0" brushRef="#br0" timeOffset="658.43">21243 7663 0,'0'0'0,"0"0"0,0 0 15,-8 8-15,-1 9 16,-16 9 0,-18 8-16,0 8 15,-16 9 1,-1 0-16,9 0 16,-18 17-1,-16 17 1,25-8-16,9-1 15,17 26 1,17 17-16,26 9 16,42 0-16,34-1 15,35-16 1,25-9-16,34-26 0,9-16 31,8-52-15,17-42-16,1-42 15,-18-26 1,-51-26-16,-42 1 16,-27-18-1,-50-17-15,-35-8 0,-67 17 32,-78 9-17,-111 33-15,-76 43 16,-17 43-1</inkml:trace>
  <inkml:trace contextRef="#ctx0" brushRef="#br0" timeOffset="13805.24">21243 7841 0,'0'0'0,"0"0"0,0 0 15,0 0-15,0 0 16,-8 0 0,-1 0-16,1 0 15,-9 17 1,0 0-16,0 17 15,0 26-15,0 33 16,8 1 0,-17-9-16,1 0 15,-1-9 1,-8-16 0,8-18-16,9-16 15,0-1-15,17-16 16,0 8-1,17 0 1,0 0-16</inkml:trace>
  <inkml:trace contextRef="#ctx0" brushRef="#br0" timeOffset="14340.57">21696 8394 0,'0'0'0,"0"0"0,0 0 0,0 0 16,0 0 0,0 0-16,0 0 15,0 0 1,-9 0-16,1 8 0,-1 9 31,1-8-31,-1-1 16,1 1-1,8-1-15,0 1 16,0-9 0,0 0-16,0 0 15,0 0-15,0 0 16</inkml:trace>
  <inkml:trace contextRef="#ctx0" brushRef="#br0" timeOffset="15090.06">22174 7935 0,'0'0'0,"0"0"0,0 0 0,0 0 16,0 0-1,0 0-15,0 8 16,-9 18 0,1 42-16,-18 17 15,1-9 1,-18 9-16,9 0 15,0-25 1,16-18 0,1-16-16,0-1 15,9-16-15,8-1 16,0 1 0,0-1-1,0-8-15,8 0 16,18 0-1,8 0-15,9 0 16,-1 0-16,-7 9 16,-10-1-1,-8 10-15,-8 7 16,-1 9 0,-25 17-1,-17 0 1,-26 0-16,1 0 15,-18-17-15,17-8 16,17-18 0,9 1-16,17-26 15,17 8-15</inkml:trace>
  <inkml:trace contextRef="#ctx0" brushRef="#br0" timeOffset="15321.19">21986 8096 0,'0'0'0,"9"9"0,16 8 0,26 17 16,43 8-1,26-16 1,8-9 0,-60-17-16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5T00:04:35.9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26689 6319 0,'0'0'0,"0"0"0,17 0 0,768-34 0,-418 17 0,17 0 16</inkml:trace>
  <inkml:trace contextRef="#ctx0" brushRef="#br0" timeOffset="3769.39">14458 9108 0,'0'0'0,"0"0"15,0 0-15,0 0 16,0 0 0,0 0-16,0 0 15,0 0 1,0 0-16,9 0 16,68 9-1,110 8-15,104 0 16,24 17-1,35 17-15,9 0 16,59-51 0,-8 0-16</inkml:trace>
  <inkml:trace contextRef="#ctx0" brushRef="#br0" timeOffset="63152.06">26407 6072 0,'0'0'0,"0"0"16,9 0-16,16 9 0,9-1 16,9 1-1,34 8-15,17 0 16,34 8 0,85 18-16,43 8 15,26 0-15,34-9 16,-35-25-16,-33-17 31,-35-34-31,77-51 16</inkml:trace>
  <inkml:trace contextRef="#ctx0" brushRef="#br0" timeOffset="64990.91">14381 9091 0,'0'0'0,"0"0"0,26-8 15,17-1-15,51-8 16,8 9 0,-17-1-16,9 9 15,9 0 1,42 9-16,8 8 16,-8 0-16,60-9 15,26 1 1,33-35-16,95-16 15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5T00:06:18.80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23966 1658 0,'17'-8'0,"137"-9"0,51-9 0,1715 103 0,-1519-1 0</inkml:trace>
  <inkml:trace contextRef="#ctx0" brushRef="#br0" timeOffset="5462.7">21124 6625 0,'0'0'0,"0"0"0,-17 8 0,-17 18 15,-9 25-15,0 0 16,-16 26 0,-44 50-1,-25 43-15,9-8 16,16 25-1,9 34-15,-8 43 16,17-18 0,25-8-16,26-8 15,25-26-15,9-8 16,34-18 0,35-8-16,25-33 15,34-10 1,42-25-1,35-25-15,17-52 16,34-33 0,9-35-16,-1-33 15,-8-26 1,-17-34-16,-17-26 16,-43-8-1,-33-26-15,-44 18 16,-42-18-1,-35-34-15,-59-8 16,-51 17 0,-60-8-16,-35 7 15,-41 18 1,-1 34-16,-51 26 16,-86 16-1,35 77 1,-69 60-16,-25 33 15,119 1-15,-25 42 16,-9 25 0,-8 9-16</inkml:trace>
  <inkml:trace contextRef="#ctx0" brushRef="#br0" timeOffset="27070.63">24077 697 0,'0'0'0,"0"0"0,0 0 16,0 0-16,0 0 16,0 0-1,0 0-15,0 0 16,0 0 0,0 0-16,-17 43 15,-43 42 1,-25 77-1,0 42-15,16-17 16,27-43-16,25-16 16,17-18-16,17-16 15,17-17 1,34-1-16,52-16 16,25-18-1,51-33 1,9-18-16,0-25 15,8 0-15,-8 17 16,-9 9 0,0 16-1,-33 9-15,16 17 16,-8 9 0,-52-9-16,-17 8 15,-33 1 1,-35-18-16,-9-8 15,-16-8-15,0-1 16,-1-8 0,-8-8-16,0-18 15,-8-59 1,8-51 0,8-43-16,9-8 15,17-17 1,-8 9-16,-1 42 15,-7 25 1,-10 51-16,1 43 16,-9-8-1,0 25-15,-9 0 16,-8 17 0,-60 8-16,-102 60 15,-77 9 1,-111 34-16,-68 16 15,-35-16 1,-59-26-16,-26-34 16,146-26-1</inkml:trace>
  <inkml:trace contextRef="#ctx0" brushRef="#br0" timeOffset="29840.6">1570 8300 0,'0'0'0,"0"0"0,0 0 16,-17 9-1,9 16-15,-1 9 0,1 17 16,8 17 0,0 9-1,0 0 1,0-1-16,0-8 0,0-8 15,0-18 17,0 1-32,0-18 15,0 1-15,8-1 0,-8-8 32,17 0-32,18 0 15,24 9-15,10-18 16,7 1-1,18-9 1,-17 0-16,51 0 16,0 8-1,-17 1-15,0 8 16,60 0 0,-1-9-16,-42 1 15,43 8 1,0-9-16,0 1 15,16-1 1,10 1-16,-27-1 16,27 9-16,7-8 15,-33 8 1,17-9 0,25 1-16,-42-9 15,8 0-15,9 0 0,-43 0 16,-17 8 15,-8 1-31,-9-9 16,-43 8-1,-34 1-15,-8-1 16,-18-8 0,1 0-16,-1 0 15,1 0 1,-9-17-16,8-25 15,1-43 1,-1-43-16,9-25 16,0-25-1,35-52-15,33-93 16</inkml:trace>
  <inkml:trace contextRef="#ctx0" brushRef="#br0" timeOffset="34563.54">19733 10265 0,'0'0'0,"8"-9"0,26-8 16,60-17-16,34 0 15,35-8 1,7-1-16,9 18 16,9 16-1,26 1 1,25-9-16,0 0 16,8 0-1,-16-9-15,-18 9 16,-8 17-1,0 0-15,-43 9 16,-34 8 0,-9 8-16,-42-8 15,-26-8 1,-25-1-16,-9 1 16,-9-1-1,-8-8-15,-17 0 16,-34 9-1,-68-9-15,-35-9 16,-17 1 0,-16-9-16,7-9 15,-16 1 1,8-1-16,9 1 16,-26 8-16,0 0 15,1 17 1,-1 0-16,8 17 15,-16 0 1,34 0-16,51 0 16,8 0-1,9-9 1,0 1-16,35-1 16,24 1-1,18-1-15,17 1 16,0-9-1,0 0-15,17 0 16,0 0-16,34 0 16,43 17-1,42-9-15,52 9 16,25 0 0,35-8-1,16-1-15,-16-8 16,25 0-16,26 0 31,-9 0-31,0-8 16,-9 8-16,-16 8 15,-18 1-15,-33-1 16,-35 9 0,-17 0-1,-43 0-15,-33 0 0,-27 9 31,-16-9-31,-9-9 16,-17 9 0,0-8-16</inkml:trace>
  <inkml:trace contextRef="#ctx0" brushRef="#br0" timeOffset="38864.58">19980 7399 0,'0'0'0,"0"0"0,9 8 0,42 26 15,43 60-15,25 34 16,18 16 0,17 9-1,25 9 1,9-9 0,34-17-16,-1-9 15,1-24 1,-8 7-16,-18 9 0,-25 0 15,-9 26-15,-34-9 32,-17-9-17,-9-16-15,-33-43 16,-44-42-16</inkml:trace>
  <inkml:trace contextRef="#ctx0" brushRef="#br0" timeOffset="39128.39">22370 7901 0,'-8'0'0,"-18"0"16,-25 25-16,-60 69 15,-77 59 1,-42 34-16,-61 77 16,18-1-16,68-59 15,9-17 1,60-42-16,50-60 16,44-34-1,33-25-15</inkml:trace>
  <inkml:trace contextRef="#ctx0" brushRef="#br0" timeOffset="39852.6">24231 2526 0,'0'0'16,"0"8"-16,17 18 0,43 25 15,42 8 1,9-8-1,17-17-15,34-17 16,-8-17-16,-26-8 16,-17-9-1,-17 17-15,-18 0 16,-24 17 0,-18-9-16,-17 9 15,-17 9 1,-26 42-16,-51 51 15,-68 60 1,-8 8-16,16-26 16,35-33-1,33-43-15,27-34 16,33-34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5T00:08:56.63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23454 1990 0,'0'0'16,"0"0"-16,0 0 0,26 17 0,42 26 15,128 76 1,77 25-16,69-25 15,59-25 1,34-43-16,26-34 16,-77-9-16,-17-8 31</inkml:trace>
  <inkml:trace contextRef="#ctx0" brushRef="#br0" timeOffset="940.94">24461 2747 0,'0'0'0,"0"0"0,-8 0 32,-27 8-32,-58 18 15,-70 16 1,-67 10-16,-60 7 16,-17 9-1,-9 26-15,8 16 16,27 18-1,25 8-15,17-34 16,25-9-16,95-33 16,51-26-1,34-17 1,16-9-16,1 1 16,17-9-1,0 0-15,0-9 16,9 1-1,-1-1-15,1 1 16,0-1-16,-9 9 31,0 0-31,-9-8 16,0 8-16,-16 0 16,-52 42-1,-60 44-15,18-1 16,25-9-1,34-25-15,26-8 16,17-18 0,9 9-16,25 9 15,102 25 1,103-17-16,60-26 16,51-16-1,42 25-15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5T00:10:21.36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1272 10290 0,'0'0'0,"0"0"0,17 0 0,-9 0 0,9 0 16,0 0 0,-17 0-1,18 0-15,-1 17 0,-9 26 32,1 33-32,-1 1 15,-8-17 1,0-9-1,0-9-15,17-16 16,-17-1 0,0-8-16,9 0 15,8 0-15,0-8 16,0-1 0,17 1-1,43-9-15,8-9 16,-25 1-16,8-1 15,9 1 1,0-1 0,34 9-16,17-8 15,-17-1 1,0-8-16,42-8 16,18-1-16,-26 1 15,-8-18 1,34 9-16,16 17 15,-50 0 1,34-8-16,16 8 16,-33 8-1,34 0-15,17-8 16,-43 9 0,43-1-1,8 9-15,-51 0 16,34 9-1,9-1-15,-26 1 16,26-9 0,0 8-16,17-16 15,17 8 1,-43-9-16,43 1 0,-8-1 16,16 1-1,1 8 1,-18 0-1,9 8-15,-51 1 16,25-1-16,9 18 16,0 0-1,0-1-15,-17 1 16,8-1-16,-8 9 16,9 0 15,-35-8-31,-68-9 15,-9 0-15,-17 0 16,18 0 0,-1 0-16,-25-9 15,-17 1 1,0-1-16,-1 1 16,-7-9-1,-10-9-15,-16 1 16,-1-1-1,1 1-15,-17 8 16,-1 0-16,1-9 16,-1 1-1,9-1-15,0-8 16,9-8-16,0-1 31,-1 1-31,1-1 16,-1-8-1,-8 9-15,9-35 16,-17 26 0</inkml:trace>
  <inkml:trace contextRef="#ctx0" brushRef="#br0" timeOffset="23727.77">4139 11319 0,'0'0'15,"0"17"-15,-8 26 0,-1 25 0,1 0 16,-1 0 0,9-17-16,0-8 15,0-18 1,9 1-16,-1-1 16,1-8-1,8 9 1,0-1-16,0-8 15,0 0-15,0 0 16,17 9 0,26-9-16,25 0 15,9-9 1,17 1-16,34-9 16,18 0-16,-27-9 31,18 1-31,-9-1 15,-17 1 1,-26-1-16,-16 9 16,-18 0-1,-34 0-15,-8 0 16,-18 0-16,1 0 16,-9-8-1,-9-1 1,1-25-16,-18-17 15,-8-51 1,8 43-16</inkml:trace>
  <inkml:trace contextRef="#ctx0" brushRef="#br0" timeOffset="30954.72">4191 12570 0,'0'0'0,"0"0"0,-9 25 0,1 9 16,-1 17 0,-8 26-1,0 16-15,0 9 16,0 17-16,0-17 16,17-17-1,0-25-15,17-17 16,17-1-1,17-16-15,43-9 16,17-26 0,8-8-1,1-17-15,25 9 16,9-1 0,-1 0-16,35 1 15,25 8 1,1 8-16,8 1 15,8 8 1,18 8-16,8 1 16,25 8-16,10-9 15,24 1 1,18-9 0,-8-17-16,-10 17 15,-7 8-15,-35 9 16,-26 0-1,-16 1 1,-44 7-16,-59-8 16,-25-8-1,-26-1 1,-26 1-16,-25-9 16,-9-9-16,-9-16 15,1-78 1,-18-186-16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5T00:14:04.1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14808 9108 0,'0'0'0,"0"0"0,0 0 15,-8 34-15,-27 60 16,-7 50 0,-18 61-1,17 24-15,1 18 0,-1 8 16,0 0-1,1 26 1,8 25-16,-1 17 16,1 0-1,-8-8-15,-18-17 16,-17-1 0,26-25-16,17 9 15,0 0-15,8 16 16,-8 9-16,-9-16 31,0 50-15,1-43-16,25-58 15,0-44-15,8-25 16,9-8 0,0-43-1,0-34-15,0-34 16,0-17-16,0-9 15,0-16 1,0-1-16,-8-16 16,8 8-1</inkml:trace>
  <inkml:trace contextRef="#ctx0" brushRef="#br0" timeOffset="669.05">13144 15699 0,'0'0'0,"-9"9"0,-8 33 16,-8 52-16,8 16 15,17-33 1,0-26-16,0-9 15,8-16 1,-8-1 0,0 1-16,0-17 15,0-1-15,0 1 16,0-9 0,0 0-16,0 8 15,0 1 1,0-9-16,0 0 15,-8 0 1,8 8-16,0-8 16,0 0-1,0 0 1,0 0-16,0 0 16,0 0-1,0 9-15,25 42 16,9 25-16,17 26 15,-8 0 1,0-8 0,0-9-16,-9-34 15,-9-9 1,1-16-16,-9-9 16,-9-9-16,10 1 15,16-26 1,42-26-16,18-50 15,17-86 1,9-59 0,-26 0-16,25-9 15,9 35-15,-25 25 16,8 25 0,68-76-1</inkml:trace>
  <inkml:trace contextRef="#ctx0" brushRef="#br0" timeOffset="1694.55">22421 17043 0,'0'0'0,"0"0"16,0 0-16,0 0 16,0 0-1,0 0 1,0 0-16,0 0 15</inkml:trace>
  <inkml:trace contextRef="#ctx0" brushRef="#br0" timeOffset="2431.48">19980 17545 0,'0'0'0,"0"0"0,0 0 16,0 0-16,0 0 15,0 0-15,0 0 16,26 8 0,59 18-16,35 8 15,8-9-15,42 9 16,35-8 0,-25-18-16,33-8 31,0 0-31,35-8 15,8-1-15,-9 1 0,9 8 32,18-9-17,-1 1-15,0 8 16,8-9 0,-7 1-16,-1-1 15,-9 1 1,-16 8-16,-52 0 15,9 0-15,-17 8 16,-52-8 0,18 9-16,-9-1 15,-51 1-15,-9-9 32,-25 0-32,-17-9 15,-1-16 1,-16 8-16</inkml:trace>
  <inkml:trace contextRef="#ctx0" brushRef="#br0" timeOffset="2789.33">25613 16728 0,'0'0'0,"0"0"0,0 0 15,35 26 1,41 33-16,104 26 16,41 0-16,10 0 15,-18-8 1,-59 0 0,-26-18-16,-43-16 15,-16-1 1,-18-8-16,-17 0 15,-17-8 1,-26 16-16,-50 52 16,-61 33-1,-59 18-15,-9-9 16,18-8 0,33-26-16,86-68 15</inkml:trace>
  <inkml:trace contextRef="#ctx0" brushRef="#br0" timeOffset="8182.32">24504 10852 0,'0'0'0,"8"0"0,35 25 16,42 18-1,43 16-15,0 1 16,26-18-16,51-16 16,-9-35-16,60-50 31,120-26-31</inkml:trace>
  <inkml:trace contextRef="#ctx0" brushRef="#br0" timeOffset="13968.3">18990 13505 0,'0'0'16,"0"0"-16,0 0 15,0 0-15,0 0 16,0 0 0,0 0-16,17-8 15,26 8 1,25 8-16,26 9 0,68 17 16,18-8-1,-18-9 1,17-17-1,26-26-15,111-33 16</inkml:trace>
  <inkml:trace contextRef="#ctx0" brushRef="#br0" timeOffset="15047.88">29574 13480 0,'0'0'0,"8"0"0,26 25 16,69 18-16,93-1 16,51-16-16,103-26 15</inkml:trace>
  <inkml:trace contextRef="#ctx0" brushRef="#br0" timeOffset="17848.25">16455 15597 0,'0'0'0,"0"0"0,0 0 16,0 0-16,26 0 15,25 17 1,35 17 0,50-8-1,35-1-15,17 1 16,25-18-16,60-8 15,77-25-15</inkml:trace>
  <inkml:trace contextRef="#ctx0" brushRef="#br0" timeOffset="18214.78">21884 15878 0,'0'0'0,"0"0"15,8 0-15,9 0 16,9 0-16,16 8 16,35 1-1,60-1-15,51-8 16,25-8-1,69-26-15,93 0 16</inkml:trace>
  <inkml:trace contextRef="#ctx0" brushRef="#br0" timeOffset="18617.71">27679 15504 0,'0'0'0,"0"0"0,8 0 16,35 8-16,68 1 15,94-1 1,42-25-16,9-8 16,86-18-1</inkml:trace>
  <inkml:trace contextRef="#ctx0" brushRef="#br0" timeOffset="18851.16">33209 15572 0,'26'0'0,"102"25"0,60 1 16,-60-1-16,51 35 16</inkml:trace>
  <inkml:trace contextRef="#ctx0" brushRef="#br0" timeOffset="30717.28">19519 4371 0,'0'0'0,"0"0"0,0 26 0,9 16 16,-1 26-16,1 17 15,0 9 1,-18 17-16,0-9 15,9-17 1,0-9-16,18-8 16,7-8-16,9-18 31,-8-16-31,8-1 16,34 1-1,26-18-15,51-8 16,26-8-16,8-9 15,43-9 1,26-16-16,50-1 16,44 1-1,-1 8 1,26 8-16,26 9 16,-26 9-1,34 16-15,34 1 16,-17-1-1,18 1-15,-1-1 16,34 1-16,-8-18 16,-25-8-1,-1-17-15,-17 9 16,26-9 0,17 0-1,-43-9-15,17 1 16,-59 16-16,-9 9 15,25 0 1,-84 9 0,-35 8-16,-17 8 15,-26 18 1,-8 8-16,-25 0 0,-10-9 31,-16 9-31,-52 0 16,-25-8-1,-25-9-15,-27-9 16,-16 1 0,-9-1-16,-8-8 15,-1-8 1,9-18-16,9-42 16,8-25-1,9-35-15,-1-34 16,61-127-1</inkml:trace>
  <inkml:trace contextRef="#ctx0" brushRef="#br0" timeOffset="73490.8">17906 1463 0,'0'0'0,"0"0"0,0 0 0,-8 0 31,-1 0-31,-8 0 16,-17 17-16,-26 17 15,-34 34-15,1 17 16,24 17-1,-25 17-15,-8 9 32,8 25-32,9 8 15,16-33-15,1 25 16,25 17 0,26-17-1,9 26-15,25 16 16,43-25-1,25-8-15,35 8 0,-18-42 32,0-26-32,69 17 0,-9-26 15,-17-25-15,43 9 32,-17-18-32,-26-25 15,9-17 1,16-8-1,-42-26-15,-8-34 16,33-34 0,-16-9-16,-9-33 15,-26-26 1,-42-9-16,-34-17 16,-1-33-1,-16 25-15,-9-17 16,-17-18-1,-34 27-15,-18-35 16,-16 26 0,-26 9-16,-9-18 15,-25 43 1,-59-9-16,-10 9 16,-16 34-1,-18 34-15,-59 25 16,-52 26-1,-33 68-15,-1 52 16,35 41 0</inkml:trace>
  <inkml:trace contextRef="#ctx0" brushRef="#br0" timeOffset="135087.97">24299 9780 0,'0'0'0,"0"0"0,0 17 0,0 0 16,0 17-1,0 0-15,0 17 16,-9 34-1,1 43-15,-9 8 16,-9 0 0,1-17-16,8-25 15,0-9 1,8-26 0,0-8-16,9-25 15,0-1-15,0 1 16,18-9-1,-1 0-15,25 0 16,44 0 0,25 8-16,-9-8 15,-8 9 1,0-9-16,8 8 16,-8 1-1,-17-1 1,-17 1-16,-1-9 15,-16-9-15,-17 1 16,-9-1 0,0 1-16,0-18 15,8-16 1,27-43 0,24-51-16,1-43 0,-26 1 15,-8-1 1,-17 17-1,-26 35-15,-9 67 16</inkml:trace>
  <inkml:trace contextRef="#ctx0" brushRef="#br0" timeOffset="136051.16">18982 12808 0,'0'0'16,"-9"0"-16,1 0 0,-1 0 15,1-9 1,-18 9-16,0 0 15,1 0 1,-1 0-16,9 9 16,0 16-16,0 43 15,0 60 1,8 25 0,9 9-16,0-18 15,0-25 1,9-34-16,-9-17 0,0-25 31,0-18-31,0-8 16,0-8-16,0-1 15,0 1-15,8-1 16,9-8 0,26-8-1,34-18 1,25 1-16,1-9 15,8-9 1,0 9-16,25 0 16,18 17-1,-18 17-15,1 9 16,0 8 0,-26 0-16,-26 0 15,-17 0 1,-17-9-16,-8 1 15,-17-1 1,-1-8-16,-16 0 16,-1-8-1,9-18-15,0-76 16,1-76 0,16-27-16,25-126 15,10-60 1</inkml:trace>
  <inkml:trace contextRef="#ctx0" brushRef="#br0" timeOffset="138600.17">16097 14636 0,'0'0'0,"0"0"0,0 0 15,0 0-15,0 17 16,0 9-1,8 25-15,1 34 16,8 25 0,0 9-16,-8 9 15,-1 8 1,1 0-16,-1-17 16,1-25-1,-1-26 1,1-26-16,8 1 15,9-9 1,25-9-16,8-16 16,1-9-16,17-9 15,8-8 1,26-8-16,26 8 16,-18 8-1,1 1 1,-9 8-16,17 0 15,-26 0-15,-16 17 16,-27-9 0,-7 1-1,-27-1-15,1 1 16,-9-1-16,0-16 16,0-26-1,17-60 1,-8-59-16,-1-51 15,1-26 1,-9-8-16,26-85 16</inkml:trace>
  <inkml:trace contextRef="#ctx0" brushRef="#br0" timeOffset="140783.04">29522 12451 0,'0'0'0,"0"0"0,0 0 15,0 0-15,0 8 16,-8 18 0,-9 50-16,-26 52 15,0-1 1,9-16-16,26 8 15,16-9 1,9-25 0,9-34-16,0-8 15,-9-9-15,8-8 16,1-1 0,8 1-16,9-1 15,8 1 1,43-1-1,8-8-15,1 0 16,-1-8 0,-8-1-16,17 1 15,0-18 1,-34 1-16,-9-1 16,-17 1-1,-17-1-15,-8 1 16,-9-1-1,-9 1-15,1-9 16,0-17 0,-1-34-16,-16-26 15,-1-17 1,-8 18-16,0 16 16,8 43-1</inkml:trace>
  <inkml:trace contextRef="#ctx0" brushRef="#br0" timeOffset="141901.19">26825 14441 0,'0'0'0,"0"0"0,0 0 0,0 17 15,9 17-15,-1 17 16,1 0-16,-9-9 15,0 9 1,-9 0 0,1 9-16,8-18 31,-9-8-31,9-8 0,0-1 16,0-16-1,0-1-15,0 1 16,0-1-16,0-8 31,0 0-31,0 9 16,0-1-1,0 9-15,17 0 16,0 0-16,1 9 16,-1-1-16,0-8 15,-9 0 1,9 0-1,0 9 1,0 8-16,1 8 16,33 18-1,26 8-15,25-8 16,0-26-16,43-17 16,9-9-1,-9-16 1,-8-18-16,-9 1 15,8-1-15,-42 9 16,-26 9 0,-16 8-1,-18 0-15,-9 0 16,-16 0-16,0 0 0,-1 0 31,1 0-31,-1 0 16,-8 0-1,0 0-15,0-9 0,0-25 32,0-60-17,26-59-15,8-51 0,43-17 32,76-85-32</inkml:trace>
  <inkml:trace contextRef="#ctx0" brushRef="#br0" timeOffset="147651.6">10011 12314 0,'0'0'0,"0"0"0,0 0 0,0 0 15,0 0-15,0 0 16,0-8-1,18-9-15,16-9 16,17-8 0,0 0-16,17 0 15,9 26 1,-9 16-16,-16 18 16,-1 16-1,0 9-15,-8 17 16,-18 26-1,-16 8-15,-18 9 16,-16-18 0,-26 1-16,-26-9 15,17-26 1,9-16-16,17-18 16,17-16-1,0-1-15,-1 1 16,10-9-16,-1-9 15,9 1 1,0 8-16,0-9 16,0 1-1,26-1 1,17 1-16,16 8 16,-16 0-1,0 17-15,-1 17 16,1 0-1,0 0-15,-1 8 16,1-16 0,17-9-1,0-17-15,-35-9 0</inkml:trace>
  <inkml:trace contextRef="#ctx0" brushRef="#br0" timeOffset="148080.56">11351 12425 0,'0'0'0,"0"0"0,0 0 15,0 0-15,0 0 16,-8 9-16,-1 16 31,-16 18-31,-9 8 16,-9 8-1,9 1-15,17-9 16,0-9-16,8 1 31,9 8-31,0-9 16,17 1 0,0-9-16,0-9 15,9-8 1,8-8-16,0-18 15,-17 9-15</inkml:trace>
  <inkml:trace contextRef="#ctx0" brushRef="#br0" timeOffset="148298.6">11394 11949 0,'0'0'0,"0"0"0,0 0 0,0 0 16,9 0-1,-1 0 1</inkml:trace>
  <inkml:trace contextRef="#ctx0" brushRef="#br0" timeOffset="159594.12">10276 13539 0,'0'0'0,"0"0"0,0 0 16,0 0-16,0 0 16,0 0-1,0 0 1,0 0-16,0 0 16,9 0-16,33-8 15,18 8 1,-9 0-16,0 0 15,9 8 1,-9 9 0,-8 17-16,8 26 15,-8 33-15,-17 9 16,-18-17 0,1 0-16,-18 9 15,-17-1 1,-8-7-1,0-35-15,-8-9 16,-1-16-16,-8-1 16,-9-16-1,9-18-15,17 1 16,-1-1-16,18-8 16,0 0-1,17 0 1,0 0-16,9-8 15,33-1 1,10 9 0,16 8-16,0 18 15,-8 17 1,8 25-16,1 17 16,-10-9-16,-16-16 15,-9-9 1,-8-9-1,-1-16-15,-8-9 16</inkml:trace>
  <inkml:trace contextRef="#ctx0" brushRef="#br0" timeOffset="160059.32">11428 13964 0,'0'0'0,"-8"9"0,-1 8 16,-8 17 0,0 0-1,-9 17-15,1 17 16,8 8-16,0-16 15,8-17 1,9-1 0,0-16-16,0-1 15,9-8 1,16 0-16,18-8 0,8-9 31,-8-17-31,-26 8 0</inkml:trace>
  <inkml:trace contextRef="#ctx0" brushRef="#br0" timeOffset="160312.38">11642 13403 0,'0'0'0,"0"0"0,0 17 16,0 0 0,8-8-1</inkml:trace>
  <inkml:trace contextRef="#ctx0" brushRef="#br0" timeOffset="160674.24">12538 13565 0,'0'0'0,"0"0"16,0 0-16,0 0 16,0 0-1,-9 0-15,1 17 16,-1 8-1,1 18-15,-9 16 16,0 9 0,-1 9-1,1-18-15,9-25 16,8-8 0,0-18-16,0 1 15,8-1-15</inkml:trace>
  <inkml:trace contextRef="#ctx0" brushRef="#br0" timeOffset="160953.51">11957 13998 0,'0'0'0,"0"0"16,18 0-16,24 0 16,26 0-1,18 0-15,-9 0 16,17 0 0,16-8-16,-33-9 15,-17 8 1,-9-8-16,-25 17 15</inkml:trace>
  <inkml:trace contextRef="#ctx0" brushRef="#br0" timeOffset="161259.9">13306 13463 0,'0'0'0,"0"34"0,-9 51 16,1 17-16,-1 17 15,-25 42 1,0 18-16,8-43 16,18-76-1</inkml:trace>
  <inkml:trace contextRef="#ctx0" brushRef="#br0" timeOffset="213505.47">9406 10290 0,'0'0'0,"0"0"0,17 9 15,0 16-15,0 9 16,0 17 0,-9 18-16,1-10 15,-1 18 1,-8 16 0,0-8-16,0-8 15,-8 8 1,-1 0-16,-16 8 15,-9 9-15,-9-8 16,0-18 0,9-7-16,8-18 15,9-17 1,0-9 0,9-8-16,-1-8 15,9-1-15,0 1 16,0-1-16,0-8 31,0 0-31,0 0 16,0 0-16,0 0 15,0 0 1,0 0 0,0 0-16,26 17 15,17 0 1,16 9-16,1-1 15,0-8 1,-9 0-16,-8-8 16,-9 8-1,0 0-15,-17-9 16</inkml:trace>
  <inkml:trace contextRef="#ctx0" brushRef="#br0" timeOffset="-214034.41">10404 9823 0,'0'0'0,"0"0"0,0 0 15,0 0-15,0 0 16,0 0 0,0 0-16,-8 8 15,-1 9 1,0 17-16,-8 0 15,0 17 1,0 0 0,0-8-16,9-9 15,8 0 1,0 0-16,8-9 16,9 1-16,26-1 15,0-16 1,-9-18-1,17-8-15,-17 9 16</inkml:trace>
  <inkml:trace contextRef="#ctx0" brushRef="#br0" timeOffset="-213712.12">10285 9482 0,'0'0'0,"0"0"0,0 0 15,0 0 1,0 0-16,8 9 16,18 34-16,8 8 15,0 0 1,-25-34 0</inkml:trace>
  <inkml:trace contextRef="#ctx0" brushRef="#br0" timeOffset="-213264.45">10080 10801 0,'0'0'16,"0"0"-16,0 0 0,0 0 16,17 0-1,51-9-15,60-16 16,34-1 0,-8-8-16,25 0 15,-8 0 1,-52 0-16,-8 0 0,0 0 31,-42 17-31,-52 9 16</inkml:trace>
  <inkml:trace contextRef="#ctx0" brushRef="#br0" timeOffset="-212549.28">10677 10979 0,'0'0'0,"0"0"0,0 0 16,17 9-1,0-1-15,0 9 16,0 9 0,1 16-16,-10 26 15,-16 26 1,-10 8-16,-24-8 15,-1-9 1,-8-17-16,17-26 16,0-16-1,17-18-15,0 1 16,17-1 0,0-8-16,0 0 15,0-8 1,17-18-16,8 1 15,18-1 1,8 9-16,0 0 16,18 0-1,7 17-15,-7 9 16,-27 8 0,1 0-16,-17 0 15,-1 0 1,-8 17-16,-8-9 15</inkml:trace>
  <inkml:trace contextRef="#ctx0" brushRef="#br0" timeOffset="-211922.18">12205 9687 0,'0'0'0,"0"0"0,0 25 0,0 35 16,0 25-1,-9 34-15,9 51 16,-8 8 0,-9-7-16,-9 24 15,-8-8 1,17-34-16,0-17 15,0-17 1,8-17-16,9-16 16,0-35-16,0-9 31,0-16-31,0-1 16,0-16-1,0-1-15,0 1 0,0-9 16,0 0-1,0 0-15,0 0 16,0 0 0,0 0-1,-8 0-15,-1 0 16,-16 8-16,-35 9 16,-77 17-1,-67 26 1,-121 42-1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customXml" Target="../ink/ink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5: Priority Queues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D41E5-465C-EBB5-E9CD-029376B83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ADT: Priority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048E-DA88-5227-7793-0EE138E73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is it?</a:t>
            </a:r>
          </a:p>
          <a:p>
            <a:pPr lvl="1"/>
            <a:r>
              <a:rPr lang="en-US" dirty="0"/>
              <a:t>A collection of items and their “priorities”</a:t>
            </a:r>
          </a:p>
          <a:p>
            <a:pPr lvl="1"/>
            <a:r>
              <a:rPr lang="en-US" dirty="0"/>
              <a:t>Allows quick access/removal to the “top priority” thing</a:t>
            </a:r>
          </a:p>
          <a:p>
            <a:pPr lvl="2"/>
            <a:r>
              <a:rPr lang="en-US" dirty="0"/>
              <a:t>Usually a smaller priority value means the item is “more important”</a:t>
            </a:r>
          </a:p>
          <a:p>
            <a:r>
              <a:rPr lang="en-US" dirty="0"/>
              <a:t>What Operations do we need?</a:t>
            </a:r>
          </a:p>
          <a:p>
            <a:pPr lvl="1"/>
            <a:r>
              <a:rPr lang="en-US" dirty="0"/>
              <a:t>insert(item, priority)</a:t>
            </a:r>
          </a:p>
          <a:p>
            <a:pPr lvl="2"/>
            <a:r>
              <a:rPr lang="en-US" dirty="0"/>
              <a:t>Add a new item to the PQ with indicated priority</a:t>
            </a:r>
          </a:p>
          <a:p>
            <a:pPr lvl="1"/>
            <a:r>
              <a:rPr lang="en-US" dirty="0"/>
              <a:t>extract</a:t>
            </a:r>
          </a:p>
          <a:p>
            <a:pPr lvl="2"/>
            <a:r>
              <a:rPr lang="en-US" dirty="0"/>
              <a:t>Remove and return the “top priority” item from the queue</a:t>
            </a:r>
          </a:p>
          <a:p>
            <a:pPr lvl="3"/>
            <a:r>
              <a:rPr lang="en-US" dirty="0"/>
              <a:t>Usually the item with the smallest priority value</a:t>
            </a:r>
          </a:p>
          <a:p>
            <a:pPr lvl="1"/>
            <a:r>
              <a:rPr lang="en-US" dirty="0" err="1"/>
              <a:t>IsEmpty</a:t>
            </a:r>
            <a:endParaRPr lang="en-US" dirty="0"/>
          </a:p>
          <a:p>
            <a:pPr lvl="2"/>
            <a:r>
              <a:rPr lang="en-US" dirty="0"/>
              <a:t>Indicate whether or not there are items still on the queue</a:t>
            </a:r>
          </a:p>
          <a:p>
            <a:r>
              <a:rPr lang="en-US" dirty="0"/>
              <a:t>Note: the “priority” value can be any type/class so long as it’s comparable (i.e. you can use “&lt;“ or “</a:t>
            </a:r>
            <a:r>
              <a:rPr lang="en-US" dirty="0" err="1"/>
              <a:t>compareTo</a:t>
            </a:r>
            <a:r>
              <a:rPr lang="en-US" dirty="0"/>
              <a:t>” with it)</a:t>
            </a:r>
          </a:p>
        </p:txBody>
      </p:sp>
    </p:spTree>
    <p:extLst>
      <p:ext uri="{BB962C8B-B14F-4D97-AF65-F5344CB8AC3E}">
        <p14:creationId xmlns:p14="http://schemas.microsoft.com/office/powerpoint/2010/main" val="284699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ACA63-A283-2B9A-141D-40EDAC37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5ED34-AF75-C4E8-5894-C0401FAAB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ER</a:t>
            </a:r>
          </a:p>
          <a:p>
            <a:r>
              <a:rPr lang="en-US" dirty="0"/>
              <a:t>Operating systems allocating resources</a:t>
            </a:r>
          </a:p>
          <a:p>
            <a:r>
              <a:rPr lang="en-US" dirty="0"/>
              <a:t>Allocation of power to devices on a vehicle</a:t>
            </a:r>
          </a:p>
          <a:p>
            <a:r>
              <a:rPr lang="en-US" dirty="0"/>
              <a:t>Homework </a:t>
            </a:r>
          </a:p>
          <a:p>
            <a:r>
              <a:rPr lang="en-US" dirty="0"/>
              <a:t>Airplane boarding</a:t>
            </a:r>
          </a:p>
        </p:txBody>
      </p:sp>
    </p:spTree>
    <p:extLst>
      <p:ext uri="{BB962C8B-B14F-4D97-AF65-F5344CB8AC3E}">
        <p14:creationId xmlns:p14="http://schemas.microsoft.com/office/powerpoint/2010/main" val="1590562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DE81BF-64A3-93DD-75E1-1B8B7ADAA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917307"/>
              </p:ext>
            </p:extLst>
          </p:nvPr>
        </p:nvGraphicFramePr>
        <p:xfrm>
          <a:off x="838200" y="1825625"/>
          <a:ext cx="1051559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6360">
                  <a:extLst>
                    <a:ext uri="{9D8B030D-6E8A-4147-A177-3AD203B41FA5}">
                      <a16:colId xmlns:a16="http://schemas.microsoft.com/office/drawing/2014/main" val="3859037791"/>
                    </a:ext>
                  </a:extLst>
                </a:gridCol>
                <a:gridCol w="3789680">
                  <a:extLst>
                    <a:ext uri="{9D8B030D-6E8A-4147-A177-3AD203B41FA5}">
                      <a16:colId xmlns:a16="http://schemas.microsoft.com/office/drawing/2014/main" val="1986166423"/>
                    </a:ext>
                  </a:extLst>
                </a:gridCol>
                <a:gridCol w="4099557">
                  <a:extLst>
                    <a:ext uri="{9D8B030D-6E8A-4147-A177-3AD203B41FA5}">
                      <a16:colId xmlns:a16="http://schemas.microsoft.com/office/drawing/2014/main" val="36671045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Data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100" dirty="0"/>
                        <a:t>Worst case time to insert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dirty="0"/>
                        <a:t>Worst case time to extract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940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18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532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548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3790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Binary Search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9590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5DC9A6B-441D-32AF-47B4-F4888F339B90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3626F4C-BF5F-6225-AF69-4FB251E6B035}"/>
                  </a:ext>
                </a:extLst>
              </p14:cNvPr>
              <p14:cNvContentPartPr/>
              <p14:nvPr/>
            </p14:nvContentPartPr>
            <p14:xfrm>
              <a:off x="442440" y="2280960"/>
              <a:ext cx="9048960" cy="41335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3626F4C-BF5F-6225-AF69-4FB251E6B03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080" y="2271600"/>
                <a:ext cx="9067680" cy="4152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525057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99397783"/>
                  </p:ext>
                </p:extLst>
              </p:nvPr>
            </p:nvGraphicFramePr>
            <p:xfrm>
              <a:off x="838200" y="1825625"/>
              <a:ext cx="1051559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99397783"/>
                  </p:ext>
                </p:extLst>
              </p:nvPr>
            </p:nvGraphicFramePr>
            <p:xfrm>
              <a:off x="838200" y="1825625"/>
              <a:ext cx="1051559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110448" r="-108842" b="-4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110448" r="-594" b="-4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207353" r="-108842" b="-3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207353" r="-594" b="-3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307353" r="-108842" b="-2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307353" r="-594" b="-2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413433" r="-108842" b="-1298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413433" r="-594" b="-1298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505882" r="-108842" b="-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505882" r="-594" b="-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C7AD587-59D0-A1C8-89A2-1EC8852362D7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2414215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43768867"/>
                  </p:ext>
                </p:extLst>
              </p:nvPr>
            </p:nvGraphicFramePr>
            <p:xfrm>
              <a:off x="838200" y="1825625"/>
              <a:ext cx="10515597" cy="2880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Heap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1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1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76517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43768867"/>
                  </p:ext>
                </p:extLst>
              </p:nvPr>
            </p:nvGraphicFramePr>
            <p:xfrm>
              <a:off x="838200" y="1825625"/>
              <a:ext cx="10515597" cy="2880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110448" r="-108842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110448" r="-594" b="-5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207353" r="-108842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207353" r="-594" b="-4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311940" r="-108842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311940" r="-594" b="-3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405882" r="-108842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405882" r="-594" b="-2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513433" r="-108842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513433" r="-594" b="-1313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Heap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604412" r="-108842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604412" r="-594" b="-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76517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5A04C30-28A0-45BD-0DCC-6FE722E39D48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3914709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67FF0-73B3-18E1-1353-1FC326B05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for Heaps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FACA28-A63F-17B5-D7E2-8052BDD1DC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Trees:</a:t>
                </a:r>
              </a:p>
              <a:p>
                <a:pPr lvl="1"/>
                <a:r>
                  <a:rPr lang="en-US" dirty="0"/>
                  <a:t>The branching factor is 2</a:t>
                </a:r>
              </a:p>
              <a:p>
                <a:pPr lvl="1"/>
                <a:r>
                  <a:rPr lang="en-US" dirty="0"/>
                  <a:t>Every node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2 children</a:t>
                </a:r>
              </a:p>
              <a:p>
                <a:r>
                  <a:rPr lang="en-US" dirty="0"/>
                  <a:t>Complete Tree:</a:t>
                </a:r>
              </a:p>
              <a:p>
                <a:pPr lvl="1"/>
                <a:r>
                  <a:rPr lang="en-US" dirty="0"/>
                  <a:t>All “layers” are full, except the bottom</a:t>
                </a:r>
              </a:p>
              <a:p>
                <a:pPr lvl="1"/>
                <a:r>
                  <a:rPr lang="en-US" dirty="0"/>
                  <a:t>Bottom layer filled left-to-right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FACA28-A63F-17B5-D7E2-8052BDD1DC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45763F0-6769-2287-CC78-BCD511A25F3D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F7E31A0-3D28-578F-5A14-F09AA762C56B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E57D9C-90AC-1E4D-B4B2-6035E42D446F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B69181F-C6C8-0F25-3774-618748080A5E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4E7A57F-281D-14D1-8FD1-B7676D989C3C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69DA9B6-1EB5-447B-ED91-6211BEDDA0F2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5DDE04-CC29-E791-DD6A-810566C87691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C1B6C2F-9FFB-4EEB-3096-46005109CDE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F5AC253-EE0F-A59C-CD48-00D35FA98918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694BE88-313B-BF69-CC7B-CDB41993619D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5BEC51-2B81-F5B1-3172-D2C934522EE8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76CC7CC-AE23-0FD3-CE5F-8504F07C64B7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5647F1-AB09-5E14-4D54-F9A40B1E0C28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7D23AFF-4086-7B95-E87D-F527D08A1AD3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427BB4-6F03-67AA-C1CC-7E6FCA3D63F4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B0041F5-7180-BE30-B46A-30863B150E6E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952D87F-314D-CE71-4735-6CB05C141444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B2EEED4-A26A-7898-FCF1-C0AA68E4D5B5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5C4946E-3872-9F5C-E213-44F1807357B0}"/>
                  </a:ext>
                </a:extLst>
              </p14:cNvPr>
              <p14:cNvContentPartPr/>
              <p14:nvPr/>
            </p14:nvContentPartPr>
            <p14:xfrm>
              <a:off x="1100160" y="3343320"/>
              <a:ext cx="4016160" cy="242820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5C4946E-3872-9F5C-E213-44F1807357B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90800" y="3333960"/>
                <a:ext cx="4034880" cy="2446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763535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A069-E0AF-EBEE-3120-4318DF25C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 Data Structure – Heap Idea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Idea: Maintain a limited amount of order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worst case for extract and insert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60A17D2-D1DC-EB90-0F1F-B576ACAA6D5B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0E16EF1-E0DE-F370-E581-946E72846104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45C3EBE-556C-5377-E6B8-DD961CEA7DFD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0B45233-474B-D142-219F-3E2B3AC692B9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E202AD5-FD55-ED1F-2E5A-AA6DE5FB534F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55CF38E-7DC0-6240-8663-B411669B6536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F4CC478-74A8-998F-9A93-3856DF9C77C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E3CC96-BBE6-289E-ED25-7D583BF06E0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4DD672-6BA5-032B-AF77-D37A27D159F3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01B6D2E-E2AA-4C8C-1EAD-8C12D7FF3633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48F384-51C8-527F-7FB4-5BBB372B6677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02DF07-0E13-B858-3BA7-5900F9516216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184EDD4-811C-EDDD-E685-8BB995834CA3}"/>
                </a:ext>
              </a:extLst>
            </p:cNvPr>
            <p:cNvCxnSpPr>
              <a:stCxn id="8" idx="1"/>
              <a:endCxn id="5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010E68-C147-D53D-76FA-0AC012CD9A6F}"/>
                </a:ext>
              </a:extLst>
            </p:cNvPr>
            <p:cNvCxnSpPr>
              <a:stCxn id="7" idx="7"/>
              <a:endCxn id="5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C35A445-FC36-61C2-4F6B-88DF180C943C}"/>
                </a:ext>
              </a:extLst>
            </p:cNvPr>
            <p:cNvCxnSpPr>
              <a:stCxn id="12" idx="0"/>
              <a:endCxn id="7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6173BE8-0C63-61AC-C82D-DA0736EC7C33}"/>
                </a:ext>
              </a:extLst>
            </p:cNvPr>
            <p:cNvCxnSpPr>
              <a:stCxn id="11" idx="0"/>
              <a:endCxn id="7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859FA23-DDB5-C437-52D4-C8687D34BF71}"/>
                </a:ext>
              </a:extLst>
            </p:cNvPr>
            <p:cNvCxnSpPr>
              <a:stCxn id="9" idx="7"/>
              <a:endCxn id="6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F0309B5-D192-7F29-3E8C-A9BE86027085}"/>
                </a:ext>
              </a:extLst>
            </p:cNvPr>
            <p:cNvCxnSpPr>
              <a:stCxn id="10" idx="1"/>
              <a:endCxn id="6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5172A06A-02BE-DC45-5B82-99A47C50BD1B}"/>
                  </a:ext>
                </a:extLst>
              </p14:cNvPr>
              <p14:cNvContentPartPr/>
              <p14:nvPr/>
            </p14:nvContentPartPr>
            <p14:xfrm>
              <a:off x="645120" y="2482920"/>
              <a:ext cx="8957160" cy="381528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5172A06A-02BE-DC45-5B82-99A47C50BD1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5760" y="2473560"/>
                <a:ext cx="8975880" cy="3834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20727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CEA206E-E4F0-F25D-7FB9-EC12CCD00DB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Achieving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Running Time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CEA206E-E4F0-F25D-7FB9-EC12CCD00D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C1EDC-77CF-F245-8CDE-E3968F223C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What is the maximum number of total nodes in a binary tree of height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If I have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in a binary tree, what is its minimum height?</a:t>
                </a:r>
                <a:endParaRPr lang="en-US" b="0" dirty="0"/>
              </a:p>
              <a:p>
                <a:pPr lvl="1"/>
                <a:r>
                  <a:rPr lang="en-US" b="0" dirty="0"/>
                  <a:t>Find the smallest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b="0" dirty="0"/>
                  <a:t> such that: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b="0" i="0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b="0" dirty="0"/>
                  <a:t>Solve for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⌈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−1⌉=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b="0" i="0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H</a:t>
                </a:r>
                <a:r>
                  <a:rPr lang="en-US" b="0" dirty="0"/>
                  <a:t>eight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Heap Idea: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values are inserted into a complete tree, the height will be roughly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b="0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Ensure each insert and extract requires just one “trip” from root to leaf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C1EDC-77CF-F245-8CDE-E3968F223C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081140E-474B-CEE0-200C-3BEECC2B265A}"/>
                  </a:ext>
                </a:extLst>
              </p14:cNvPr>
              <p14:cNvContentPartPr/>
              <p14:nvPr/>
            </p14:nvContentPartPr>
            <p14:xfrm>
              <a:off x="1490040" y="1203120"/>
              <a:ext cx="9636120" cy="3426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081140E-474B-CEE0-200C-3BEECC2B265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0680" y="1193760"/>
                <a:ext cx="9654840" cy="3445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3890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0BF59-083A-CA08-93EA-90DDC967B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(Min) Heap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97669B-CBB0-4757-983B-3F44485761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Keep items in a complete binary tree</a:t>
                </a:r>
              </a:p>
              <a:p>
                <a:r>
                  <a:rPr lang="en-US" dirty="0"/>
                  <a:t>Maintain the “(Min) Heap Property” of the tree</a:t>
                </a:r>
              </a:p>
              <a:p>
                <a:pPr lvl="1"/>
                <a:r>
                  <a:rPr lang="en-US" dirty="0"/>
                  <a:t>Every node’s priority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its children’s priority</a:t>
                </a:r>
              </a:p>
              <a:p>
                <a:pPr lvl="1"/>
                <a:r>
                  <a:rPr lang="en-US" sz="2000" dirty="0"/>
                  <a:t>Max Heap Property: every node’s priority is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2000" dirty="0"/>
                  <a:t> its children</a:t>
                </a:r>
                <a:endParaRPr lang="en-US" dirty="0"/>
              </a:p>
              <a:p>
                <a:r>
                  <a:rPr lang="en-US" dirty="0"/>
                  <a:t>Where is the min?</a:t>
                </a:r>
              </a:p>
              <a:p>
                <a:r>
                  <a:rPr lang="en-US" dirty="0"/>
                  <a:t>How do I insert?</a:t>
                </a:r>
              </a:p>
              <a:p>
                <a:r>
                  <a:rPr lang="en-US" dirty="0"/>
                  <a:t>How do I extract?</a:t>
                </a:r>
              </a:p>
              <a:p>
                <a:r>
                  <a:rPr lang="en-US" dirty="0"/>
                  <a:t>How to do it in Java?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97669B-CBB0-4757-983B-3F44485761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8AE6CBA-AB2F-80B2-02B0-F3E0F80B5682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C35D44B-7628-E1CA-355C-F1502458AAFF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06D75F0-1F90-45CD-3466-F0D3151331C2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5428839-BA2F-B30D-94E5-826514CC6F90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AAF1CD9-D7B0-1F23-5F0D-1AE7356B4063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A3A9B3C-DD7B-FA7F-8066-BF8EDE5C6C0E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4A5175A-FD0A-6371-2F1B-DB3E686ECC8D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A33B652-75C8-B0DA-13BD-38B23E9E57B2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36E5ACF-446B-CD24-C4B1-D4CCCBEFC8B9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628E15AD-EBCB-3F3E-9454-F62DC58673EF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474545E-8779-A2D5-CC1E-916D83DAFEC0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C832117-1D91-EA54-AA48-D42D50B6E77D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216AEFE-FACF-94D3-2B06-267CC376A70D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F51E84C-C241-3587-EEAA-D44DCC6EB670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2F6055D-B72C-64B7-C5B6-16DED3B88937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820EC72-600D-B503-2BA3-2F770786B564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E5B7A2E-C48F-13F0-EC5F-40C151CCB2C5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6A696EE-72D9-D0B0-C82B-CF1F4D5D6426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11005DF-294C-BA7F-98A9-E15D8CE777AE}"/>
                  </a:ext>
                </a:extLst>
              </p14:cNvPr>
              <p14:cNvContentPartPr/>
              <p14:nvPr/>
            </p14:nvContentPartPr>
            <p14:xfrm>
              <a:off x="844920" y="1035000"/>
              <a:ext cx="10514880" cy="368316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11005DF-294C-BA7F-98A9-E15D8CE777A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35560" y="1025640"/>
                <a:ext cx="10533600" cy="3701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8341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while (priority &lt; parent’s priority){</a:t>
            </a:r>
          </a:p>
          <a:p>
            <a:pPr marL="0" indent="0">
              <a:buNone/>
            </a:pPr>
            <a:r>
              <a:rPr lang="en-US" dirty="0"/>
              <a:t>        swap item with parent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3782060" y="661091"/>
            <a:ext cx="688077" cy="688077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1.5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B9C9B93E-858D-CDEB-5797-733FCEE9F036}"/>
                  </a:ext>
                </a:extLst>
              </p14:cNvPr>
              <p14:cNvContentPartPr/>
              <p14:nvPr/>
            </p14:nvContentPartPr>
            <p14:xfrm>
              <a:off x="7426440" y="2501280"/>
              <a:ext cx="700920" cy="81468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B9C9B93E-858D-CDEB-5797-733FCEE9F03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17080" y="2491920"/>
                <a:ext cx="719640" cy="833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95223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while (priority &lt; parent’s priority){</a:t>
            </a:r>
          </a:p>
          <a:p>
            <a:pPr marL="0" indent="0">
              <a:buNone/>
            </a:pPr>
            <a:r>
              <a:rPr lang="en-US" dirty="0"/>
              <a:t>        swap item with parent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1.5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237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while (priority &lt; parent’s priority){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        swap item with parent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1.5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ight Brace 22">
            <a:extLst>
              <a:ext uri="{FF2B5EF4-FFF2-40B4-BE49-F238E27FC236}">
                <a16:creationId xmlns:a16="http://schemas.microsoft.com/office/drawing/2014/main" id="{10EC7529-FAB5-F76E-AB09-333DBBED8344}"/>
              </a:ext>
            </a:extLst>
          </p:cNvPr>
          <p:cNvSpPr/>
          <p:nvPr/>
        </p:nvSpPr>
        <p:spPr>
          <a:xfrm>
            <a:off x="7676934" y="4754880"/>
            <a:ext cx="603466" cy="1442029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A71E33-531C-6794-787C-EEC71906132F}"/>
              </a:ext>
            </a:extLst>
          </p:cNvPr>
          <p:cNvSpPr txBox="1"/>
          <p:nvPr/>
        </p:nvSpPr>
        <p:spPr>
          <a:xfrm>
            <a:off x="8264914" y="5245061"/>
            <a:ext cx="17794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Percolate Up</a:t>
            </a:r>
          </a:p>
        </p:txBody>
      </p:sp>
    </p:spTree>
    <p:extLst>
      <p:ext uri="{BB962C8B-B14F-4D97-AF65-F5344CB8AC3E}">
        <p14:creationId xmlns:p14="http://schemas.microsoft.com/office/powerpoint/2010/main" val="8634574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while (priority &lt; parent’s priority){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        swap item with parent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1.5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ight Brace 22">
            <a:extLst>
              <a:ext uri="{FF2B5EF4-FFF2-40B4-BE49-F238E27FC236}">
                <a16:creationId xmlns:a16="http://schemas.microsoft.com/office/drawing/2014/main" id="{113E0DB5-8485-A62A-6719-A1A384A9B517}"/>
              </a:ext>
            </a:extLst>
          </p:cNvPr>
          <p:cNvSpPr/>
          <p:nvPr/>
        </p:nvSpPr>
        <p:spPr>
          <a:xfrm>
            <a:off x="7676934" y="4754880"/>
            <a:ext cx="603466" cy="1442029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429527-753E-8035-F681-3E6BDB01C6DE}"/>
              </a:ext>
            </a:extLst>
          </p:cNvPr>
          <p:cNvSpPr txBox="1"/>
          <p:nvPr/>
        </p:nvSpPr>
        <p:spPr>
          <a:xfrm>
            <a:off x="8264914" y="5245061"/>
            <a:ext cx="17794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Percolate Up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00016F44-CA4E-AE09-9EF1-6378947222DF}"/>
                  </a:ext>
                </a:extLst>
              </p14:cNvPr>
              <p14:cNvContentPartPr/>
              <p14:nvPr/>
            </p14:nvContentPartPr>
            <p14:xfrm>
              <a:off x="5177160" y="2185920"/>
              <a:ext cx="5232960" cy="115776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00016F44-CA4E-AE09-9EF1-6378947222D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67800" y="2176560"/>
                <a:ext cx="5251680" cy="1176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38218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F168B-C22F-1B48-82E7-F81CD4DCA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79" y="37228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insert(item, priority){</a:t>
            </a:r>
          </a:p>
          <a:p>
            <a:pPr marL="0" indent="0">
              <a:buNone/>
            </a:pPr>
            <a:r>
              <a:rPr lang="en-US" dirty="0"/>
              <a:t>    put item in the “next open” spot (keep tree complete)</a:t>
            </a:r>
          </a:p>
          <a:p>
            <a:pPr marL="0" indent="0">
              <a:buNone/>
            </a:pPr>
            <a:r>
              <a:rPr lang="en-US" dirty="0"/>
              <a:t>    while (priority &lt; parent’s priority){</a:t>
            </a:r>
          </a:p>
          <a:p>
            <a:pPr marL="0" indent="0">
              <a:buNone/>
            </a:pPr>
            <a:r>
              <a:rPr lang="en-US" dirty="0"/>
              <a:t>        swap item with parent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81738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move </a:t>
                </a:r>
                <a:r>
                  <a:rPr lang="en-US" dirty="0" err="1"/>
                  <a:t>curr</a:t>
                </a:r>
                <a:r>
                  <a:rPr lang="en-US" dirty="0"/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while(</a:t>
                </a:r>
                <a:r>
                  <a:rPr lang="en-US" dirty="0" err="1"/>
                  <a:t>curr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curr.left</a:t>
                </a:r>
                <a:r>
                  <a:rPr lang="en-US" dirty="0"/>
                  <a:t> || </a:t>
                </a:r>
                <a:r>
                  <a:rPr lang="en-US" dirty="0" err="1"/>
                  <a:t>curr</a:t>
                </a:r>
                <a:r>
                  <a:rPr lang="en-US" dirty="0"/>
                  <a:t> &gt; </a:t>
                </a:r>
                <a:r>
                  <a:rPr lang="en-US" dirty="0" err="1"/>
                  <a:t>curr.right</a:t>
                </a:r>
                <a:r>
                  <a:rPr lang="en-US" dirty="0"/>
                  <a:t>){</a:t>
                </a:r>
              </a:p>
              <a:p>
                <a:pPr marL="0" indent="0">
                  <a:buNone/>
                </a:pPr>
                <a:r>
                  <a:rPr lang="en-US" dirty="0"/>
                  <a:t>        swap </a:t>
                </a:r>
                <a:r>
                  <a:rPr lang="en-US" dirty="0" err="1"/>
                  <a:t>curr</a:t>
                </a:r>
                <a:r>
                  <a:rPr lang="en-US" dirty="0"/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/>
                  <a:t>    }</a:t>
                </a:r>
              </a:p>
              <a:p>
                <a:pPr marL="0" indent="0">
                  <a:buNone/>
                </a:pPr>
                <a:r>
                  <a:rPr lang="en-US" dirty="0"/>
                  <a:t>    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FA9C96BF-07FF-6810-2196-2FF581398AB6}"/>
                  </a:ext>
                </a:extLst>
              </p14:cNvPr>
              <p14:cNvContentPartPr/>
              <p14:nvPr/>
            </p14:nvContentPartPr>
            <p14:xfrm>
              <a:off x="550080" y="250920"/>
              <a:ext cx="9048960" cy="34448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FA9C96BF-07FF-6810-2196-2FF581398AB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0720" y="241560"/>
                <a:ext cx="9067680" cy="3463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956280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>
                    <a:solidFill>
                      <a:srgbClr val="FF0000"/>
                    </a:solidFill>
                  </a:rPr>
                  <a:t>move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while(</a:t>
                </a:r>
                <a:r>
                  <a:rPr lang="en-US" dirty="0" err="1"/>
                  <a:t>curr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curr.left</a:t>
                </a:r>
                <a:r>
                  <a:rPr lang="en-US" dirty="0"/>
                  <a:t> || </a:t>
                </a:r>
                <a:r>
                  <a:rPr lang="en-US" dirty="0" err="1"/>
                  <a:t>curr</a:t>
                </a:r>
                <a:r>
                  <a:rPr lang="en-US" dirty="0"/>
                  <a:t> &gt; </a:t>
                </a:r>
                <a:r>
                  <a:rPr lang="en-US" dirty="0" err="1"/>
                  <a:t>curr.right</a:t>
                </a:r>
                <a:r>
                  <a:rPr lang="en-US" dirty="0"/>
                  <a:t>){</a:t>
                </a:r>
              </a:p>
              <a:p>
                <a:pPr marL="0" indent="0">
                  <a:buNone/>
                </a:pPr>
                <a:r>
                  <a:rPr lang="en-US" dirty="0"/>
                  <a:t>        swap </a:t>
                </a:r>
                <a:r>
                  <a:rPr lang="en-US" dirty="0" err="1"/>
                  <a:t>curr</a:t>
                </a:r>
                <a:r>
                  <a:rPr lang="en-US" dirty="0"/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/>
                  <a:t>    }</a:t>
                </a:r>
              </a:p>
              <a:p>
                <a:pPr marL="0" indent="0">
                  <a:buNone/>
                </a:pPr>
                <a:r>
                  <a:rPr lang="en-US" dirty="0"/>
                  <a:t>    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BDE845EB-2C74-AFA6-612A-2B277A969486}"/>
              </a:ext>
            </a:extLst>
          </p:cNvPr>
          <p:cNvSpPr/>
          <p:nvPr/>
        </p:nvSpPr>
        <p:spPr>
          <a:xfrm>
            <a:off x="7332895" y="2754017"/>
            <a:ext cx="688077" cy="688077"/>
          </a:xfrm>
          <a:prstGeom prst="ellipse">
            <a:avLst/>
          </a:prstGeom>
          <a:solidFill>
            <a:schemeClr val="bg1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7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8EB998-8774-511E-D2B0-C8A8B01CF9C0}"/>
              </a:ext>
            </a:extLst>
          </p:cNvPr>
          <p:cNvCxnSpPr>
            <a:cxnSpLocks/>
            <a:stCxn id="24" idx="0"/>
            <a:endCxn id="9" idx="3"/>
          </p:cNvCxnSpPr>
          <p:nvPr/>
        </p:nvCxnSpPr>
        <p:spPr>
          <a:xfrm flipV="1">
            <a:off x="7676934" y="2414389"/>
            <a:ext cx="205519" cy="339628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7127F595-9DE8-1CDD-F1DB-23944DA6DAE5}"/>
                  </a:ext>
                </a:extLst>
              </p14:cNvPr>
              <p14:cNvContentPartPr/>
              <p14:nvPr/>
            </p14:nvContentPartPr>
            <p14:xfrm>
              <a:off x="7527960" y="716400"/>
              <a:ext cx="1978920" cy="87300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7127F595-9DE8-1CDD-F1DB-23944DA6DAE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18600" y="707040"/>
                <a:ext cx="1997640" cy="891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22601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move </a:t>
                </a:r>
                <a:r>
                  <a:rPr lang="en-US" dirty="0" err="1"/>
                  <a:t>curr</a:t>
                </a:r>
                <a:r>
                  <a:rPr lang="en-US" dirty="0"/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>
                    <a:solidFill>
                      <a:srgbClr val="FF0000"/>
                    </a:solidFill>
                  </a:rPr>
                  <a:t>while(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curr.left</a:t>
                </a:r>
                <a:r>
                  <a:rPr lang="en-US" dirty="0">
                    <a:solidFill>
                      <a:srgbClr val="FF0000"/>
                    </a:solidFill>
                  </a:rPr>
                  <a:t> ||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&gt;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curr.right</a:t>
                </a:r>
                <a:r>
                  <a:rPr lang="en-US" dirty="0">
                    <a:solidFill>
                      <a:srgbClr val="FF0000"/>
                    </a:solidFill>
                  </a:rPr>
                  <a:t>){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       swap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   }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7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ight Brace 22">
            <a:extLst>
              <a:ext uri="{FF2B5EF4-FFF2-40B4-BE49-F238E27FC236}">
                <a16:creationId xmlns:a16="http://schemas.microsoft.com/office/drawing/2014/main" id="{C1092552-4B03-D299-B7EC-307EEA28C766}"/>
              </a:ext>
            </a:extLst>
          </p:cNvPr>
          <p:cNvSpPr/>
          <p:nvPr/>
        </p:nvSpPr>
        <p:spPr>
          <a:xfrm>
            <a:off x="6473436" y="4342845"/>
            <a:ext cx="603466" cy="1336595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F50038-C91B-579B-E5E2-7D3A87CAD21E}"/>
              </a:ext>
            </a:extLst>
          </p:cNvPr>
          <p:cNvSpPr txBox="1"/>
          <p:nvPr/>
        </p:nvSpPr>
        <p:spPr>
          <a:xfrm>
            <a:off x="7061416" y="4833026"/>
            <a:ext cx="2151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Percolate Down</a:t>
            </a:r>
          </a:p>
        </p:txBody>
      </p:sp>
    </p:spTree>
    <p:extLst>
      <p:ext uri="{BB962C8B-B14F-4D97-AF65-F5344CB8AC3E}">
        <p14:creationId xmlns:p14="http://schemas.microsoft.com/office/powerpoint/2010/main" val="25141182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E2D8F465-972E-702A-2E2F-AEE91909A5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move </a:t>
                </a:r>
                <a:r>
                  <a:rPr lang="en-US" dirty="0" err="1"/>
                  <a:t>curr</a:t>
                </a:r>
                <a:r>
                  <a:rPr lang="en-US" dirty="0"/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>
                    <a:solidFill>
                      <a:srgbClr val="FF0000"/>
                    </a:solidFill>
                  </a:rPr>
                  <a:t>while(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curr.left</a:t>
                </a:r>
                <a:r>
                  <a:rPr lang="en-US" dirty="0">
                    <a:solidFill>
                      <a:srgbClr val="FF0000"/>
                    </a:solidFill>
                  </a:rPr>
                  <a:t> ||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&gt;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curr.right</a:t>
                </a:r>
                <a:r>
                  <a:rPr lang="en-US" dirty="0">
                    <a:solidFill>
                      <a:srgbClr val="FF0000"/>
                    </a:solidFill>
                  </a:rPr>
                  <a:t>){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       swap </a:t>
                </a:r>
                <a:r>
                  <a:rPr lang="en-US" dirty="0" err="1">
                    <a:solidFill>
                      <a:srgbClr val="FF0000"/>
                    </a:solidFill>
                  </a:rPr>
                  <a:t>curr</a:t>
                </a:r>
                <a:r>
                  <a:rPr lang="en-US" dirty="0">
                    <a:solidFill>
                      <a:srgbClr val="FF0000"/>
                    </a:solidFill>
                  </a:rPr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   }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E2D8F465-972E-702A-2E2F-AEE91909A5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ight Brace 26">
            <a:extLst>
              <a:ext uri="{FF2B5EF4-FFF2-40B4-BE49-F238E27FC236}">
                <a16:creationId xmlns:a16="http://schemas.microsoft.com/office/drawing/2014/main" id="{D392640E-64EB-51D5-7734-940383DCEF8D}"/>
              </a:ext>
            </a:extLst>
          </p:cNvPr>
          <p:cNvSpPr/>
          <p:nvPr/>
        </p:nvSpPr>
        <p:spPr>
          <a:xfrm>
            <a:off x="6473436" y="4342845"/>
            <a:ext cx="603466" cy="1336595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F1793D-52B4-CE4C-028B-F4AE995EEB55}"/>
              </a:ext>
            </a:extLst>
          </p:cNvPr>
          <p:cNvSpPr txBox="1"/>
          <p:nvPr/>
        </p:nvSpPr>
        <p:spPr>
          <a:xfrm>
            <a:off x="7061416" y="4833026"/>
            <a:ext cx="2151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Percolate Down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46CA36D-8918-A44C-7833-75A38A49613D}"/>
                  </a:ext>
                </a:extLst>
              </p14:cNvPr>
              <p14:cNvContentPartPr/>
              <p14:nvPr/>
            </p14:nvContentPartPr>
            <p14:xfrm>
              <a:off x="457920" y="3704400"/>
              <a:ext cx="3681360" cy="11365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46CA36D-8918-A44C-7833-75A38A49613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8560" y="3695040"/>
                <a:ext cx="3700080" cy="1155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979342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BEE-83FC-6A92-8C72-922983C3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extract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extract(){</a:t>
                </a:r>
              </a:p>
              <a:p>
                <a:pPr marL="0" indent="0">
                  <a:buNone/>
                </a:pPr>
                <a:r>
                  <a:rPr lang="en-US" dirty="0"/>
                  <a:t>    min = root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 err="1"/>
                  <a:t>curr</a:t>
                </a:r>
                <a:r>
                  <a:rPr lang="en-US" dirty="0"/>
                  <a:t> = bottom-right item</a:t>
                </a:r>
              </a:p>
              <a:p>
                <a:pPr marL="0" indent="0">
                  <a:buNone/>
                </a:pPr>
                <a:r>
                  <a:rPr lang="en-US" dirty="0"/>
                  <a:t>    move </a:t>
                </a:r>
                <a:r>
                  <a:rPr lang="en-US" dirty="0" err="1"/>
                  <a:t>curr</a:t>
                </a:r>
                <a:r>
                  <a:rPr lang="en-US" dirty="0"/>
                  <a:t> to the root</a:t>
                </a:r>
              </a:p>
              <a:p>
                <a:pPr marL="0" indent="0">
                  <a:buNone/>
                </a:pPr>
                <a:r>
                  <a:rPr lang="en-US" dirty="0"/>
                  <a:t>    while(</a:t>
                </a:r>
                <a:r>
                  <a:rPr lang="en-US" dirty="0" err="1"/>
                  <a:t>curr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curr.left</a:t>
                </a:r>
                <a:r>
                  <a:rPr lang="en-US" dirty="0"/>
                  <a:t> || </a:t>
                </a:r>
                <a:r>
                  <a:rPr lang="en-US" dirty="0" err="1"/>
                  <a:t>curr</a:t>
                </a:r>
                <a:r>
                  <a:rPr lang="en-US" dirty="0"/>
                  <a:t> &gt; </a:t>
                </a:r>
                <a:r>
                  <a:rPr lang="en-US" dirty="0" err="1"/>
                  <a:t>curr.right</a:t>
                </a:r>
                <a:r>
                  <a:rPr lang="en-US" dirty="0"/>
                  <a:t>){</a:t>
                </a:r>
              </a:p>
              <a:p>
                <a:pPr marL="0" indent="0">
                  <a:buNone/>
                </a:pPr>
                <a:r>
                  <a:rPr lang="en-US" dirty="0"/>
                  <a:t>        swap </a:t>
                </a:r>
                <a:r>
                  <a:rPr lang="en-US" dirty="0" err="1"/>
                  <a:t>curr</a:t>
                </a:r>
                <a:r>
                  <a:rPr lang="en-US" dirty="0"/>
                  <a:t> with its smallest child</a:t>
                </a:r>
              </a:p>
              <a:p>
                <a:pPr marL="0" indent="0">
                  <a:buNone/>
                </a:pPr>
                <a:r>
                  <a:rPr lang="en-US" dirty="0"/>
                  <a:t>    }</a:t>
                </a:r>
              </a:p>
              <a:p>
                <a:pPr marL="0" indent="0">
                  <a:buNone/>
                </a:pPr>
                <a:r>
                  <a:rPr lang="en-US" dirty="0"/>
                  <a:t>    </a:t>
                </a:r>
                <a:r>
                  <a:rPr lang="en-US" dirty="0">
                    <a:solidFill>
                      <a:srgbClr val="FF0000"/>
                    </a:solidFill>
                  </a:rPr>
                  <a:t>return min</a:t>
                </a:r>
              </a:p>
              <a:p>
                <a:pPr marL="0" indent="0">
                  <a:buNone/>
                </a:pPr>
                <a:r>
                  <a:rPr lang="en-US" dirty="0"/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CF168B-C22F-1B48-82E7-F81CD4DCA5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6079" y="2452818"/>
                <a:ext cx="10515600" cy="4351338"/>
              </a:xfrm>
              <a:blipFill>
                <a:blip r:embed="rId2"/>
                <a:stretch>
                  <a:fillRect l="-1217" t="-308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5FEEAE4-5947-43BB-33F3-0E2F7A27D58C}"/>
              </a:ext>
            </a:extLst>
          </p:cNvPr>
          <p:cNvGrpSpPr/>
          <p:nvPr/>
        </p:nvGrpSpPr>
        <p:grpSpPr>
          <a:xfrm>
            <a:off x="5161281" y="73781"/>
            <a:ext cx="6934200" cy="3368751"/>
            <a:chOff x="2590801" y="2672070"/>
            <a:chExt cx="6934200" cy="3368751"/>
          </a:xfrm>
          <a:solidFill>
            <a:schemeClr val="bg1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33A0E13-4996-116D-FFBB-C9C47C84D55C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1.5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2A72B8-1FD3-516D-A021-E2075712D6CB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2D9E01-B220-E093-6B95-A68C0266A5BC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620859-F5B3-EB2D-7626-028B1D551DC8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DB63C5-2978-A1A0-5B7C-21B3C85ED8F3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46EA45-DB59-3189-5133-E09D0AC67BE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CF96E3-806B-71A4-4206-D4D7C31A2F2D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14F5CF9-E0BE-AD30-CAF0-6FB68446C0CD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97C9AA5-DB9B-1AFC-012D-B3D8743427A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9925F6-573D-F6E3-2D20-9939C39C8CC4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690E6CF-81A5-AEED-23C1-2A785442C5F3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918949D-E91F-514C-8942-A55A0B1C1B96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EC8F07-B67E-32B1-8194-36206CBAE1C1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B303E5-4C0F-E3C1-6C40-D63CB81862DA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F69F648-6942-5A93-5A23-499C2EB8C9E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3FFFFF-CF30-2E14-4603-BCEC3E407EB6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D9F7F4-FC58-103B-8500-D893D1F68143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79428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65775-ECF5-263D-D86C-2666D0E60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Percolate Up and Down (for a Min Heap)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00E82E-8B91-3DBC-BE69-2D72AD7E85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Goal: restore the “Heap Property”</a:t>
                </a:r>
              </a:p>
              <a:p>
                <a:r>
                  <a:rPr lang="en-US" dirty="0"/>
                  <a:t>Percolate Up:</a:t>
                </a:r>
              </a:p>
              <a:p>
                <a:pPr lvl="1"/>
                <a:r>
                  <a:rPr lang="en-US" dirty="0"/>
                  <a:t>Take a node that may be smaller than a parent, repeatedly swap with a parent until it is larger than its parent</a:t>
                </a:r>
              </a:p>
              <a:p>
                <a:r>
                  <a:rPr lang="en-US" dirty="0"/>
                  <a:t>Percolate Down:</a:t>
                </a:r>
              </a:p>
              <a:p>
                <a:pPr lvl="1"/>
                <a:r>
                  <a:rPr lang="en-US" dirty="0"/>
                  <a:t>Take a node that may be larger than one of its children, repeatedly swap with smallest child until both children are larger</a:t>
                </a:r>
              </a:p>
              <a:p>
                <a:r>
                  <a:rPr lang="en-US" dirty="0"/>
                  <a:t>Worst case running time of each: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00E82E-8B91-3DBC-BE69-2D72AD7E85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15829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0A239-AB83-588B-7F8C-A378F624E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Representing a Heap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9323D-7A04-F49B-C2B4-877B56453F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56282" y="1570438"/>
                <a:ext cx="6938093" cy="4351338"/>
              </a:xfrm>
            </p:spPr>
            <p:txBody>
              <a:bodyPr/>
              <a:lstStyle/>
              <a:p>
                <a:r>
                  <a:rPr lang="en-US" dirty="0"/>
                  <a:t>Every complete binary tree with the same number of nodes uses the same positions and edges</a:t>
                </a:r>
              </a:p>
              <a:p>
                <a:r>
                  <a:rPr lang="en-US" dirty="0"/>
                  <a:t>Use an array to represent the heap</a:t>
                </a:r>
              </a:p>
              <a:p>
                <a:r>
                  <a:rPr lang="en-US" dirty="0"/>
                  <a:t>Index of root: </a:t>
                </a:r>
              </a:p>
              <a:p>
                <a:r>
                  <a:rPr lang="en-US" dirty="0"/>
                  <a:t>Parent of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dirty="0"/>
                  <a:t>Left child of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dirty="0"/>
                  <a:t>Right child of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dirty="0"/>
                  <a:t>Location of the leaves: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9323D-7A04-F49B-C2B4-877B56453F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6282" y="1570438"/>
                <a:ext cx="6938093" cy="4351338"/>
              </a:xfrm>
              <a:blipFill>
                <a:blip r:embed="rId2"/>
                <a:stretch>
                  <a:fillRect l="-1582" t="-2384" b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432A6F-3B38-F5E7-01DD-DAEA463B2720}"/>
              </a:ext>
            </a:extLst>
          </p:cNvPr>
          <p:cNvGrpSpPr/>
          <p:nvPr/>
        </p:nvGrpSpPr>
        <p:grpSpPr>
          <a:xfrm>
            <a:off x="5161281" y="2830993"/>
            <a:ext cx="6934200" cy="3661882"/>
            <a:chOff x="2590801" y="2672070"/>
            <a:chExt cx="6934200" cy="366188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CCDFAF7-D087-A729-16FC-1A4A848DC165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66556C7-28BB-27CE-2453-438EB9B5729C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1F22AA6-3A2C-0E0F-6770-5E4814A3A9BA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D3EFC98-7E2D-1466-6EEA-85788B9C4879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754F5A3-A2CA-ABC5-C1BD-653DE632FCB2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395B23C-4819-8F19-E006-45A28A32E0F3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1FD7AE4-5789-4301-9D43-66F98E658620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1577DA87-3AA4-A9F6-0603-B50AB8AA521F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15D83AD-A4F9-DDA6-7C9B-D5E2FB999159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4C678B9-8376-E641-03A3-B9B5AC01DD5A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73A3D15-A765-6F5D-FF62-8AFF371E1C9F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5A8FFAB-D84B-85B8-58B8-1B00F7CCA551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5B82966-89E3-2B46-3D38-374AFBCC160F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5158B6C-4AAC-11E8-A5FA-CBD2F7589363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B16B0B2-C57D-A089-16C8-D9A40F63D872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CD70709-CC17-AFBD-F517-918800E04B01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EC3F72F-4633-2DB2-15C6-8744989B9052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2D58420-FDF0-2F8C-6D16-5DCE4CECFFFE}"/>
                </a:ext>
              </a:extLst>
            </p:cNvPr>
            <p:cNvSpPr txBox="1"/>
            <p:nvPr/>
          </p:nvSpPr>
          <p:spPr>
            <a:xfrm>
              <a:off x="6190049" y="337129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D3FC88C-CCA1-260D-94E2-E82E0014B50F}"/>
                </a:ext>
              </a:extLst>
            </p:cNvPr>
            <p:cNvSpPr txBox="1"/>
            <p:nvPr/>
          </p:nvSpPr>
          <p:spPr>
            <a:xfrm>
              <a:off x="4384195" y="437709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823466E-9014-5708-3F67-1E2739A939F2}"/>
                </a:ext>
              </a:extLst>
            </p:cNvPr>
            <p:cNvSpPr txBox="1"/>
            <p:nvPr/>
          </p:nvSpPr>
          <p:spPr>
            <a:xfrm>
              <a:off x="8051693" y="431669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9F29237-8A0E-5878-6C02-03A9050EA055}"/>
                </a:ext>
              </a:extLst>
            </p:cNvPr>
            <p:cNvSpPr txBox="1"/>
            <p:nvPr/>
          </p:nvSpPr>
          <p:spPr>
            <a:xfrm>
              <a:off x="3352081" y="507158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9F9AA81-2F4E-7699-571D-B616367A4776}"/>
                </a:ext>
              </a:extLst>
            </p:cNvPr>
            <p:cNvSpPr txBox="1"/>
            <p:nvPr/>
          </p:nvSpPr>
          <p:spPr>
            <a:xfrm>
              <a:off x="7122005" y="50126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7FA733E-267C-B6B7-35AE-6CB4C124A4C6}"/>
                </a:ext>
              </a:extLst>
            </p:cNvPr>
            <p:cNvSpPr txBox="1"/>
            <p:nvPr/>
          </p:nvSpPr>
          <p:spPr>
            <a:xfrm>
              <a:off x="5404400" y="510890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2074F7B-90C0-2766-0C59-F8D7C3963C3B}"/>
                </a:ext>
              </a:extLst>
            </p:cNvPr>
            <p:cNvSpPr txBox="1"/>
            <p:nvPr/>
          </p:nvSpPr>
          <p:spPr>
            <a:xfrm>
              <a:off x="9030118" y="503006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81AE260-19E9-58C5-CE3F-E1C5B23C297D}"/>
                </a:ext>
              </a:extLst>
            </p:cNvPr>
            <p:cNvSpPr txBox="1"/>
            <p:nvPr/>
          </p:nvSpPr>
          <p:spPr>
            <a:xfrm>
              <a:off x="2783996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2DD3AF9-8C64-BB8A-8916-179191C830E1}"/>
                </a:ext>
              </a:extLst>
            </p:cNvPr>
            <p:cNvSpPr txBox="1"/>
            <p:nvPr/>
          </p:nvSpPr>
          <p:spPr>
            <a:xfrm>
              <a:off x="3920467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034A460-2586-8D84-2404-1DC6F3C7CF2C}"/>
              </a:ext>
            </a:extLst>
          </p:cNvPr>
          <p:cNvGrpSpPr/>
          <p:nvPr/>
        </p:nvGrpSpPr>
        <p:grpSpPr>
          <a:xfrm>
            <a:off x="6415734" y="754688"/>
            <a:ext cx="5335707" cy="942725"/>
            <a:chOff x="2969525" y="2137541"/>
            <a:chExt cx="5335707" cy="942725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12067B8-0F65-635F-EB27-A65C8C91F307}"/>
                </a:ext>
              </a:extLst>
            </p:cNvPr>
            <p:cNvGrpSpPr/>
            <p:nvPr/>
          </p:nvGrpSpPr>
          <p:grpSpPr>
            <a:xfrm>
              <a:off x="2969525" y="2137541"/>
              <a:ext cx="5335707" cy="533400"/>
              <a:chOff x="1445524" y="2971800"/>
              <a:chExt cx="5335707" cy="533400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6CF93A6-5138-3AA8-571B-124F87F53452}"/>
                  </a:ext>
                </a:extLst>
              </p:cNvPr>
              <p:cNvSpPr/>
              <p:nvPr/>
            </p:nvSpPr>
            <p:spPr>
              <a:xfrm>
                <a:off x="14455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1D61B2B-B935-40A6-9785-DC28D35F85B1}"/>
                  </a:ext>
                </a:extLst>
              </p:cNvPr>
              <p:cNvSpPr/>
              <p:nvPr/>
            </p:nvSpPr>
            <p:spPr>
              <a:xfrm>
                <a:off x="1978924" y="2971800"/>
                <a:ext cx="533400" cy="533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C5E4A36F-69C2-8FEF-04C8-448BCBC24C3A}"/>
                  </a:ext>
                </a:extLst>
              </p:cNvPr>
              <p:cNvSpPr/>
              <p:nvPr/>
            </p:nvSpPr>
            <p:spPr>
              <a:xfrm>
                <a:off x="25128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311943-7B02-92AD-C0E0-1A1570965454}"/>
                  </a:ext>
                </a:extLst>
              </p:cNvPr>
              <p:cNvSpPr/>
              <p:nvPr/>
            </p:nvSpPr>
            <p:spPr>
              <a:xfrm>
                <a:off x="30462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446B978-1048-2DFC-8915-A3E1343D6252}"/>
                  </a:ext>
                </a:extLst>
              </p:cNvPr>
              <p:cNvSpPr/>
              <p:nvPr/>
            </p:nvSpPr>
            <p:spPr>
              <a:xfrm>
                <a:off x="3579693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508363A7-7B23-DEEC-7E4C-07E98FC32C12}"/>
                  </a:ext>
                </a:extLst>
              </p:cNvPr>
              <p:cNvSpPr/>
              <p:nvPr/>
            </p:nvSpPr>
            <p:spPr>
              <a:xfrm>
                <a:off x="41136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36D8F0EE-99AB-9979-A652-B1E990B6B685}"/>
                  </a:ext>
                </a:extLst>
              </p:cNvPr>
              <p:cNvSpPr/>
              <p:nvPr/>
            </p:nvSpPr>
            <p:spPr>
              <a:xfrm>
                <a:off x="46470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8E298803-4CF9-44C4-65A9-22FA36AE083F}"/>
                  </a:ext>
                </a:extLst>
              </p:cNvPr>
              <p:cNvSpPr/>
              <p:nvPr/>
            </p:nvSpPr>
            <p:spPr>
              <a:xfrm>
                <a:off x="5180462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4E192E8-3C35-79F3-9BEF-6DBE322A6E6B}"/>
                  </a:ext>
                </a:extLst>
              </p:cNvPr>
              <p:cNvSpPr/>
              <p:nvPr/>
            </p:nvSpPr>
            <p:spPr>
              <a:xfrm>
                <a:off x="57144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76A0CF5-494E-36C1-2E0E-37D540346774}"/>
                  </a:ext>
                </a:extLst>
              </p:cNvPr>
              <p:cNvSpPr/>
              <p:nvPr/>
            </p:nvSpPr>
            <p:spPr>
              <a:xfrm>
                <a:off x="6247831" y="2971800"/>
                <a:ext cx="533400" cy="5334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F94BD7F-DFB9-3F7B-F409-F969572D5CFC}"/>
                </a:ext>
              </a:extLst>
            </p:cNvPr>
            <p:cNvSpPr txBox="1"/>
            <p:nvPr/>
          </p:nvSpPr>
          <p:spPr>
            <a:xfrm>
              <a:off x="3085381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B9141C7-12C6-27DA-EA35-667DF41CF456}"/>
                </a:ext>
              </a:extLst>
            </p:cNvPr>
            <p:cNvSpPr txBox="1"/>
            <p:nvPr/>
          </p:nvSpPr>
          <p:spPr>
            <a:xfrm>
              <a:off x="3618781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9345D1E-2ECC-D61F-6990-8586D482B42B}"/>
                </a:ext>
              </a:extLst>
            </p:cNvPr>
            <p:cNvSpPr txBox="1"/>
            <p:nvPr/>
          </p:nvSpPr>
          <p:spPr>
            <a:xfrm>
              <a:off x="4152750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BA1BA49-7BD4-1661-2F4D-774C17D9A52D}"/>
                </a:ext>
              </a:extLst>
            </p:cNvPr>
            <p:cNvSpPr txBox="1"/>
            <p:nvPr/>
          </p:nvSpPr>
          <p:spPr>
            <a:xfrm>
              <a:off x="4686150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2E61923-18C0-5991-9ED1-C98F41FC6780}"/>
                </a:ext>
              </a:extLst>
            </p:cNvPr>
            <p:cNvSpPr txBox="1"/>
            <p:nvPr/>
          </p:nvSpPr>
          <p:spPr>
            <a:xfrm>
              <a:off x="5217138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B578BBA-E437-9237-E1A7-A7A9590EF9B9}"/>
                </a:ext>
              </a:extLst>
            </p:cNvPr>
            <p:cNvSpPr txBox="1"/>
            <p:nvPr/>
          </p:nvSpPr>
          <p:spPr>
            <a:xfrm>
              <a:off x="5695168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113EA20-51DB-7222-044F-DA2A93E26892}"/>
                </a:ext>
              </a:extLst>
            </p:cNvPr>
            <p:cNvSpPr txBox="1"/>
            <p:nvPr/>
          </p:nvSpPr>
          <p:spPr>
            <a:xfrm>
              <a:off x="6286919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116FF36-472F-232B-3424-BF9419CED2B9}"/>
                </a:ext>
              </a:extLst>
            </p:cNvPr>
            <p:cNvSpPr txBox="1"/>
            <p:nvPr/>
          </p:nvSpPr>
          <p:spPr>
            <a:xfrm>
              <a:off x="6820319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D02C096-1D8C-C0F5-9993-B189511233E0}"/>
                </a:ext>
              </a:extLst>
            </p:cNvPr>
            <p:cNvSpPr txBox="1"/>
            <p:nvPr/>
          </p:nvSpPr>
          <p:spPr>
            <a:xfrm>
              <a:off x="7354288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58A9836-1411-4CA9-818E-52538A1A8A8A}"/>
                </a:ext>
              </a:extLst>
            </p:cNvPr>
            <p:cNvSpPr txBox="1"/>
            <p:nvPr/>
          </p:nvSpPr>
          <p:spPr>
            <a:xfrm>
              <a:off x="7887688" y="271093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96396F4-614D-8C55-E31E-06B6A1E029DE}"/>
                  </a:ext>
                </a:extLst>
              </p14:cNvPr>
              <p14:cNvContentPartPr/>
              <p14:nvPr/>
            </p14:nvContentPartPr>
            <p14:xfrm>
              <a:off x="3321360" y="324360"/>
              <a:ext cx="8867880" cy="625248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96396F4-614D-8C55-E31E-06B6A1E029D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12000" y="315000"/>
                <a:ext cx="8886600" cy="627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650044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B0ABD-0BFF-6D08-9E5A-671AB1079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9F30F0-7D06-DAC8-8BF6-ECA17E7C2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insert(item){</a:t>
            </a:r>
          </a:p>
          <a:p>
            <a:pPr marL="0" indent="0">
              <a:buNone/>
            </a:pPr>
            <a:r>
              <a:rPr lang="en-US" dirty="0"/>
              <a:t>    if(size == </a:t>
            </a:r>
            <a:r>
              <a:rPr lang="en-US" dirty="0" err="1"/>
              <a:t>arr.length</a:t>
            </a:r>
            <a:r>
              <a:rPr lang="en-US" dirty="0"/>
              <a:t> – 1){resize();}</a:t>
            </a:r>
          </a:p>
          <a:p>
            <a:pPr marL="0" indent="0">
              <a:buNone/>
            </a:pPr>
            <a:r>
              <a:rPr lang="en-US" dirty="0"/>
              <a:t>    size++;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arr</a:t>
            </a:r>
            <a:r>
              <a:rPr lang="en-US" dirty="0"/>
              <a:t>[size] = item;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percolateUp</a:t>
            </a:r>
            <a:r>
              <a:rPr lang="en-US" dirty="0"/>
              <a:t>(size)</a:t>
            </a:r>
          </a:p>
          <a:p>
            <a:pPr marL="0" indent="0">
              <a:buNone/>
            </a:pPr>
            <a:r>
              <a:rPr lang="en-US" dirty="0"/>
              <a:t>} 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319A78C-22E0-1504-C121-1B9D7CECEFDF}"/>
              </a:ext>
            </a:extLst>
          </p:cNvPr>
          <p:cNvGrpSpPr/>
          <p:nvPr/>
        </p:nvGrpSpPr>
        <p:grpSpPr>
          <a:xfrm>
            <a:off x="5161281" y="2830993"/>
            <a:ext cx="6934200" cy="3661882"/>
            <a:chOff x="2590801" y="2672070"/>
            <a:chExt cx="6934200" cy="366188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590ADCF-AC3A-F95D-CBD8-5376AE545FD0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1E97F45-62B0-D1B7-9478-3853F3867812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905ACCE-BD79-240B-004A-8E9C40E8A095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1F9406B-F77B-C36E-6D36-B2CA52C44840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A610A05-C4E9-EA78-7DBB-9B3058A4457C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80782E2-E251-676C-C175-94BF04C51411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24958CB-DB1A-72DF-AB74-2753C9B5A9E3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883FC59-010C-A8A3-DF98-478714DA6CCE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DFF37CC-26F4-FA47-D06F-86E490A2F288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43FA3B6-3BD2-A7AB-C429-AB41FC4511D4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3769978-E2E6-C543-4006-EFD7629B66F7}"/>
                </a:ext>
              </a:extLst>
            </p:cNvPr>
            <p:cNvCxnSpPr>
              <a:cxnSpLocks/>
              <a:stCxn id="6" idx="5"/>
              <a:endCxn id="8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653713A-EB3B-E7B8-A0B4-48560F9BE3CE}"/>
                </a:ext>
              </a:extLst>
            </p:cNvPr>
            <p:cNvCxnSpPr>
              <a:stCxn id="10" idx="1"/>
              <a:endCxn id="7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17F5819-1CC3-EB41-1FFB-34B13CCEFBC1}"/>
                </a:ext>
              </a:extLst>
            </p:cNvPr>
            <p:cNvCxnSpPr>
              <a:stCxn id="9" idx="7"/>
              <a:endCxn id="7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3B9071A-8BC7-66B8-2E17-2202CA6B0047}"/>
                </a:ext>
              </a:extLst>
            </p:cNvPr>
            <p:cNvCxnSpPr>
              <a:stCxn id="14" idx="0"/>
              <a:endCxn id="9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B7D0980-39AE-718B-21E2-93900C211F03}"/>
                </a:ext>
              </a:extLst>
            </p:cNvPr>
            <p:cNvCxnSpPr>
              <a:stCxn id="13" idx="0"/>
              <a:endCxn id="9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A6BC9B-98E6-4549-68DC-74993F27E78E}"/>
                </a:ext>
              </a:extLst>
            </p:cNvPr>
            <p:cNvCxnSpPr>
              <a:stCxn id="11" idx="7"/>
              <a:endCxn id="8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0C276A-5518-CAF0-2255-23E1EA71F0C1}"/>
                </a:ext>
              </a:extLst>
            </p:cNvPr>
            <p:cNvCxnSpPr>
              <a:stCxn id="12" idx="1"/>
              <a:endCxn id="8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51D7BE4-7EA4-E083-F005-CE9963087A2B}"/>
                </a:ext>
              </a:extLst>
            </p:cNvPr>
            <p:cNvSpPr txBox="1"/>
            <p:nvPr/>
          </p:nvSpPr>
          <p:spPr>
            <a:xfrm>
              <a:off x="6190049" y="337129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6E1B287-9D58-24EC-9873-34BFBBB18C57}"/>
                </a:ext>
              </a:extLst>
            </p:cNvPr>
            <p:cNvSpPr txBox="1"/>
            <p:nvPr/>
          </p:nvSpPr>
          <p:spPr>
            <a:xfrm>
              <a:off x="4384195" y="437709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491371E-FDDF-D0C4-E6A0-11EDAAB30245}"/>
                </a:ext>
              </a:extLst>
            </p:cNvPr>
            <p:cNvSpPr txBox="1"/>
            <p:nvPr/>
          </p:nvSpPr>
          <p:spPr>
            <a:xfrm>
              <a:off x="8051693" y="431669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CA9699D-BA8A-95B9-A774-2888803EBC9F}"/>
                </a:ext>
              </a:extLst>
            </p:cNvPr>
            <p:cNvSpPr txBox="1"/>
            <p:nvPr/>
          </p:nvSpPr>
          <p:spPr>
            <a:xfrm>
              <a:off x="3352081" y="507158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FA574D4-083A-517E-4C86-1FEF9B1A6C08}"/>
                </a:ext>
              </a:extLst>
            </p:cNvPr>
            <p:cNvSpPr txBox="1"/>
            <p:nvPr/>
          </p:nvSpPr>
          <p:spPr>
            <a:xfrm>
              <a:off x="7122005" y="50126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AEFDE8B-297C-1A55-C4E3-B82E367B2752}"/>
                </a:ext>
              </a:extLst>
            </p:cNvPr>
            <p:cNvSpPr txBox="1"/>
            <p:nvPr/>
          </p:nvSpPr>
          <p:spPr>
            <a:xfrm>
              <a:off x="5404400" y="510890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843CF5E-C3F7-016F-5E48-33651CE0FF16}"/>
                </a:ext>
              </a:extLst>
            </p:cNvPr>
            <p:cNvSpPr txBox="1"/>
            <p:nvPr/>
          </p:nvSpPr>
          <p:spPr>
            <a:xfrm>
              <a:off x="9030118" y="503006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9256FD-7565-FC3E-4FDA-FCF03080D865}"/>
                </a:ext>
              </a:extLst>
            </p:cNvPr>
            <p:cNvSpPr txBox="1"/>
            <p:nvPr/>
          </p:nvSpPr>
          <p:spPr>
            <a:xfrm>
              <a:off x="2783996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266614E-09F9-82F3-F526-EF3A6F76C787}"/>
                </a:ext>
              </a:extLst>
            </p:cNvPr>
            <p:cNvSpPr txBox="1"/>
            <p:nvPr/>
          </p:nvSpPr>
          <p:spPr>
            <a:xfrm>
              <a:off x="3920467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1B1A065-9350-217A-B493-454658FE629D}"/>
              </a:ext>
            </a:extLst>
          </p:cNvPr>
          <p:cNvGrpSpPr/>
          <p:nvPr/>
        </p:nvGrpSpPr>
        <p:grpSpPr>
          <a:xfrm>
            <a:off x="5470854" y="754688"/>
            <a:ext cx="5875588" cy="945155"/>
            <a:chOff x="5470854" y="754688"/>
            <a:chExt cx="5875588" cy="94515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A40C5FE-FF71-4588-5DB9-DF23F0FDA931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D2A2D341-FB1D-4333-7CED-54A40C9BB4E0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7392EF2A-6098-94F4-6005-5D7250B81AB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C86C3DC-CE40-8CB9-3473-5B7233F6DE0E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AF36252-F9A8-394F-F3CC-807624F242F6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B1F7E70-42FC-5380-8C7C-2146C94F1608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1F47E445-8B00-89E8-4940-1CAC7A5093B8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37DE3360-978B-A3E9-697F-41E8CD20E2E1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68B70C2-AE66-8203-31E9-FED7E58E8459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08599E5-5D1A-B619-4E19-AACF281B23A6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9CB592-07B7-04BF-FDFE-FFDBEC5ECDBC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E4C5343-84DC-C3B4-5703-C1FF2273F7F5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EA6E396-54AF-A03F-599B-9F83A1F40E9C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5DAB305-7AB4-AD50-E5D2-42EDCC6C85E6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AA6B46B-8F65-E3F3-9830-172821999172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316B99E-962F-FD7B-C9BE-33114FB14B10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80FC8E8-AD8A-D9BE-9027-BCCBE9FFB927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67EDEA1-0EB4-92E9-59D5-91799BB4F256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0015438-2400-B96A-D9A3-0A2A4D4BA19D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28FE685-0398-8AAD-2600-2C0F3F748DC9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F433D48-F47F-C4D3-4EC9-18E5D40F42B4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291D0DA6-82FF-840B-E23C-A34E92F6C00C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98E7CE2-4D86-D71A-4271-B238C78C2B3D}"/>
              </a:ext>
            </a:extLst>
          </p:cNvPr>
          <p:cNvSpPr txBox="1"/>
          <p:nvPr/>
        </p:nvSpPr>
        <p:spPr>
          <a:xfrm>
            <a:off x="82024" y="1332747"/>
            <a:ext cx="434728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For simplicity, assume is the same as priority</a:t>
            </a:r>
          </a:p>
        </p:txBody>
      </p:sp>
    </p:spTree>
    <p:extLst>
      <p:ext uri="{BB962C8B-B14F-4D97-AF65-F5344CB8AC3E}">
        <p14:creationId xmlns:p14="http://schemas.microsoft.com/office/powerpoint/2010/main" val="19778828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F483F-F26E-8B20-8083-CCF4901F7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Percolate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5A154-B79D-608E-BDA4-B50687714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825625"/>
            <a:ext cx="118872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 err="1"/>
              <a:t>percolateUp</a:t>
            </a:r>
            <a:r>
              <a:rPr lang="en-US" sz="2400" dirty="0"/>
              <a:t>(int </a:t>
            </a:r>
            <a:r>
              <a:rPr lang="en-US" sz="2400" dirty="0" err="1"/>
              <a:t>i</a:t>
            </a:r>
            <a:r>
              <a:rPr lang="en-US" sz="2400" dirty="0"/>
              <a:t>){</a:t>
            </a:r>
          </a:p>
          <a:p>
            <a:pPr marL="0" indent="0">
              <a:buNone/>
            </a:pPr>
            <a:r>
              <a:rPr lang="en-US" sz="2400" dirty="0"/>
              <a:t>    int parent = </a:t>
            </a:r>
            <a:r>
              <a:rPr lang="en-US" sz="2400" dirty="0" err="1"/>
              <a:t>i</a:t>
            </a:r>
            <a:r>
              <a:rPr lang="en-US" sz="2400" dirty="0"/>
              <a:t>/2;  </a:t>
            </a:r>
            <a:r>
              <a:rPr lang="en-US" sz="2400" dirty="0">
                <a:solidFill>
                  <a:srgbClr val="00B0F0"/>
                </a:solidFill>
              </a:rPr>
              <a:t>\\ index of parent</a:t>
            </a:r>
          </a:p>
          <a:p>
            <a:pPr marL="0" indent="0">
              <a:buNone/>
            </a:pPr>
            <a:r>
              <a:rPr lang="en-US" sz="2400" dirty="0"/>
              <a:t>    Item </a:t>
            </a:r>
            <a:r>
              <a:rPr lang="en-US" sz="2400" dirty="0" err="1"/>
              <a:t>val</a:t>
            </a:r>
            <a:r>
              <a:rPr lang="en-US" sz="2400" dirty="0"/>
              <a:t> = </a:t>
            </a:r>
            <a:r>
              <a:rPr lang="en-US" sz="2400" dirty="0" err="1"/>
              <a:t>arr</a:t>
            </a:r>
            <a:r>
              <a:rPr lang="en-US" sz="2400" dirty="0"/>
              <a:t>[</a:t>
            </a:r>
            <a:r>
              <a:rPr lang="en-US" sz="2400" dirty="0" err="1"/>
              <a:t>i</a:t>
            </a:r>
            <a:r>
              <a:rPr lang="en-US" sz="2400" dirty="0"/>
              <a:t>];  </a:t>
            </a:r>
            <a:r>
              <a:rPr lang="en-US" sz="2400" dirty="0">
                <a:solidFill>
                  <a:srgbClr val="00B0F0"/>
                </a:solidFill>
              </a:rPr>
              <a:t>\\ value at current location</a:t>
            </a:r>
          </a:p>
          <a:p>
            <a:pPr marL="0" indent="0">
              <a:buNone/>
            </a:pPr>
            <a:r>
              <a:rPr lang="en-US" sz="2400" dirty="0"/>
              <a:t>    while(</a:t>
            </a:r>
            <a:r>
              <a:rPr lang="en-US" sz="2400" dirty="0" err="1"/>
              <a:t>i</a:t>
            </a:r>
            <a:r>
              <a:rPr lang="en-US" sz="2400" dirty="0"/>
              <a:t> &gt; 1 &amp;&amp; </a:t>
            </a:r>
            <a:r>
              <a:rPr lang="en-US" sz="2400" dirty="0" err="1"/>
              <a:t>arr</a:t>
            </a:r>
            <a:r>
              <a:rPr lang="en-US" sz="2400" dirty="0"/>
              <a:t>[</a:t>
            </a:r>
            <a:r>
              <a:rPr lang="en-US" sz="2400" dirty="0" err="1"/>
              <a:t>i</a:t>
            </a:r>
            <a:r>
              <a:rPr lang="en-US" sz="2400" dirty="0"/>
              <a:t>] &lt; </a:t>
            </a:r>
            <a:r>
              <a:rPr lang="en-US" sz="2400" dirty="0" err="1"/>
              <a:t>arr</a:t>
            </a:r>
            <a:r>
              <a:rPr lang="en-US" sz="2400" dirty="0"/>
              <a:t>[parent]){  </a:t>
            </a:r>
            <a:r>
              <a:rPr lang="en-US" sz="2400" dirty="0">
                <a:solidFill>
                  <a:srgbClr val="00B0F0"/>
                </a:solidFill>
              </a:rPr>
              <a:t>\\ until location is root or heap property holds</a:t>
            </a:r>
          </a:p>
          <a:p>
            <a:pPr marL="0" indent="0">
              <a:buNone/>
            </a:pPr>
            <a:r>
              <a:rPr lang="en-US" sz="2400" dirty="0"/>
              <a:t>        </a:t>
            </a:r>
            <a:r>
              <a:rPr lang="en-US" sz="2400" dirty="0" err="1"/>
              <a:t>arr</a:t>
            </a:r>
            <a:r>
              <a:rPr lang="en-US" sz="2400" dirty="0"/>
              <a:t>[</a:t>
            </a:r>
            <a:r>
              <a:rPr lang="en-US" sz="2400" dirty="0" err="1"/>
              <a:t>i</a:t>
            </a:r>
            <a:r>
              <a:rPr lang="en-US" sz="2400" dirty="0"/>
              <a:t>] = </a:t>
            </a:r>
            <a:r>
              <a:rPr lang="en-US" sz="2400" dirty="0" err="1"/>
              <a:t>arr</a:t>
            </a:r>
            <a:r>
              <a:rPr lang="en-US" sz="2400" dirty="0"/>
              <a:t>[parent];  </a:t>
            </a:r>
            <a:r>
              <a:rPr lang="en-US" sz="2400" dirty="0">
                <a:solidFill>
                  <a:srgbClr val="00B0F0"/>
                </a:solidFill>
              </a:rPr>
              <a:t>\\ move parent value to this location</a:t>
            </a:r>
          </a:p>
          <a:p>
            <a:pPr marL="0" indent="0">
              <a:buNone/>
            </a:pPr>
            <a:r>
              <a:rPr lang="en-US" sz="2400" dirty="0"/>
              <a:t>        </a:t>
            </a:r>
            <a:r>
              <a:rPr lang="en-US" sz="2400" dirty="0" err="1"/>
              <a:t>arr</a:t>
            </a:r>
            <a:r>
              <a:rPr lang="en-US" sz="2400" dirty="0"/>
              <a:t>[parent] = </a:t>
            </a:r>
            <a:r>
              <a:rPr lang="en-US" sz="2400" dirty="0" err="1"/>
              <a:t>val</a:t>
            </a:r>
            <a:r>
              <a:rPr lang="en-US" sz="2400" dirty="0"/>
              <a:t>; </a:t>
            </a:r>
            <a:r>
              <a:rPr lang="en-US" sz="2400" dirty="0">
                <a:solidFill>
                  <a:srgbClr val="00B0F0"/>
                </a:solidFill>
              </a:rPr>
              <a:t>\\ put current value into parent’s location </a:t>
            </a:r>
          </a:p>
          <a:p>
            <a:pPr marL="0" indent="0">
              <a:buNone/>
            </a:pPr>
            <a:r>
              <a:rPr lang="en-US" sz="2400" dirty="0"/>
              <a:t>        </a:t>
            </a:r>
            <a:r>
              <a:rPr lang="en-US" sz="2400" dirty="0" err="1"/>
              <a:t>i</a:t>
            </a:r>
            <a:r>
              <a:rPr lang="en-US" sz="2400" dirty="0"/>
              <a:t> = parent;  </a:t>
            </a:r>
            <a:r>
              <a:rPr lang="en-US" sz="2400" dirty="0">
                <a:solidFill>
                  <a:srgbClr val="00B0F0"/>
                </a:solidFill>
              </a:rPr>
              <a:t>\\ make current location the parent</a:t>
            </a:r>
          </a:p>
          <a:p>
            <a:pPr marL="0" indent="0">
              <a:buNone/>
            </a:pPr>
            <a:r>
              <a:rPr lang="en-US" sz="2400" dirty="0"/>
              <a:t>        parent = </a:t>
            </a:r>
            <a:r>
              <a:rPr lang="en-US" sz="2400" dirty="0" err="1"/>
              <a:t>i</a:t>
            </a:r>
            <a:r>
              <a:rPr lang="en-US" sz="2400" dirty="0"/>
              <a:t>/2;  </a:t>
            </a:r>
            <a:r>
              <a:rPr lang="en-US" sz="2400" dirty="0">
                <a:solidFill>
                  <a:srgbClr val="00B0F0"/>
                </a:solidFill>
              </a:rPr>
              <a:t>\\ update new parent</a:t>
            </a:r>
          </a:p>
          <a:p>
            <a:pPr marL="0" indent="0">
              <a:buNone/>
            </a:pPr>
            <a:r>
              <a:rPr lang="en-US" sz="2400" dirty="0"/>
              <a:t>    }</a:t>
            </a:r>
          </a:p>
          <a:p>
            <a:pPr marL="0" indent="0">
              <a:buNone/>
            </a:pPr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764011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B0ABD-0BFF-6D08-9E5A-671AB1079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9F30F0-7D06-DAC8-8BF6-ECA17E7C2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extract(){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theMin</a:t>
            </a:r>
            <a:r>
              <a:rPr lang="en-US" dirty="0"/>
              <a:t> = </a:t>
            </a:r>
            <a:r>
              <a:rPr lang="en-US" dirty="0" err="1"/>
              <a:t>arr</a:t>
            </a:r>
            <a:r>
              <a:rPr lang="en-US" dirty="0"/>
              <a:t>[1];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arr</a:t>
            </a:r>
            <a:r>
              <a:rPr lang="en-US" dirty="0"/>
              <a:t>[1] = </a:t>
            </a:r>
            <a:r>
              <a:rPr lang="en-US" dirty="0" err="1"/>
              <a:t>arr</a:t>
            </a:r>
            <a:r>
              <a:rPr lang="en-US" dirty="0"/>
              <a:t>[size];</a:t>
            </a:r>
          </a:p>
          <a:p>
            <a:pPr marL="0" indent="0">
              <a:buNone/>
            </a:pPr>
            <a:r>
              <a:rPr lang="en-US" dirty="0"/>
              <a:t>    size--;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percolateDown</a:t>
            </a:r>
            <a:r>
              <a:rPr lang="en-US" dirty="0"/>
              <a:t>(1);</a:t>
            </a:r>
          </a:p>
          <a:p>
            <a:pPr marL="0" indent="0">
              <a:buNone/>
            </a:pPr>
            <a:r>
              <a:rPr lang="en-US" dirty="0"/>
              <a:t>    return </a:t>
            </a:r>
            <a:r>
              <a:rPr lang="en-US" dirty="0" err="1"/>
              <a:t>theMin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}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5621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F483F-F26E-8B20-8083-CCF4901F7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85115"/>
            <a:ext cx="10515600" cy="1325563"/>
          </a:xfrm>
        </p:spPr>
        <p:txBody>
          <a:bodyPr/>
          <a:lstStyle/>
          <a:p>
            <a:r>
              <a:rPr lang="en-US" dirty="0"/>
              <a:t>Percolate 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5A154-B79D-608E-BDA4-B50687714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609600"/>
            <a:ext cx="11887200" cy="62484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 err="1"/>
              <a:t>percolateDown</a:t>
            </a:r>
            <a:r>
              <a:rPr lang="en-US" dirty="0"/>
              <a:t>(int </a:t>
            </a:r>
            <a:r>
              <a:rPr lang="en-US" dirty="0" err="1"/>
              <a:t>i</a:t>
            </a:r>
            <a:r>
              <a:rPr lang="en-US" dirty="0"/>
              <a:t>){</a:t>
            </a:r>
          </a:p>
          <a:p>
            <a:pPr marL="0" indent="0">
              <a:buNone/>
            </a:pPr>
            <a:r>
              <a:rPr lang="en-US" dirty="0"/>
              <a:t>    int left = </a:t>
            </a:r>
            <a:r>
              <a:rPr lang="en-US" dirty="0" err="1"/>
              <a:t>i</a:t>
            </a:r>
            <a:r>
              <a:rPr lang="en-US" dirty="0"/>
              <a:t>*2;  </a:t>
            </a:r>
            <a:r>
              <a:rPr lang="en-US" dirty="0">
                <a:solidFill>
                  <a:srgbClr val="00B0F0"/>
                </a:solidFill>
              </a:rPr>
              <a:t>\\ index of left child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    </a:t>
            </a:r>
            <a:r>
              <a:rPr lang="en-US" dirty="0"/>
              <a:t>int right = </a:t>
            </a:r>
            <a:r>
              <a:rPr lang="en-US" dirty="0" err="1"/>
              <a:t>i</a:t>
            </a:r>
            <a:r>
              <a:rPr lang="en-US" dirty="0"/>
              <a:t>*2+1;  </a:t>
            </a:r>
            <a:r>
              <a:rPr lang="en-US" dirty="0">
                <a:solidFill>
                  <a:srgbClr val="00B0F0"/>
                </a:solidFill>
              </a:rPr>
              <a:t>\\ index of right child</a:t>
            </a:r>
          </a:p>
          <a:p>
            <a:pPr marL="0" indent="0">
              <a:buNone/>
            </a:pPr>
            <a:r>
              <a:rPr lang="en-US" dirty="0"/>
              <a:t>    Item </a:t>
            </a:r>
            <a:r>
              <a:rPr lang="en-US" dirty="0" err="1"/>
              <a:t>val</a:t>
            </a:r>
            <a:r>
              <a:rPr lang="en-US" dirty="0"/>
              <a:t> = 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];  </a:t>
            </a:r>
            <a:r>
              <a:rPr lang="en-US" dirty="0">
                <a:solidFill>
                  <a:srgbClr val="00B0F0"/>
                </a:solidFill>
              </a:rPr>
              <a:t>\\ value at location</a:t>
            </a:r>
          </a:p>
          <a:p>
            <a:pPr marL="0" indent="0">
              <a:buNone/>
            </a:pPr>
            <a:r>
              <a:rPr lang="en-US" dirty="0"/>
              <a:t>    while(left &lt;= size){  </a:t>
            </a:r>
            <a:r>
              <a:rPr lang="en-US" dirty="0">
                <a:solidFill>
                  <a:srgbClr val="00B0F0"/>
                </a:solidFill>
              </a:rPr>
              <a:t>\\ until location is leaf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        </a:t>
            </a:r>
            <a:r>
              <a:rPr lang="en-US" dirty="0"/>
              <a:t>int </a:t>
            </a:r>
            <a:r>
              <a:rPr lang="en-US" dirty="0" err="1"/>
              <a:t>toSwap</a:t>
            </a:r>
            <a:r>
              <a:rPr lang="en-US" dirty="0"/>
              <a:t> = right;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        </a:t>
            </a:r>
            <a:r>
              <a:rPr lang="en-US" dirty="0"/>
              <a:t>if(right &gt; size || </a:t>
            </a:r>
            <a:r>
              <a:rPr lang="en-US" dirty="0" err="1"/>
              <a:t>arr</a:t>
            </a:r>
            <a:r>
              <a:rPr lang="en-US" dirty="0"/>
              <a:t>[left] &lt; </a:t>
            </a:r>
            <a:r>
              <a:rPr lang="en-US" dirty="0" err="1"/>
              <a:t>arr</a:t>
            </a:r>
            <a:r>
              <a:rPr lang="en-US" dirty="0"/>
              <a:t>[right]){  </a:t>
            </a:r>
            <a:r>
              <a:rPr lang="en-US" dirty="0">
                <a:solidFill>
                  <a:srgbClr val="00B0F0"/>
                </a:solidFill>
              </a:rPr>
              <a:t>\\ if there is no right child or if left child is smaller</a:t>
            </a:r>
          </a:p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            </a:t>
            </a:r>
            <a:r>
              <a:rPr lang="en-US" dirty="0" err="1"/>
              <a:t>toSwap</a:t>
            </a:r>
            <a:r>
              <a:rPr lang="en-US" dirty="0"/>
              <a:t> = left;  </a:t>
            </a:r>
            <a:r>
              <a:rPr lang="en-US" dirty="0">
                <a:solidFill>
                  <a:srgbClr val="00B0F0"/>
                </a:solidFill>
              </a:rPr>
              <a:t>\\ swap with left</a:t>
            </a:r>
          </a:p>
          <a:p>
            <a:pPr marL="0" indent="0">
              <a:buNone/>
            </a:pPr>
            <a:r>
              <a:rPr lang="en-US" dirty="0"/>
              <a:t>        } </a:t>
            </a:r>
            <a:r>
              <a:rPr lang="en-US" dirty="0">
                <a:solidFill>
                  <a:srgbClr val="00B0F0"/>
                </a:solidFill>
              </a:rPr>
              <a:t>\\ now </a:t>
            </a:r>
            <a:r>
              <a:rPr lang="en-US" dirty="0" err="1">
                <a:solidFill>
                  <a:srgbClr val="00B0F0"/>
                </a:solidFill>
              </a:rPr>
              <a:t>toSwap</a:t>
            </a:r>
            <a:r>
              <a:rPr lang="en-US" dirty="0">
                <a:solidFill>
                  <a:srgbClr val="00B0F0"/>
                </a:solidFill>
              </a:rPr>
              <a:t> has the smaller of left/right, or left if right does not exist</a:t>
            </a:r>
          </a:p>
          <a:p>
            <a:pPr marL="0" indent="0">
              <a:buNone/>
            </a:pPr>
            <a:r>
              <a:rPr lang="en-US" dirty="0"/>
              <a:t>        if (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toSwap</a:t>
            </a:r>
            <a:r>
              <a:rPr lang="en-US" dirty="0"/>
              <a:t>] &lt; </a:t>
            </a:r>
            <a:r>
              <a:rPr lang="en-US" dirty="0" err="1"/>
              <a:t>val</a:t>
            </a:r>
            <a:r>
              <a:rPr lang="en-US" dirty="0"/>
              <a:t>){  </a:t>
            </a:r>
            <a:r>
              <a:rPr lang="en-US" dirty="0">
                <a:solidFill>
                  <a:srgbClr val="00B0F0"/>
                </a:solidFill>
              </a:rPr>
              <a:t>\\ if the smaller child is less than the current value</a:t>
            </a:r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toSwap</a:t>
            </a:r>
            <a:r>
              <a:rPr lang="en-US" dirty="0"/>
              <a:t>];</a:t>
            </a:r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toSwap</a:t>
            </a:r>
            <a:r>
              <a:rPr lang="en-US" dirty="0"/>
              <a:t>] = </a:t>
            </a:r>
            <a:r>
              <a:rPr lang="en-US" dirty="0" err="1"/>
              <a:t>val</a:t>
            </a:r>
            <a:r>
              <a:rPr lang="en-US" dirty="0"/>
              <a:t>; </a:t>
            </a:r>
            <a:r>
              <a:rPr lang="en-US" dirty="0">
                <a:solidFill>
                  <a:srgbClr val="00B0F0"/>
                </a:solidFill>
              </a:rPr>
              <a:t>\\ swap parent with smaller child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dirty="0" err="1"/>
              <a:t>i</a:t>
            </a:r>
            <a:r>
              <a:rPr lang="en-US" dirty="0"/>
              <a:t> = </a:t>
            </a:r>
            <a:r>
              <a:rPr lang="en-US" dirty="0" err="1"/>
              <a:t>toSwap</a:t>
            </a:r>
            <a:r>
              <a:rPr lang="en-US" dirty="0"/>
              <a:t>; </a:t>
            </a:r>
            <a:r>
              <a:rPr lang="en-US" dirty="0">
                <a:solidFill>
                  <a:srgbClr val="00B0F0"/>
                </a:solidFill>
              </a:rPr>
              <a:t>\\ update current node to be smaller child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     left = </a:t>
            </a:r>
            <a:r>
              <a:rPr lang="en-US" dirty="0" err="1"/>
              <a:t>i</a:t>
            </a:r>
            <a:r>
              <a:rPr lang="en-US" dirty="0"/>
              <a:t>*2;</a:t>
            </a:r>
          </a:p>
          <a:p>
            <a:pPr marL="0" indent="0">
              <a:buNone/>
            </a:pPr>
            <a:r>
              <a:rPr lang="en-US" dirty="0"/>
              <a:t>            right = </a:t>
            </a:r>
            <a:r>
              <a:rPr lang="en-US" dirty="0" err="1"/>
              <a:t>i</a:t>
            </a:r>
            <a:r>
              <a:rPr lang="en-US" dirty="0"/>
              <a:t>*2+1;</a:t>
            </a:r>
          </a:p>
          <a:p>
            <a:pPr marL="0" indent="0">
              <a:buNone/>
            </a:pPr>
            <a:r>
              <a:rPr lang="en-US" dirty="0"/>
              <a:t>        }</a:t>
            </a:r>
          </a:p>
          <a:p>
            <a:pPr marL="0" indent="0">
              <a:buNone/>
            </a:pPr>
            <a:r>
              <a:rPr lang="en-US" dirty="0"/>
              <a:t>        else{ return;} </a:t>
            </a:r>
            <a:r>
              <a:rPr lang="en-US" dirty="0">
                <a:solidFill>
                  <a:srgbClr val="00B0F0"/>
                </a:solidFill>
              </a:rPr>
              <a:t>\\ if we don’t swap, then heap property holds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018330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B6229-ED81-992D-D556-83FFFB64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A08C9-D1CE-6668-4633-5375FE66C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Increase Key</a:t>
            </a:r>
          </a:p>
          <a:p>
            <a:pPr lvl="1"/>
            <a:r>
              <a:rPr lang="en-US" dirty="0"/>
              <a:t>Given the index of an item in the PQ, make its priority value larger</a:t>
            </a:r>
          </a:p>
          <a:p>
            <a:pPr lvl="2"/>
            <a:r>
              <a:rPr lang="en-US" dirty="0"/>
              <a:t>Min Heap: Then percolate down</a:t>
            </a:r>
          </a:p>
          <a:p>
            <a:pPr lvl="2"/>
            <a:r>
              <a:rPr lang="en-US" dirty="0"/>
              <a:t>Max Heap: Then percolate up</a:t>
            </a:r>
          </a:p>
          <a:p>
            <a:r>
              <a:rPr lang="en-US" dirty="0"/>
              <a:t>Decrease Key</a:t>
            </a:r>
          </a:p>
          <a:p>
            <a:pPr lvl="1"/>
            <a:r>
              <a:rPr lang="en-US" dirty="0"/>
              <a:t>Given the index of an item in the PQ, make its priority value smaller</a:t>
            </a:r>
          </a:p>
          <a:p>
            <a:pPr lvl="2"/>
            <a:r>
              <a:rPr lang="en-US" dirty="0"/>
              <a:t>Min Heap: Then percolate up</a:t>
            </a:r>
          </a:p>
          <a:p>
            <a:pPr lvl="2"/>
            <a:r>
              <a:rPr lang="en-US" dirty="0"/>
              <a:t>Max Heap: Then percolate down</a:t>
            </a:r>
          </a:p>
          <a:p>
            <a:r>
              <a:rPr lang="en-US" dirty="0"/>
              <a:t>Remove</a:t>
            </a:r>
          </a:p>
          <a:p>
            <a:pPr lvl="1"/>
            <a:r>
              <a:rPr lang="en-US" dirty="0"/>
              <a:t>Given the item at the given index from the PQ</a:t>
            </a:r>
          </a:p>
        </p:txBody>
      </p:sp>
    </p:spTree>
    <p:extLst>
      <p:ext uri="{BB962C8B-B14F-4D97-AF65-F5344CB8AC3E}">
        <p14:creationId xmlns:p14="http://schemas.microsoft.com/office/powerpoint/2010/main" val="30210731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Heap From “Scratch”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15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9DE40CB-E466-39F7-D8B8-04BB5635AAE6}"/>
              </a:ext>
            </a:extLst>
          </p:cNvPr>
          <p:cNvSpPr txBox="1"/>
          <p:nvPr/>
        </p:nvSpPr>
        <p:spPr>
          <a:xfrm>
            <a:off x="7936205" y="5053758"/>
            <a:ext cx="312168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Two ways for “fix” the heap:</a:t>
            </a:r>
          </a:p>
          <a:p>
            <a:pPr marL="342900" indent="-342900">
              <a:buAutoNum type="arabicParenR"/>
            </a:pPr>
            <a:r>
              <a:rPr lang="en-US" sz="2000" dirty="0"/>
              <a:t>Percolate Up</a:t>
            </a:r>
          </a:p>
          <a:p>
            <a:pPr marL="342900" indent="-342900">
              <a:buAutoNum type="arabicParenR"/>
            </a:pPr>
            <a:r>
              <a:rPr lang="en-US" sz="2000" dirty="0"/>
              <a:t>Percolate Down</a:t>
            </a:r>
          </a:p>
        </p:txBody>
      </p:sp>
    </p:spTree>
    <p:extLst>
      <p:ext uri="{BB962C8B-B14F-4D97-AF65-F5344CB8AC3E}">
        <p14:creationId xmlns:p14="http://schemas.microsoft.com/office/powerpoint/2010/main" val="3018086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1EFF-DC2E-DD10-0292-33AAADA21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D70E1-83BF-D071-92AA-72F7671F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towards the root, one row at a time, percolate down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D2E5B4-7285-3ACB-0CCF-7D5C84D8A06C}"/>
              </a:ext>
            </a:extLst>
          </p:cNvPr>
          <p:cNvSpPr txBox="1"/>
          <p:nvPr/>
        </p:nvSpPr>
        <p:spPr>
          <a:xfrm>
            <a:off x="1188720" y="3262630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59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15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301792" y="2977294"/>
            <a:ext cx="2571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  <a:p>
            <a:r>
              <a:rPr lang="en-US" dirty="0">
                <a:solidFill>
                  <a:srgbClr val="FF0000"/>
                </a:solidFill>
              </a:rPr>
              <a:t>Nodes bigger than a child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160994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E8440DB-C25F-EEF0-74F8-E305D893D7FF}"/>
              </a:ext>
            </a:extLst>
          </p:cNvPr>
          <p:cNvSpPr txBox="1"/>
          <p:nvPr/>
        </p:nvSpPr>
        <p:spPr>
          <a:xfrm>
            <a:off x="301792" y="2977294"/>
            <a:ext cx="2571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  <a:p>
            <a:r>
              <a:rPr lang="en-US" dirty="0">
                <a:solidFill>
                  <a:srgbClr val="FF0000"/>
                </a:solidFill>
              </a:rPr>
              <a:t>Nodes bigger than a child</a:t>
            </a:r>
          </a:p>
        </p:txBody>
      </p:sp>
    </p:spTree>
    <p:extLst>
      <p:ext uri="{BB962C8B-B14F-4D97-AF65-F5344CB8AC3E}">
        <p14:creationId xmlns:p14="http://schemas.microsoft.com/office/powerpoint/2010/main" val="20082967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844001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6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49931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5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961531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2A4A-E8D3-7F93-AD14-D6B2FD99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Floyd’s </a:t>
            </a:r>
            <a:r>
              <a:rPr lang="en-US" dirty="0" err="1"/>
              <a:t>buildHeap</a:t>
            </a:r>
            <a:r>
              <a:rPr lang="en-US" dirty="0"/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had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 and wanted to “</a:t>
                </a:r>
                <a:r>
                  <a:rPr lang="en-US" dirty="0" err="1"/>
                  <a:t>heapify</a:t>
                </a:r>
                <a:r>
                  <a:rPr lang="en-US" dirty="0"/>
                  <a:t>” them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AF3C39-C718-C590-CB20-0AC3D97A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2C070FD-E606-FE96-DBE1-D6B50F960BB6}"/>
              </a:ext>
            </a:extLst>
          </p:cNvPr>
          <p:cNvGrpSpPr/>
          <p:nvPr/>
        </p:nvGrpSpPr>
        <p:grpSpPr>
          <a:xfrm>
            <a:off x="5917894" y="2956422"/>
            <a:ext cx="5875588" cy="945155"/>
            <a:chOff x="5470854" y="754688"/>
            <a:chExt cx="5875588" cy="9451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2E85FD-4B9F-2A0B-306D-32BA73343EB3}"/>
                </a:ext>
              </a:extLst>
            </p:cNvPr>
            <p:cNvSpPr/>
            <p:nvPr/>
          </p:nvSpPr>
          <p:spPr>
            <a:xfrm>
              <a:off x="54708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3CD6EB-1593-D211-04E7-2CDD96133A79}"/>
                </a:ext>
              </a:extLst>
            </p:cNvPr>
            <p:cNvSpPr/>
            <p:nvPr/>
          </p:nvSpPr>
          <p:spPr>
            <a:xfrm>
              <a:off x="6004254" y="754688"/>
              <a:ext cx="533400" cy="533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A20C82-14BA-14B7-33D2-B02F05244D80}"/>
                </a:ext>
              </a:extLst>
            </p:cNvPr>
            <p:cNvSpPr/>
            <p:nvPr/>
          </p:nvSpPr>
          <p:spPr>
            <a:xfrm>
              <a:off x="65382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678D84-16F3-310C-AADC-7A181CCDF23C}"/>
                </a:ext>
              </a:extLst>
            </p:cNvPr>
            <p:cNvSpPr/>
            <p:nvPr/>
          </p:nvSpPr>
          <p:spPr>
            <a:xfrm>
              <a:off x="70716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BF6A4D-F237-D175-3581-18514FECFB50}"/>
                </a:ext>
              </a:extLst>
            </p:cNvPr>
            <p:cNvSpPr/>
            <p:nvPr/>
          </p:nvSpPr>
          <p:spPr>
            <a:xfrm>
              <a:off x="7605023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A7CA55-613D-E569-F87A-36A82B8A4197}"/>
                </a:ext>
              </a:extLst>
            </p:cNvPr>
            <p:cNvSpPr/>
            <p:nvPr/>
          </p:nvSpPr>
          <p:spPr>
            <a:xfrm>
              <a:off x="81389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4DBAC75-85FF-A5C5-3308-0652E69855B9}"/>
                </a:ext>
              </a:extLst>
            </p:cNvPr>
            <p:cNvSpPr/>
            <p:nvPr/>
          </p:nvSpPr>
          <p:spPr>
            <a:xfrm>
              <a:off x="86723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AC49C1D-E65A-E283-D242-407C87FCEAD3}"/>
                </a:ext>
              </a:extLst>
            </p:cNvPr>
            <p:cNvSpPr/>
            <p:nvPr/>
          </p:nvSpPr>
          <p:spPr>
            <a:xfrm>
              <a:off x="920579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F643AEB-4040-07BB-03F1-A04A08EE1D6F}"/>
                </a:ext>
              </a:extLst>
            </p:cNvPr>
            <p:cNvSpPr/>
            <p:nvPr/>
          </p:nvSpPr>
          <p:spPr>
            <a:xfrm>
              <a:off x="97397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14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8FEEA45-B71F-DF2F-C447-4203F387203B}"/>
                </a:ext>
              </a:extLst>
            </p:cNvPr>
            <p:cNvSpPr/>
            <p:nvPr/>
          </p:nvSpPr>
          <p:spPr>
            <a:xfrm>
              <a:off x="10273161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6253EB-D23C-949B-D5E8-FECD830DEDBA}"/>
                </a:ext>
              </a:extLst>
            </p:cNvPr>
            <p:cNvSpPr txBox="1"/>
            <p:nvPr/>
          </p:nvSpPr>
          <p:spPr>
            <a:xfrm>
              <a:off x="55867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8F8A93E-79B2-8F25-0DCC-1F3278F661BB}"/>
                </a:ext>
              </a:extLst>
            </p:cNvPr>
            <p:cNvSpPr txBox="1"/>
            <p:nvPr/>
          </p:nvSpPr>
          <p:spPr>
            <a:xfrm>
              <a:off x="6120110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2E633D5-64EB-6BAD-3A62-C08FF0C32E94}"/>
                </a:ext>
              </a:extLst>
            </p:cNvPr>
            <p:cNvSpPr txBox="1"/>
            <p:nvPr/>
          </p:nvSpPr>
          <p:spPr>
            <a:xfrm>
              <a:off x="66540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4AC8395-5F6E-19CD-15DE-29D1887AD4A5}"/>
                </a:ext>
              </a:extLst>
            </p:cNvPr>
            <p:cNvSpPr txBox="1"/>
            <p:nvPr/>
          </p:nvSpPr>
          <p:spPr>
            <a:xfrm>
              <a:off x="7187479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19110CD-D76E-CFDF-A6D5-AB20E69C641D}"/>
                </a:ext>
              </a:extLst>
            </p:cNvPr>
            <p:cNvSpPr txBox="1"/>
            <p:nvPr/>
          </p:nvSpPr>
          <p:spPr>
            <a:xfrm>
              <a:off x="771846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C3B8112-0CF7-5516-F41D-84C801CEBEE1}"/>
                </a:ext>
              </a:extLst>
            </p:cNvPr>
            <p:cNvSpPr txBox="1"/>
            <p:nvPr/>
          </p:nvSpPr>
          <p:spPr>
            <a:xfrm>
              <a:off x="819649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D6E652-F5FC-4920-F20E-32A2AA0FEAE2}"/>
                </a:ext>
              </a:extLst>
            </p:cNvPr>
            <p:cNvSpPr txBox="1"/>
            <p:nvPr/>
          </p:nvSpPr>
          <p:spPr>
            <a:xfrm>
              <a:off x="87882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9347C4-D38D-06D5-33DF-2A348A5382FE}"/>
                </a:ext>
              </a:extLst>
            </p:cNvPr>
            <p:cNvSpPr txBox="1"/>
            <p:nvPr/>
          </p:nvSpPr>
          <p:spPr>
            <a:xfrm>
              <a:off x="9321648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0923D4-A058-7D06-904A-8CC0ECE807D7}"/>
                </a:ext>
              </a:extLst>
            </p:cNvPr>
            <p:cNvSpPr txBox="1"/>
            <p:nvPr/>
          </p:nvSpPr>
          <p:spPr>
            <a:xfrm>
              <a:off x="98556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CFED6D-86F5-D958-E923-2CC18DA518C3}"/>
                </a:ext>
              </a:extLst>
            </p:cNvPr>
            <p:cNvSpPr txBox="1"/>
            <p:nvPr/>
          </p:nvSpPr>
          <p:spPr>
            <a:xfrm>
              <a:off x="10389017" y="132808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C2E6EC-062F-A161-9D0A-D10BDBA2450A}"/>
                </a:ext>
              </a:extLst>
            </p:cNvPr>
            <p:cNvSpPr/>
            <p:nvPr/>
          </p:nvSpPr>
          <p:spPr>
            <a:xfrm>
              <a:off x="10813042" y="754688"/>
              <a:ext cx="533400" cy="533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5E124AE-511C-1167-F084-AF9166C40BF1}"/>
                </a:ext>
              </a:extLst>
            </p:cNvPr>
            <p:cNvSpPr txBox="1"/>
            <p:nvPr/>
          </p:nvSpPr>
          <p:spPr>
            <a:xfrm>
              <a:off x="10870777" y="1330511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63756C4-FFEE-45CE-C290-81DC657DB3F1}"/>
              </a:ext>
            </a:extLst>
          </p:cNvPr>
          <p:cNvGrpSpPr/>
          <p:nvPr/>
        </p:nvGrpSpPr>
        <p:grpSpPr>
          <a:xfrm>
            <a:off x="201742" y="2956422"/>
            <a:ext cx="6934200" cy="3661882"/>
            <a:chOff x="201742" y="2956422"/>
            <a:chExt cx="6934200" cy="36618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87E5112-EE0A-A568-FB0C-800B49EAA828}"/>
                </a:ext>
              </a:extLst>
            </p:cNvPr>
            <p:cNvGrpSpPr/>
            <p:nvPr/>
          </p:nvGrpSpPr>
          <p:grpSpPr>
            <a:xfrm>
              <a:off x="201742" y="2956422"/>
              <a:ext cx="6934200" cy="3661882"/>
              <a:chOff x="2590801" y="2672070"/>
              <a:chExt cx="6934200" cy="3661882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3A30E535-E151-7B10-2482-D4C18A271CB8}"/>
                  </a:ext>
                </a:extLst>
              </p:cNvPr>
              <p:cNvSpPr/>
              <p:nvPr/>
            </p:nvSpPr>
            <p:spPr>
              <a:xfrm>
                <a:off x="5996855" y="267207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16155D8-6880-CAC9-337D-0F3B5F0C2BBB}"/>
                  </a:ext>
                </a:extLst>
              </p:cNvPr>
              <p:cNvSpPr/>
              <p:nvPr/>
            </p:nvSpPr>
            <p:spPr>
              <a:xfrm>
                <a:off x="4191001" y="3682289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3701FD1-D85F-35B3-CE7C-6CFF8DCBAC09}"/>
                  </a:ext>
                </a:extLst>
              </p:cNvPr>
              <p:cNvSpPr/>
              <p:nvPr/>
            </p:nvSpPr>
            <p:spPr>
              <a:xfrm>
                <a:off x="7858499" y="3653913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3A6BB66-2DDC-8C2E-6AB0-DA31FC02453E}"/>
                  </a:ext>
                </a:extLst>
              </p:cNvPr>
              <p:cNvSpPr/>
              <p:nvPr/>
            </p:nvSpPr>
            <p:spPr>
              <a:xfrm>
                <a:off x="3200401" y="438350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E219BA91-50E2-9B4F-817E-664706C652CC}"/>
                  </a:ext>
                </a:extLst>
              </p:cNvPr>
              <p:cNvSpPr/>
              <p:nvPr/>
            </p:nvSpPr>
            <p:spPr>
              <a:xfrm>
                <a:off x="5211206" y="4425368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3B38612-C965-1385-57E2-DB495D63D40C}"/>
                  </a:ext>
                </a:extLst>
              </p:cNvPr>
              <p:cNvSpPr/>
              <p:nvPr/>
            </p:nvSpPr>
            <p:spPr>
              <a:xfrm>
                <a:off x="6934201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32BE3EF-F957-D7BD-78A2-BE2188A515E4}"/>
                  </a:ext>
                </a:extLst>
              </p:cNvPr>
              <p:cNvSpPr/>
              <p:nvPr/>
            </p:nvSpPr>
            <p:spPr>
              <a:xfrm>
                <a:off x="8836924" y="4341990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10</a:t>
                </a: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7A0923A-D958-A1BA-1015-3E54B06E39E1}"/>
                  </a:ext>
                </a:extLst>
              </p:cNvPr>
              <p:cNvSpPr/>
              <p:nvPr/>
            </p:nvSpPr>
            <p:spPr>
              <a:xfrm>
                <a:off x="2590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14</a:t>
                </a: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B9709BB-64D4-3FBE-7884-D1B0484114A6}"/>
                  </a:ext>
                </a:extLst>
              </p:cNvPr>
              <p:cNvSpPr/>
              <p:nvPr/>
            </p:nvSpPr>
            <p:spPr>
              <a:xfrm>
                <a:off x="3733801" y="5352744"/>
                <a:ext cx="688077" cy="68807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A089308-EAB4-3DF6-2168-FA9078D82274}"/>
                  </a:ext>
                </a:extLst>
              </p:cNvPr>
              <p:cNvCxnSpPr>
                <a:cxnSpLocks/>
                <a:stCxn id="28" idx="3"/>
                <a:endCxn id="29" idx="7"/>
              </p:cNvCxnSpPr>
              <p:nvPr/>
            </p:nvCxnSpPr>
            <p:spPr>
              <a:xfrm flipH="1">
                <a:off x="4778311" y="3259380"/>
                <a:ext cx="1319311" cy="52367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83BDF66-84DB-ABCB-4020-11642646E088}"/>
                  </a:ext>
                </a:extLst>
              </p:cNvPr>
              <p:cNvCxnSpPr>
                <a:cxnSpLocks/>
                <a:stCxn id="28" idx="5"/>
                <a:endCxn id="30" idx="1"/>
              </p:cNvCxnSpPr>
              <p:nvPr/>
            </p:nvCxnSpPr>
            <p:spPr>
              <a:xfrm>
                <a:off x="6584165" y="3259380"/>
                <a:ext cx="1375101" cy="4953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220F70A-FDDC-7762-B33A-06720ADD3AF7}"/>
                  </a:ext>
                </a:extLst>
              </p:cNvPr>
              <p:cNvCxnSpPr>
                <a:stCxn id="32" idx="1"/>
                <a:endCxn id="29" idx="5"/>
              </p:cNvCxnSpPr>
              <p:nvPr/>
            </p:nvCxnSpPr>
            <p:spPr>
              <a:xfrm flipH="1" flipV="1">
                <a:off x="4778310" y="4269598"/>
                <a:ext cx="533662" cy="2565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6022E8-594C-5224-728B-F2FC6AA874BE}"/>
                  </a:ext>
                </a:extLst>
              </p:cNvPr>
              <p:cNvCxnSpPr>
                <a:stCxn id="31" idx="7"/>
                <a:endCxn id="29" idx="3"/>
              </p:cNvCxnSpPr>
              <p:nvPr/>
            </p:nvCxnSpPr>
            <p:spPr>
              <a:xfrm flipV="1">
                <a:off x="3787711" y="4269598"/>
                <a:ext cx="504057" cy="2146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D94FFD-BC02-5F5A-FF9E-9C49B907172F}"/>
                  </a:ext>
                </a:extLst>
              </p:cNvPr>
              <p:cNvCxnSpPr>
                <a:stCxn id="36" idx="0"/>
                <a:endCxn id="31" idx="5"/>
              </p:cNvCxnSpPr>
              <p:nvPr/>
            </p:nvCxnSpPr>
            <p:spPr>
              <a:xfrm flipH="1" flipV="1">
                <a:off x="3787711" y="4970813"/>
                <a:ext cx="290129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5735856-C128-C713-C639-DB1757598AE1}"/>
                  </a:ext>
                </a:extLst>
              </p:cNvPr>
              <p:cNvCxnSpPr>
                <a:stCxn id="35" idx="0"/>
                <a:endCxn id="31" idx="3"/>
              </p:cNvCxnSpPr>
              <p:nvPr/>
            </p:nvCxnSpPr>
            <p:spPr>
              <a:xfrm flipV="1">
                <a:off x="2934839" y="4970813"/>
                <a:ext cx="366328" cy="38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8E5DDDC-1F60-E1BD-ED97-8C6BDFE31483}"/>
                  </a:ext>
                </a:extLst>
              </p:cNvPr>
              <p:cNvCxnSpPr>
                <a:stCxn id="33" idx="7"/>
                <a:endCxn id="30" idx="3"/>
              </p:cNvCxnSpPr>
              <p:nvPr/>
            </p:nvCxnSpPr>
            <p:spPr>
              <a:xfrm flipV="1">
                <a:off x="7521511" y="4241222"/>
                <a:ext cx="437755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02118E8-FE37-1B94-60E7-FF8DC87A02DF}"/>
                  </a:ext>
                </a:extLst>
              </p:cNvPr>
              <p:cNvCxnSpPr>
                <a:stCxn id="34" idx="1"/>
                <a:endCxn id="30" idx="5"/>
              </p:cNvCxnSpPr>
              <p:nvPr/>
            </p:nvCxnSpPr>
            <p:spPr>
              <a:xfrm flipH="1" flipV="1">
                <a:off x="8445808" y="4241222"/>
                <a:ext cx="491882" cy="20153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3F51C00-7BE4-C71B-CEC9-78F3E393B278}"/>
                  </a:ext>
                </a:extLst>
              </p:cNvPr>
              <p:cNvSpPr txBox="1"/>
              <p:nvPr/>
            </p:nvSpPr>
            <p:spPr>
              <a:xfrm>
                <a:off x="6190049" y="337129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1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E00191F-101E-453F-E05F-F79326EF7FFB}"/>
                  </a:ext>
                </a:extLst>
              </p:cNvPr>
              <p:cNvSpPr txBox="1"/>
              <p:nvPr/>
            </p:nvSpPr>
            <p:spPr>
              <a:xfrm>
                <a:off x="4384195" y="4377091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2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B19AC53-E3AB-F92F-CA0A-7EC078433879}"/>
                  </a:ext>
                </a:extLst>
              </p:cNvPr>
              <p:cNvSpPr txBox="1"/>
              <p:nvPr/>
            </p:nvSpPr>
            <p:spPr>
              <a:xfrm>
                <a:off x="8051693" y="4316695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3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A690ADD-9D72-5CFC-ABA4-CFD3482C08B4}"/>
                  </a:ext>
                </a:extLst>
              </p:cNvPr>
              <p:cNvSpPr txBox="1"/>
              <p:nvPr/>
            </p:nvSpPr>
            <p:spPr>
              <a:xfrm>
                <a:off x="3352081" y="507158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25CA634-CACD-54BE-4661-54DEF3A780C5}"/>
                  </a:ext>
                </a:extLst>
              </p:cNvPr>
              <p:cNvSpPr txBox="1"/>
              <p:nvPr/>
            </p:nvSpPr>
            <p:spPr>
              <a:xfrm>
                <a:off x="7122005" y="5012677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6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F6D568-E05C-26F2-EBD8-57839FC7687F}"/>
                  </a:ext>
                </a:extLst>
              </p:cNvPr>
              <p:cNvSpPr txBox="1"/>
              <p:nvPr/>
            </p:nvSpPr>
            <p:spPr>
              <a:xfrm>
                <a:off x="5404400" y="5108902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5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E1DFACA-646B-2F3B-1F0D-554B10C6DCB7}"/>
                  </a:ext>
                </a:extLst>
              </p:cNvPr>
              <p:cNvSpPr txBox="1"/>
              <p:nvPr/>
            </p:nvSpPr>
            <p:spPr>
              <a:xfrm>
                <a:off x="9030118" y="5030066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7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6EE955-07B4-4EE0-219A-7BF193FD11F3}"/>
                  </a:ext>
                </a:extLst>
              </p:cNvPr>
              <p:cNvSpPr txBox="1"/>
              <p:nvPr/>
            </p:nvSpPr>
            <p:spPr>
              <a:xfrm>
                <a:off x="2783996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8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AE0ABF5-B591-93A9-75F6-25B4A6AB23BE}"/>
                  </a:ext>
                </a:extLst>
              </p:cNvPr>
              <p:cNvSpPr txBox="1"/>
              <p:nvPr/>
            </p:nvSpPr>
            <p:spPr>
              <a:xfrm>
                <a:off x="3920467" y="5964620"/>
                <a:ext cx="3016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F33CC"/>
                    </a:solidFill>
                  </a:rPr>
                  <a:t>9</a:t>
                </a:r>
              </a:p>
            </p:txBody>
          </p:sp>
        </p:grp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6035EC9-3610-8FDE-B3D0-38593B0EF572}"/>
                </a:ext>
              </a:extLst>
            </p:cNvPr>
            <p:cNvSpPr/>
            <p:nvPr/>
          </p:nvSpPr>
          <p:spPr>
            <a:xfrm>
              <a:off x="2330369" y="5636036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15</a:t>
              </a:r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001DADF-BD70-7B05-56C0-31B3799F72C0}"/>
                </a:ext>
              </a:extLst>
            </p:cNvPr>
            <p:cNvCxnSpPr>
              <a:cxnSpLocks/>
              <a:stCxn id="54" idx="0"/>
              <a:endCxn id="32" idx="3"/>
            </p:cNvCxnSpPr>
            <p:nvPr/>
          </p:nvCxnSpPr>
          <p:spPr>
            <a:xfrm flipV="1">
              <a:off x="2674408" y="5297030"/>
              <a:ext cx="248506" cy="3390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4CC9DA3-E3B4-4532-1F70-7E2BF83F9167}"/>
                </a:ext>
              </a:extLst>
            </p:cNvPr>
            <p:cNvSpPr txBox="1"/>
            <p:nvPr/>
          </p:nvSpPr>
          <p:spPr>
            <a:xfrm>
              <a:off x="2446730" y="6243373"/>
              <a:ext cx="4187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43941B0-86D8-D533-366D-B46802C30744}"/>
              </a:ext>
            </a:extLst>
          </p:cNvPr>
          <p:cNvSpPr txBox="1"/>
          <p:nvPr/>
        </p:nvSpPr>
        <p:spPr>
          <a:xfrm>
            <a:off x="737595" y="3266383"/>
            <a:ext cx="2376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rgbClr val="FF0000"/>
                </a:solidFill>
              </a:rPr>
              <a:t>Violate Heap Property!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4902B8-F5AB-50D9-18C4-FF07B8E03412}"/>
              </a:ext>
            </a:extLst>
          </p:cNvPr>
          <p:cNvSpPr txBox="1"/>
          <p:nvPr/>
        </p:nvSpPr>
        <p:spPr>
          <a:xfrm>
            <a:off x="8434060" y="457110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90394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905CF-DEFE-FCCE-A8B5-E5D05FB41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long did this take?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365F4-D608-38F3-EE98-2E277D48B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Worst case running time of </a:t>
            </a:r>
            <a:r>
              <a:rPr lang="en-US" dirty="0" err="1"/>
              <a:t>buildHeap</a:t>
            </a:r>
            <a:r>
              <a:rPr lang="en-US" dirty="0"/>
              <a:t>:</a:t>
            </a:r>
          </a:p>
          <a:p>
            <a:r>
              <a:rPr lang="en-US" dirty="0"/>
              <a:t>No node can percolate down more than the height of its subtree</a:t>
            </a:r>
          </a:p>
          <a:p>
            <a:pPr lvl="1"/>
            <a:r>
              <a:rPr lang="en-US" dirty="0"/>
              <a:t>When </a:t>
            </a:r>
            <a:r>
              <a:rPr lang="en-US" dirty="0" err="1"/>
              <a:t>i</a:t>
            </a:r>
            <a:r>
              <a:rPr lang="en-US" dirty="0"/>
              <a:t> is a leaf:</a:t>
            </a:r>
          </a:p>
          <a:p>
            <a:pPr lvl="1"/>
            <a:r>
              <a:rPr lang="en-US" dirty="0"/>
              <a:t>When </a:t>
            </a:r>
            <a:r>
              <a:rPr lang="en-US" dirty="0" err="1"/>
              <a:t>i</a:t>
            </a:r>
            <a:r>
              <a:rPr lang="en-US" dirty="0"/>
              <a:t> is second-from-last level:</a:t>
            </a:r>
          </a:p>
          <a:p>
            <a:pPr lvl="1"/>
            <a:r>
              <a:rPr lang="en-US" dirty="0"/>
              <a:t>When i is third-from-last level:</a:t>
            </a:r>
          </a:p>
          <a:p>
            <a:r>
              <a:rPr lang="en-US" dirty="0"/>
              <a:t>Overall Running time: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9625AA-3486-326F-E75E-91F40D9AD6A6}"/>
              </a:ext>
            </a:extLst>
          </p:cNvPr>
          <p:cNvSpPr txBox="1"/>
          <p:nvPr/>
        </p:nvSpPr>
        <p:spPr>
          <a:xfrm>
            <a:off x="8586460" y="283582"/>
            <a:ext cx="32637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buildHeap</a:t>
            </a:r>
            <a:r>
              <a:rPr lang="en-US" sz="2400" dirty="0"/>
              <a:t>(){</a:t>
            </a:r>
          </a:p>
          <a:p>
            <a:r>
              <a:rPr lang="en-US" sz="2400" dirty="0"/>
              <a:t>    for(int </a:t>
            </a:r>
            <a:r>
              <a:rPr lang="en-US" sz="2400" dirty="0" err="1"/>
              <a:t>i</a:t>
            </a:r>
            <a:r>
              <a:rPr lang="en-US" sz="2400" dirty="0"/>
              <a:t> = size; </a:t>
            </a:r>
            <a:r>
              <a:rPr lang="en-US" sz="2400" dirty="0" err="1"/>
              <a:t>i</a:t>
            </a:r>
            <a:r>
              <a:rPr lang="en-US" sz="2400" dirty="0"/>
              <a:t>&gt;0; </a:t>
            </a:r>
            <a:r>
              <a:rPr lang="en-US" sz="2400" dirty="0" err="1"/>
              <a:t>i</a:t>
            </a:r>
            <a:r>
              <a:rPr lang="en-US" sz="2400" dirty="0"/>
              <a:t>--){</a:t>
            </a:r>
          </a:p>
          <a:p>
            <a:r>
              <a:rPr lang="en-US" sz="2400" dirty="0"/>
              <a:t>        </a:t>
            </a:r>
            <a:r>
              <a:rPr lang="en-US" sz="2400" dirty="0" err="1"/>
              <a:t>percolateDown</a:t>
            </a:r>
            <a:r>
              <a:rPr lang="en-US" sz="2400" dirty="0"/>
              <a:t>(</a:t>
            </a:r>
            <a:r>
              <a:rPr lang="en-US" sz="2400" dirty="0" err="1"/>
              <a:t>i</a:t>
            </a:r>
            <a:r>
              <a:rPr lang="en-US" sz="2400" dirty="0"/>
              <a:t>);</a:t>
            </a:r>
          </a:p>
          <a:p>
            <a:r>
              <a:rPr lang="en-US" sz="2400" dirty="0"/>
              <a:t>    }</a:t>
            </a:r>
          </a:p>
          <a:p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63486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11974</TotalTime>
  <Words>2579</Words>
  <Application>Microsoft Office PowerPoint</Application>
  <PresentationFormat>Widescreen</PresentationFormat>
  <Paragraphs>831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Calibri Light</vt:lpstr>
      <vt:lpstr>Cambria Math</vt:lpstr>
      <vt:lpstr>Calibri</vt:lpstr>
      <vt:lpstr>Arial</vt:lpstr>
      <vt:lpstr>Office Theme</vt:lpstr>
      <vt:lpstr>CSE 332 Winter 2026 Lecture 5: Priority Queues</vt:lpstr>
      <vt:lpstr>ADT: Priority Queue</vt:lpstr>
      <vt:lpstr>Applications?</vt:lpstr>
      <vt:lpstr>Thinking through implementations</vt:lpstr>
      <vt:lpstr>Thinking through implementations</vt:lpstr>
      <vt:lpstr>Thinking through implementations</vt:lpstr>
      <vt:lpstr>Trees for Heaps</vt:lpstr>
      <vt:lpstr>Priority Queue Data Structure – Heap Idea</vt:lpstr>
      <vt:lpstr>Achieving log⁡n Running Time</vt:lpstr>
      <vt:lpstr>(Min) Heap Data Structure</vt:lpstr>
      <vt:lpstr>Heap Insert</vt:lpstr>
      <vt:lpstr>Heap Insert</vt:lpstr>
      <vt:lpstr>Heap Insert</vt:lpstr>
      <vt:lpstr>Heap Insert</vt:lpstr>
      <vt:lpstr>Heap Insert</vt:lpstr>
      <vt:lpstr>Heap extract</vt:lpstr>
      <vt:lpstr>Heap extract</vt:lpstr>
      <vt:lpstr>Heap extract</vt:lpstr>
      <vt:lpstr>Heap extract</vt:lpstr>
      <vt:lpstr>Heap extract</vt:lpstr>
      <vt:lpstr>Percolate Up and Down (for a Min Heap)</vt:lpstr>
      <vt:lpstr>Representing a Heap</vt:lpstr>
      <vt:lpstr>Insert Pseudocode</vt:lpstr>
      <vt:lpstr>Percolate Up</vt:lpstr>
      <vt:lpstr>extract Pseudocode</vt:lpstr>
      <vt:lpstr>Percolate Down</vt:lpstr>
      <vt:lpstr>Other Operations</vt:lpstr>
      <vt:lpstr>Building a Heap From “Scratch”</vt:lpstr>
      <vt:lpstr>Floyd’s buildHeap method</vt:lpstr>
      <vt:lpstr>Floyd’s buildHeap method</vt:lpstr>
      <vt:lpstr>Floyd’s buildHeap method</vt:lpstr>
      <vt:lpstr>Floyd’s buildHeap method</vt:lpstr>
      <vt:lpstr>Floyd’s buildHeap method</vt:lpstr>
      <vt:lpstr>Floyd’s buildHeap method</vt:lpstr>
      <vt:lpstr>Floyd’s buildHeap method</vt:lpstr>
      <vt:lpstr>How long did this take?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79</cp:revision>
  <dcterms:created xsi:type="dcterms:W3CDTF">2023-09-26T20:08:20Z</dcterms:created>
  <dcterms:modified xsi:type="dcterms:W3CDTF">2026-01-15T16:06:19Z</dcterms:modified>
</cp:coreProperties>
</file>