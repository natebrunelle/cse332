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handoutMasterIdLst>
    <p:handoutMasterId r:id="rId39"/>
  </p:handoutMasterIdLst>
  <p:sldIdLst>
    <p:sldId id="256" r:id="rId2"/>
    <p:sldId id="552" r:id="rId3"/>
    <p:sldId id="535" r:id="rId4"/>
    <p:sldId id="368" r:id="rId5"/>
    <p:sldId id="360" r:id="rId6"/>
    <p:sldId id="536" r:id="rId7"/>
    <p:sldId id="537" r:id="rId8"/>
    <p:sldId id="538" r:id="rId9"/>
    <p:sldId id="386" r:id="rId10"/>
    <p:sldId id="539" r:id="rId11"/>
    <p:sldId id="384" r:id="rId12"/>
    <p:sldId id="460" r:id="rId13"/>
    <p:sldId id="556"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46" r:id="rId27"/>
    <p:sldId id="557" r:id="rId28"/>
    <p:sldId id="555" r:id="rId29"/>
    <p:sldId id="543" r:id="rId30"/>
    <p:sldId id="545" r:id="rId31"/>
    <p:sldId id="548" r:id="rId32"/>
    <p:sldId id="546" r:id="rId33"/>
    <p:sldId id="549" r:id="rId34"/>
    <p:sldId id="550" r:id="rId35"/>
    <p:sldId id="551" r:id="rId36"/>
    <p:sldId id="547" r:id="rId37"/>
  </p:sldIdLst>
  <p:sldSz cx="12192000" cy="6858000"/>
  <p:notesSz cx="6858000" cy="9144000"/>
  <p:embeddedFontLst>
    <p:embeddedFont>
      <p:font typeface="Cambria Math" panose="02040503050406030204" pitchFamily="18"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A48"/>
    <a:srgbClr val="005E00"/>
    <a:srgbClr val="32BF72"/>
    <a:srgbClr val="0070C0"/>
    <a:srgbClr val="501000"/>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01" autoAdjust="0"/>
  </p:normalViewPr>
  <p:slideViewPr>
    <p:cSldViewPr snapToGrid="0">
      <p:cViewPr varScale="1">
        <p:scale>
          <a:sx n="73" d="100"/>
          <a:sy n="73" d="100"/>
        </p:scale>
        <p:origin x="296" y="36"/>
      </p:cViewPr>
      <p:guideLst/>
    </p:cSldViewPr>
  </p:slideViewPr>
  <p:outlineViewPr>
    <p:cViewPr>
      <p:scale>
        <a:sx n="33" d="100"/>
        <a:sy n="33" d="100"/>
      </p:scale>
      <p:origin x="0" y="-30744"/>
    </p:cViewPr>
    <p:sldLst>
      <p:sld r:id="rId1" collapse="1"/>
    </p:sldLst>
  </p:outlin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4/29/2026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33:17.576"/>
    </inkml:context>
    <inkml:brush xml:id="br0">
      <inkml:brushProperty name="width" value="0.05292" units="cm"/>
      <inkml:brushProperty name="height" value="0.05292" units="cm"/>
      <inkml:brushProperty name="color" value="#FF0000"/>
    </inkml:brush>
  </inkml:definitions>
  <inkml:trace contextRef="#ctx0" brushRef="#br0">2518 4499 0,'0'0'0,"-9"17"16,9-17-16,-25 51 0,-9 17 0,-1 25 0,-7 1 16,8 25-16,-1 51 15,18-34-15,-8-68 16,8-17-1,0 17 1,17 26-16,17-9 16,-9-17-1,1-17-15,-1-17 16,18 0-16,34-8 16,51-1-1,8 1-15,-51-18 16,26 1-1,94 8 1,-9-9-16,-59-8 16,68 17-16,8-17 15,-34 0 1,68 0-16,-25-8 16,-8 16-1,59 1 1,-9 8-16,26 0 15,-8-9 1,8 9-16,9-8 16,-18-9-16,61 8 15,-18-16 1,9 16-16,-1 1 16,-16-1-1,-9 9-15,-17 0 16,18 9-1,-10-9 1,18 17-16,-26-9 16,17-8-1,9 9-15,-26-1 16,0 1 0,9-1-16,-18-16 15,-25-1 1,9-8-16,-26-17 15,0 9 1,-34-9-16,-18 0 16,-8 0-1,-34 0-15,-34 0 16,-34 8 0,-9-8-16,-25 9 15,-1-1 1,-7 1-16,-1-1 15,0-25 1,-9-17-16,-16-17 16,-18-8-1,-8-1-15,0-16 16,-9-18 0,9 0-16,17 26 15,0 17 1,8 0-16,1 0 15,-1 0 1,1 9-16,-1 16 16,1 9-1,-1 9-15,-17-1 16,-25 9 0,-51 9-16,-52 8 15,-76 25 1,-26 9-16,-43 0 15,-42-17 1,-61-17-16,-75-25 16,-70-26-1,-76-17-15,-119 0 16,-86 42 0,-51 26-16,-103 17 15,-51 51 1,513-25-16</inkml:trace>
  <inkml:trace contextRef="#ctx0" brushRef="#br0" timeOffset="34722.54">14757 4694 0,'0'0'0,"-9"0"0,-127 17 0,-265 77 15,179-60-15,94-25 0,85-1 16,17-8-16,9-8 16,0-9-1,0-17-15,0-18 16,0-7-1,9 8-15,8 8 16,0 18 0,0 8-16,0 17 15,0 0 1,0 0-16,0 0 16,-9 8-1,-8 9-15,-26 26 16,-34 16-1,1 9-15,33-25 16,17-9 0,26-8-16,52-1 15,110 9 1,85-8-16,103-9 16,43-17-1</inkml:trace>
  <inkml:trace contextRef="#ctx0" brushRef="#br0" timeOffset="44330.45">26373 7016 0,'0'0'0,"-9"-8"0,-25-1 0,-8-8 16,-1 9-16,-68-1 16,-94-8-1,26 26-15,17 16 16,-52 1-1,61-9-15,33 17 16,-25-9 0,-8 1-16,42-9 15,68-17 1,26 0-16</inkml:trace>
  <inkml:trace contextRef="#ctx0" brushRef="#br0" timeOffset="44581.24">24504 6889 0,'0'8'0,"-17"35"0,-26 50 0,-17 9 15,-8-8 1,8-18-1,18-25-15,16-17 16,18 0 0,16 0-16,60 34 15,18 0 1,-61-42-16</inkml:trace>
  <inkml:trace contextRef="#ctx0" brushRef="#br0" timeOffset="64388.82">3371 8173 0,'0'0'16,"0"0"-16,-8 0 0,-9 0 0,-26 0 0,-25 0 15,-52 17 16,18 17-15,51 8-16,-43 35 16,-34 42-16,-17-17 15,17 0 1,42 68-16,9 0 16,-25 17-1,0 51-15,33-84 16,18-35-1,8 34-15,35-17 16,25-43 0,0-25-16,34 0 15,35 26 1,-18-1-16,0 1 16,26 17-1,17-18-15,-9-25 16,-8 17-1,-17 34-15,-34 0 16,-26-25 0,-9-1-16,-8 61 15,-34 33 1,-43-51-16,-51-9 16,9 1-1,68-35-15,0-8 16,-26-25-1,-26-18-15,18-42 16,8-8-16,26-9 16,8 0-1,18 8 1,8 9-16,17 0 16,0 0-1,25 26-15,18 16 16,8 26-1,34 120-15,-33 41 16,-18 86 0,0-34-16,-9-60 15,10 0 1,-1-51-16,77 51 16,68-51-1,120-110-15,85-26 16</inkml:trace>
  <inkml:trace contextRef="#ctx0" brushRef="#br0" timeOffset="85479.43">20714 15325 0,'0'0'0,"0"0"0,-42-8 0,-69-18 15,-34 1 1,-52 8-16,-67-1 16,-129 18-1,69 26 1,17 25-16,59 0 16,111 9-1,-161 59-15</inkml:trace>
  <inkml:trace contextRef="#ctx0" brushRef="#br0" timeOffset="85773.97">18913 14840 0,'0'0'0,"0"0"0,0 0 0,0 0 16,-17 9-1,-59 25 1,-27 34-16,-16 25 16,-26 18-1,25-9-15,35-17 16,51-17 0,42 26-1,77 42-15,154 42 16,86 26-1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36:40.538"/>
    </inkml:context>
    <inkml:brush xml:id="br0">
      <inkml:brushProperty name="width" value="0.05292" units="cm"/>
      <inkml:brushProperty name="height" value="0.05292" units="cm"/>
      <inkml:brushProperty name="color" value="#FF0000"/>
    </inkml:brush>
  </inkml:definitions>
  <inkml:trace contextRef="#ctx0" brushRef="#br0">2228 2806 0,'0'0'0,"0"0"0,0 0 0,-9 0 0,1 0 0,-10 0 15,1 0 1,9 0-16,-9 0 16,8 0-1,1 0-15,8 0 16,0 0 0,0 34-16,8 26 15,1 0 1,8-1-16,-17-16 15,0-1 1,0 9 0,-17-8-16,8 8 15,-16 68-15,-1 34 16,9-34 0,0-34-16,8-17 15,-16 9 1,8-18-1,8-16-15,1-1 16,-1-16-16,9-1 16,0-16-1,0-1-15,0 1 16,0-1 0,0-8-16,0 0 15,17-8 1,17-1-1,0 1-15,9-1 16,17 1 0,59-9-16,35 0 15,0 0 1,33 0-16,44 17 16,-1 0-16,9 0 15,-8 8 1,25 9-1,-9-8-15,35 8 16,25-9 0,-8-8-16,34 9 15,-9-1 1,52-8-16,25 17 16,-9 0-1,10 0-15,7 9 16,-8-1-1,-17 1-15,43-9 16,17-17-16,-9 8 16,18 1-1,-10 8 1,1 0-16,-8-9 16,-27 9-1,-33 0-15,-35-8 16,-17-1-1,-33 1-15,-27-1 16,-42 9 0,-17 9-16,-34-9 15,-52 0 1,-42 8-16,-17-16 16,-18-1-16,-16 1 15,0-18 1,8-8-1,8-25-15,-7-9 16,-10-17 0,-8-26-16,-8-33 15,-26-43 1,-17-43-16,-35-119 16</inkml:trace>
  <inkml:trace contextRef="#ctx0" brushRef="#br0" timeOffset="12515.67">16379 4388 0,'0'0'0,"0"0"0,0 51 0,0 77 16,-9 16 0,-17-7-16,-16 67 15,-18-17 1,17-102-16,9-43 16,17-8-1,9-25-15</inkml:trace>
  <inkml:trace contextRef="#ctx0" brushRef="#br0" timeOffset="12843.11">15875 3904 0,'0'0'0,"0"8"0,34 26 0,60 34 16,34 0-1,-26-8-15,26-9 16,69 0 0,-35-26-16,-128-16 15</inkml:trace>
  <inkml:trace contextRef="#ctx0" brushRef="#br0" timeOffset="13627.3">17462 4193 0,'0'0'0,"0"0"0,-8 0 0,-9 0 31,-17 17-15,-17 17-16,-9 8 16,0 26-1,-8 26 1,8 25-16,26-9 15,17-16-15,17 17 16,8 33 0,35 1-16,17-35 15,8-42 1,-8-34-16,-35-17 16</inkml:trace>
  <inkml:trace contextRef="#ctx0" brushRef="#br0" timeOffset="14199.58">17983 4601 0,'0'0'0,"0"0"0,0 17 16,0 25-16,-8 9 16,-1 18-1,-17-1-15,1 8 16,8-16-1,0-18 1,8-16-16,9-1 16,0-16-16,9-18 15,16-8 1,27-34-16,41-34 16,18-25-1,0 7 1,-25 27-16,-10 25 15,-16 8 1,0 18-16,-9 25 16,-8 8-1,0 35-15,-26 50 16,-26 35 0,-34 34-16,1-1 15,8-33 1,17-43-16,-1-34 15,1-17-15,17-26 16,0-8 0</inkml:trace>
  <inkml:trace contextRef="#ctx0" brushRef="#br0" timeOffset="14532.93">19417 3955 0,'0'0'0,"26"34"0,16 42 0,1 69 0,-9 16 16,-42 26 0,-52 17-1,-51 26-15,-17 0 16,34-60 0,-17 8-16,-26 1 15,18-68 1,68-69-16</inkml:trace>
  <inkml:trace contextRef="#ctx0" brushRef="#br0" timeOffset="15059.45">20219 4720 0,'9'0'0,"42"8"0,43 1 0,8-1 15,-25-16 1,-17-1-16,0 1 16,-9-1-16,-17-8 15,-17-8 1,-8 16-16</inkml:trace>
  <inkml:trace contextRef="#ctx0" brushRef="#br0" timeOffset="15264.8">20236 4916 0,'0'0'0,"9"17"0,34 17 0,16 8 16,18-16-1,8-9 1,9-34-16,51-17 16,26 17-16,136-17 15</inkml:trace>
  <inkml:trace contextRef="#ctx0" brushRef="#br0" timeOffset="16878.56">22387 4677 0,'0'0'0,"-8"-8"0,-1-1 15,9-8-15,-8 9 16,-10-9-1,-24-9-15,-26 9 16,-52 34 0,1 17-16,50 34 15,10 9 1,7 0-16,1 25 16,34 8-1,26-8-15,-1-42 16,9-26-1,51-9-15,69-42 16,-9-42 0,-51-9-16,-34 17 15,-9 0 1,-9 8-16,1 9 16,-18 17-1,1 0-15,-9 17 16,0 0-1,0 34-15,0 85 16,-9 26 0,-8-52-16,0 9 15,9 43 1,8-1-16,25 137 16</inkml:trace>
  <inkml:trace contextRef="#ctx0" brushRef="#br0" timeOffset="17197.75">23130 4286 0,'-9'9'0,"-25"67"0,-34 86 0,8 16 16,17 44-1,-16 33 1,-27-85-16,1 8 15,8-8 1,34-84-16,35-61 16</inkml:trace>
  <inkml:trace contextRef="#ctx0" brushRef="#br0" timeOffset="17480.82">22566 3904 0,'0'0'0,"0"0"0,26 17 15,17 17-15,16 8 16,-16-16-16,42-1 31,52-16-31,17-18 16,-18-8-1,9-25-15,137-69 16</inkml:trace>
  <inkml:trace contextRef="#ctx0" brushRef="#br0" timeOffset="17828.24">24470 3759 0,'-9'8'0,"-25"35"16,-26 42-16,-25 34 15,-17 34-15,-1 26 16,18 42 0,16-17-16,10 9 15,25-1 1,25-84-16,43-1 15,0-16 1,-8-52-16,-9-33 16</inkml:trace>
  <inkml:trace contextRef="#ctx0" brushRef="#br0" timeOffset="18350">25101 3887 0,'0'0'0,"0"8"0,-8 26 15,-9 34-15,8 17 16,-16-8 0,-1-1-1,-8-8-15,8-25 16,9-18 0,17-16-16,0-1 15,9-16 1,42-9-16,60-43 15,25-25 1,-16 9-16,-9 16 16,-17 18-1,-9 16-15,-25 18 16,0 8 0,-18 25-16,-16 18 15,-18 42 1,-16 17-16,-18-9 15,-8 1 1,-17-9-16,17-26 16,0-16-1,25-18-15</inkml:trace>
  <inkml:trace contextRef="#ctx0" brushRef="#br0" timeOffset="18632.39">24504 5086 0,'17'0'0,"51"8"0,77 9 0,35 0 15,-10-8 1,-16-9-16,-35-9 16,-42 1-1,8-9 1,26 0-16,-25-9 16,-44 9-16</inkml:trace>
  <inkml:trace contextRef="#ctx0" brushRef="#br0" timeOffset="19182.66">25204 5485 0,'0'0'0,"-9"9"0,1 33 0,-18 35 16,9 8 0,-9 0-1,1-8-15,-1-1 16,-17 1-16,-8-9 15,9-9 1,16-25-16,9-8 16,17-18-1,0-8-15,17 9 16,9-18 0,-1 1-16,26-1 15,18 9 1,-10 0-1,-16 9-15,-17 8 16,-1 8 0,-16 1-16,-1-1 15,-16 1-15,-18-1 16,1-16 0,-1-1-1,-17 1-15,-16-9 16,-10-26-1,1-42-15,42 26 16</inkml:trace>
  <inkml:trace contextRef="#ctx0" brushRef="#br0" timeOffset="19620.95">26894 3989 0,'0'0'0,"0"0"0,0 42 0,0 69 0,8 50 31,1 1-31,-18-1 16,-8 18-16,-17 42 16,-26 9-1,-17 25-15,-17 9 16,-42-26-1,-18-9-15,52-84 16,34-60 0,-9-17-16,-26-43 15,44-25 1</inkml:trace>
  <inkml:trace contextRef="#ctx0" brushRef="#br0" timeOffset="19941.65">27952 4711 0,'0'0'0,"-9"9"0,-16 42 15,-35 85 1,-8 34 0,-9-8-16,0-43 15,26-51-15,0-17 16,17-17-1,-9-26-15,17-8 16</inkml:trace>
  <inkml:trace contextRef="#ctx0" brushRef="#br0" timeOffset="20147.41">27184 4992 0,'0'0'0,"0"0"0,34 9 0,68 25 16,43 8-1,-8 1 1,8-18-16,34-8 16,-42-25-1,-86 8-15</inkml:trace>
  <inkml:trace contextRef="#ctx0" brushRef="#br0" timeOffset="20659.81">28575 5732 0,'0'0'0,"26"17"0,8-8 0,-9-1 15,1-16 1,-9-18 0,17-25-1,0-51-15,-8-43 16,8-25-1,26 26 1,34 8-16,25-26 16,-8 17-16,-17 26 15,8 17 1,1 0-16,-1 0 16,-16 17-1,-35 43 1,-9 16-16,-16 9 15,0 17 1,-1 26-16,1 25 16,-18 34-1,1 8-15,-9 9 16,-9 0 0,1-25-16,-1-26 15,1-26 1,8-16-16</inkml:trace>
  <inkml:trace contextRef="#ctx0" brushRef="#br0" timeOffset="20897.41">28754 4873 0,'0'0'0,"17"26"0,52 59 31,59 34-31,17-34 16,-43-34 0,-34-26-16,9-16 15,-34-1 1</inkml:trace>
  <inkml:trace contextRef="#ctx0" brushRef="#br0" timeOffset="21305.3">30555 4261 0,'-8'0'0,"-35"17"0,-42 42 0,-26 52 16,0 25-1,8 17 1,18 9-16,34 16 16,25-8-1,18-34-15,8-17 16,8 0 0,35-16-16,34-27 15,16-16 1,-33-26-16</inkml:trace>
  <inkml:trace contextRef="#ctx0" brushRef="#br0" timeOffset="21842.4">31101 4609 0,'0'0'0,"0"0"0,0 26 15,-8 16-15,-9 43 16,-17 18 0,-9 7-1,-17 9-15,-8-8 16,17-26-16,-1-9 15,18-16 1,17-26-16,0-9 16,17-16-1,0-1-15,34-16 16,43-26 0,9-34-16,24-26 15,10-8 1,-26 17-16,-17 17 15,-1 17 1,-24 26-16,-10 16 16,1 18-1,8 33-15,-8 26 16,-9 26 0,-17 8-16,-25 0 15,-18 0 1,9-26-16,0-25 15,8-34 1,9-8-16,-8-26 16,8 8-1</inkml:trace>
  <inkml:trace contextRef="#ctx0" brushRef="#br0" timeOffset="22039.12">32757 4363 0,'0'17'16,"0"93"-16,-51 162 0,-69 94 0,-67 0 31,-61-60-31,-51-42 16,-16-26-1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38:00.139"/>
    </inkml:context>
    <inkml:brush xml:id="br0">
      <inkml:brushProperty name="width" value="0.05292" units="cm"/>
      <inkml:brushProperty name="height" value="0.05292" units="cm"/>
      <inkml:brushProperty name="color" value="#FF0000"/>
    </inkml:brush>
  </inkml:definitions>
  <inkml:trace contextRef="#ctx0" brushRef="#br0">9704 3342 0,'-8'0'0,"-18"0"0,-25 0 0,-17 0 0,8 0 0,9 9 16,-52 25-16,-42 59 15,17 18-15,34-18 16,34 9-1,26 43 1,51 17-16,18-35 16,7 35-1,9 59-15,9 9 16,0 50 0,-9 120-16,-17 17 15,-8 25 1,-18 51-16,-25 0 15,-17 18 1,-8-35-16,-1 17 16,9 43-1,8-17-15,-8-26 16,17 9 0,17-18-16,0-58 15,0-44 1,8 35-16,-8-34 15,0-128 1,-8 26-16,-1-18 16,-16-16-1,-18 25-15,-8-17 16,0 17 0,25-34-16,9 9 15,0-68 1,0-52-16,-9 35 15,-16-9 1,-1-51 0,9-51-16,8-17 15,9-9-15,0 1 16,0-9 0,8-9-16,9 1 15,0 0 1,0-9-1,26 8-15,25 1 16,35-9-16,93-9 16,26 9-1,93 0-15</inkml:trace>
  <inkml:trace contextRef="#ctx0" brushRef="#br0" timeOffset="17966.75">9363 4984 0,'0'0'0,"0"0"0,0 0 0,0 0 0,17 0 0,43 0 16,68-17-16,119-26 16,78-8-1,84-8-15,44 7 16,-69 52-1,-26 60-15,1 42 16</inkml:trace>
  <inkml:trace contextRef="#ctx0" brushRef="#br0" timeOffset="41630.76">10959 7101 0,'0'0'0,"0"0"0,0 0 16,0-8-16,0-9 16,0-26-1,0-16-15,0 8 16,0 17-1,0 0 1,0 17-16,0 0 16,0 17-1,0 0-15,-26 0 16,-51 8 0,-34 9-16,1-8 15,33 8-15,-34 8 16,-26 9-1,-16 26 1,16 8-16,0 76 16,-16 43-1,-1-8-15,9 51 16,60-18 0,-52 52-16,-8-9 15,43-68 1,16 43-16,52-60 15,34 34 1,43-9-16,25-84 16,43 8-1,-8-8-15,-18-26 16,0 8 0,1-8-16,-35-34 15,-17-8 1,-17 25-16,-51 42 15,-34 27 1,-26-18-16,-9-17 16,-16-17-1,8-9-15,43-25 16,33-25 0,18-1-16,0-8 15,9 0 1,25 26-16,51 16 15,52 9 1,-18-17-16,0 9 16,44 51-1,-1 42-15,-52 0 16,-58 93 0,-61 60-16,-93 35 15,-18 67 1,43-42-16,-17 16 15,43 35-15,85-26 16,60-85 0,179 26-1,119-51-15,-25-120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40:28.657"/>
    </inkml:context>
    <inkml:brush xml:id="br0">
      <inkml:brushProperty name="width" value="0.05292" units="cm"/>
      <inkml:brushProperty name="height" value="0.05292" units="cm"/>
      <inkml:brushProperty name="color" value="#FF0000"/>
    </inkml:brush>
  </inkml:definitions>
  <inkml:trace contextRef="#ctx0" brushRef="#br0">3371 4797 0,'0'0'0,"0"0"0,0 0 0,0 0 0,-8-9 15,-18 1 1,-42 8 0,-43 17-16,9 0 15,33 8 1,18 1-16,-34-1 16,-26 18-1,-9 16-15,1 1 16,42 16-1,17 18-15,-17-1 16,-34 9 0,-34 43-16,26 8 15,51-42 1,33-1-16,1 35 16,-8 16-1,-1-33-15,-25 8 16,16 43-1,10-26-15,25-51 16,0-9 0,17 9-16,17-8 15,25-1 1,1-16-16,8-18 16,-34-8-1,9 0-15,-9 9 16,26 34-1,16 8-15,-7-26 16,16-16 0,17-1-16,-8-25 15,-26-8 1,26-9-16,34 0 16,34 8-1,-17-16-15,-25-9 16,42 0-1,25 8-15,-33-8 16,8 0 0,68 9-16,-42-9 15,17 0 1,51-9-16,-17-8 16,25 9-1,-33-9-15,-10 8 16,27 18-1,16-9-15,27 0 16,24 0 0,-8-9-16,18-8 15,-18 0 1,0 0-16,9 9 16,17-1-1,-1 9-15,-41-8 16,50 8-1,0 8-15,43 1 16,-25-1 0,-35-8-16,51-8 15,1 16 1,-26-16-16,42 16 16,1 18-1,-26-26-15,51 8 16,0 1-1,-34-18-15,51-8 16,0 0 0,-34 0-16,-25-8 15,25-9 1,17-9 0,-42 18-16,-1-1 15,1-8-15,-10-8 16,-16 8-1,-17 0-15,0-26 16,-9-17 0,-17 18-1,-17 8-15,-42 8 16,-35-8 0,-25 9-16,-43-1 15,-43 9 1,-25-8-16,-17-1 15,-18-16 1,-16-1-16,-26-8 16,-34-8-1,-69-35-15,-34-25 16,-8 25 0,-34 1-16,-17 25 15,-18 8 1,-8 18-16,17-9 15,-25-17 1,8 0-16,-26 8 16,9 9-1,-8 9-15,8 8 16,-18-9 0,1-8-16,0-17 15,9 0 1,-10 8-16,1 9 15,9 9 1,-1 8-16,-34 17 16,-16-17-1,-18 0-15,-51 8 16,59 1 0,-25-1-16,-59 9 15,59 17 1,-60 17-16,-17 17 15,35-8 1,16-1-16,1 1 16,-26-18-1,68-16-15,-34-9 16,-34 0 0,-9 8-16,0 18 15,-59 25 1,-52 17-16,-8 25 15,-34 18 1,-18-1-16,-16-16 16,17-9-1,25-9-15,9 35 16,144-1 0</inkml:trace>
  <inkml:trace contextRef="#ctx0" brushRef="#br0" timeOffset="6158.42">5001 6795 0,'0'0'0,"0"0"0,-8 0 0,-1 17 0,9 0 31,0 9-31,0-1 16,0 1 0,0-9-16,9 8 15,-1 9 1,1 0-16,0-8 16,-1 8-1,1 17 1,-1 17-1,9 0-15,0-9 16,0-8-16,0-8 0,18-9 16,24 0-16,35-17 15,43-9 17,76-16-32,18-18 0,42-33 31,-9-1-31,9 1 15,-8-1 1,-35 18-16,9 16 16,-17 18-1,26 8-15,-52 8 16,-8-8 0,-9 17-1,-51-8-15,-34-1 16,-9 9-16,-25-8 15,-17-1 1,-18 1-16,-16-1 16,-1-8-1,1-8-15,0-9 16,-18-34 0,-25-51-16,0-68 31,-26-137-31</inkml:trace>
  <inkml:trace contextRef="#ctx0" brushRef="#br0" timeOffset="12359.73">2287 8700 0,'0'0'0,"0"0"0,0 0 0,0-8 16,0-1 0,0 9-16,-17 0 15,9 17 1,-18 34-16,1 51 16,-10 34-1,10 0-15,-1 26 16,9-9-1,0-17-15,17-25 16,0-1 0,17-16-16,9-18 15,8-25-15,26-8 16,25-9 0,34-26-1,27-16-15,24-1 16,35-16-1,17-1-15,17 1 16,26-18 0,33 9-16,52 0 15,9 0 1,-9 9-16,34-9 16,25 17-1,10 0-15,24-9 16,10-8-1,16 9-15,-25-9 16,-9 8 0,-8-8-16,-17 9 15,8 25 1,0 17-16,-8 17 16,-18-9-1,-25 9-15,9 17 16,-52 0-1,-25 0-15,-43 0 16,-60-8 0,-33 8-16,-27-9 15,-42-16 1,-26-1 0,-25-8-16,-17-8 15,-1-1-15,-16 1 16,-1-9-1,-8 0-15,0-9 16,-8-8 0,-18-51-16,-17-42 15,-8-26 1,-17 8-16,8 9 16,9-17-1,17 8-15,8 35 16,1 33-1,-1 9-15,0 0 16,-16 17 0,-18 0-16,-42 0 15,-9 17 1,-9 9-16,-51-9 16,-33 17-1,-18 0-15,-51 0 16,-77 8-1,25-8-15,-50 9 16,-69-9 0,9 0-16,8-9 15,-43 18 1,-101 8-16,-95 17 16,0 8-1,9 1-15,-34 8 16,-60-9-1,8 26-15,-8 34 16,0-8 0,333-43-16</inkml:trace>
  <inkml:trace contextRef="#ctx0" brushRef="#br0" timeOffset="17909.59">2680 11923 0,'0'0'0,"0"0"0,-9 26 0,1 42 15,-18 42 1,-25 69 0,-26 42-16,-8 17 15,-17 17-15,16 0 16,18 18 0,8-18-16,9 0 15,17-17 1,0-17-16,0-17 15,16-17-15,18-51 16,0-25 0,9-9-1,8-25-15,0-18 16,17-8 0,0-8-16,18-9 15,16-9 1,-8-8-1,16-8-15,10-1 16,16 1-16,26-1 16,9-8-1,-9 0-15,17 0 16,34 0 0,17-8-16,26-1 15,9 9 1,-1-8-16,18-1 15,8 1 1,-9 16-16,9 9 16,26 0-1,8-8 1,35-1-16,-1-8 16,17-8-16,35-1 15,-18-16 1,-8 8-1,17 8-15,-8 1 16,-35-1 0,26 9-16,-26 17 15,-34 0-15,-8 0 16,-34 17 0,-44 0-16,-58 0 15,-27-8 1,-25-1-16,-34-8 15,-18-8 1,-8-1-16,-8 1 16,0-1-1,-9-8-15,-9 0 16,1 0 0,-1 0-1,1-17-15,-1-17 16,1-25-1,-1-26-15,-16-26 16,-1-33 0,9-18-16,0-25 15,26-43 1,42 1-16,18-27 16,-1 1-16,35 17 15,-10 17 1,-41 51-1,-10-26-15,-16 18 16,-17 84 0,-18 9-16,-8 9 15,-8 8 1,-9 8-16,-9 9 16,9 9-1,-9 8-15,-25 8 16,-34-8-1,-9 17-15,-8 9 16,-52 8 0,-34 8-16,-25 9 15,-52 9 1,-42-1-16,0-16 16,-69-9-1,-25-26-15,0-8 16,-69-26-1,-25 1-15,-42 8 16,-44 17 0,-25 8-16,-76 1 15,7 16 1,-59 18-16,-111 42 16,0 51-1,-68-8-15,-461-18 16</inkml:trace>
  <inkml:trace contextRef="#ctx0" brushRef="#br0" timeOffset="25140.53">12717 16158 0,'0'0'0,"-8"0"0,-18 9 0,-42 25 16,-60 26 0,-69 42-1,-50 25-15,-26 26 16,0 0-16,34-34 16,25-17-1,9-17-15,35-16 16,25-27-1,25-8-15,9-8 16,9-18 0,16 1-16,44-9 15,33 0 1,9 0-16</inkml:trace>
  <inkml:trace contextRef="#ctx0" brushRef="#br0" timeOffset="25385.74">10336 16907 0,'0'0'0,"-9"0"0,1 0 0,-1 0 16,1 0-16,-1 8 15,-8 1 1,-9 8-16,-16 25 16,-26 35-1,-26 25 1,17-8-16,26-9 15,8-9-15,17-25 16,9-8 0,17-1-16,34 9 15,69 26 1,93-9 0,128 8-16</inkml:trace>
  <inkml:trace contextRef="#ctx0" brushRef="#br0" timeOffset="31255.1">973 16720 0,'0'0'0,"0"0"0,0 0 16,0-9-16,0-8 15,0 9 1,0-1-1,0 1-15,9-9 16,16 8 0,18 1-16,-1 8 15,1 0-15,34 17 16,17 8 0,34 18-1,-17 8-15,-9 0 16,26 8-1,-8-16-15,-26-1 0,-26-16 32,-17-1-32,-17-16 15,-8-1 1,-18-16-16,1 8 16</inkml:trace>
  <inkml:trace contextRef="#ctx0" brushRef="#br0" timeOffset="31535.7">2083 16660 0,'0'0'0,"0"0"0,0 0 0,0 0 15,0 0 1,0 0-16,0 0 16,0 9-1,25 33-15,9 18 16,17 8-1,9 17 1,0 0-16,-9-17 16,-8 0-16,-18-8 15,-16-18 1,-35 1-16,-50 8 16,-87-9-1,-24-16-15,-104-26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6:45.351"/>
    </inkml:context>
    <inkml:brush xml:id="br0">
      <inkml:brushProperty name="width" value="0.05292" units="cm"/>
      <inkml:brushProperty name="height" value="0.05292" units="cm"/>
      <inkml:brushProperty name="color" value="#FF0000"/>
    </inkml:brush>
  </inkml:definitions>
  <inkml:trace contextRef="#ctx0" brushRef="#br0">16771 4303 0,'0'0'0,"0"0"0,0 0 0,-8 0 0,8 0 0,-9 0 16,1 0 0,-18 0-1,-17 17 1,-16 0-16,-18 26 16,-17 16-1,0 26-15,9 9 16,16 8-1,18 0-15,0 0 16,8 9 0,9 8-16,17-9 15,8 9 1,27 26-16,24-1 16,35-16-1,8-26-15,18 0 16,16-17-1,9-17-15,0-17 16,26-8 0,51-18-16,25-16 15,1-18 1,8-8-16,0-25 16,-43-9-1,-25-26-15,-26-25 16,-26-25-1,-16-35-15,-44-17 16,-24 9 0,-44-34-16,-34 9 15,-59 7 1,-69-16-16,-93 0 16,-69 51-1,-111 51-15,-171 85 16,-42 128-1,-51 212-15,332-102 16</inkml:trace>
  <inkml:trace contextRef="#ctx0" brushRef="#br0" timeOffset="3123.39">17019 2288 0,'-9'0'0,"1"25"0,-9 43 0,8 17 15,0 9-15,-8-18 31,9-16-31,8-9 16,0-9 0,0-16-16,0-1 15,0 1 1,17 8-16,34 0 16,34 9-1,18-9-15,-26-9 16,-26-8-1,-25 0-15,-1 0 16,-8 26 0,-8 8-16,-9 17 15,-17 25 1,-35 1-16,-24-9 16,-18-26-1,17-42-15,26-42 16,-18-35-1,-7-8-15,50 43 16</inkml:trace>
  <inkml:trace contextRef="#ctx0" brushRef="#br0" timeOffset="3366.44">16933 1990 0,'0'0'0,"9"9"0,25 25 16,17 17-16,17 17 15,18-9 1,-9-8 0,-1-17-16,27-8 15,25-26 1,17-17-1,145-17-15</inkml:trace>
  <inkml:trace contextRef="#ctx0" brushRef="#br0" timeOffset="3783.13">18342 2704 0,'0'0'0,"-17"9"0,-26 16 0,-25 26 16,-1 9-1,1 34 1,8 25-16,18 0 16,33 0-16,26-17 15,34-17 1,69-26-16,16-33 16,27-52-1,16-33-15,-43-18 16,-25-25-1,-51 0-15,-60 17 16,-85-8 0,-291-1-16,-34 35 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47:05.107"/>
    </inkml:context>
    <inkml:brush xml:id="br0">
      <inkml:brushProperty name="width" value="0.05292" units="cm"/>
      <inkml:brushProperty name="height" value="0.05292" units="cm"/>
      <inkml:brushProperty name="color" value="#FF0000"/>
    </inkml:brush>
  </inkml:definitions>
  <inkml:trace contextRef="#ctx0" brushRef="#br0">7852 7637 0,'0'0'0,"-8"0"0,-9 26 0,-18 16 0,10 26 0,8 51 0,0-25 16,-9-26-1,0 59-15,9 26 16,0-25 0,17-52-1,9 1-15,8 34 16,-9-18-16,1-25 16,8-17-1,51 0 1,86-8-16,-26-43 15,-26-9 1,103-25-16,-17-8 16,-68 16-1,76-16-15,0 16 16,-102 26 0,8 26-16,52 8 15,-34 17 1,-27 0-16,-33-9 15,-17 1 1,-18-18-16,-16-16 16,0-1-1,-1 1-15,9-26 16,0-43 0,0-67-16,0-26 15,-8-17 1,-1 16-16,-8 35 15,0 34 1,-8 17-16,-1 0 16,-8 17-1,0 17-15,-17 0 16,-17 0 0,-60 0-16,-51 0 15,-69-8 1,-76-1-16,-34 9 15,-120 0 1,51 9-16</inkml:trace>
  <inkml:trace contextRef="#ctx0" brushRef="#br0" timeOffset="1625.98">22549 8062 0,'0'0'0,"0"0"0,-8 9 0,-26 33 16,-9 18 0,-8 8-1,8 17 1,0 0-1,9 0-15,0-26 16,17-16 0,9 0-16,8-1 15,8-8-15,9 9 16,34-9 0,43-9-1,43 1-15,-1-18 16,27 9-1,24 0-15,-25 0 16,9 26 0,17 8-16,-34-9 15,-26 1 1,-9 8-16,1-9 16,-27-16-16,-16-9 15,-26-9 1,-8-8-1,8-17-15,-8-25 16,-9-9 0,0-34-16,0-26 15,-8 9 1,0 9-16,-18 16 16,1-8-1,-1 17-15,1 8 16,-1-8-1,1 9-15,-1 8 16,-8 8 0,-8 1-16,-1-1 15,-8 9 1,-17-8-16,-43-9 16,-68 0-1,-136 0-15,-121 8 16,-84 1-1,-120-18-15,188 26 16</inkml:trace>
  <inkml:trace contextRef="#ctx0" brushRef="#br0" timeOffset="13018.67">4592 9244 0,'0'0'0,"0"0"0,0 0 0,0 9 16,0 16-16,-9 18 31,1 16-31,-1 9 16,1 0 0,-1 1-16,1-18 15,8-9 1,0-16-16,0-1 15,0-8 1,0 0-16,17 0 16,0 0-16,17-8 15,26-1 1,16 1 0,-7-9-16,8 0 15,16-9 1,10 9-16,8 0 15,0 17 1,25 17-16,35-8 16,0-1-1,34-8-15,25-8 16,-17-18 0,9 1-16,9-1 15,-1 1 1,18 8-16,-9-9 15,-9 9 1,-25 9-16,-26-9 16,-8 8-1,-35-8-15,-42 9 16,-34-1 0,-9 1-16,-17-1 15,-8 1 1,-17-9-16,-1-9 15,1-25 1,-1-59-16,-16-128 16,-18-137-1</inkml:trace>
  <inkml:trace contextRef="#ctx0" brushRef="#br0" timeOffset="21219.78">13255 9899 0,'102'-25'0,"316"-26"16,154-26-16,137 26 16,170 43-16,102 59 15,-435-9 1</inkml:trace>
  <inkml:trace contextRef="#ctx0" brushRef="#br0" timeOffset="37365.24">21133 8709 0,'0'0'0,"0"0"0,0 0 0,0 0 16,0 0-1,0 0-15,-9 8 16,-8 18-1,-17 42-15,-26 34 16,9 0 0,0-26-16,-9 1 15,9 16 1,25-8-16,9-17 16,0-8-1,8-18-15,1-16 16,8-9-1,-9-8-15,-8-18 16,-25-34 0,-27-16-16,1-1 15,8 35 1,18 8-16,7 8 16,1 9-1,17 0-15,0 0 16,17 9-1,0 8-15,0 25 16,17 26 0,0 9-16,9-17 15,-9-26 1,9 0-16,33 0 16,10-9-1,25-8-15,76-8 16,9-35-1,18-110-15,84-94 16</inkml:trace>
  <inkml:trace contextRef="#ctx0" brushRef="#br0" timeOffset="47538.06">7110 13335 0,'0'0'0,"0"0"0,0 0 16,0 26-16,0 16 15,0 35-15,0 50 16,-17 43-1,-1-34-15,-7-25 16,-1 16 0,1 1-16,8-26 15,0-17 1,-1 9-16,1-9 16,17-26-1,0-8-15,0-25 16,9-1-1,8 1-15,0-9 16,9 0 0,25 0-16,34-9 15,26 1 1,34-18-16,26 1 16,0-9-1,8-9-15,17 9 16,1 9-1,-1 8-15,9 25 16,17 9 0,8 9-16,-8-1 15,8-16 1,1-1-16,-1 1 16,1-9-1,-9 8-15,8-8 16,-8 0-1,0 9-15,0-18 16,17 9 0,8 9-16,-8-18 15,0 1 1,0-1-16,-17 1 16,9 8-1,-10 9-15,-7-18 16,-1 1-1,-8-1-15,8-8 16,-33 0 0,-18 0-16,-17 9 15,-26-1 1,-25 1-16,-34-1 16,-17 1-1,-18-1-15,-8-8 16,-8-8-1,8-9-15,0-34 16,-8-52 0,8-33-16,-9-34 15,18-127 1</inkml:trace>
  <inkml:trace contextRef="#ctx0" brushRef="#br0" timeOffset="50971.51">15756 14322 0,'0'0'0,"0"0"0,0 0 0,0 0 16,0 0-16,0 17 15,-9 17 1,0 25-16,1 18 16,-18 8-1,1 17 1,8 0-16,-9 0 16,9-17-16,0-17 15,0 8 1,0-16-16,17-18 15,0-16 1,0 0 0,0-18-16,17 1 15,8-1-15,10 1 16,24-9 0,18-9-1,8 1-15,9-9 16,26 0-16,16 8 15,9 9 1,9-8 0,0-1-16,25 9 15,9-9 1,25-16-16,9 16 16,-17 9-16,0-8 15,-18 8 1,-7 17-1,-10 0-15,-7 9 16,-18-1 0,25-8-16,1 0 15,-34-8 1,8-1-16,8-8 16,-16 0-1,-26 9-15,-17-1 16,8 1-1,18-1-15,-26 1 16,-1-1 0,1-8-16,9 0 15,16-8 1,-16-1-16,-35 1 16,-8 8-1,-1 0-15,-7 0 16,-1 8-1,51-8-15,9 9 16,-17-1 0,0-8-16,-17 0 15,17 0 1,17 0-16,0 0 16,-18 0-1,10 0-15,16 0 16,26 0-1,-25-8-15,-9-1 16,0 1 0,25-9-16,-8 0 15,-25 8 1,-18 1-16,-17-1 16,18 1-1,25-1-15,-9 9 16,-25 0-1,-9 0-15,-8 0 16,-9 0 0,-17 0-16,-8 0 15,-9 0 1,-8 0-16,-1 0 16,1 0-1,-1 0-15,-8 0 16,0 0-1,0-8-15,9-1 16,-9-8 0,0-9-16,0-16 15,0-18 1,25-25-16,9-25 16,9 8-1,-17 68-15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49:58.768"/>
    </inkml:context>
    <inkml:brush xml:id="br0">
      <inkml:brushProperty name="width" value="0.05292" units="cm"/>
      <inkml:brushProperty name="height" value="0.05292" units="cm"/>
      <inkml:brushProperty name="color" value="#FF0000"/>
    </inkml:brush>
  </inkml:definitions>
  <inkml:trace contextRef="#ctx0" brushRef="#br0">10174 15682 0,'0'0'0,"0"0"0,0 0 0,0 0 0,0 0 16,0 0-1,0 0 1,0 0 0,0 0-16,8 0 15,9 0 1,0 17-16,0 34 16,-8 51-1,-9 9-15,-17-1 16,-9 18-1,9 17-15,0-18 16,0-25 0,17-51-16,0-17 15,9-25 1</inkml:trace>
  <inkml:trace contextRef="#ctx0" brushRef="#br0" timeOffset="2708.87">9781 16924 0,'0'0'0,"0"0"0,0 0 16,0 0-16,0 0 15,0 0 1,0 0-16,0 0 15,0 0 1,0 0 0,-8 8-16,8 18 15,0 16-15,17 18 16,8-1 0,18 1-1,8-9-15,9 0 16,25 9-1,18-9-15,16-9 16,18 1 0,8-26-16,17-17 15,17-9 1,17-25-16,-8-17 16,-17 0-1,-9-8-15,0-26 16,0-26-1,-25 0-15,-35 35 16,-16 8 0,-9 17-16,-9 0 15,-8 17 1,-18 17-16,-16 0 16,-18 0-1,1 17-15,-9 0 16,0 8-1</inkml:trace>
  <inkml:trace contextRef="#ctx0" brushRef="#br0" timeOffset="2996.31">12179 16830 0,'0'0'0,"0"0"0,0 0 16,0 0-1,0 0-15,0 0 16,0 0-1,0 0-15,0-8 16,26-26 0,17-17-16,8-26 15,0-8 1,17 17-16,1 0 16,-10 26-1,-16 16-15,-9 9 16,-8 17-1,8 43-15,0 50 16,-8 26 0,-1-25-16,18-18 15,-17-50 1</inkml:trace>
  <inkml:trace contextRef="#ctx0" brushRef="#br0" timeOffset="4023.59">17966 12459 0,'0'0'0,"0"0"0,0 0 0,0 0 16,0 0 0,0 0-16,0 0 15,0 0-15,0 0 16,-8 0-1,8 9-15,0 8 16,8 25 0,18 35-16,25 16 15,17 18 1,26-9-16,17-9 16,17 1-1,17-1-15,9-16 16,16 0-1,1-26 1,0-26-16,34 1 16,-9-18-1,0-25-15,1-17 16,-27-17-16,-16-34 16,-18 0-1,-7-9 1,-19-16-16,-16-1 15,-17 9-15,-9 26 16,-25 16 0,-17 9-16,-1 17 15,-8 9 1,-8 8 0,-1 17-16</inkml:trace>
  <inkml:trace contextRef="#ctx0" brushRef="#br0" timeOffset="4359.13">20492 12774 0,'0'0'0,"0"0"0,0 0 0,0 0 15,0-9 1,17-16-16,1-9 15,24-17 1,27-17-16,7 0 16,1-9-1,0 17-15,-9 9 16,1 17 0,16 17-16,-8 26 15,-9 16 1,-8 26-16,-18 60 15,-16 42 1,-9-8-16,0-43 16,0-60-1</inkml:trace>
  <inkml:trace contextRef="#ctx0" brushRef="#br0" timeOffset="15287.5">12222 15274 0,'0'0'16,"0"0"-16,0 0 0,0 0 0,0 0 0,0 0 16,17 9-1,0-1-15,9 1 16,-1 8 0,1 0-16,0 17 15,-1 8 1,-16 26-16,-18 26 15,-25 16 1,-17 26 0,-17-17-16,-18-17 15,9-42-15,9-26 16,25-17 0,18-17-16,8-17 15,25-26 1,18-25-1,42-8-15,18 16 16,7 26 0,1 9-16,-8 25 15,-10 17 1,27 0-16,51 8 16,8-33-16,-94-9 15</inkml:trace>
  <inkml:trace contextRef="#ctx0" brushRef="#br0" timeOffset="16155.18">12615 16754 0,'0'0'0,"0"0"0,0 0 16,0 17-16,8 25 15,1 9 1,-1 17-1,1 0-15,-9-8 16,17-1 0,0-16-16,0 0 15,17-9 1,9 0-16,25 0 16,26-17-1,25-9-15,9-16 16,1-18-1,24-16-15,1-18 16,-18-25 0,-8-9-16,0 9 15,-25 17 1,-18 9-16,-34 8 16,-25 34-1</inkml:trace>
  <inkml:trace contextRef="#ctx0" brushRef="#br0" timeOffset="16533.52">13886 16728 0,'0'0'0,"0"0"0,0 0 0,9-8 15,34-1 1,42-16 0,26-18-16,-17-8 15,0-8 1,-9 8-16,-25 17 16,-26 17-1,-9 8-15,1 18 16,-17 25-1,-9 42-15,-17 26 16,-18 17 0,1-8-16,0-35 15,9-25 1,16-25-16</inkml:trace>
  <inkml:trace contextRef="#ctx0" brushRef="#br0" timeOffset="17716.16">9875 12493 0,'0'0'0,"0"0"0,0 0 0,0 0 15,8 9-15,1-1 16,0 1-1,-1 8-15,1 0 16,8 17 0,0 17-1,0 0-15,8 17 16,10 8 0,16 9-16,0-8 15,0-1 1,43 18-16,17-1 15,-26-25 1,9 9-16,0 0 16,34-9-1,9-17-15,-18-26 16,18-8 0,16-25-16,-7-1 15,-27-25 1,-8-17-16,8-8 15,1-9 1,-26 8-16,-17 0 16,-9-16-1,-8-1-15,-18 18 16,-16 8 0,-9 17-16,-8 0 15,-1 17 1,1 0-16,-18 8 15,-8 9 1,-9 0-16,9 0 16,-8 0-1,-1 0-15,-8 0 16,8 0 0,9 0-16,9 0 15,8-8 1,0-18-16,17-16 15,17-18 1,9 9-16,-1 9 16,-16 16-1,-9 9-15,-8 17 16,-1 0 0,9 26-16,0 50 15,9 26 1,16 0-16,35-8 15,17-9 1,-34-51-16</inkml:trace>
  <inkml:trace contextRef="#ctx0" brushRef="#br0" timeOffset="21980.02">14680 15487 0,'0'0'0,"0"0"0,0 0 16,17 0-16,17 0 16,-8 0-1,0 0-15,-1 8 16,-8 9 0,0 17-16,-17 26 15,-25 42 1,-35 42-1,-17-8-15,9-17 16,0-25-16,16-26 16,1-25-1,17-18-15,8-16 16,9-1 0,17-8-1,0-8-15,17-9 16,0 0-16,18-9 15,-10 9 1,9 9-16,0-1 16,1 9-1,-10 0 1,1 0-16,-18 9 16,1 8-16,-18 25 15,-8 18 1,-25 8-1,-18 0-15,9-9 16,-9-16 0,34-18-16</inkml:trace>
  <inkml:trace contextRef="#ctx0" brushRef="#br0" timeOffset="23378.78">21184 12621 0,'0'0'0,"0"0"0,0 0 0,0 0 16,0 0-16,0 8 31,-9 9-31,1 17 16,-1 0-1,1 17-15,-1 17 16,9-8 0,0-9-16,0 8 15,9 1 1,8-1-16,17 1 16,0-18-1,17-16-15,26-9 16,25-17-1,26-26-15,9-8 16,-18 0 0,-16 0-16,-26 0 15,-18 9 1,10-1-16,-10-8 16,-7 0-1,7 0 1,-7 9-16,-1-18 15,0 1-15,0-9 16,0-9 0,1 1-1,-10 8-15,-16 25 16</inkml:trace>
  <inkml:trace contextRef="#ctx0" brushRef="#br0" timeOffset="23733.94">22157 12553 0,'0'0'0,"0"0"0,0 0 0,0 0 16,0 0 0,0 0-1,8 0 1,26 0-16,43-9 15,9 1 1,7-18-16,-16 9 16,-17 0-1,-9 0-15,-17 0 16,-8 9-16,-18 8 16,1 8-1,-9 35 1,-17 50-16,-26 43 15,9-17 1,-9-8-16,1 33 16,-52 146-1</inkml:trace>
  <inkml:trace contextRef="#ctx0" brushRef="#br0" timeOffset="25735.91">16310 15614 0,'0'0'0,"-8"0"0,-1 0 0,-8 0 15,0 17 1,-9 26-16,1 25 16,-9 34-1,0-17-15,17-9 16,-1-16-1,18-18-15,0-8 16,0-8 0,18-1-16,24 1 15,26-17 1,26-9-16,0-17 16,0-18-1,9-16-15,-10-17 16,1-8-1,0 8-15,-17 0 16,-43 34 0</inkml:trace>
  <inkml:trace contextRef="#ctx0" brushRef="#br0" timeOffset="25959.77">16925 15759 0,'-9'0'0,"-8"17"0,-8 42 16,-18 69 0,17 59-1,18 17-15,8-25 16,0-35-1,17-33-15,0-69 16</inkml:trace>
  <inkml:trace contextRef="#ctx0" brushRef="#br0" timeOffset="27532.67">22336 12510 0,'0'0'0,"0"0"16,0 0-16,0 17 0,-9 0 15,1 17 1,-1 26 0,-16 33-16,8-8 15,8-34 1,9-8-16,17-9 15,9 8 1,34 9-16,33 0 16,35-8-1,-25-18-15,8-16 16,42-9 0,1-26-16,-17-16 15,-1-1 1,9-8-16,0-17 15,-25 0 1,-26 0-16,17 0 16,-26 17-1,-25 17-15,-17 9 16,-18 8 0,-8 0-16,-8 8 15</inkml:trace>
  <inkml:trace contextRef="#ctx0" brushRef="#br0" timeOffset="27871.04">23710 12663 0,'0'0'0,"0"0"0,0 0 15,34 0 1,17-8-16,52-26 15,25-9 1,8-8-16,1 0 16,-26 0-1,0 0-15,-34 8 16,-26 18 0,-25 8-16,-1 17 15,-8 8 1,-17 43-16,-34 86 15,-34 58 1,17-59-16,34-59 16,-1-26-1,18-34-15</inkml:trace>
  <inkml:trace contextRef="#ctx0" brushRef="#br0" timeOffset="30398.28">18384 15844 0,'0'0'0,"0"-17"0,17-9 0,0 1 0,9-9 15,0 0 1,-18 17 0,1 0-1,-9 17-15,0 0 16,0 0-1,0 0-15,-9 0 16,1 17 0,-1 25-1,-17 18-15,1 8 16,-1 0-16,9-17 16,0-17-1,9-9 1,8-8-16,8 0 15,9 0 1,17 0-16,18 0 16,-1-8-1,0-1-15,-8 9 16,-1 0 0,-16 18-16,0 16 15,-18 17 1,-8-9-16,-8 1 15,-18-18 1,0-16-16,9-9 16,0-17-1,9-9-15</inkml:trace>
  <inkml:trace contextRef="#ctx0" brushRef="#br0" timeOffset="30577.16">18743 15631 0,'0'0'0,"0"0"0,0 26 0,25 8 16,35 0-1,17-17 1,-34-17-16</inkml:trace>
  <inkml:trace contextRef="#ctx0" brushRef="#br0" timeOffset="31463.9">12435 12765 0,'0'0'0,"0"0"0,0 0 16,0 17-16,17 34 31,18 17-31,24 9 16,1-1-1,-9 1-15,1-1 16,16 1 0,0-9-16,26-8 15,17-9 1,-26-9-16,1-16 15,-10-18 1,10-8-16,50-17 16,-16-25-1,-26-1 1,-9-25-16,0-9 16,-16 1-16,25-18 15,-9 9 1,-25 26-16,-18 8 15,-16 17 1,-17 17-16</inkml:trace>
  <inkml:trace contextRef="#ctx0" brushRef="#br0" timeOffset="31932.29">13613 12825 0,'0'0'0,"-8"-9"0,8 9 0,0 0 15,0 0 1,0 0-16,0 0 16,0 0-1,17-8-15,17-9 16,17-9 0,9-8-16,8 0 15,-8 0 1,-9 0-1,26 0-15,8 0 16,-25 17 0,-17 17-16,-9 17 15,-9 9 1,1 33-16,-9 9 16,0 17-1,0-17-15,26-25 16,-17-26-1</inkml:trace>
  <inkml:trace contextRef="#ctx0" brushRef="#br0" timeOffset="32258.04">28771 13216 0,'-59'8'0,"-206"43"0</inkml:trace>
  <inkml:trace contextRef="#ctx0" brushRef="#br0" timeOffset="33774.33">20279 15776 0,'0'0'16,"0"0"-16,0 0 0,0 0 15,17 17-15,26 0 16,8-9 0,26 1-1,17-9-15,8-9 16,1 1 0,-18-1-16,-34 1 15,-17 8 1,-17 0-16,-8 8 15,-35 43 1,-85 85-16,-51 51 16,8 43-1,9 8-15,51-68 16,60-76 0,26-60-16</inkml:trace>
  <inkml:trace contextRef="#ctx0" brushRef="#br0" timeOffset="38743.9">22822 15657 0,'-8'0'0,"-9"0"0,-17 0 0,-9 17 16,-17 0-1,1 0 1,7 0 0,1 8-1,0 9-15,17 0 16,0 0-16,8-8 16,9 8-1,8 17-15,18 0 16,8 8-1,17-8-15,9 9 16,8 0 0,-8-18-16,-9 1 15,-9-1 1,-7-8-16,-10 17 16,-16 9-1,-1-18-15,-25 1 16,-17-1-1,-9-16-15,0-1 16,9-16 0,0-18-16,17-25 15,8-25-15,26-35 16,26 9 0,33-8-1,35-18-15,26 0 16,8 9-1,8 17-15,1 0 16,-1 26 0,-67 33-16</inkml:trace>
  <inkml:trace contextRef="#ctx0" brushRef="#br0" timeOffset="39470.75">24777 15725 0,'-9'0'15,"-8"0"-15,17 0 0,-25 0 0,-9 0 0,-18 0 32,-7 0-32,-10 17 15,18 17 1,0 0-16,17 0 16,17 17-1,8 0-15,35-9 16,16 1-1,27-18-15,16-25 16,9-25 0,-17-18-16,-17 1 15,-18 8 1,-16 17-16,-18 0 16,1 17-1,-1 59-15,-16 52 16,-18 68-1,1 33-15,33-67 16,1-103 0</inkml:trace>
  <inkml:trace contextRef="#ctx0" brushRef="#br0" timeOffset="83665.06">3371 4227 0,'17'8'0,"128"26"0,129 17 0,144-17 0,77-25 15,34-60 1,68-43-16,35-67 16,-222 25-1</inkml:trace>
  <inkml:trace contextRef="#ctx0" brushRef="#br0" timeOffset="126763.37">23420 1599 0,'0'0'0</inkml:trace>
  <inkml:trace contextRef="#ctx0" brushRef="#br0" timeOffset="127481.19">23923 1318 0,'-8'0'0,"-26"17"0,-69 34 0,-25 17 0,34 0 0,-68 17 0,-51-8 16,59-9 0,-42 51-1,-26 26 1,103-35 0,50 26-16,27 60 15,25-52-15,76-42 16,112 9-1,59-26 1,26-59-16,52-69 16,-35-8-1,-26-17-15,35-60 16,-128-8 0,-78-8-16,-33-60 15,-26 8-15,-59-8 16,-86-9-1,-43 77 1,-51 26-16,9 42 16,-86 17-1</inkml:trace>
  <inkml:trace contextRef="#ctx0" brushRef="#br0" timeOffset="127966.27">25229 1471 0,'-8'0'0,"-26"26"0,-9 42 0,-8 42 15,-26 43 1,-8 35 0,-1-1-16,26 25 15,35-59 1,42-59-16,34-9 15,17-9 1,-42-41-16</inkml:trace>
  <inkml:trace contextRef="#ctx0" brushRef="#br0" timeOffset="128529.04">26066 2143 0,'0'0'0,"-9"17"0,9 34 16,0 9-16,0-1 16,-8-16-1,-1-1-15,1-8 16,-1-8 0,1-1-16,8-16 15,0-1 1,0 1-16,17-18 15,51-33 1,34-35-16,43-8 16,0 9-1,-34 33-15,-8 9 16,-26 26 0,-18 8-16,1 17 15,-17 17 1,-9 17-16,-17 25 15,-17 26 1,-8-17-16,-10-17 16,1-25-1,9-18-15,-1-8 16,9-8 0,0-9-16</inkml:trace>
  <inkml:trace contextRef="#ctx0" brushRef="#br0" timeOffset="128706.21">28063 1633 0,'0'0'0,"17"51"0,-8 136 0,-27 136 15,-67 51 1,-43 35-16,9-10 15,-1-33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2:16.894"/>
    </inkml:context>
    <inkml:brush xml:id="br0">
      <inkml:brushProperty name="width" value="0.05292" units="cm"/>
      <inkml:brushProperty name="height" value="0.05292" units="cm"/>
      <inkml:brushProperty name="color" value="#FF0000"/>
    </inkml:brush>
  </inkml:definitions>
  <inkml:trace contextRef="#ctx0" brushRef="#br0">4233 5315 0,'9'0'0,"59"9"0,180-35 0,110-25 0,26-34 0,-384 85 0,461-93 15,9 16-15,-69 35 16</inkml:trace>
  <inkml:trace contextRef="#ctx0" brushRef="#br0" timeOffset="2092.71">3960 6064 0,'0'0'0,"9"0"0,16-9 0,18 1 0,8 8 31,0 0-15,-8 0-16,-17 0 15,-1 0 1,1 8-16,0 9 16,8 9-1,0 16-15,-9 26 16,-16 17-1,-1-17-15,-8-17 16,0-25 0,0-1-16,0-8 15,9 0 1,8-8-16,34 8 16,52 0-1,42-17-15,17 0 16,26 0-1,-18-9 1,10 1-16,16 8 16,-17-9-16,9 1 15,51 8 1,-43 8-16,1 1 16,33 16-1,0-8-15,-16 0 16,-52 0-1,-34-8-15,9-1 16,-18-8 0,-8 0-16,-26 9 15,-25-1 1,0-16-16,0-9 16,-9-9-1,-8 1-15,8-9 16,8-85-1,52-162-15</inkml:trace>
  <inkml:trace contextRef="#ctx0" brushRef="#br0" timeOffset="2886.19">9841 6727 0,'0'0'0,"128"9"0,145 16 0,60-16 15,179-69 1,-94-8 0</inkml:trace>
  <inkml:trace contextRef="#ctx0" brushRef="#br0" timeOffset="4645.27">13135 5060 0,'0'0'0,"0"0"0,0 0 0,-8 17 15,-9 26-15,-26 16 32,-34 18-17,-8-9-15,-9 8 16,9 9-1,33 17-15,1 17 16,26-16 0,16-27-16,26-16 15,51 8 1,60 0-16,-17-43 16,-8-25-1,25-17-15,-17-17 16,0-17-1,-17-17-15,-35-25 16,-42-1 0,-34-17-16,-68-16 15,-77-1 1,-145-16-16,-69 25 16</inkml:trace>
  <inkml:trace contextRef="#ctx0" brushRef="#br0" timeOffset="5419.11">13673 6540 0,'0'0'0,"0"0"0,0 0 0,0 0 16,0 0-1,0 0 1,26 0-16,93 0 16,112-9-1,101-25-15,112 0 16,51 17-1,34 0-15,77 0 16,9 9 0,34 16-1,16 18-15,10-1 16,24-8 0,-33-34-16,-60 0 15,-196 9 1</inkml:trace>
  <inkml:trace contextRef="#ctx0" brushRef="#br0" timeOffset="13518.73">11497 9032 0,'0'0'0,"0"0"0,17 0 0,42-9 0,86 1 31,-16 8-15,24-9-16,95 1 15,-61-9-15,18-9 16,154-16 0</inkml:trace>
  <inkml:trace contextRef="#ctx0" brushRef="#br0" timeOffset="13827.8">14398 8845 0,'9'0'0,"42"0"0,26 0 15,77 8-15,76 9 16,-34-8-16,18-18 15,136-16 1</inkml:trace>
  <inkml:trace contextRef="#ctx0" brushRef="#br0" timeOffset="14560.61">5556 10426 0,'0'0'0,"0"0"0,0 0 0,0 0 0,17 9 16,17-1 0,18 1-1,16-9-15,26 0 16,-17 8-1,25 10-15,94-10 16,1 1 0,67-9-16,52-9 15,17 1 1,68-1-16,-17 0 16,26-8-1,51-17-15,42-8 16,-93 8-1</inkml:trace>
  <inkml:trace contextRef="#ctx0" brushRef="#br0" timeOffset="17138.9">4728 10733 0,'-8'0'0,"-1"25"0,-25 43 0,-17 68 16,0 17-16,0 0 15,16 35 1,18-18-16,0-68 15,17-43 1,0-16-16,26-1 16,25 1-1,26-9-15,25-9 16,-8-16 0,0-18-16,26-8 15,33 0 1,-8 9-16,26-1 15,59 1 1,9-1-16,9 9 16,-9 0-1,25 0-15,18 9 16,25-1 0,18-8-16,-18 9 15,94 16 1,-25-8-16,-69-8 15,128-1 1,0-16-16,-68-9 16,-25 8-1,-1 9-15,-33-8 16,-35-1 0,-26-8-1,-51 9-15,-16 8 16,-35-9-1,-43 1-15,-51-1 16,-16 9 0,-10 0-16,-8-8 15,0-9-15,0-17 16,0-34 0,1-34-1,16-26-15,17-42 16,17-26-16,9 9 15,0 9 1,-9 8-16,-25 42 16,-18 34-1,-8 18 1,-8 16-16,-9 26 16,-9 0-1,-8 17-15,-17 0 16,-34 9-1,-26 16-15,-43 18 16,-42 25 0,-43 25-16,-34 9 15,-17 1 1,-34-1-16,-35-26 16,-33-16-1,-26-1-15,-52-16 16,-50-9-1,-77 8-15,-120 18 16,-17-1 0,-26 26-16,-51 34 15,376-34 1</inkml:trace>
  <inkml:trace contextRef="#ctx0" brushRef="#br0" timeOffset="19619.79">3627 13114 0,'0'0'0,"0"0"0,0 0 0,0 0 16,0 0-16,0 0 15,0 0 1,0 0-16,9 0 16,34 17-1,16 0-15,27-17 16,101-9 0,1 1-16,51-1 15,34 9 1,111 9-16,146-18 15,24-25 1,44-17-16,195 34 16,10 17-1,-385-17-15</inkml:trace>
  <inkml:trace contextRef="#ctx0" brushRef="#br0" timeOffset="21587.61">4472 14611 0,'0'0'0,"0"0"0,0 0 0,43 0 16,102 17-16,111-17 31,145-17-31,205-9 16,188-16-1,77-9-15,-436 25 16</inkml:trace>
  <inkml:trace contextRef="#ctx0" brushRef="#br0" timeOffset="22818.57">4669 15750 0,'0'0'0,"0"0"0,34 17 0,77 17 16,111 17-1,119 17 1,26 17-16,0 0 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2:48.401"/>
    </inkml:context>
    <inkml:brush xml:id="br0">
      <inkml:brushProperty name="width" value="0.05292" units="cm"/>
      <inkml:brushProperty name="height" value="0.05292" units="cm"/>
      <inkml:brushProperty name="color" value="#FF0000"/>
    </inkml:brush>
  </inkml:definitions>
  <inkml:trace contextRef="#ctx0" brushRef="#br0">8236 3274 0,'0'0'0,"0"0"0,0 0 0,0 0 16,0 0-1,-8 9 1,-1 8-16,9 8 16,0 1-1,0 8-15,0-9 16,0 9-1,9-8-15,-9-9 16,25 0 0,44 8-16,67-16 15,-16-9 1,-35 0-16,77-9 16,34-8-1,-59 9-15,17-1 16,85-8-1,-52 17-15,61 0 16,-18 9 0,43 25-1,9 8-15,34 26 16,8-8-16,-68-1 16,52 1-1,-44-17 1,18-18-16,-18-8 15,18 0 1,-9-17-16,-34-8 16,-8-9-1,-44 8-15,-33-8 16,-35 9 0,-50 8-16,-27 0 15,-16 0 1,-17-9-16,-1 1 15,1-9 1,-18-18-16,-34-50 16,18 34-1</inkml:trace>
  <inkml:trace contextRef="#ctx0" brushRef="#br0" timeOffset="6406.2">4891 4414 0,'0'0'0,"8"0"0,1 0 15,-1 0-15,43 0 16,77 0 0,35 17-1,67-9-15,43 9 16,128 9 0,26-26-16,-86-26 15</inkml:trace>
  <inkml:trace contextRef="#ctx0" brushRef="#br0" timeOffset="7749.76">5514 5570 0,'0'0'0,"17"17"0,179 43 0,94-1 15,-34-33 1,94-9-16</inkml:trace>
  <inkml:trace contextRef="#ctx0" brushRef="#br0" timeOffset="14758.42">5164 7084 0,'0'0'0,"0"0"0,0 0 16,8 17-16,-8 34 16,-8 34-1,-18 9-15,-8 16 16,0-16 0,17-18-16,0-16 15,8 0 1,1-9-16,8 0 15,17 0 1,8 0-16,26-9 16,18 1-1,33-9-15,-17-17 16,9-9 0,17 1-1,26-1-15,-9-16 16,-9-1-16,26 1 15,35-9 1,7 8 0,18 1-16,26-9 15,16-9-15,1 1 16,8-1 0,17-8-16,-26 0 15,10 0 1,-18 9-16,8-1 15,1 9 1,16 9 0,26-1-16,0 9 15,1-8 1,-10-9-16,18 8 16,-9-8-16,18-8 15,-1 8 1,0 0-1,-8 17-15,-1 0 16,35 0 0,-17-9-16,34 9 15,-9 0 1,-8-8-16,9-10 16,-9 18-1,34 9-15,-9 0 16,1-1-16,25 1 15,-34-1 1,-52-8 0,9 0-16,-33 9 15,-27-1 1,-42 1-16,-43-1 16,-42-8-1,-44 9-15,-24-1 16,-27-8-1,-8 0-15,-8 0 16,-1-8 0,1-9-16,-18-34 15,-8-26 1,-8-59-16,-26-153 16</inkml:trace>
  <inkml:trace contextRef="#ctx0" brushRef="#br0" timeOffset="19658.45">8509 5103 0,'9'-9'0,"16"-8"16,27-8-16,-10 8 0,-16 0 0,-17 8 15,-1 9 1,-8 0-1,-34 9 1,-77 25-16,-9 17 16,18 17-16,-17 0 15,42-17 1,34-26 0,17-8-16,26-8 15,26-35 1,42-42-16,69-42 15,51 8 1,-35 42-16,-33 26 16,-18 9-1,-42 16-15,-26 9 16,-17 0 0,-34 9-16,-17 25 15,-51 17 1,-18 8-16,26-16 15,35-18 1,8-16-16,16-1 16,18 1-1,18-18-15,33-16 16,-26 8 0</inkml:trace>
  <inkml:trace contextRef="#ctx0" brushRef="#br0" timeOffset="20400.45">10199 4703 0,'0'0'0,"-8"0"0,8 0 0,-9 0 0,-16 17 16,-18 8 0,-8 10-1,-9 16 1,17-9-16,9 9 15,0-8 1,17-1-16,0-16 16,0-1-1,17-16 1,0-1-16,0-16 16,42-18-16,35-16 15,34-9 1,9-17-16,-35 17 15,-8 8 1,0 9-16,-26 17 16,-8 8-1,-18 9-15,-16 0 16,-1 17 0,-25 35-16,-17 16 15,8-17 1,9-26-16,0-8 15,17-8 1,0-1-16,0-16 16,34-9-1,35-17-15,42-9 16,-17 1 0,-43 25-16,0 17 15,-8 0 1,-1 17-16,-16 25 15,-18 18 1,-16-1-16,8-8 16,0-17-1,0-8-15,26-18 16,25-16 0,34-26-16,-25 8 15</inkml:trace>
  <inkml:trace contextRef="#ctx0" brushRef="#br0" timeOffset="20600.7">11710 5281 0,'-9'0'0,"-8"26"0,-8 8 0,8 8 16,0-16-16,17-18 15,0-16 1,25-35-16,43-93 16,86-144-1</inkml:trace>
  <inkml:trace contextRef="#ctx0" brushRef="#br0" timeOffset="20782.38">12265 4737 0,'0'0'0,"-9"8"0,1 9 0,8 1 15,0-1-15,0 0 16,34-9 0,34-16-16,-17-1 15</inkml:trace>
  <inkml:trace contextRef="#ctx0" brushRef="#br0" timeOffset="21197.19">13289 4354 0,'0'0'0,"0"0"0,-9 9 0,-8 33 16,-17 26-16,-9 9 15,1 8 1,8 0-16,0-8 15,16-1 1,1-25-16,9-8 16,-1-18-1,1 1 1,-1-1-16,9-16 16,0-1-1,-17 1-15,-17-1 16,-43 1-1,-34-9-15,-25 17 16,-26 17 0,-18 25-16,44 9 15,59 0 1,43-8-16,42-26 16,61 0-1,144-17-15,188-85 16,0-17-1</inkml:trace>
  <inkml:trace contextRef="#ctx0" brushRef="#br0" timeOffset="27292.15">14108 4848 0,'0'0'0,"0"8"16,0 26-16,9 60 16,-18 25-16,-8 0 15,-8-34 1,-18-34-16,0-26 16,9 1-16,-9-9 15,18-9 1</inkml:trace>
  <inkml:trace contextRef="#ctx0" brushRef="#br0" timeOffset="27509.82">13775 4933 0,'0'0'0,"35"8"0,67 26 16,43 17-16,0-8 16,-8-26-1,-26-9 1,-17-16-16,-52-1 16</inkml:trace>
  <inkml:trace contextRef="#ctx0" brushRef="#br0" timeOffset="28178.34">15397 4677 0,'-8'17'0,"-27"128"0,-16 153 15,34 16-15,17-67 16,-8 76-1</inkml:trace>
  <inkml:trace contextRef="#ctx0" brushRef="#br0" timeOffset="37176.69">8492 8521 0,'0'0'0,"0"9"0,17 16 0,0 1 16,18 0 0,-1 8-1,0 0-15,0 0 16,0-9 0,9 9-1,34 0-15,16-8 16,27-18-16,51-8 15,25-25 1,17-9 0,9 0-16,17 8 15,0 1-15,0 8 16,9 0 0,-1 0-16,18 0 15,-18 8 1,1 9-16,-9 9 15,-9-1 1,-8 1 0,-26 8-16,-8 0 15,0-17-15,-34 0 16,-18 0 0,-25 0-16,-17 0 15,-43 0 1,-25 0-1,-1 0-15,-7 0 16,-10 0-16,1-9 16,-1 1-1,1-18-15,-1-25 16,-8-26 0,0-16-1,0 42-15</inkml:trace>
  <inkml:trace contextRef="#ctx0" brushRef="#br0" timeOffset="38172.69">14578 8181 0,'0'0'0,"-9"9"0,1 33 0,-1 35 16,9-1-1,17-8 1,0-8-1,0-9-15,0-17 16,0 0 0,1-8-16,-1-1 15,25-16 1,27-1-16,24-8 16,44-17-1,17 0-15,-9 0 16,8-8-1,1 8-15,0-9 16,33-8 0,10 0-16,25-9 15,8 1 1,9 16-16,17 18 16,-8 16-1,-1 18-15,-25 8 16,0-9-1,-9 1-15,-16-9 16,-18 0 0,-26 8-16,-16 1 15,-26-9 1,-9 9-16,-16-9 16,8-9-1,-18 1-15,-7-18 16,-10 1-1,1-18-15,-9 1 16,-8-18 0,-9-8-16,-8 8 15,-18-25 1,1-25-16,-26-18 16,8 60-1</inkml:trace>
  <inkml:trace contextRef="#ctx0" brushRef="#br0" timeOffset="41219.62">10378 9551 0,'0'0'0,"0"0"0,9 8 0,42 18 15,86 16 1,42-8 0,69 0-16,67-8 15,35-9-15,145 0 16,52 17-1,24 0-15,180-17 16,86-26 0,-410 9-16</inkml:trace>
  <inkml:trace contextRef="#ctx0" brushRef="#br0" timeOffset="43227.99">12948 9244 0,'0'0'0,"-9"0"0,0 26 0,1 33 15,-1 18 1,1-9-16,8-8 16,-9-18-1,9 1-15,0-18 16,0 1 0,17-9-16,9 0 15,8-9 1,9 1-16,42-18 15,69-8 1,-1-17-16,-33 0 16,25 9-1,60 8-15,-52 8 16,-25 35 0,52 8-16,-27 0 15,-42-9 1,-8 1-16,25-1 15,0-16 1,-17-1-16,-52 1 16,-7-1-1,7-8 1,-16 0-16,0 0 16,-18 0-16,1-8 15,-17-1 1,-1 1-16,1-9 15,-18-17 1,-17-34-16,1-17 16,16 33-1</inkml:trace>
  <inkml:trace contextRef="#ctx0" brushRef="#br0" timeOffset="45107.41">20177 9525 0,'0'0'0,"0"0"0,0 9 16,8 8-16,1 25 16,-9 9-1,-9 34 1,1 17 0,-1-25-16,9-26 15,0-9-15,0-16 16,0-1-1,0-8-15,9 0 16,33 0 0,35 0-16,26-8 15,-1-18 1,-42 1-16,59-26 16,60-26-1,-25 18-15,-43-1 16,43 9-1,42 9 1,-60 25-16,1 8 16,42 9-16,-42 9 15,-52-1 1,-42-16-16,-9 8 16,-8 0-1,-1-9-15,-16 1 16,-1-1-1,1-16-15,8-18 16,0-25 0,9-42-16,-18 25 15</inkml:trace>
  <inkml:trace contextRef="#ctx0" brushRef="#br0" timeOffset="52817.75">25852 14160 0,'0'0'0,"0"0"0,0 0 0,0 0 15,0 0 1,0 0 0,0 0-1,0 0-15,34 17 16,26 17 0,26 17-16,33 9 15,43 16 1,-25-8-16,-52-25 15,-17 8 1,9 0-16,-17 8 16,-26 9-1,-25 9-15,-26 8 16,-9 0 0,0-9-16,9 9 15,0-8 1,17 0-16,9-9 15,25 0 1,26-9-16,25-16 16,9-9-1,-26-26-15,-25 1 16,-18-9 0,1 0-16,-17 0 15,-1 0 1,1 17-16,-1 8 15,-16 26 1,-1 43-16,1 42 16,8-26-1,17-16-15,17 34 16,26 33 0,16-25-16,-16-68 15,-26-25 1,-25-1-16,-60 26 15,8-25 1</inkml:trace>
  <inkml:trace contextRef="#ctx0" brushRef="#br0" timeOffset="65954.22">26638 17596 0,'0'0'16,"0"0"-16,0 0 0,0 0 0,0 0 15,0 0 1,0 0-16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4:12.933"/>
    </inkml:context>
    <inkml:brush xml:id="br0">
      <inkml:brushProperty name="width" value="0.05292" units="cm"/>
      <inkml:brushProperty name="height" value="0.05292" units="cm"/>
      <inkml:brushProperty name="color" value="#FF0000"/>
    </inkml:brush>
  </inkml:definitions>
  <inkml:trace contextRef="#ctx0" brushRef="#br0">2287 11481 0,'0'0'0,"0"0"0,52 0 0,67 9 0,18-1 16,50 9-16,69 9 31,35 33-31,41 9 0,78-8 16,119-35-16,-110-16 16</inkml:trace>
  <inkml:trace contextRef="#ctx0" brushRef="#br0" timeOffset="13930.76">2620 9780 0,'0'0'0,"-8"26"0,-18 59 31,18 42-31,-1-25 16,0-17-1,1 94-15,-9 17 16,8-77 0,1 25-16,8 52 15,17-69 1,-9-67-16,18 16 15,17 26 1,8-8-16,-8-26 16,-18-25-1,1-18-15,-9 1 16,43-9 0,42-17-16,26-26 15,-17-8 1,0 0-16,43-25 15,8-1 1,-26 35-16,-8-1 16,43 0-1,-17 1-15,-35-1 16,9 1 0,26 8-16,-18 8 15,-50 9 1,-44 0-16,1 9 15,-9 8 1,0-9-16,-8 1 16,-18-1-1,1-8-15,0 0 16,-9-8 0,17-18-16,17-67 15,8-35 1,-16 18-1,-17-52-15,-1-25 16,-16 43-16,-18 24 16,-17-16-1,1 9-15,-18 25 16,-25 25 0,-52 18-16,-59 25 15,-86 42 1,-42 60-16,-52 60 15,-42 33 1,42-33-16</inkml:trace>
  <inkml:trace contextRef="#ctx0" brushRef="#br0" timeOffset="17854.66">12077 12893 0,'0'0'15,"51"-9"-15,171-8 0,256-34 16,137-59-16,-206 16 16</inkml:trace>
  <inkml:trace contextRef="#ctx0" brushRef="#br0" timeOffset="18973.86">17027 13037 0,'9'0'0,"59"-8"0,69-9 0,67-9 16,35 9 0,77 26-16,60-1 15,-26 1 1,34 8-16</inkml:trace>
  <inkml:trace contextRef="#ctx0" brushRef="#br0" timeOffset="22733.57">2176 13539 0,'0'0'0,"0"0"0,0 0 0,17 0 0,60 0 31,128 26-15,43 8-16,33-9 16,138-25-1,16-8-15,9-26 16,110 8 0,-135 9-16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4:57.250"/>
    </inkml:context>
    <inkml:brush xml:id="br0">
      <inkml:brushProperty name="width" value="0.05292" units="cm"/>
      <inkml:brushProperty name="height" value="0.05292" units="cm"/>
      <inkml:brushProperty name="color" value="#FF0000"/>
    </inkml:brush>
  </inkml:definitions>
  <inkml:trace contextRef="#ctx0" brushRef="#br0">10472 3538 0,'0'0'0,"0"0"0,9-9 0,25 1 16,34-18-16,26 9 0,34-8 16,51-9-1,60 8 1,52-8-1,67 17-15,60 17 0,60 9 16,103-9-16,76-17 16,68 0-1,61 8 1,50 18-16,35-9 16,42 0-1,77 25-15,77 35 31,42 33-31,1 26 16,-555-51-16</inkml:trace>
  <inkml:trace contextRef="#ctx0" brushRef="#br0" timeOffset="1769.9">30197 14092 0,'0'0'0,"0"0"0,0 0 0,0 0 0,-9 8 0,9-8 0,-17 60 15,-17 50 1,-9 27-16,-8 50 16,-9 51-1,18-17-15,-1 9 16,17-60 0,26-51-16,0-9 15,-8-16 1,8-43-16,0-26 15,0-8 1,-9-17-16,-8-25 16,-8-9-1,7 17-15</inkml:trace>
  <inkml:trace contextRef="#ctx0" brushRef="#br0" timeOffset="2023.27">29352 15419 0,'0'0'0,"-9"0"0,-8 25 0,-26 35 16,9 8-1,0 25-15,17 18 16,34-1 0,17-25-16,17-17 15,9-17 1,8-17-16,9-25 15,43-52 1,42-84-16,9-60 16,25-51-1,-17 8-15,26-8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5:14.483"/>
    </inkml:context>
    <inkml:brush xml:id="br0">
      <inkml:brushProperty name="width" value="0.05292" units="cm"/>
      <inkml:brushProperty name="height" value="0.05292" units="cm"/>
      <inkml:brushProperty name="color" value="#FF0000"/>
    </inkml:brush>
  </inkml:definitions>
  <inkml:trace contextRef="#ctx0" brushRef="#br0">4626 6727 0,'0'0'0,"43"0"0,85 9 0,187-9 0,95-17 0,-26-26 15,0 0 1,77 18-16,-43-1 16</inkml:trace>
  <inkml:trace contextRef="#ctx0" brushRef="#br0" timeOffset="2199.04">3772 7731 0,'0'0'0,"0"0"0,0 0 0,0 0 31,0 0-31,18 8 15,-1 9 1,0 17-16,0 17 16,-9 17-1,-16-8-15,8-9 16,0-17 0,0 0-1,0 0-15,0 0 16,0-9-1,0 1-15,8-1 16,1-8 0,-1-8-16,18-1 15,25-8 1,26-8-16,34-1 16,0 1-1,17-1-15,34 1 16,-8-1-1,8 1-15,9-1 16,-1 9 0,-8 9-16,-8-1 15,8 9 1,-25 9-16,-26-1 16,0-8-1,-9-8-15,-34-1 16,-16 1-1,-18-1-15,-9-8 16,-8 0 0,-8 0-16,-1 0 15,1 0 1,0-8-16,-1-9 16,9-17-1,0-43-15,-8-16 16,-1-9-1,1 25-15,-9 26 16,0 0 0,-9 17-16,9 9 15,0-1 1,-8 9-16,-1 0 16,1 0-1,-1 0-15,-25-8 16,-43-1-1,-42 9-15,-43 17 16,-60 17 0,-34 17-16,-35-8 15,-41-18 1,-44-25-16,-93-17 16,-52 26-1,120 16-15</inkml:trace>
  <inkml:trace contextRef="#ctx0" brushRef="#br0" timeOffset="17446.34">3508 10818 0,'0'0'0,"0"0"0,0 0 0,0 0 0,0 0 15,0 0 1,25 0-1,44 0 1,42 0-16,59 0 16,69 0-1,34-17 1,18 0-16,93-9 16,-17 26-1,-17 0-15</inkml:trace>
  <inkml:trace contextRef="#ctx0" brushRef="#br0" timeOffset="24221.29">3294 13182 0,'0'0'0,"0"0"0,0 0 0,0 0 15,0 0 1,0 0 0,43 8-16,85-8 15,60 0 1,102-17-16,69-8 16,-27 16-1,129 18-15,86-1 16,-138 1-1</inkml:trace>
  <inkml:trace contextRef="#ctx0" brushRef="#br0" timeOffset="41097.94">3636 15146 0,'0'0'0,"0"0"0,0 0 0,0 0 32,0 0-32,0 9 15,-9 33 1,1 52-16,-9 17 16,8-18-1,1-25-15,-1 17 16,9 0-1,0 0-15,0-8 16,0-18 0,9-16-16,8-1 15,8 1 1,18-9-16,17-9 16,42 1-1,35-18-15,25-8 16,17-8-1,9-18-15,8-8 16,1 0 0,-10-8-16,10-1 15,-10 9 1,-24 9-16,-18 8 16,-17 8-1,-34 9-15,-26 0 16,-17 9-1,-17-1-15,-8 1 16,-18-9 0,1 0-16,-1 0 15,1 0 1,-9-17-16,0-26 16,-9-33-1,-16-43-15,-9-34 16,-18-145-1</inkml:trace>
  <inkml:trace contextRef="#ctx0" brushRef="#br0" timeOffset="122069.7">13127 5689 0,'0'0'0,"0"0"0,-17 0 0,-43 0 0,-60 9 0,1-9 16,8 8-1,-51 1 1,-26 8-16,69-8 16,76-1-1,0 1-15,1-9 16,7-9 0,10-8-16,25 9 15</inkml:trace>
  <inkml:trace contextRef="#ctx0" brushRef="#br0" timeOffset="122346.1">12026 5366 0,'0'0'0,"0"0"0,-9 9 0,-8 16 0,-8 9 16,-18 0-1,-17 9 1,-8-1-16,-18-8 16,27-8-1,25-9-15,17 0 16,-1 0 0,1 0-16,34 34 15,103 43 1,179 76-16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19:58:58.646"/>
    </inkml:context>
    <inkml:brush xml:id="br0">
      <inkml:brushProperty name="width" value="0.05292" units="cm"/>
      <inkml:brushProperty name="height" value="0.05292" units="cm"/>
      <inkml:brushProperty name="color" value="#FF0000"/>
    </inkml:brush>
  </inkml:definitions>
  <inkml:trace contextRef="#ctx0" brushRef="#br0">4660 6565 0,'0'0'15,"0"0"-15,0 0 0,0 0 0,-8 17 0,-10 26 16,-7 25-1,-9 9-15,17-1 16,0-8 0,8-25-16,9-1 15,0 18 1,17 42-16,9 17 16,-1-26-1,1-25-15,0-17 16,8-17-1,25 0-15,10-8 16,25-1 0,25-7-16,35-10 15,25 1 1,-8-9-16,42 0 16,9 0-1,0-9 1,-17 9-16,17-8 15,25-1-15,18 0 16,-1 9 0,26 0-16,9 0 15,26 0 1,7 0-16,-24-17 16,-18 0-1,0 0-15,-8-8 16,-1 8-1,-16 8-15,-9 1 16,-17 16 0,-26 1-16,-33-18 15,-52 9 1,-43-8-16,-34 8 16,-17-9-1,-8 1-15,-9-1 16,-9-8-1,10-25-15,-1-43 16,0-34 0,-17 59-1</inkml:trace>
  <inkml:trace contextRef="#ctx0" brushRef="#br0" timeOffset="4494.62">12043 8675 0,'0'0'0,"0"0"0,0 0 0,0 0 16,0 0-1,0-9 1,0 1-16,0-1 16,34 1-1,68-1-15,35-8 16,-35 0 0,35 26-16,85 8 15,-51 8 1,8 9-16,60 26 15,-60-9 1,17 0-16,-8-17 16,-43-9-1,9-16 1,-18-1-16,-33-8 16,-35 0-16,-34 0 15,-8 0 1,-18 0-1,-16 0-15,-26-8 16,-60-1-16,-68-33 16,-77-26-1,-26-26-15,-42 1 16,-1 24 0,44 10-16,-9 8 15,8 8 1,86 18-16,68 8 15,34 8 1,35 9-16,16 0 16,26 0-1,26 9-15,110 42 16,86 8 0,94 18-16,34-9 15,-26 0 1,35-8-1,8-9-15,-52-17 16,-59-17-16,-76-9 16,-44-25-1,-68 9-15</inkml:trace>
  <inkml:trace contextRef="#ctx0" brushRef="#br0" timeOffset="6717.41">4455 7688 0,'0'0'0,"0"0"0,0 0 0,-8 17 0,-1 17 16,-16 26-16,7 16 15,1 18 1,9 8 0,-1 0-16,9 8 15,9 1 1,8-9-16,9-8 16,8-18-1,0-8-15,0 0 16,0-17-1,17-8-15,18-18 16,16 1 0,26-18-16,8-16 15,9-1 1,18-16-16,7-1 16,9-8-1,-8 9-15,25-1 16,17 9-1,-16 0 1,16 0-16,-17 9 16,-34 8-1,9 0-15,-17 0 16,-35 8 0,-8 1-16,-17-9 15,-9 0 1,9-9-16,-9 1 15,-8-1 1,-18 1-16,1-1 16,-17 1-16,-1-1 15,-16 9 1,-1 0-16,1 0 16,-9 0-1,0-8 1,0-18-16,26-76 15,8-51 1,43-17-16,68-128 16</inkml:trace>
  <inkml:trace contextRef="#ctx0" brushRef="#br0" timeOffset="35872.06">4259 11592 0,'0'0'0,"0"0"0,0 0 0,0 0 0,0 0 16,0 0 0,0 0-1,17 0 1,0 17-16,0 8 16,0 18-1,-8 8-15,-9 8 16,-9 9-1,-16 51 1,-10 17-16,18-34 16,0-42-16,17-18 15,0-16 1,17-9-16,18-9 16,-10-8-1,18-17-15,42-17 16,26-25-1,9-1-15,-9 1 16,-26 16 0,9 1-16,42-1 15,9 18 1,-8 8-16,17 17 16,42 8-1,-34 9 1,9 17-16,51 17 15,-35 0-15,-7 9 16,25-1 0,-1 1-16,-33-9 15,-9-8 1,-17-9-16,-17 0 16,-17-9-1,-34-16 1,-26-9-16,-8 0 15,-17-9-15,-1-25 16,-16-34 0,-18-34-16,-25-34 15,-51-153 1</inkml:trace>
  <inkml:trace contextRef="#ctx0" brushRef="#br0" timeOffset="41216.65">2304 2662 0,'0'0'0,"0"0"0,0 0 0,0 0 16,18 25-16,-10 26 16,-16 43-16,-10 34 15,1 25 1,-17-17 0,17-26-16,9-8 15,8-8 1,0-9-16,25-9 15,9-16 1,9-17-16,17-1 16,17-16-1,34-9-15,34-17 16,17 0 0,43-9-16,25 1 15,9-1 1,34 18-16,-17 8 15,9 0 1,-18 0-16,-33 0 16,-1-9-1,-42 1-15,-18-1 16,-16 9 0,-26 0-16,-17-8 15,-17-1 1,-18 1-16,-7-1 15,-10 1 1,-8-1-16,-8 1 16,-17-9-1,-1 0-15,1 0 16,-9-9 0,8 1-16,1-9 15,-1-26 1,-8-25-16,0-25 15,0-18 1,0-25-16,26-26 16,16-16-1,10-9-15,-10 17 16,-7 16 0,-10 27-1,1 33-15,-18 9 16,1 17-16,-1 34 15,1 0 1,-9 17-16,0 0 16,0 9-1,0-1 1,0 1-16,-9-1 16,-8-8-16,-25-8 15,-44-18 1,-25 9-16,-8 0 15,-35-8 1,1 8-16,7 8 16,-41-8-1,-10 9-15,1-1 16,-43 0 0,-8 9-16,8 0 15,17-8 1,60-1-16,-35-16 15,18 8 1,51 0 0,26 17-16,-1 0 15,-16 17 1,33 0-16,44 8 16,7-8-1,18 0-15,0 9 16,9-9-1,-1 0-15,1 0 16,8 8 0,-9-8-16,1 9 15,-1 8-15,1 0 16,-1 17 0,-25 34-1,-43 51-15,-68 111 16,-9 33-1,18 26-15,16 18 16,18 33 0</inkml:trace>
  <inkml:trace contextRef="#ctx0" brushRef="#br0" timeOffset="44737.59">2091 8173 0,'0'0'0,"0"0"0,9 0 16,8 0-16,-9 0 15</inkml:trace>
  <inkml:trace contextRef="#ctx0" brushRef="#br0" timeOffset="45060.88">2228 8258 0,'0'0'0,"0"0"0,0 0 0,0 0 16,17 0-16,68 0 15,69 0 1,-26-9 0,8-16-16,61-9 15,-35 8 1,-43 1-16,18-1 16,16 1-1,-25 8-15,-51 8 16,-43 9-1</inkml:trace>
  <inkml:trace contextRef="#ctx0" brushRef="#br0" timeOffset="45362.44">3371 7935 0,'0'0'0,"9"-9"0,42 1 16,26 8-16,0 0 16,-1 17-1,-16 0 1,-17 0-16,-17 0 16,-1 17-1,1 17-15,-18 0 16,-8 17-1,-25 25-15,-52 35 16,-51 16 0,-9 10-16,-42 101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0:09.258"/>
    </inkml:context>
    <inkml:brush xml:id="br0">
      <inkml:brushProperty name="width" value="0.05292" units="cm"/>
      <inkml:brushProperty name="height" value="0.05292" units="cm"/>
      <inkml:brushProperty name="color" value="#FF0000"/>
    </inkml:brush>
  </inkml:definitions>
  <inkml:trace contextRef="#ctx0" brushRef="#br0">6956 6013 0,'0'0'0,"0"0"0,0 0 0,17 0 0,0 17 0,0 8 16,-8 35-1,-1 33 1,-8 1-16,-8-26 16,8-17-1,0-9-15,0-8 16,8-8-1,1-1-15,8-8 16,0-8-16,34-9 16,52 0-1,33-17 1,1-9-16,8-8 16,8 0-1,1 17-15,0 17 16,-1 17-1,18 17-15,8 0 16,0-8-16,-8 8 16,-26-9-1,-8 1 1,-1 0-16,-25-18 16,-25 1-1,-27-9-15,-16-9 16,-17 1-16,-1-18 15,-16-25 1,-9-26 0,-51-93-16,-43-153 15</inkml:trace>
  <inkml:trace contextRef="#ctx0" brushRef="#br0" timeOffset="12837.94">15295 7331 0,'0'0'0,"0"0"0,0 8 16,17 18-16,0 16 15,8 9 1,1 0-16,-9 17 15,0 43 1,-8 8-16,-1-17 16,1-34-1,-18-8-15,1 8 16,-18 8 0,0 18-16,9-9 15,-8 0 1,8-17-16,0-17 15,8-17 1,9-8-16,0-1 16,0-8-1,9 0-15,8 0 16,17 0 0,9 0-16,33 0 15,18-8 1,17-18-16,26 1 15,8 8 1,0 0-16,34 0 16,17 8-1,-8 9-15,43 17 16,8 0 0,25 0-16,-8-8 15,17-9 1,-8 8-16,-35-8 15,1 0 1,8 0-16,-9 9 16,-8-9-1,-17-9-15,-17 1 16,0-9 0,8 8-1,-25 1-15,16-1 16,-24 9-16,-44-8 15,-17-1-15,-33 1 16,-10-1 0,-16-8-1,-17 0-15,-9 0 16,-9 9 0,1-9-16,-9 0 15,0-9 1,0-8-16,8-34 15,1-42 1,8-43-16,9-26 16,8 9-1,8-9-15,18-8 16,-9 17 0,9-8-16,0 25 15,-9 25 1,-8 34-16,-18 18 15,-16 25 1,-1 17 0,1 0-16,-1 8 15,-8 9 1,0 0-16,0 0 16,0 0-1,-8-8-15,-26 8 16,-94 0-1,-69 0-15,-41 8 16,-44 1 0,-60-9-16,-59-9 15,9 1-15,-103-1 16,-60 9 0,-51 34-16,-94 17 15,34 9 1,-34-1-16,-51 1 15,325-34 1</inkml:trace>
  <inkml:trace contextRef="#ctx0" brushRef="#br0" timeOffset="30978.35">3448 10112 0,'0'0'0,"17"-9"0,17 1 15,43-18 1,51-8 0,60 0-16,77 9 15,59 16-15,103 9 16,119-8-1,68-9 1,61-17-16,-249 8 16</inkml:trace>
  <inkml:trace contextRef="#ctx0" brushRef="#br0" timeOffset="35984.67">3235 11949 0,'0'0'0,"17"0"0,60 25 16,110-8-16,155-25 31,144-35-31,120-33 16,154-9-1,102 0-15,85 25 16,-452 43 0</inkml:trace>
  <inkml:trace contextRef="#ctx0" brushRef="#br0" timeOffset="42805.18">2031 7331 0,'0'0'0,"0"0"0,0 0 0,0 0 16,0 0-1,0 0 1,0 0-16,0 0 16,-8 17-1,-1 17-15,-8 0 16,0 25 0,0 9-16,0 18 15,0 24 1,17 26-16,0-25 15,0-18 1,0-25-16,8 0 16,1-8-16,0-18 15,-1 1 1,-8-18 0,0 1-16,0 8 15,0 0 1,0 0-16,9-9 15,-9 1 1,0-9-16,8-8 16,-8-1-1,9 9-15,8 0 16,0 17 0,8 9-16,-8 25 15,18 0 1,-1 0-16,17-9 15,0-16 1,0-1-16,-16-16 16,-1-1-1,8-8-15,18 0 16,8 0 0,43 0-16,34-8 15,0-9 1,9-9-16,8-8 15,9 0 1,34-8-16,17-1 16,-17 1-1,34 8-15,25-9 16,9 1 0,9-1-16,0 9 15,-1 0 1,9 0-16,-8 9 15,8 8 1,26 0-16,0 0 16,34-17-1,-17 0-15,-1 17 16,10-9 0,-43 9-16,25 0 15,-8 0 1,25 0-16,52 0 15,-60-8 1,34-9-16,25 0 16,-76 0-1,25 8-15,26 1 16,-68-9 0,34 17-16,-26 8 15,9 1 1,34-1-16,-43 9 15,0-8 1,-25 8-16,-9-9 16,0 1-1,-25-1-15,8 1 16,9-1 0,-1-8-16,1 9 15,8-9 1,-26 8-16,-8 1 15,-25-1 1,8 1-16,-9 8 16,9 0-1,8 0-15,-8 0 16,9 0 0,-9-9-16,-1 1 15,1-1 1,-59 1-16,16-9 15,-17 0 1,-34-9-16,0 1 16,26-1-1,-9 1-15,-9-9 16,9 0 0,26 0-16,-17 0 15,-26 8 1,-34 9-1,-9-8-15,-25 8 16,-18-9-16,-16 1 16,8-9-1,0-51 1,9-51-16,-17-26 16,-1-51-16,-8-8 15,0 17 1,26-25-16,8 16 15,0 51 1,-8-16-16,-9 25 16,-17 51-1,-8 25 1,-1 26-16,-8 9 16,0 8-16,0 8 15,0 1 1,0 8-16,-8-9 15,-9 1 1,-17-1-16,-69 1 16,-50 8-1,-18 0 1,-85-9-16,-9 9 16,-16-8-1,-44-9-15,-33 8 16,-43 1-1,-26 8-15,43 8 16,-34 9-16,-69 0 16,35 9-1,-26-1 1,0-8-16,51 0 16,0 17-1,-51 0-15,26-8 16,-26 8-1,-34 8-15,0 1 16,42-9 0,44-9-16,-18-8 15,-34 0 1,26 0-16,-9 0 16,-26-8-16,69-1 15,0 1 1,-18-9-1,18-9-15,77-16 16,8-9 0,-43-17-16,52 0 15,8 0 1,-25 0-16,-18 8 16,-42 9-1,-25 9-15,7 16 16,18 9-1,-26 17-15,1 17 16,25 0 0,25 17-16,-25 9 15,-9 8 1,-8-9-16,51-8 16,9 9-1</inkml:trace>
  <inkml:trace contextRef="#ctx0" brushRef="#br0" timeOffset="52777.14">25588 8411 0,'0'0'0,"0"0"0,0 0 16,-17 0-1,-35-9-15,-24 1 16,-52-9 0,-17-9-16,-35-8 15,-16 0 1,-17-17-16,-18 0 16,18 17-1,-26 17-15,-9 0 16,-8 17-1,17 0-15,17-8 16,26-9 0,51 0-16,43 0 15,42 8 1,17-8-16,26 9 16,9-18-1,-1-16-15,18-9 16,33 8-1,18 9-15,-17 0 16,-9 17 0,-9 0-16,-16 0 15,-1 9 1,1-1-16,-26 1 16,-43-1-1,-34 9-15,-17 9 16,-17 16-1,0 9-15,26 9 16,42-1 0,35 9-16,42 43 15,102 59 1,112 8-16,84 18 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1:17.201"/>
    </inkml:context>
    <inkml:brush xml:id="br0">
      <inkml:brushProperty name="width" value="0.05292" units="cm"/>
      <inkml:brushProperty name="height" value="0.05292" units="cm"/>
      <inkml:brushProperty name="color" value="#FF0000"/>
    </inkml:brush>
  </inkml:definitions>
  <inkml:trace contextRef="#ctx0" brushRef="#br0">8134 6208 0,'0'0'0,"0"0"0,-9 9 0,1 8 0,-1 25 15,9 9-15,0 0 16,0-8 15,0-18-31,0 1 16,9-1-1,-1 1 1,1 8-16,8 0 16,0 17-16,17 0 15,17 0 1,18-8-16,24-1 15,18-8 1,-17-17-16,17 0 16,43-8-1,0-1-15,-9 1 16,8-1 0,1 9-16,-18 0 15,-33 9 1,-26-1-16,-26 1 15,-17-18 1,-8 1-16,-18-1 16,1 1-1,-9-9 1,0-9-16,8-25 16,9-42-16,26-43 15,17-9 1,-18 68-16</inkml:trace>
  <inkml:trace contextRef="#ctx0" brushRef="#br0" timeOffset="2865.32">10481 6089 0,'0'0'0,"0"0"0,0 0 0,0 0 0,0 9 16,0 16-1,0 18 1,0 16-1,8 1 1,10-1-16,-1-8 16,-9-8-1,1-9-15,-9 0 16,0 0 0,0 0-16,8-9 15,1 1 1,-1-1-16,1-7 15,8-1 1,26-9-16,16 1 16,27-1-1,16-16-15,18-1 16,16-8 0,18-9-16,25 9 15,9 0 1,25-8-16,18 16 15,8 1 1,8 8-16,-8 8 16,9-8-1,-35 9-15,-8-1 16,0 1 0,-35 8-1,1-9-15,0 9 16,-43-8-16,-43 0 15,-34-1 1,-17 1-16,-8-9 16,-17 0-1,-1-9-15,1-8 16,-18-34-16,-8-43 16,0-76-1,-9-153 1</inkml:trace>
  <inkml:trace contextRef="#ctx0" brushRef="#br0" timeOffset="13648.34">5300 16252 0,'0'0'0,"-8"9"16,-1 33-16,-8 9 0,9 0 16,-10 17-1,1-8 1,9-9-1,-1-9-15,1 9 16,8 0-16,0 9 16,0-9-1,0 0-15,0-9 16,0 1 0,0-9-16,0 0 15,8-9 1,1 1-16,-1-9 15,1 0 1,8 0-16,0 0 16,26 9-1,8-9-15,34-9 16,18-16 0,16-18-16,18-8 15,-1-9 1,1-8-16,8-8 15,9 8 1,8 0-16,0 17 16,17 8-1,26 9-15,0 9 16,8-1 0,1-8-16,8 9 15,-9 8 1,-25 0-16,-9 0 15,-8 17 1,-26 8-16,-17 9 16,-9 26-1,-16 8-15,-18 8 16,-17-8 0,-8-16-1,-17-10-15,-9-16 16,-9-1-16,1-8 15,0-8 1,16-1-16,18-16 16,8-9-1,18-26 1,8-8-16,8-9 16,0-16-1,9 8-15,0 8 16,17 9-1,43 9-15,34 8 16,17 8 0,17 18-16,0 8 15,17 8-15,25 18 16,1 16 0,8 9-1,9 9-15,0-1 16,-9 1-1,0-9-15,-25-8 16,-1-9 0,-8 0-16,-8-17 15,-18-17 1,-25-9-16,-26-8 16,-17 0-1,-16-34-15,-27-9 16,-8-25-1,-17-17-15,-43 43 16</inkml:trace>
  <inkml:trace contextRef="#ctx0" brushRef="#br0" timeOffset="20100.54">17906 16754 0,'0'0'0,"-8"-9"0,-1 1 0,1-1 15,-1 9 1,1 0 0,-9 0-1,-9 0-15,0 26 16,-8 8 0,0 17-16,17 0 15,0 8 1,17 1-1,0-1-15,17-8 16,0-8-16,26 8 16,8 0-1,0-8-15,17 8 16,9-9 0,0-16-16,17-1 15,0 1 1,-17-18-16,17 1 15,8-1 1,-8-16-16,8-9 16,1 0-1,-1-9-15,18-16 16,-1 8 0,26-9-1,0-8-15,0-25 16,26-18-16,-26 9 15,-8 17 1,-18 25 0,-8 9-16,0 17 15,-17 26-15,-9 16 16,1 35 0,-9 16-16,-18 1 15,-8-9 1,-8 0-16,0-8 15,-18-1 1,1-16-16,0-1 16,-9-16-1,8-1 1,9-16-16,9-18 16,34-25-1,17-17-15,8 9 16,18-26-1,-1 0-15,9 8 16,0-8 0,9 8-16,16 18 15,1 33-15,8 18 16,0 33 0,1 26-16,16 1 15,0-10 1,9-16-1,34-18-15,8-16 16,1-35 0,25-33-16,42-86 15,-59-34 1,17-33-16</inkml:trace>
  <inkml:trace contextRef="#ctx0" brushRef="#br0" timeOffset="22938.25">16379 17825 0,'0'0'0,"0"9"0,0 16 0,0 1 15,0-1 1,0-16-16,0-1 16,0 1-1,0-9-15,8-17 16,35-9 0,25-33-16,26-60 15,8-17 1,-25 34-1,-34 42-15,-18 18 16,1-9-16,-9-9 16,-8 9-1,-1 26-15</inkml:trace>
  <inkml:trace contextRef="#ctx0" brushRef="#br0" timeOffset="23217.55">16344 17358 0,'0'0'0,"0"0"0,0 0 0,0 0 15,35-9 1,33-8-16,26-8 16,17-1-1,-9-16-15,-8-1 16,0 1-16,-9 7 15,-17 18 1,1 9 0,-9 16-16,-9 35 15,0 25 1,-8 60-16,-1 50 16,9 128-16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2:07.281"/>
    </inkml:context>
    <inkml:brush xml:id="br0">
      <inkml:brushProperty name="width" value="0.05292" units="cm"/>
      <inkml:brushProperty name="height" value="0.05292" units="cm"/>
      <inkml:brushProperty name="color" value="#FF0000"/>
    </inkml:brush>
  </inkml:definitions>
  <inkml:trace contextRef="#ctx0" brushRef="#br0">6085 10214 0,'0'0'0,"0"0"0,0 0 0,0 0 0,17-9 0,35-8 16,33-25-1,43-26 1,26-34-16,16-9 16,18-8-16,-17 9 15,-26 25 1,-17-1-16,-17 18 15,-26 17 1,-25 9-16,-17 8 16,-18 17-1,-8 0 1,-8 8-16,-9 1 16,-34 8-1,-35 0-15,-33 0 16,-9 17-1,34-9-15,35 1 16,16-1 0,26-8-16,9-8 15,50-26-15,78-26 16,34-25 0,-18 17-1,-8 17-15,-25 26 16,-52 16-1,-25 26-15,-1 43 16,-7 50 0,-10 43-16,-8 17 15,0-50 1,-8-78-16</inkml:trace>
  <inkml:trace contextRef="#ctx0" brushRef="#br0" timeOffset="8469.95">11130 5945 0,'0'0'0,"-9"-9"0,0 1 0,-16-1 0,-1 1 0,-25-1 15,-34 9 1,-18 0-1,-8 9 1,-17 16-16,-17 18 16,-25 16-1,-1 35-15,17 33 16,26 1 0,34-1-16,35-8 15,33-8 1,34 0-16,35-1 15,25-25 1,52 9 0,76-9-16,18-43 15,16-42-15,-25-34 16,-34-17 0,8-25-16,-34-18 15,-51-16 1,-52-1-16,-33-8 15,-60-17 1,-86-9-16,-136-8 16,-77-8-1</inkml:trace>
  <inkml:trace contextRef="#ctx0" brushRef="#br0" timeOffset="9610.73">25588 6565 0,'0'0'0,"0"-8"0,0-26 16,0-17-16,0-17 15,0 8 1,0 26 0,8 17-1,1 0-15,-18 0 16,-8 9-1,-8-9-15,-18 0 16,-17 8 0,-34 9-16,-42 9 15,-18 8 1,-8 25-16,0 9 16,8 17-1,35 34-15,25 9 16,43 8-1,34 43-15,59 25 16,78 8 0,85 1-16,51-52 15,0-58 1,8-52-16,-25-34 16,-17-51-1,-26-35-15,-59-24 16,-43-35-1,-60-50-15,-85-52 16,-146-76 0,-178-17-16,-112 110 15,95 120 1</inkml:trace>
  <inkml:trace contextRef="#ctx0" brushRef="#br0" timeOffset="49023.43">10003 8215 0,'0'0'0,"0"0"0,0 26 0,0 135 0,0-101 0,-9-9 0,1 8 15,-18 10-15,1 16 16,8 0-1,8 0 1,9-26-16,0 1 16,0-18-1,9-8-15,8-8 16,8-1 0,9-8-16,9 0 15,17 0 1,25 0-16,9-8 15,8-1 1,1-8-16,8 0 16,-9-8-1,-25 8-15,-9 0 16,-25 8 0,-17 1-16,-1-1 15,-8 1 1,-8-1-16,-1-8 15,1 0 1,-9-8-16,8-18 16,10-42-1,-1-68-15,8-17 16,-8-25 0,9-27-16,17-101 15</inkml:trace>
  <inkml:trace contextRef="#ctx0" brushRef="#br0" timeOffset="52345.46">10404 9142 0,'0'0'0,"0"0"0,-8-8 0,-1-1 16,0-25-16,1-8 16,-1-1-1,1 9-15,-1 17 16,1 0 0,-1 17-16,1 9 15,-18 8 1,1 17-16,-10 8 15,1 1 1,9-18-16,-1 9 16,-25 9-1,-9 16-15,-8 18 16,-26 33 0,-8-7-16,8-27 15,17-25 1,0-8-16,-8-18 15,-1-8 1,1-8-16,8-18 16,26 1-1,0-9-15,0-17 16,-1-26 0,10-33-16,16 7 15,9 10 1,8 8-16,9 8 15,0 9 1,0 0-16,0 17 16,9 26-1</inkml:trace>
  <inkml:trace contextRef="#ctx0" brushRef="#br0" timeOffset="52760.27">8791 9440 0,'0'0'0,"0"0"0,0 0 0,0 0 15,0 0 1,0 0-16,-9-9 15,1-8 1,-1-25-16,-8-18 16,9-25-1,8 0 1,0 0-16,0 17 16,0 17-16,8 9 15,1 8 1,8 17-16,0 0 15,0 8 1,0 9-16,17 9 16,9 16-1,25 35-15,35-1 16,8-8 0,-60-34-16</inkml:trace>
  <inkml:trace contextRef="#ctx0" brushRef="#br0" timeOffset="59741.39">10788 7118 0,'0'0'0,"0"0"0,0 0 0,0 0 0,17 0 0,0-8 16,9-9-1,0-9 1,-9-8-16,-9 0 16,1 17-1,-1 0-15,-8 0 16,0-8 0,0-1-16,0 1 15,-8-1 1,-1 1-16,1-9 15,-9 0 1,17 0-16,8-9 16,18 0-1,33-16 1,35-1-16,17-8 16,9 9-1,8 16-15,8 9 16,-25 17-16,0 9 15,0 16 1,-17 9-16,-9 17 16,-16 0-1,-18 17-15,0 9 16,-25 8 0,-18 0-1,-8 17-15,-17 0 16,-8-8-1,8-18-15,-9 1 16,9-26-16,0-9 16,8-16-1,9-1 1,0-8-16</inkml:trace>
  <inkml:trace contextRef="#ctx0" brushRef="#br0" timeOffset="60051.13">11804 7016 0,'0'0'0,"0"9"0,-9 16 0,1 18 16,-1 8-16,1 8 15,-1-16 1,1-18-1,8 1 1,0-9 0,8-9-16,35-8 15,93-25 1,78-26-16,33 0 16,-16 17-1,-35 0-15,-68 17 16,-85 17-1</inkml:trace>
  <inkml:trace contextRef="#ctx0" brushRef="#br0" timeOffset="84226.47">15295 12340 0,'0'0'16,"0"-9"-16,0 9 0,0 0 0,-9 0 0,1 0 0,-10 0 15,1 0 1,0 0 0,9 0-1,-9 0-15,-9 0 16,1 0-1,-27 0-15,-7 9 16,-18 8 0,-26 26-1,-8 8-15,-8 34 16,8 25-16,26 1 16,25-9-1,26 17 1,34 25-16,42-25 15,18-16 1,25-10-16,26-16 16,26-18-16,8-25 15,0-17 1,9-25 0,-1-26-16,-25-26 15,-17-25 1,-25-34-16,-18-34 15,-51-34 1,-60-34-16,-59 8 16,-94 0-1,-94-25-15</inkml:trace>
  <inkml:trace contextRef="#ctx0" brushRef="#br0" timeOffset="87239.58">14757 14075 0,'0'0'0,"0"0"0,0 0 0,0 0 16,0 0-16,0 0 16,-9-9-1,1-8-15,-1-8 16,-16-18-1,-9-16-15,-9-9 16,0 0 0,-8 8-16,-34-8 15,-9 0 1,0 9-16,-26-9 16,-33 0-1,8-1-15,-17 1 16,-43 0-1,-9 9-15,-8 25 16,0 8 0,9 18-16,-26-9 15,0 17 1,34 0-16,-8 0 16,-17 0-1,8 17-15,17 0 16,17-9-1,9 9-15,17 17 16,8 0 0,0 0-16,9 0 15,17 0 1,9 9-16,8 0 16,17-1-1,0-8-15,26 0 16,25-8-1,26-18-15,0 1 16,8-9 0,9 0-16,0-9 15,0-8 1,0-8-16,0-18 16,9 9-1,-1 0-15,-8 8 16,0 9-1,0 9-15,0 8 16,0 0 0,0 0-16,0 0 15,0 0 1,0 8-16,-8 18 16,-18 17-1,9 16-15,0-8 16,17-8-1,0-9 1,9-9-16,33 9 16,52-8-1,34-1-15,154 26 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4:22.944"/>
    </inkml:context>
    <inkml:brush xml:id="br0">
      <inkml:brushProperty name="width" value="0.05292" units="cm"/>
      <inkml:brushProperty name="height" value="0.05292" units="cm"/>
      <inkml:brushProperty name="color" value="#FF0000"/>
    </inkml:brush>
  </inkml:definitions>
  <inkml:trace contextRef="#ctx0" brushRef="#br0">13673 10852 0,'0'0'0,"0"0"0,0 0 0,0 0 0,0 0 0,0 0 16,0 0-16,0-9 16,-9-8-1,-8-34-15,-34-42 16,-17-18 0,-9 18-16,-17-10 15,0 1 1,-25-8-16,-52-9 15,-17 17 1,-42 8 0,-26 18-1,-60 16-15,-17 1 16,9 8 0,-9 25-16,-8 18 15,-1 16 1,1 18-1,-1 25-15,44 25 16,33 9-16,43-17 16,77 0-1,17-8-15,34-18 16,34-25 0,26-8-16,9-18 15,16 1 1</inkml:trace>
  <inkml:trace contextRef="#ctx0" brushRef="#br0" timeOffset="207.18">8287 9814 0,'-8'9'0,"-18"59"0,-33 76 0,7-33 15,35-35 1,26 1-1,16-9 1,86-9-16,128-33 16,162-69-1,26-8-15,-60 9 16</inkml:trace>
  <inkml:trace contextRef="#ctx0" brushRef="#br0" timeOffset="3780.1">15286 13718 0,'0'0'0,"0"0"0,-8-9 0,-10 1 16,1-1-1,-8 1 1,-1-1-16,1-8 15,-1-8 1,-25-1 0,-35-16-16,10 8 15,-35-17-15,-51-26 16,-18 0 0,-16 1-16,-52-1 15,-8 18 1,-25-1-16,-1 9 15,0-17 1,-25-17-16,-9 0 16,-42-8-1,-9 25-15,26 25 16,-52 18 0,26 16-16,51 1 15,-8-1 1,17 18-16,8 16 15,51 1 1,61-1-16,16 1 16,43-1-1,51-16-15,43-1 16,8-8 0,18 9-16,25-18 15,51-16 1,26-26-1,-17 8-15,-52 35 16</inkml:trace>
  <inkml:trace contextRef="#ctx0" brushRef="#br0" timeOffset="3968.77">8868 12459 0,'0'0'0,"0"0"16,-9 0-16,-25 17 15,-34 26-15,-17 8 16,8 0-1,8 8-15,18-8 16,26-17-16,16-8 16,43 8-1,94-17 1,205-43-16,68-8 16</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6:41.263"/>
    </inkml:context>
    <inkml:brush xml:id="br0">
      <inkml:brushProperty name="width" value="0.05292" units="cm"/>
      <inkml:brushProperty name="height" value="0.05292" units="cm"/>
      <inkml:brushProperty name="color" value="#FF0000"/>
    </inkml:brush>
  </inkml:definitions>
  <inkml:trace contextRef="#ctx0" brushRef="#br0">18572 8581 0,'0'0'0,"0"0"0,-17 9 32,-9 25-32,-16 8 15,-10 9 1,-16 17-16,-17 17 16,8-17-1,34-34-15,9-8 16,17-18-1,0-8-15,17-17 16,34-25 0,17-26-16,26 0 15,0-17 1,-9 8-16,-25 18 16,-17 16-1,-18 17-15,1 9 16,-1 9-1,1 8 1,-18 0-16,-16 25 16,-27 35-1,-7 25-15,-1-8 16,17-18 0,18-25-16,8-8 15,17-18 1,0-8-16,25-8 15,18-18 1,17-25-16,-1-8 16,-7 8-1,-18 8-15,-9 18 16,-16 8 0,-1 8-16,1 9 15,-26 0 1,-34 34-16,-26 17 15,9 0 1,25-25-16,17-18 16,9 1-1,9-9-15,8-17 16,25-34 0,9-34-16,9 8 15,-17 26 1,-18 17-16,1 17 15,-1 8 1,-8 9-16,0 17 16,0 34-1,0-8-15</inkml:trace>
  <inkml:trace contextRef="#ctx0" brushRef="#br0" timeOffset="534.1">18282 9678 0,'0'0'0,"0"0"0,0 0 16,-9 9-1,-8 33 1,-42 60-16,-10 43 15,1-9 1,25-9-16,9-33 16,17-9-1,9-34-15,8-17 16,8-17 0,-8-17-16</inkml:trace>
  <inkml:trace contextRef="#ctx0" brushRef="#br0" timeOffset="1113.52">18564 10044 0,'0'0'0,"0"0"0,0 0 16,0 0-1,0 0 1,0 0-16,0 0 15,-9 0 1,0 8-16,1 1 16,-1-1-1,9-8-15,0 0 16,0 0 0,0 0-16,9 9 15,8 8 1,17 8-16,-8 1 15,-1-9 1,1 0-16,-9 8 16,-8 1-1,-1 8-15,-16 0 16,-1 0 0,-17 0-16,-8 8 15,17-16 1,0-9-16,0-9 15,9-8 1,-1-8-16,0-18 16,9 18-1</inkml:trace>
  <inkml:trace contextRef="#ctx0" brushRef="#br0" timeOffset="1323.25">18606 10188 0,'0'0'0,"0"0"0,26 9 32,16-1-32,27 1 15,8-18 1,-18 1-16,-25-1 15</inkml:trace>
  <inkml:trace contextRef="#ctx0" brushRef="#br0" timeOffset="2946.36">18512 10197 0,'0'0'0,"0"0"0,0 0 16,17 17 0,0 0-16,1 0 15,-10-9 1,1 1-16,-1-1 16,1 1-1,-1-1-15,1 1 16,-9-9-1,0 0-15,0 0 16,0 0 0,0 0-16,0 0 15,0 0 1,0 0-16,0 0 16,-9 8-1,-25 35-15,-26 25 16,-17 17-1,9 9-15,0-1 16,17-8 0,17-17-16,8-17 15,9-25 1,8-1-16,9-16 16,0-1-1,0 1 1,0-1-16,17 1 15,1-9-15,16-9 16,0 1 0,8-1-16,1 1 15,0-1 1,-18 9-16,1 0 16,0 0-1,-9 17-15,0 9 16,0 16-1,-9 1 1,1-1-16,-18-8 16,1 0-16,-18 0 15,-8-8 1,0-9-16,8-9 16,-16-16-1,-10-35 1,-50-76-16,-86-127 15</inkml:trace>
  <inkml:trace contextRef="#ctx0" brushRef="#br0" timeOffset="3173.47">18299 10248 0,'0'0'0,"0"0"0,26 8 16,42 18 0,60 8-1,34 0-15,34-34 16,18-26 0,16-8-16,-8-25 15,94-26 1</inkml:trace>
  <inkml:trace contextRef="#ctx0" brushRef="#br0" timeOffset="14455.76">17224 7339 0,'0'0'0,"0"0"16,0 0-16,0 0 15,0 0 1,0 0 0,0 0-16,0 0 15,0 0 1,0 0-16,0 0 15,0 0 1,0 0-16,-9 9 16,-8 25-1,-17 17 1,-17 17-16,-18 17 16,-16 9-16,8 8 15,0-9 1,0 1-16,9-1 15,0 9 1,0 26-16,-1 16 16,18-8-1,17-16-15,0-10 16,17-16 0,0-18-16,25 9 15,18-8 1,34 8-16,16 0 15,27 0 1,8-9-16,0-16 16,8-26-1,18-17 1,-1-17-16,-16-25 16,-1-18-1,1-17-15,-18-16 16,1-18-16,-18-33 15,-17-18 1,-8-33-16,-34-35 16,-26-8-1,-34-9 1,-26 26-16,-51 17 16,-94 0-16,-102 51 15,-60 110 1,-60 128-1,51 35-15</inkml:trace>
  <inkml:trace contextRef="#ctx0" brushRef="#br0" timeOffset="26750.74">8748 9763 0,'0'0'0,"0"0"0,17 26 31,26 42-15,34 42-16,25 9 15,1-8 1,-9-26-16,42 25 16,18 10-1,8-27-15,26 1 16,34-1 0,34-8-16,17-17 15,34-8 1,9-35-16,51-25 15,25-8 1,-7-9-16,-1-17 16,17-9-1,17-8-15,9-17 16,8 0 0,-59-8-16,-9-18 15,-18-8 1,-58 0-16,-1-17 15,-26 8 1,-59 9-16,-43 26 16,-51 8-1,-34 25-15,-43 18 16,-8 8 0,-18 8-16,1 9 15,-35 0 1,-50 26-16,-52 16 15,-26 9 1,9 9-16,25-9 16,35-9-1,34-16-15,25-18 16,9 1 0,9-1-16,8-16 15,34-26 1,77-43-16,59-16 15,1-1 1,-17 18-16,-35 16 16,-16 1-1,-27 33-15,-33 9 16,-17 0 0,-1 17-16,-8 17 15,-17 43 1,-34 67-16,-51 60 15,-18-25 1,1-52-16,8-42 16,-17-17-1,51-34-15</inkml:trace>
  <inkml:trace contextRef="#ctx0" brushRef="#br0" timeOffset="27490.95">8492 10282 0,'0'0'0,"-17"0"0,-17 0 0,-9 8 0,1 1 15,-9-1-15,-26-8 0,0-17 16,9-34-16,8-51 0,60 102 0,-34-127 0,34-9 0,0 136 0,25-162 0,9 35 0,1 41 16,-10 27-16,1 25 15,-1 8 1,10 18-16,16 42 16,34 68-1,35 17 1,-1-8-1,69 50-15,68-16 16,17-52 0,51-42-16,43-25 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7:24.474"/>
    </inkml:context>
    <inkml:brush xml:id="br0">
      <inkml:brushProperty name="width" value="0.05292" units="cm"/>
      <inkml:brushProperty name="height" value="0.05292" units="cm"/>
      <inkml:brushProperty name="color" value="#FF0000"/>
    </inkml:brush>
  </inkml:definitions>
  <inkml:trace contextRef="#ctx0" brushRef="#br0">20714 7977 0,'0'-17'0,"0"9"15</inkml:trace>
  <inkml:trace contextRef="#ctx0" brushRef="#br0" timeOffset="543.14">20356 7416 0,'0'0'0,"0"0"15,-9 0 1,-25 8-16,-17 1 15,0 8 1,-18 0-16,-33 17 16,-43 34-1,-9 9-15,9 16 16,0 18 0,17-1-16,9 1 15,25-9 1,25-9-16,18 1 15,17-1 1,9 1 0,25 17-16,25-9 15,52 25 1,42-8-16,9-17 16,43-8-1,17-18-15,0-25 16,8-17-16,-8-17 15,-43-25 1,-17-18 0,0-33-16,-17-26 15,-17-34-15,-9-43 16,-34-42 0,-42-26-16,-35-16 15,-59 16 1,-86-8-1,-93 17 1,-44 76-16,-118 77 0,-78 77 16,43 118-1,94 35 1</inkml:trace>
  <inkml:trace contextRef="#ctx0" brushRef="#br0" timeOffset="7827.99">8185 8521 0,'0'0'16,"0"9"-16,0 8 15,0 0 1,0-9-16,9 1 16,-1-35-1,26-42-15,43-42 16,68 16-1,-8-8-15,8-25 16,60-18 0,-35 35-16,-8 25 15,103-26 1,-17-25-16,16-26 16,18 43-1,-9 9-15,77-18 16,-9 18-1,18 25-15,59 0 16,-51 25 0,-17 17-16,85 9 15,-59 0 1,-35 9-16,77 16 16,1 9-1,-27 0-15,9 9 16,9-1-1,-9 18-15,-51-1 16,-26-8 0,-33 26-16,-44 8 15,-68 17 1,-42 26-16,-9 8 16,-43 0-1,-25 0-15,-26-9 16,-17 1-1,-17-18-15,-8-25 16,-18-8 0,-17-1-16,9-16 15,0-18 1,8-8-16,-8-42 16,9 8-1</inkml:trace>
  <inkml:trace contextRef="#ctx0" brushRef="#br0" timeOffset="8121.43">17667 7059 0,'0'0'0,"0"0"16,0 0-16,-8 0 15,-1 17 1,1 25-16,-9 52 16,8 25-1,9-26-15,17-16 16,9-9-1,16-8-15,27-9 16,-9-17 0,8-17-16,43-34 15,51-34 1,-8-35-16,-44-24 16,-7 8-1,-35 25-15,-25 35 16,-35 8-1,-16 25 1</inkml:trace>
  <inkml:trace contextRef="#ctx0" brushRef="#br0" timeOffset="8827.84">8561 7629 0,'0'0'0,"0"0"31,0 0-31,-9 0 16,0 25 0,-16 26-1,-18 51-15,9 0 16,8-17-16,-8 0 16,9 0-1,8 0 1,0-17-16,17-25 15,0-1 1,8-16-16,9-1 16,26-8-1,51-17-15,42-25 16,44-9-16,41-9 16,95-16-1</inkml:trace>
  <inkml:trace contextRef="#ctx0" brushRef="#br0" timeOffset="11646.49">29941 14900 0,'0'0'0,"-26"0"0,-59 0 16,-86 0 0,-94 25-1,-85 18 1,-51 42-16,-8 8 16,33 1-1,35 0-15,33-9 16,69-17-1,69-26 1,76-16-16,51-18 16,18-8-16,25-17 15,17-51 1,25-42-16,18-9 16,0 16-1,-18 18-15,-16 34 16,-17 26-1,-1 8-15,-8 8 16,-17 9 0,-51 26-16,-35 42 15,1 8 1,8 9-16,0 18 16,26 7-1,25 18-15,35 16 16,85 35-1,110 33-15,129-7 16,171-1 0,-86-60-16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7:59.288"/>
    </inkml:context>
    <inkml:brush xml:id="br0">
      <inkml:brushProperty name="width" value="0.05292" units="cm"/>
      <inkml:brushProperty name="height" value="0.05292" units="cm"/>
      <inkml:brushProperty name="color" value="#FF0000"/>
    </inkml:brush>
  </inkml:definitions>
  <inkml:trace contextRef="#ctx0" brushRef="#br0">2834 4422 0,'0'0'0</inkml:trace>
  <inkml:trace contextRef="#ctx0" brushRef="#br0" timeOffset="811.26">3149 4414 0,'0'0'0,"0"0"0,0 0 16,0 0-1,0 0-15,0 0 16,0 0 0,-8 8-16,-26 18 15,-35 25 1,-7 8-16,-10 18 15,-33 8 1,-35 17-16,1-8 16,-1 16-1,-17 26-15,-8 17 16,17 0 0,34 0-16,25-8 15,35 8 1,0 43-16,34-1 15,42 18 1,18 25-16,42-8 16,17 25-1,-8-9-15,0-7 16,8 16 0,-25 0-16,-34-9 15,-35 1 1,-59 17-16,-17-9 15,-26-26 1,-17-7-16,0-44 16,8-16-1,9-35-15,26-42 16,17-17 0,25-34-16,9-8 15,17-18 1,0 1-16,17-1 15,0-8 1,17 0-16,25 0 16,35 9-1,43 16-15,42 35 16,0 42 0,-25 26-16,-18 59 15,-17 42 1,-42 35-16,-43 59 15,-77 85 1,-59 26-16,-86 76 16,-8 60-1,51-17-15,85-77 16,111-42 0,26-43-1,127-8-15,129 0 16,137-103-16,272-110 15,-298-144 1</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09:46.452"/>
    </inkml:context>
    <inkml:brush xml:id="br0">
      <inkml:brushProperty name="width" value="0.05292" units="cm"/>
      <inkml:brushProperty name="height" value="0.05292" units="cm"/>
      <inkml:brushProperty name="color" value="#FF0000"/>
    </inkml:brush>
  </inkml:definitions>
  <inkml:trace contextRef="#ctx0" brushRef="#br0">8108 3070 0,'-8'-8'0,"-1"-1"16,-8 9-16,-9 0 15,1 0-15,-1 0 16,-16 0 0,-18-8-1,17 8 1,18 0-16,-1 0 16,-42 17-1,-35 8-15,-8 26 16,0-8-1,26-1-15,8 1 16,-17 8 0,0 0-1,9 17-15,-9 0 16,17 0 0,18-9-16,-1 18 15,0-1 1,-17 27-16,-8 16 15,8 0 1,17-9-16,1-8 16,-1 26-1,17-1-15,18-8 16,8 9 0,-1-9-16,10 0 15,8-17 1,17-17-16,9-17 15,16 0-15,18 0 16,17 0 0,8 9-1,1-9-15,16 0 16,17 0 0,9-8-16,-8-18 15,8-8 1,17 0-16,17-8 15,9-9 1,17 0-16,-9 0 16,17-9-1,1 1-15,-27 8 16,35 0 0,34 0-16,-43-9 15,1 1 1,16-1-16,0-8 15,9 17 1,-34 0-16,0 9 16,51-1-1,-17 1-15,0-18 16,-17 1 0,8-18-16,26 1 15,-26-1 1,1 1-16,-27 8 15,10 8 1,33 1-16,-25-1 16,0 1-1,25-1-15,-16-16 16,8-1 0,-26-8-16,0 9 15,26-1 1,-17 9-16,0 0 15,-17-8 1,16-1-16,18-8 16,-60 9-1,9 8-15,17-9 16,-43 9 0,0 0-16,0 0 15,-17 0 1,-17 0-16,-26-8 15,9-1 1,17 1-16,-8-1 16,-26-16-1,8-9-15,-8-9 16,0-8 0,-1-8-16,1-1 15,0-16 1,-9-9-16,-8-26 15,-17 9 1,-1 0-16,1 0 16,-9 0-1,0-17-15,-8 0 16,-18 17 0,1 17-16,-18-18 15,1-24 1,-18 8-16,-8 8 15,-8 9 1,-27-17-16,1-8 16,-34-1-1,-18 17-15,1 18 16,-27-9 0,-33-26-16,-9 9 15,-33 26 1,-18 16-16,-26 18 15,-17 16-15,-25 18 16,-17 8 0,-9 0-1,-60 8-15,26 9 16,-25 0 0,-52 17-16,-17 9 15,-34-1 1,-17-8-16,0-17 15,17 0 1,-43-8-16,-25 8 16,-26 0-1,0 17 1,-34 34-16,-77 51 16,-85 76-1,42 43-15,-8 52 16,333-103-16</inkml:trace>
  <inkml:trace contextRef="#ctx0" brushRef="#br0" timeOffset="3265.51">19630 3036 0,'0'0'16,"0"0"-16,0 0 16,0 0-16,-8 0 15,-1 9 1,1-9 0,-1 8-16,-8 1 15,-8 8 1,-10 0-16,-7 8 15,-9 9-15,8-8 16,0 8 0,-17 17-1,1 8-15,7 1 16,18-9 0,-8 8-16,-1 35 15,-8 8 1,-9 17-16,9 17 15,0-8 1,16-18-16,10 1 16,-1 8-1,-8 8-15,17-16 16,0-9 0,0 0-16,17 0 15,0 0 1,17-8-16,17-18 15,0-16 1,17-1-16,1 1 16,16-1-1,0-16-15,9 8 16,0 8 0,8-8-16,9-8 15,9 0 1,-1-9-16,0-9 15,18 1 1,-1-1-16,9 1 16,17-9-1,-8 8-15,34-8 16,17-8 0,-9-1-16,26 1 15,-1-9 1,-7 8-16,8-8 15,-9 0 1,9 0-16,0 0 16,-1 0-1,27-8-15,-1 8 16,9-9 0,9 1-16,-1-1 15,-8 9 1,-8 0-16,16 0 15,-8 0 1,-8-8-16,-9 8 16,-9-9-1,-8-8-15,-9 0 16,-8-8 0,-17-18-16,-9 1 15,-17-18 1,8-8-16,1-26 15,-26 9 1,-17 0-16,-17 9 16,-9-9-1,1-17-15,-18 0 16,-25 0 0,-18 0-16,-8-18 15,-17-16 1,-34 9-16,-26 8 15,9 17 1,-26-17-16,-8-17 16,-43 8-1,-17 26-15,0 17 16,-77 0 0,-34-9-16,-26-16 15,-8 16 1,0 18-16,-77 16 15,8 18 1,-85 16-16,-33 9 16,-10 17-1,-42 17-15,-17 9 16,-18 33 0,-50 35-1,-60 33-15,-78 43 16,334-76-16</inkml:trace>
  <inkml:trace contextRef="#ctx0" brushRef="#br0" timeOffset="8480.94">18649 1726 0,'0'0'0,"0"0"0,-9-8 15,1-1 1,-1 1-1,1-18-15,-9 1 16,8-18 0,1 1-16,-1-9 15,1 0 1,-1 8 0,0 9-16,9 17 15,0 0-15,0 9 16,0-1-1,0 9-15,0 0 16,0 0 0,0 0-16,0 0 15,0 0 1,0 0-16,0 0 16,-8 9-1,-1 33-15,-8 52 16,0 8-1,0 34-15,9 34 16,-9-17 0,-9-17-16,0 43 15,1-9 1,-1-17-16,1 17 16,7 9-1,1-69-15,9-59 16,-1-8-1,-8-18-15,9-8 16,-9-8 0,8-1-16,1-16 15,-18-9 1,-17-34-16,9-9 16,0 9-1,17 17 1,8 17-16,1 9 15,-1 8-15,1 0 16,-9 0 0,-9 17-1,1 8-15,-1 9 16,0 9 0,-8-1-16,17-8 15,9 0-15,8 0 16,8 17-1,9-8 1,9-18-16,8-8 16,51-17-1,69-34-15,8-34 16,17-34 0,35-59-16,59-60 15</inkml:trace>
  <inkml:trace contextRef="#ctx0" brushRef="#br0" timeOffset="23791.67">5573 9908 0,'0'0'0,"0"0"0,0 0 0,0 0 31,0 0-31,0 0 0,0-9 31,0-8-15,34-76-16,43-120 16,51-34-16,26-8 0,8-17 31,34 8-16,-8 9-15,0 17 16,-9 17 0,-51 43-16,-17 16 15,-26 17 1,-33 43-16,-18 26 16,-9 16-1,-16 18-15,-18 16 16,-16 9-1,-78 43-15,-50 25 16,-9 17 0,25 8-16,26 9 15,26-8 1,16-18-16,35-16 16,17-18-1,0-16-15,17-1 16,9-16-1,50-26-15,61-60 16,34-25 0,-9 0-16,0 9 15,0 8 1,-26 25-16,-25 35 16,-25 16-1,-10 18-15,1 33 16,-9 43-1,-17 68-15,-8 68 16,-17 9 0,-1 68-16</inkml:trace>
  <inkml:trace contextRef="#ctx0" brushRef="#br0" timeOffset="25725.55">27303 9806 0,'-8'-9'0,"-18"-16"0,-34-35 16,-25-50-1,-26-35 1,-8-25-16,-26-26 16,8-8-1,52 9-15,8 33 16,17 17 0,17 9-16,9 43 15,9 16 1,-1 18-16,-8 25 15,-9 17 1,-8 42-16,-26 60 16,0 94-1,9 42-15,34-17 16,17-25 0,17-43-16,0-43 15,0-42 1,0-8-16,0-18 15,0-16 1,0-1-16,0-16 16,17-35-1,0-25-15,0-51 16,0-42 0,-17 16-16,9 17 15,-1 18 1,1-1-16,-1 26 15,9 43 1,9 8-16,17 8 16,33 26-1,27 43-15,110 42 16,35 17 0,33 17-16,78 17 15</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10:37.608"/>
    </inkml:context>
    <inkml:brush xml:id="br0">
      <inkml:brushProperty name="width" value="0.05292" units="cm"/>
      <inkml:brushProperty name="height" value="0.05292" units="cm"/>
      <inkml:brushProperty name="color" value="#FF0000"/>
    </inkml:brush>
  </inkml:definitions>
  <inkml:trace contextRef="#ctx0" brushRef="#br0">20381 1905 0,'0'0'0,"-8"17"0,-1 34 16,-16 43 0,-26 42-1,-18 110-15,27-16 0,-27 17 16,1-35 0,34-144-16,0-8 15,0-26 1,8-17-16,0-9 15,9-8 1</inkml:trace>
  <inkml:trace contextRef="#ctx0" brushRef="#br0" timeOffset="249.56">19528 2152 0,'0'0'0,"60"0"15,102 8-15,9-16 16,-35-1 0,9-8-16,26-17 15,-35-8 1,-16 16-16,25-16 15,9-9 1,136-60-16</inkml:trace>
  <inkml:trace contextRef="#ctx0" brushRef="#br0" timeOffset="599.54">21875 1658 0,'-8'0'0,"-27"34"16,-50 43-1,-43 59 1,-43 60-16,9 59 16,51-9-1,43-16-15,42-17 16,35-94 0,25-43-16,9-25 15,51-25-15,93-18 16,138 9-1</inkml:trace>
  <inkml:trace contextRef="#ctx0" brushRef="#br0" timeOffset="1040.79">22234 2313 0,'0'0'0,"-9"60"32,-17 76-17,1 17 1,-1-34-16,1-34 16,8-34-16,-1-17 15,10-8 1,8-18-16,0 1 15,8-18 1,27-8-16,41-42 16,18-18-1,9-8-15,-18 8 16,-17 18 0,-25 16-1,0 26-15,-9 9 16,0 16-16,-8 52 15,-9 59 1,-17 43-16,-17-18 16,-1-50-16,1-43 31,17-34-31</inkml:trace>
  <inkml:trace contextRef="#ctx0" brushRef="#br0" timeOffset="1292.73">23727 1879 0,'0'9'0,"17"59"16,-8 145-1,-18 25 1,-25-26-16,-34-16 15,-18-43 1,-16 0-16,-9-17 16,0-25-1,-8-35-15,67-42 16</inkml:trace>
  <inkml:trace contextRef="#ctx0" brushRef="#br0" timeOffset="1618.57">24504 2449 0,'8'0'0,"61"0"15,42 0 1,-9 0-16,-25-8 16,-26-9-1,17-9-15,-8-8 16,-17 0-1,-26 17-15,-17 9 16</inkml:trace>
  <inkml:trace contextRef="#ctx0" brushRef="#br0" timeOffset="1825.02">24120 3019 0,'0'0'0,"8"17"16,52 34-16,42 0 15,18-25 1,-1-26-16,18-34 16,0-34-1,-78 34-15</inkml:trace>
  <inkml:trace contextRef="#ctx0" brushRef="#br0" timeOffset="2366.53">25861 2432 0,'0'0'0,"0"9"0,17 50 15,9 43 1,-35 34-1,-34 9-15,-33 8 16,-18-25 0,-9-18-16,18-42 15,17-34 1,16-17-16,1-17 16,17-17-1,17-17-15,0-17 16,17-17-1,17 0-15,0 26 16,0 8 0,17 17-16,17 17 15,18 25 1,8 18-16,8 8 16,0 0-1,-8-17-15,0-17 16,-17-9-1,-9-25-15,-26 9 16</inkml:trace>
  <inkml:trace contextRef="#ctx0" brushRef="#br0" timeOffset="2674.6">26851 1973 0,'0'0'0,"26"9"0,16 33 16,1 43 0,-17 17-1,-35 43-15,-42 50 16,-26 18-1,-8 17-15,33-18 16,1 18 0,0-35-16,17-110 15,0-51 1,25-17-16</inkml:trace>
  <inkml:trace contextRef="#ctx0" brushRef="#br0" timeOffset="2962.51">26424 1990 0,'9'0'0,"68"26"16,76 8 0,43-17-1,-25-9-15,0-8 16,8-17 0,-8-8-16,-9-9 15,17-34-15,103-69 16</inkml:trace>
  <inkml:trace contextRef="#ctx0" brushRef="#br0" timeOffset="3405.21">28490 1999 0,'0'0'0,"-9"8"0,-42 60 15,-52 51 1,-25 43 0,-17 33-16,-8 26 15,16-16 1,26-10-16,17 18 15,26-1 1,25-42-16,35-8 16,33-17-1,1-77-15</inkml:trace>
  <inkml:trace contextRef="#ctx0" brushRef="#br0" timeOffset="3881.35">29164 2033 0,'0'0'0,"26"-9"0,59 1 31,43 8-31,-9 0 16,-16 0-16,-18 0 15,-34 0 1,1 17-16,-18-9 15,-34 18 1,-26 59-16,-59 51 16,-26 25-1,-17 1-15,8-9 16,35-25 0,8-26-16,26-17 15,25-17 1,9-26-16,9 1 15,8-9 1,0-17-16,8-9 16</inkml:trace>
  <inkml:trace contextRef="#ctx0" brushRef="#br0" timeOffset="4055">28968 4176 0,'0'0'0,"-9"17"0,-8 34 16,0-26 0</inkml:trace>
  <inkml:trace contextRef="#ctx0" brushRef="#br0" timeOffset="4688.59">30743 1514 0,'0'8'0,"8"43"16,18 34-1,25 26-15,0-1 16,18 18 0,8 25-1,8 9-15,-8 25 16,-26 8-1,-51 27-15,-77 33 16,-68 42-16,-68 1 16,-9-26-1,17-59 1,-9-18-16,78-8 16,-18 94-1</inkml:trace>
  <inkml:trace contextRef="#ctx0" brushRef="#br0" timeOffset="5249.63">31818 3104 0,'0'0'0,"0"9"0,-8 59 15,-18 76-15,-34 35 32,-8 8-17,8-25-15,26-35 16,0-33-1,0-35-15,-9-25 16,26-17 0</inkml:trace>
  <inkml:trace contextRef="#ctx0" brushRef="#br0" timeOffset="5460.91">31042 3665 0,'0'0'0,"0"0"0,42 17 16,86 9-1,17-1 1,-17-8 0,18 9-16,7-26 15,-42-17 1,-68 8-16</inkml:trace>
  <inkml:trace contextRef="#ctx0" brushRef="#br0" timeOffset="5924.94">32638 2985 0,'0'9'0,"0"42"15,0 51 1,0 8 0,-9-8-1,1 0-15,-18 0 16,-8 0-1,0-17-15,8-25 16,9-26 0,8-8-16,9-18 15,0 1 1,18-26-16,33-34 16,68-77-1,52-42-15,-17 17 16,-9 42-1,-26 43-15,-25 43 16,-9 25 0,-8 68-16,-51 76 15,-35 60 1,-50 137 0</inkml:trace>
  <inkml:trace contextRef="#ctx0" brushRef="#br0" timeOffset="7817.65">27960 4142 0,'0'0'0,"0"-9"15,18 1-15,-1-18 16,8 1 0,-8 16-16,-17 9 15,0 0 1,0 17-16,0 17 15,0 26 1,9 42-16,-18 34 16,-8 0-1,0-34 1,0-17-16,17-17 16,0-17-1,0-8-15,9-9 16,8 0-1,25 0-15,61 8 16,33-8 0,-16-17-16,25-17 31,9-17-31,-18 0 0,-8 0 16,-8 17-1,8 0-15,-17 0 16,-52 17-1,1 0-15,-26 0 16,-8-8 0,-9-1-16,-9 1 15,1-9 1,8-17-16,17-60 16,-17 26-16</inkml:trace>
  <inkml:trace contextRef="#ctx0" brushRef="#br0" timeOffset="22391.53">6845 7901 0,'0'0'0,"0"0"15,0 0 1,17 17-1,0 25-15,9 43 16,-1 43 0,-16 33-1,-9 1-15,-9-9 16,-8 0-16,0-17 16,0-34-1,9-34-15,8-17 16,8-8-1,9-18-15,17-8 16,9-8 0,34-1-16,8-16 15,9 8 1,0-9-16,34 1 16,26-1-1,16 9-15,35-17 16,17 0-1,-9 0-15,18 0 16,-1 0 0,9 9-16,0-1 15,17-8 1,26 9-16,17-9 16,8-17-1,9-9-15,8-8 16,9 0-1,25 0-15,-8 9 16,-8 16 0,8 9-1,-26 9-15,26 8 16,-17 0-16,-26 8 16,0-8-1,-25 0-15,-17 9 16,-26 8-1,-69-9-15,-42 9 16,-17-8 0,-17-1-16,-26 1 15,-8-9 1,-9-9 0,-8 1-16,-17-18 15,-1-8 1,1-34-16,8-34 0,0-34 15,9-43 1,25-33 0,52-103-16</inkml:trace>
  <inkml:trace contextRef="#ctx0" brushRef="#br0" timeOffset="25712.48">17138 8071 0,'0'0'0,"0"0"15,0 8-15,0 9 16,9 0 0,-1 17-1,1 0-15,-1 34 16,1 26-1,-9 8 1,0-26-16,0-16 16,0 8-16,17 0 15,0-8 1,26 8-16,8-9 16,26 1-1,42-26-15,60-17 16,52-26-1,42-33-15,26-1 16,-9 1 0,60 8-16,51 0 15,-26 8 1,61 9-16,16 17 16,-25 9-1,8-1-15,-34 18 16,-8 8-1,17 0-15,-26 0 16,-34-9 0,-43 1-16,-34-1 15,-43 1 1,-50-9-16,-44 0 16,-25-9-1,-34 1-15,-26-1 16,-25 1-1,-1-9-15,-16 0 16,8-9 0,-8-25-16,-18-17 15,-8-34 1,-26-34 0,-8-17-16,0 17 15,8-9-15,-59-135 16</inkml:trace>
  <inkml:trace contextRef="#ctx0" brushRef="#br0" timeOffset="35945.44">9337 14798 0,'0'0'0,"0"0"0,26 8 0,42 9 31,60 17-15,17 9-16,17 8 15,52-9 1,8 1-16,34-26 16,-26-9-1,-25-8-15,0 0 16,-43 0 0,-34 9-16,-68-1 15</inkml:trace>
  <inkml:trace contextRef="#ctx0" brushRef="#br0" timeOffset="36267.89">11002 14670 0,'0'0'0,"0"0"0,8 0 0,26 17 31,52 17-31,25 17 16,17 17-1,8 0-15,-8 9 16,-17-9 0,-26-17-16,-33-9 15,-27-8 1,-25 0-16,-68 60 15,-94 42 1,-34-17-16,-18-25 16,-93 8-1</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11:35.539"/>
    </inkml:context>
    <inkml:brush xml:id="br0">
      <inkml:brushProperty name="width" value="0.05292" units="cm"/>
      <inkml:brushProperty name="height" value="0.05292" units="cm"/>
      <inkml:brushProperty name="color" value="#FF0000"/>
    </inkml:brush>
  </inkml:definitions>
  <inkml:trace contextRef="#ctx0" brushRef="#br0">6623 9738 0,'0'0'0,"0"0"15,0-9-15,0 1 16,-8-1 0,-18-16-16,-34-9 15,-68 17 1,9 17-16,16 25 16,-42 9-1,-34 34-15,0 43 16,25 25-1,-42 34-15,25 42 16,26 27 0,17 7-16,51-33 15,52-52 1,42 9-16,34 9 16,0-60-1,34-34-15,78 26 16,-1-26-1,17-26-15,68-25 16,-16-68 0,25-34-16,-9-17 15,10-102 1,-36-8-16,-118 58 16,-26-41-1,-9 8-15,-42-9 16,-44-16-1,-7 8-15,-60-1 16,-78-7 0,-76 33-16,-76 35 15,-121 84 1,-101 128-16,135 34 16</inkml:trace>
  <inkml:trace contextRef="#ctx0" brushRef="#br0" timeOffset="3345.97">8928 9040 0,'0'0'0,"0"0"0,0 0 16,0 17-1,-9 26-15,-25 50 16,-17 52-1,-18 33-15,18 18 16,17 25-16,17 0 16,8 34-1,9-33-15,18-61 16,7 9 0,1-42-16,-1-35 15,9-33 1,1-18-1,-1 1-15,25-1 16,10 1 0,33-9-16,35-8 15,33-1 1,18-16-16,34-9 16,9-9-16,16 1 15,9-1 1,26 1-16,34 8 15,25 8 1,35 9-16,8 17 16,17 9-1,25 8 1,10 0-16,25 0 16,8 0-1,-8-17-15,0 0 16,25 17-1,26-9-15,1 1 16,-1 8 0,17 0-16,17 0 15,0-9 1,9-16-16,8-9 16,-16-9-1,-10-8-15,10-8 16,-18-9-1,0 0-15,-26 0 16,-33 0 0,-1 8-16,-76 18 15,-26 8 1,-17 8-16,-86 1 16,-33 8-1,-52-9-15,-68 1 16,-51-18-1,-26 1-15,-9-1 16,-16 1 0,0-9-16,-1 0 15,-8-17 1,9-26-16,-9-84 16,0-69-1,-9-59-15,9-26 16,9 1-16,8-1 15,8 18 1,9 16 0,1 51-16,-1-8 15,-9 34 1,-8 60-16,-8 33 16,-1 9-1,-16 17-15,-1 17 16,1 0-1,-18 8-15,-16 1 16,-1-9 0,-25 8-16,-26 9 15,-51 9 1,-154 25-16,-111 17 16,43-17-1,9-9-15,-26-8 16,-52 0-1,10 0-15,16 0 16,-25 9 0,-9-18-16,-8 1 15,33-18 1,-42-16-16,-51 16 16,0 9-1,-25-8-15,16-9 16,-17 8-1,9 9-15,17-8 16,-26 8 0,-34 8-16,-25 26 15,-26 17 1,-51 26-16,-9 25 16,43 8-1,0-25-15,51-8 16,25 8-1,18 0-15,34-8 16,9-1 0,101 9-16</inkml:trace>
  <inkml:trace contextRef="#ctx0" brushRef="#br0" timeOffset="26039.79">11164 15682 0,'0'0'0,"0"0"0,0 0 15,0 0-15,0 0 32,0 0-32,0 0 15,0 0 1,0 9-16,0-1 16,17 9-1,43 17-15,42 26 16,69 16-1,59 26-15,9 0 16,0 9 0,-17-17-16,8-1 15,-16-8 1,-18-25-16,-34-9 16,-34-17-1,-25-17-15,-52-17 16,-34 0-1</inkml:trace>
  <inkml:trace contextRef="#ctx0" brushRef="#br0" timeOffset="26337.69">12811 16090 0,'0'0'0,"0"0"0,0 0 0,43 9 0,33 16 0,35 18 0,17 25 15,-8-8-15,-9 8 0,-17 0 0,-35 0 0,-16 17 0,-26 8 0,-51 9 0,-94 34 0,-111 0 16,-94-25 0,-25 8-16</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7T17:24:00.296"/>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ink/ink2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12:07.058"/>
    </inkml:context>
    <inkml:brush xml:id="br0">
      <inkml:brushProperty name="width" value="0.05292" units="cm"/>
      <inkml:brushProperty name="height" value="0.05292" units="cm"/>
      <inkml:brushProperty name="color" value="#FF0000"/>
    </inkml:brush>
  </inkml:definitions>
  <inkml:trace contextRef="#ctx0" brushRef="#br0">2825 7373 0,'0'0'0,"0"0"0,0 0 16,0 0 0,17 0-1,51-8-15,60-1 16,-8 1-16,51-18 16,76-8-16,-25 9 31,0-1-31,-34 1 0,-9-1 15,26 9 1,-69-8 0,-50 8-16,-44 0 15,-16 0-15,-9 8 16,-8 9 0</inkml:trace>
  <inkml:trace contextRef="#ctx0" brushRef="#br0" timeOffset="321.18">4583 6872 0,'0'0'0,"0"0"0,0 0 16,0-9-16,17 1 15,35 8 1,33 0-1,0 0-15,-8 0 16,34 8 0,-9 1-16,-33-1 15,-27 1-15,-16-1 16,0 1 0,-18-9-1,1 0-15,-1 8 16,-8 9-1,-51 34-15,-111 85 16,-111 85 0,42-42-16,180-128 15</inkml:trace>
  <inkml:trace contextRef="#ctx0" brushRef="#br0" timeOffset="1903.32">10165 6021 0,'0'0'0,"-17"-8"0,-34-1 15,-9 9-15,0 0 16,-16 0 15,-18 9-31,0 8 16,-17 8-1,17 18-15,9 42 16,-18 42 0,18 26-16,34 17 15,59 1-15,35-44 16,59-8-1,95-8 1,7-43-16,35-51 16,-17-43-1,-43-33-15,1-35 16,-35-33-16,-60-35 16,-51-34-1,-76-42-15,-95 17 16,-85-42-1</inkml:trace>
  <inkml:trace contextRef="#ctx0" brushRef="#br0" timeOffset="5315.97">2851 9397 0,'0'0'0,"25"17"0,44-8 16,50-1-1,9 1-15,51-35 16,52-8 0,16 0-16,18-8 15,-26 16 1,-9-8-16,-59 17 15,-43 9 1,0-9-16,-51 0 16,-43 8-1</inkml:trace>
  <inkml:trace contextRef="#ctx0" brushRef="#br0" timeOffset="5649.09">4395 8802 0,'0'0'0,"0"0"15,0 0 1,35 17 0,33 17-16,26 0 15,34 17 1,-26-17-16,-8 9 15,26-1 1,-9 1-16,-26-1 16,-17-8-1,-34-8-15,-25-1 16,-18 18 0,-59 33-16,-26 1 15,-17-1 1,-59 10-16,-104 58 15</inkml:trace>
  <inkml:trace contextRef="#ctx0" brushRef="#br0" timeOffset="9081.29">10336 8122 0,'0'0'0,"-9"0"0,1-9 0,-18 1 31,-17 8-31,1-9 15,-18 1 1,-34-1-16,-17 18 16,0 16-1,-17 35-15,-8 33 16,16 43 0,26 17-16,9 26 15,17 25 1,34-42-16,51-9 15,34 0 1,51-25-16,69-18 16,59-50-1,61-52-15,-10-50 16,-16-52 0,-43-34-16,-52-8 15,-33-17 1,-52 0-16,-42-8 15,-60-1 1,-68 9-16,-137 0 16,-265 17-1,77 68-15</inkml:trace>
  <inkml:trace contextRef="#ctx0" brushRef="#br0" timeOffset="10728.92">3371 11626 0,'0'0'0,"0"0"16,0 0-16,0 0 16,26-9-1,17 1 1,16-1-16,35-16 16,9 8-1,16-9-15,52 9 16,-9 9-1,-60 8-15,9-9 16,34 1 0,1-1-16,-27-8 15,-51 0 1,-25 0-16,-26 17 16</inkml:trace>
  <inkml:trace contextRef="#ctx0" brushRef="#br0" timeOffset="11045.35">4506 11005 0,'0'0'0,"9"-9"0,17-16 31,25 8-31,-9 0 16,1 0 0,-17 17-16,-1 0 15,1 0 1,-18 0-16,1 25 16,-35 60-1,-67 68-15,-10 17 16,-8 1-1,-8-18-15,59-85 16</inkml:trace>
  <inkml:trace contextRef="#ctx0" brushRef="#br0" timeOffset="12934.4">9994 10086 0,'0'0'0,"0"0"0,-8 0 16,-9 0-16,-34 26 15,-35 25 1,-33 34 0,-18 34-16,-8 17 15,26 9-15,33-9 16,18 8 0,25 9-1,43 34-15,34 43 16,35-34-1,50-43-15,78-26 16,59-42-16,68-76 16,9-60-1,-35-17-15,-33-17 16,-17-34 0,-1-26-16,-59 1 15,-60 24 1,-51 18-1,-52 9-15,-50-18 16,-95-25 0,-153-59-16</inkml:trace>
  <inkml:trace contextRef="#ctx0" brushRef="#br0" timeOffset="16299.21">20885 8122 0,'0'0'0,"0"0"0,0 0 15,0 8 1,0 18 0,0 16-16,-9 35 15,9 42 1,-8 17-1,8 17-15,0 26 16,0-35-16,8-33 16,10-1-1,-1-25-15,0-17 16,17-17 0,9-17-16,42-8 15,43-18 1,34-25-16,51-25 15,26-18 1,17 1 0,0-9-16,18 0 15,-1 8-15,-17 18 16,8 8 0,-16 17-16,-1 0 15,-16 25 1,-1 9-16,-16 9 15,-35-1 1,-17 1-16,-60-1 16,-50-16-1,-27-1-15,1 1 16,-18-9 0,1 0-1,-1-9-15,1-25 16,0-25-1,-9-77-15,-43-111 16,-34-102 0</inkml:trace>
  <inkml:trace contextRef="#ctx0" brushRef="#br0" timeOffset="24524.48">25485 8496 0,'0'0'0,"0"0"0,0 0 16,0 0 0,0 0-1,-8 0-15,-1 25 16,-8 44-1,-17 41-15,-26 43 16,9-17 0,17-59-16,17-35 15,8-16 1,9-1-16,0-16 16,0-1-1,26 1-15,42-9 16,52-26-1,42-16-15,34-18 16,9-8 0,8 9-16,9 16 15,0 18 1,-25 16-16,-1 9 16,-17 17-1,-34 0 1,-8 0-16,-43 9 15,-35-1-15,-24-16 16,-10-1 0,-16 1-16,-1-18 15,1-16 1,-26-86-16,-17-84 16,-9-52-1,17-25 1,26-9-16,17-68 15</inkml:trace>
  <inkml:trace contextRef="#ctx0" brushRef="#br0" timeOffset="28883.54">28276 6021 0,'0'0'0,"0"0"0,-8 0 15,-1 0 1,9 0 0,-8 0-16,-1 0 15,1 26 1,-18 25-16,9 34 15,0 34 1,17 8-16,0 35 16,0 25-1,0-51-15,8 0 16,18 9 0,8-18-16,-8-16 15,-18-18 1,1 10-16,-1 16 15,-8 0 1,0-34-16,0-26 16,0-16-1,17-1-15,9-8 16,34 17 0,34-8-16,8-1 15,52-8 1,51-8-16,-9 8 15,51 8 1,26 9-16,9 0 16,17 9-16,-9 17 15,-8-1 1,-9-8 0,-43 9-16,-33-9 15,-35-17 1,-60-9-16,-42-16 15,-26-18 1,-8 1-16,-18-1 16,1 1-1,-1-18-15,9-16 16,17-60 0,26-60-16,17-67 15,0-18 1,8-8-16,-8 0 15,0 17 1,0 16-16,-9 10 16,-17 25-1,-17 25-15,0 9 16,-8 26 0,-17 24-16,-9 35 15,-9 17 1,0 0-16,-8 0 15,-25-8 1,-61-1-16,-127-8 16,-77 0-1,-146 9-15,-170-18 16,-145 26 0,-68 9-16,-103 16 15,410 18 1</inkml:trace>
  <inkml:trace contextRef="#ctx0" brushRef="#br0" timeOffset="31587.29">25007 11634 0,'0'0'0,"26"0"0,76-8 16,61 8-1,50 0 1,26-9-16,-26-8 15,18-8 1,-9-1-16,-18 18 16,-24 8-1,-69 0-15,-52 8 16,-33 1 0,-17-9-16,-61 0 15,-161 17 1,-171-9-16,-51-8 15,76 0 1,52 0-16,34 9 16,76-1-1,69 1-15,69-9 16,33 0 0,26 8-16,43 18 15,119 50 1,128 43-16,60 17 15,26-8 1,16 8-16,35 34 16,-17 0-1,-43-68-15,0-17 16</inkml:trace>
</inkml:ink>
</file>

<file path=ppt/ink/ink2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13:27.17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2509 2917 0,'0'0'0,"-8"0"16,-1 9-16,-8 8 15,0 0 1,9-9-1,-1 18-15,-8 8 16,0 25 0,0 26-16,0 9 15,8 8 1,26 0-16,0-26 16,17 1-1,1-18-15,16-16 16,17-1-1,26-16-15,34 0 16,26-1 0,8 1-16,43-1 15,25 1 1,26-9-16,17 0 16,69-17-1,76 0-15,9 0 16,33-26-1,44-8-15,17 0 16,-18 9 0,-42 16-1,-17-8-15,17 17 16,-9 0-16,-51 9 16,-68 8-1,-60 8 1,-59-16-16,-69-1 15,-77 1-15,-34-1 16,-17 1 0,-8-18-16,-9-25 15,-17-34 1,-9-77 0,-25-110-16,-9-93 15</inkml:trace>
  <inkml:trace contextRef="#ctx0" brushRef="#br0" timeOffset="13355.65">7169 8309 0,'0'0'0,"0"8"0,34 35 31,86 16-31,17-42 15,42-42 1,94-26-16,77-26 16,25 9-1,27 34-15,84 26 16,-85 8 0</inkml:trace>
  <inkml:trace contextRef="#ctx0" brushRef="#br0" timeOffset="25638.87">14381 2143 0,'0'0'0,"0"26"0,9 59 16,-1 59-1,-8 1 1,-17-9-16,-8 17 15,8-8-15,8-52 16,-8-25 0,0-25-16,0-9 15,8-9 1,1-16-16,8-1 16</inkml:trace>
  <inkml:trace contextRef="#ctx0" brushRef="#br0" timeOffset="25894.84">13511 1922 0,'0'0'0,"0"0"16,17 17-1,17 17-15,34 26 16,43-9 0,43-17-1,0-17-15,-9-17 16,0-26 0,0-8-16,8-17 15,10-51-15,93-85 16</inkml:trace>
  <inkml:trace contextRef="#ctx0" brushRef="#br0" timeOffset="26280.87">15593 1624 0,'0'0'0,"-8"0"0,-1 17 15,-33 17 1,-27 51-1,-33 86 1,8 16-16,9 17 16,16 17-1,44-17-15,33-17 16,26-42 0,1-60-16,7-34 15,35-9 1,34-25-16,-43-17 15</inkml:trace>
  <inkml:trace contextRef="#ctx0" brushRef="#br0" timeOffset="26981">16438 2177 0,'0'0'0,"-8"17"0,-18 51 15,-8 34 1,0-8-16,0-9 16,8-17-1,9-9-15,0-25 16,8-17 0,9-8-16,0-1 15,9-25 1,17-42-16,42-43 15,17-26 1,26 1-16,-8 16 16,-18 43-1,-8 17 1,0 17-16,-18 17 16,1 17-16,0 26 15,-9 25 1,9 42-16,-18 43 15,-16 0 1,-17-34-16,-1-42 16,-8-18-1,-8-16-15,-1-9 16,9-9 0</inkml:trace>
  <inkml:trace contextRef="#ctx0" brushRef="#br0" timeOffset="27276.25">18239 1641 0,'9'17'0,"25"43"16,17 42-16,0 26 16,-34-1-1,-17-8-15,-42 9 16,-35 16 0,-26 18-16,1-18 15,25-41 1,43-61-16</inkml:trace>
  <inkml:trace contextRef="#ctx0" brushRef="#br0" timeOffset="27597.87">19255 2084 0,'0'0'0,"51"0"0,43 8 16,8-16-16,18-1 15,-9-8 1,-9-8-16,-16 8 16,-27 0-1,-16 8-15,-26 1 16</inkml:trace>
  <inkml:trace contextRef="#ctx0" brushRef="#br0" timeOffset="27815.91">19016 2653 0,'8'0'0,"78"34"0,102-8 15,33-18 1,1-16-1,-51-26-15,-51-34 16,-52 34 0</inkml:trace>
  <inkml:trace contextRef="#ctx0" brushRef="#br0" timeOffset="28297.92">21559 1565 0,'0'0'0,"0"0"0,0 0 16,0 25-1,-8 9 1,-1 17-16,-8 17 16,-8 26-1,-10 8-15,10-8 16,8-18-1,0-16-15,8-9 16,1 0 0,-1 25-16,-8 18 15,-9-1 1,9-8-16,0-34 16,9-17-1,8-17-15,0-17 16,-9-17-1,1-34-15,8 26 16</inkml:trace>
  <inkml:trace contextRef="#ctx0" brushRef="#br0" timeOffset="28962.4">20074 1811 0,'0'0'0,"0"0"16,26 17-16,25 0 15,17 0 1,1 9-16,-1 8 16,0 0-1,9 17-15,-17 17 16,-9 26-1,-25 33-15,-35 18 16,-25 8 0,-17-9-16,-9-33 15,-17-26 1,17-25-16,18-35 16,7-16-1,1-1-15,9-16 16,8-9-1,8 0-15,9-9 16,9 1 0,8-1-16,17 9 15,17 0 1,0 17-16,18 0 16,-1 17-1,0 9-15,-8 8 16,25-9-1,1-8-15,7-25 16,10-26 0,-43 8-16</inkml:trace>
  <inkml:trace contextRef="#ctx0" brushRef="#br0" timeOffset="29316.4">20723 1352 0,'0'9'0,"34"25"16,43 25 0,25 9-16,9-34 15,26-17-15,42-25 16,-17-43-1,17-17 1,-8-9-16,-103 43 16</inkml:trace>
  <inkml:trace contextRef="#ctx0" brushRef="#br0" timeOffset="29720.59">22814 1233 0,'-9'0'0,"-33"43"0,-69 67 15,-51 103 1,-26 67 0,-8 18-16,50-9 15,70-68 1,33-59-16,43-17 15,26-35 1,33-33-16,44-26 16,-44-26-1</inkml:trace>
  <inkml:trace contextRef="#ctx0" brushRef="#br0" timeOffset="30211.64">23488 1531 0,'0'0'0,"-8"17"31,-27 51-31,1 25 16,0-16-1,17-1-15,0-24 16,0-10 0,17-16-16,0-9 15,0-9 1,26 1-16,33-18 15,61-42-15,25-17 16,9-17-16,-18 17 31,-51 17-31,-16 17 16,-27 17 0,1 25-16,-17 43 15,-9 43 1,-17 34-16,-26-9 15,-8-34 1,8-34-16,1-26 16,-9-8-1,25-8-15</inkml:trace>
  <inkml:trace contextRef="#ctx0" brushRef="#br0" timeOffset="30527.29">22933 2262 0,'0'0'0,"0"9"16,9 16-1,8 18 1,17-1-16,26 1 15,34-18 1,51-16 0,34-9-16,9-26 15,-17 1-15,-9 8 16,-26 0 0,-16 0-16,-26 0 15,-52 0 1,-25 17-16</inkml:trace>
  <inkml:trace contextRef="#ctx0" brushRef="#br0" timeOffset="31014.02">23556 2934 0,'9'0'0,"25"17"0,43 17 15,8 0-15,-8 9 16,-17-1 0,-17 1-1,-18-18-15,-25 9 16,-17 17-1,-34 0-15,-9-8 16,-8-9 0,8-26-16,17-16 15,9-1 1,17-8-16,0 0 16,17-8-1,9-1-15,16 9 16,18 0-1,25 17-15,-8 17 16,8 17-16,9 9 16,8-1-1,-8 1 1,-8-26-16,-1-17 16,-8-17-1,-1-43-15,-25 18 16</inkml:trace>
  <inkml:trace contextRef="#ctx0" brushRef="#br0" timeOffset="31320.39">25178 1556 0,'17'9'0,"51"76"0,60 76 32,-25 18-32,-43-17 15,-35-1 1,-16 1-16,-26 16 16,-26 9-1,-25 1-15,-26-1 16,-26-9-1,18-33-15,8-26 16,17-43 0,52-50-16</inkml:trace>
  <inkml:trace contextRef="#ctx0" brushRef="#br0" timeOffset="31623.1">26783 2160 0,'0'0'0,"0"17"16,8 51-1,-16 43-15,-18 50 16,-17 1 0,9-26-16,9-34 15,8-25 1,-1-26-16,1-34 16,17-9-1</inkml:trace>
  <inkml:trace contextRef="#ctx0" brushRef="#br0" timeOffset="31828.9">26168 2534 0,'9'0'0,"59"17"16,69 17-1,50 0-15,-16-8 16,-9-35 0,-34-8-16,-85 9 15</inkml:trace>
  <inkml:trace contextRef="#ctx0" brushRef="#br0" timeOffset="32270.46">28097 1999 0,'0'0'0,"9"34"15,8 68 1,-9 25-1,-25 1 1,-17-1-16,-17 1 16,0-26-16,-1-26 15,18-7 1,9-35 0,8-9-16,-1-8 15,27-8-15,51-43 16,93-69-1,69-50-15,-17 9 16,17-9 0,-17 34-16,-60 59 15,0 43 1,-8 60-16,-35 59 16,-51 85-1,-68 93-15,-51 78 16</inkml:trace>
  <inkml:trace contextRef="#ctx0" brushRef="#br1" timeOffset="37094.94">27218 3266 0,'0'0'0,"0"0"16,0 0-16,0-9 15,8 9 1,1 0-16,0 0 15,-1 26 1,1 25-16,-9 51 16,0 17-1,-9-9-15,1-8 16,-10-33 0,18-18-16,0 0 15,26-9 1,25 1-16,35-1 15,42-8 1,34-17-16,9-8 16,16-1-1,1 1-15,-9-1 16,1 9 0,-1 9-16,-26-1 15,18 9 1,8-8-16,-17 8 15,-8 8 1,0 1-16,-18-1 16,-50-16-1,-18-1 1,-17 1-16,-25-18 16,-9 1-16,-9-1 15,1 1 1,-1-9-16,-8-9 15,9-42 1,-1-34-16,18-51 16,8-68-1,26-17-15,51-85 16</inkml:trace>
  <inkml:trace contextRef="#ctx0" brushRef="#br1" timeOffset="64495.96">13673 9559 0,'0'0'0,"0"0"0,0 0 16,0 0-16,0 0 15,0 17 1,0 0 0,0 9-16,0-1 15,0 1 1,0-9-16,0 0 16,0 8-1,0 1-15,0 8 16,0-9-1,0-8-15,17 0 16,43-8 0,42-1-16,9-8 15,-43 0 1,1-8-16,59 8 16,51 0-1,-42 0-15,-1 0 16,86-9-1,-60 9-15,-42-8 16,85-9 0,-26 8-16,-34 1 15,85-9 1,-33 17-16,7-9 16,52 9-1,-34 0-15,34 0 16,-34 0-1,26 17-15,-18-8 16,1 8 0,25 0-16,0 0 15,8 0 1,18-9-16,-9 1 16,9 8-1,-1-9-15,1 9 16,-9 9-1,-17-9-15,0 8 16,-51-8 0,43 17-16,-69-8 15,-8 8 1,25 0-16,-51 0 16,-34-17-1,0 17-15,-34-9 16,-26-16-1,-25-1-15,-18-16 16,9-9 0,-8-34-16,-1-43 15,1-50 1,-18-18-16,1-33 16,-18-129-1</inkml:trace>
  <inkml:trace contextRef="#ctx0" brushRef="#br1" timeOffset="67590.08">26108 10460 0,'0'0'0,"0"0"0,9-8 16,17-26 0,16 0-16,1 0 15,8 17 1,9 0-16,34 0 16,68 8-1,137 1-15,162-1 16,85 1-1,9-9-15,-9 8 16,-17 9 0,-119 0-16</inkml:trace>
  <inkml:trace contextRef="#ctx0" brushRef="#br1" timeOffset="69872.35">18086 11592 0,'8'-9'0,"35"-8"0,68-8 16,59-18 0,61 9-16,102 0 15,153 17-15,129 17 16,144-17 0,-332 8-1</inkml:trace>
  <inkml:trace contextRef="#ctx0" brushRef="#br1" timeOffset="79078.87">6828 13488 0,'0'0'0,"8"0"0,52 9 16,94-1-1,128-25 1,93-8-16,69-1 15,102 26 1,111 26-16,9 33 16,-248-8-1</inkml:trace>
  <inkml:trace contextRef="#ctx0" brushRef="#br1" timeOffset="96143">10592 13905 0,'0'0'0,"0"0"16,0 0-1,0 17-15,0 8 16,-9 1 0,-8 25-16,-17 34 15,0 34 1,8 0-1,9-42-15,9-18 16,-1 18 0,18 8-16,25-9 15,26-8 1,51-25-16,0-18 16,17-33-1,85-18-15,-17-16 16,35-9-1,42 8-15,60 9 16,42 9 0,-16 8-16,59 0 15,34 8 1,-59 9-16,-52-8 16,52 8-16,-52 17 15,-59 0 1,-17 0-1,-35 8-15,-59-8 16,-52 0 0,-8-8-16,-34-1 15,-26-8 1,-8-8-16,-9-1 16,0-25-1,9-42-15,-18 25 16</inkml:trace>
  <inkml:trace contextRef="#ctx0" brushRef="#br1" timeOffset="99560.18">7238 14968 0,'0'0'0,"25"0"16,86 8-16,94 9 15,111-17 1,153-25-1,60-18-15,35-42 16,-146 9 0</inkml:trace>
  <inkml:trace contextRef="#ctx0" brushRef="#br1" timeOffset="110651.06">20987 13981 0,'0'0'0,"9"0"31,34-17-31,93-25 16,69-43 0,8-17-16,1 8 15,8 1 1,-26 16-16,-42 18 16,-43 16-1,-35 26-15,-24 17 16,-27 0-1,-25 34 1,-42 85-16,-86 94 16,-35 8-16,-16-17 15,0-8 1,25-60 0,43-34-16,26-34 15,34-26 1,0-16-16,8-18 15,9-25-15,0-51 16,17-110 0,42-61-1,35-16-15,25 9 16,18 33-16,8 26 16,-18 59-1,-24 60-15,-10 17 16,-7 17-1,-10 17 1,-16 26-16,17 25 16,16 76-1,18 61-15,-9 50 16,-16 8 0,-10-33-16,-16-1 15,0-41 1,-18-52-16,1-34 15,-9-26 1,-9-16-16,1-9 16,-44-9-1,-42-16-15,-34-35 16,-85-59 0,-26-34-16,34 0 15,-8-34 1,-43-60-16</inkml:trace>
  <inkml:trace contextRef="#ctx0" brushRef="#br1" timeOffset="117764.56">4174 12280 0,'0'0'0,"0"0"0,0 0 16,-9 0 0,1 0-1,-18 9-15,-25 8 16,-18 17 0,-16 8-16,-17 18 15,-18 25 1,-8 9-16,43-1 15,34-16 1,8-26-16,17-9 16,9-8-1,17-8-15,0-1 16,0 1 0,0-9-16,17 0 15,17 17 1,1 8-16,-1 9 15,-9 17 1,-8 0-16,-17-8 16,-17-9-1,-8 0-15,-1-8 16,9-18 0,0 1-16,-9-9 15,1 0 1,-1-9-16,1 1 15,7-1 1,1 1-16,17-1 16,0-8-1,0 0-15,0 0 16,17 17 0,-8 0-16,17 17 15,8 17 1,-9 17-16,-16 17 15,-18 51 1,-42 68-16,-26-16 16,18-61-1,16-25-15,34-8 16,44-9 0,41-17-16,180-17 15,137-17 1</inkml:trace>
</inkml:ink>
</file>

<file path=ppt/ink/ink2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0:15:54.614"/>
    </inkml:context>
    <inkml:brush xml:id="br0">
      <inkml:brushProperty name="width" value="0.05292" units="cm"/>
      <inkml:brushProperty name="height" value="0.05292" units="cm"/>
      <inkml:brushProperty name="color" value="#0070C0"/>
    </inkml:brush>
  </inkml:definitions>
  <inkml:trace contextRef="#ctx0" brushRef="#br0">1750 6565 0,'0'0'0,"0"0"16,0 0-16,0 0 16,0 0-1,0 0-15,0-17 16,0 9-1</inkml:trace>
  <inkml:trace contextRef="#ctx0" brushRef="#br0" timeOffset="643.1">1716 6038 0,'0'0'0,"-9"0"0,-8 9 16,-17 8 0,0 0-16,17-9 15,0 1 1,8-1-1,0 1-15,9-1 16,0 1 0,0-9-16,0 0 15,0 0-15,35 8 16,7 1 0,52-18-16,94-8 15,-52 9 1,-25-18-1,9-8-15,-18 9 16,18-1-16,-18-8 16,-51 9-1,-16 8 1,-10 0-16,-8 0 16,0-9-1,-8 1-15,-43-9 16,-86-17-1,1 25-15,59 9 16,17 8 0,1 9-16,8 0 15,16 0 1,1 0-16,17 0 16,0 0-1,0 0-15,17 9 16,35 17-1,50-9-15,18 0 16,-35-9 0,-34 1-16,-8-1 15,-1 1 1,-16 8-16,0 0 16,-18 0-1,-8 51-15,-51 51 16,-43 25-1,-25-25-15,16-34 16,61-42 0</inkml:trace>
  <inkml:trace contextRef="#ctx0" brushRef="#br0" timeOffset="16440.04">10959 6565 0,'0'0'16,"0"0"0,0 0-16,0 0 15,0 0-15,0 0 16,0 9 0,0-1-16,0 1 15,34 8 1,77 0-1,26 0-15,-35 0 16,69 0 0,42-8-16,103-9 15,42 0 1,-16-9-16,153 9 16,68-17-16,-153-26 15</inkml:trace>
  <inkml:trace contextRef="#ctx0" brushRef="#br0" timeOffset="24316.15">9875 7280 0,'0'0'0,"0"0"16,17 8-1,77 18-15,51 8 16,137 25 0,85 1-16,34-26 15,85-17 1,52 17 0,-128 0-16</inkml:trace>
  <inkml:trace contextRef="#ctx0" brushRef="#br0" timeOffset="39671.87">2168 7705 0,'0'0'0,"0"0"0,0 0 15,0 0 1,0 0-16,0 9 16,-17-1-1,8 9 1,1 17-16,-9 0 16,0-8-1,8-1-15,1 9 16,8 0-1,0 0-15,0 9 16,8-9 0,1-9-16,-1 1 15,1-1 1,8-8-16,17 0 16,0-8-1,34 8-15,26-9 16,17 1-1,9-1-15,-9-16 16,17 8 0,-17 0-16,8 0 15,18 0 1,16-17-16,35 0 16,0-9-1,0 9-15,25 9 16,9-1-1,17 18-15,-17-9 16,-26 0 0,9-9-16,-34 1 15,-26-9 1,-9 0-16,-25 8 16,-17-8-1,-34 0-15,-18 17 16,-16 0-1,-9 0-15,-8 0 16,-1 0 0,1 0-16,-1-8 15,9-9 1,9-43-16,-9 18 16</inkml:trace>
  <inkml:trace contextRef="#ctx0" brushRef="#br0" timeOffset="123138.95">8543 10979 0,'-25'-8'0,"-35"8"16,-93 8-1,-95-8 1,0 0-16,-25 0 16,26 9-1,16-9-15,35 0 16,85 8-16,0-16 15,26-1 1,25 1-16,17-1 16,26-8-1,17 0-15,26 0 16,8-8 0,-8-1-16,-9 9 15,-9 0 1,1 9-16,-1 8 15,-8 0 1,-8 0-16,-18 8 16,-93 35-1,-9 16-15,8 9 16,1 9 0,42-18-1,43-16-15,42-1 16,35 9-16,170 34 15,69 1 1,25 7 0</inkml:trace>
  <inkml:trace contextRef="#ctx0" brushRef="#br0" timeOffset="128606.13">16942 12638 0,'0'0'0,"0"0"0,0 0 15,0 0 1,-17 0 0,-34 8-1,-69 9-15,-16 0 16,-52 9 0,-34 8-16,68 0 15,52-9 1,-1 1-16,18-1 15,34-16 1,17-1-16,17-16 16,25-18-1,18-50-15,8-18 16,-8 35 0,-1 25-16,-16 17 15,-1 0 1,1 0-16,-9 17 15,-9 0 1,-16 8-16,-27 18 16,-7 8-1,-1 17-15,0 8 16,26 9 0,25 9-16,35 25 15,34 25 1,42 18-16,103 25 15,94 60 1</inkml:trace>
  <inkml:trace contextRef="#ctx0" brushRef="#br0" timeOffset="136673.54">18837 14789 0,'0'0'0,"0"0"16,0 0 0,-17-8-1,-43 8-15,-43 0 16,-84 8 0,-27 18-1,-8 16-15,-34 18 16,43-1-1,25 1-15,26-1 16,51-16 0,68-18-16,9-16 15,17-1 1,0 1-16,9-18 16,-1-8-1,0-17-15,1-17 16,-1 9-1,1 8-15,8 17 16,0 0 0,0 8-16,0 1 15,0 8 1,0-9-16,0 9 16,0 0-1,0 0-15,0 0 16,0 17-1,-9 51-15,9 26 16,9 8 0,34 9-16,59 8 15,26 0 1,-34-60-16,-69-42 16</inkml:trace>
  <inkml:trace contextRef="#ctx0" brushRef="#br0" timeOffset="-205536.59">16370 5502 0,'0'0'0,"0"0"0,0 0 16,0 0-16,0 0 16,26 9-1,50 8-15,52 17 16,-17-9 0,-51 1-16,-26-1 15,0 1 1,18 25-16,-10-8 15,-16-1 1,-18-8-16,-16 17 16,-1 17-1,1-8-15,-1-1 16,9-16 0,0 8-16,0 0 15,9-17 1,25 8-16,34 18 15,18-18 1,-27-16-16,-24-18 16,-10 1-1,-16-1-15,-18-8 16,1 17 0,-18 0-16,-17 0 15,-16 17 1,-1 17-16,26 17 15,8 18 1,26 16-16,26-17 16,33-9-1,27 26-15,-1 9 16,-42-18 0,-60-8-16,-77 0 15,-230 9 1,-69-26-16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6.xm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4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0.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180.png"/><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21.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170.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customXml" Target="../ink/ink11.xml"/><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191.png"/></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15.xml"/></Relationships>
</file>

<file path=ppt/slides/_rels/slide1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59.png"/><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customXml" Target="../ink/ink18.xml"/></Relationships>
</file>

<file path=ppt/slides/_rels/slide20.xml.rels><?xml version="1.0" encoding="UTF-8" standalone="yes"?>
<Relationships xmlns="http://schemas.openxmlformats.org/package/2006/relationships"><Relationship Id="rId3" Type="http://schemas.openxmlformats.org/officeDocument/2006/relationships/image" Target="../media/image620.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customXml" Target="../ink/ink19.xml"/><Relationship Id="rId4" Type="http://schemas.openxmlformats.org/officeDocument/2006/relationships/image" Target="../media/image210.png"/></Relationships>
</file>

<file path=ppt/slides/_rels/slide2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customXml" Target="../ink/ink20.xml"/></Relationships>
</file>

<file path=ppt/slides/_rels/slide22.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21.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customXml" Target="../ink/ink21.xml"/></Relationships>
</file>

<file path=ppt/slides/_rels/slide23.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22.xml"/></Relationships>
</file>

<file path=ppt/slides/_rels/slide24.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customXml" Target="../ink/ink23.xml"/></Relationships>
</file>

<file path=ppt/slides/_rels/slide25.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20.png"/><Relationship Id="rId18" Type="http://schemas.openxmlformats.org/officeDocument/2006/relationships/customXml" Target="../ink/ink25.xml"/><Relationship Id="rId3" Type="http://schemas.openxmlformats.org/officeDocument/2006/relationships/image" Target="../media/image251.png"/><Relationship Id="rId7" Type="http://schemas.openxmlformats.org/officeDocument/2006/relationships/image" Target="../media/image240.png"/><Relationship Id="rId12" Type="http://schemas.openxmlformats.org/officeDocument/2006/relationships/image" Target="../media/image310.png"/><Relationship Id="rId17" Type="http://schemas.openxmlformats.org/officeDocument/2006/relationships/image" Target="../media/image330.png"/><Relationship Id="rId2" Type="http://schemas.openxmlformats.org/officeDocument/2006/relationships/image" Target="../media/image242.png"/><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301.png"/><Relationship Id="rId5" Type="http://schemas.openxmlformats.org/officeDocument/2006/relationships/image" Target="../media/image220.png"/><Relationship Id="rId15" Type="http://schemas.openxmlformats.org/officeDocument/2006/relationships/customXml" Target="../ink/ink24.xml"/><Relationship Id="rId10" Type="http://schemas.openxmlformats.org/officeDocument/2006/relationships/image" Target="../media/image280.png"/><Relationship Id="rId19" Type="http://schemas.openxmlformats.org/officeDocument/2006/relationships/image" Target="../media/image36.png"/><Relationship Id="rId9" Type="http://schemas.openxmlformats.org/officeDocument/2006/relationships/image" Target="../media/image260.png"/><Relationship Id="rId14" Type="http://schemas.openxmlformats.org/officeDocument/2006/relationships/image" Target="../media/image29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image" Target="../media/image611.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25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0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14: Sorting 3</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D131-B6AD-4797-71B9-76C7B83BC230}"/>
              </a:ext>
            </a:extLst>
          </p:cNvPr>
          <p:cNvSpPr>
            <a:spLocks noGrp="1"/>
          </p:cNvSpPr>
          <p:nvPr>
            <p:ph type="title"/>
          </p:nvPr>
        </p:nvSpPr>
        <p:spPr/>
        <p:txBody>
          <a:bodyPr/>
          <a:lstStyle/>
          <a:p>
            <a:r>
              <a:rPr lang="en-US" dirty="0"/>
              <a:t>Properties To Consider</a:t>
            </a:r>
          </a:p>
        </p:txBody>
      </p:sp>
      <p:sp>
        <p:nvSpPr>
          <p:cNvPr id="3" name="Content Placeholder 2">
            <a:extLst>
              <a:ext uri="{FF2B5EF4-FFF2-40B4-BE49-F238E27FC236}">
                <a16:creationId xmlns:a16="http://schemas.microsoft.com/office/drawing/2014/main" id="{D967E843-DAF3-ACD6-1133-A963D3179356}"/>
              </a:ext>
            </a:extLst>
          </p:cNvPr>
          <p:cNvSpPr>
            <a:spLocks noGrp="1"/>
          </p:cNvSpPr>
          <p:nvPr>
            <p:ph idx="1"/>
          </p:nvPr>
        </p:nvSpPr>
        <p:spPr/>
        <p:txBody>
          <a:bodyPr>
            <a:normAutofit fontScale="92500" lnSpcReduction="20000"/>
          </a:bodyPr>
          <a:lstStyle/>
          <a:p>
            <a:r>
              <a:rPr lang="en-US" dirty="0"/>
              <a:t>Worst case running time</a:t>
            </a:r>
          </a:p>
          <a:p>
            <a:r>
              <a:rPr lang="en-US" dirty="0"/>
              <a:t>In place:</a:t>
            </a:r>
          </a:p>
          <a:p>
            <a:pPr lvl="1"/>
            <a:r>
              <a:rPr lang="en-US" dirty="0"/>
              <a:t>We only need to use the pre-existing array to do sorting</a:t>
            </a:r>
          </a:p>
          <a:p>
            <a:pPr lvl="1"/>
            <a:r>
              <a:rPr lang="en-US" dirty="0"/>
              <a:t>Constant extra space (only some additional variables needed)</a:t>
            </a:r>
            <a:endParaRPr lang="en-US" i="1" dirty="0"/>
          </a:p>
          <a:p>
            <a:r>
              <a:rPr lang="en-US" dirty="0"/>
              <a:t>Adaptive</a:t>
            </a:r>
          </a:p>
          <a:p>
            <a:pPr lvl="1"/>
            <a:r>
              <a:rPr lang="en-US" dirty="0"/>
              <a:t>The running improves as the given list is closer to being sorted</a:t>
            </a:r>
          </a:p>
          <a:p>
            <a:pPr lvl="1"/>
            <a:r>
              <a:rPr lang="en-US" dirty="0"/>
              <a:t>It should be linear time for a pre-sorted list, and nearly linear time if the list is nearly sorted</a:t>
            </a:r>
            <a:endParaRPr lang="en-US" i="1" dirty="0"/>
          </a:p>
          <a:p>
            <a:r>
              <a:rPr lang="en-US" dirty="0"/>
              <a:t>Online</a:t>
            </a:r>
          </a:p>
          <a:p>
            <a:pPr lvl="1"/>
            <a:r>
              <a:rPr lang="en-US" dirty="0"/>
              <a:t>We can start sorting before we have the entire list.</a:t>
            </a:r>
            <a:endParaRPr lang="en-US" i="1" dirty="0"/>
          </a:p>
          <a:p>
            <a:r>
              <a:rPr lang="en-US" dirty="0"/>
              <a:t>Stable</a:t>
            </a:r>
          </a:p>
          <a:p>
            <a:pPr lvl="1"/>
            <a:r>
              <a:rPr lang="en-US" dirty="0"/>
              <a:t>“Tied” elements keep their original order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17EBBA1-0E70-8F12-6247-B5F12776EC05}"/>
                  </a:ext>
                </a:extLst>
              </p14:cNvPr>
              <p14:cNvContentPartPr/>
              <p14:nvPr/>
            </p14:nvContentPartPr>
            <p14:xfrm>
              <a:off x="663840" y="1619640"/>
              <a:ext cx="8830800" cy="4148640"/>
            </p14:xfrm>
          </p:contentPart>
        </mc:Choice>
        <mc:Fallback>
          <p:pic>
            <p:nvPicPr>
              <p:cNvPr id="4" name="Ink 3">
                <a:extLst>
                  <a:ext uri="{FF2B5EF4-FFF2-40B4-BE49-F238E27FC236}">
                    <a16:creationId xmlns:a16="http://schemas.microsoft.com/office/drawing/2014/main" id="{F17EBBA1-0E70-8F12-6247-B5F12776EC05}"/>
                  </a:ext>
                </a:extLst>
              </p:cNvPr>
              <p:cNvPicPr/>
              <p:nvPr/>
            </p:nvPicPr>
            <p:blipFill>
              <a:blip r:embed="rId3"/>
              <a:stretch>
                <a:fillRect/>
              </a:stretch>
            </p:blipFill>
            <p:spPr>
              <a:xfrm>
                <a:off x="654480" y="1610280"/>
                <a:ext cx="8849520" cy="4167360"/>
              </a:xfrm>
              <a:prstGeom prst="rect">
                <a:avLst/>
              </a:prstGeom>
            </p:spPr>
          </p:pic>
        </mc:Fallback>
      </mc:AlternateContent>
    </p:spTree>
    <p:extLst>
      <p:ext uri="{BB962C8B-B14F-4D97-AF65-F5344CB8AC3E}">
        <p14:creationId xmlns:p14="http://schemas.microsoft.com/office/powerpoint/2010/main" val="104602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F76353B-1C64-F126-F81E-1DFED5DA5840}"/>
                  </a:ext>
                </a:extLst>
              </p14:cNvPr>
              <p14:cNvContentPartPr/>
              <p14:nvPr/>
            </p14:nvContentPartPr>
            <p14:xfrm>
              <a:off x="712800" y="1010160"/>
              <a:ext cx="11080080" cy="1353600"/>
            </p14:xfrm>
          </p:contentPart>
        </mc:Choice>
        <mc:Fallback>
          <p:pic>
            <p:nvPicPr>
              <p:cNvPr id="4" name="Ink 3">
                <a:extLst>
                  <a:ext uri="{FF2B5EF4-FFF2-40B4-BE49-F238E27FC236}">
                    <a16:creationId xmlns:a16="http://schemas.microsoft.com/office/drawing/2014/main" id="{0F76353B-1C64-F126-F81E-1DFED5DA5840}"/>
                  </a:ext>
                </a:extLst>
              </p:cNvPr>
              <p:cNvPicPr/>
              <p:nvPr/>
            </p:nvPicPr>
            <p:blipFill>
              <a:blip r:embed="rId3"/>
              <a:stretch>
                <a:fillRect/>
              </a:stretch>
            </p:blipFill>
            <p:spPr>
              <a:xfrm>
                <a:off x="703440" y="1000800"/>
                <a:ext cx="11098800" cy="1372320"/>
              </a:xfrm>
              <a:prstGeom prst="rect">
                <a:avLst/>
              </a:prstGeom>
            </p:spPr>
          </p:pic>
        </mc:Fallback>
      </mc:AlternateContent>
    </p:spTree>
    <p:extLst>
      <p:ext uri="{BB962C8B-B14F-4D97-AF65-F5344CB8AC3E}">
        <p14:creationId xmlns:p14="http://schemas.microsoft.com/office/powerpoint/2010/main" val="288900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676" y="128263"/>
            <a:ext cx="5657193" cy="1325563"/>
          </a:xfrm>
        </p:spPr>
        <p:txBody>
          <a:bodyPr/>
          <a:lstStyle/>
          <a:p>
            <a:r>
              <a:rPr lang="en-US" dirty="0"/>
              <a:t>Divide and Conquer</a:t>
            </a:r>
          </a:p>
        </p:txBody>
      </p:sp>
      <p:sp>
        <p:nvSpPr>
          <p:cNvPr id="3" name="Content Placeholder 2"/>
          <p:cNvSpPr>
            <a:spLocks noGrp="1"/>
          </p:cNvSpPr>
          <p:nvPr>
            <p:ph idx="4294967295"/>
          </p:nvPr>
        </p:nvSpPr>
        <p:spPr>
          <a:xfrm>
            <a:off x="3287049" y="1343386"/>
            <a:ext cx="8904951"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pic>
        <p:nvPicPr>
          <p:cNvPr id="9" name="Picture 2" descr="The base case is when there is so little yarn in the pile that it is trivial to find the end.">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695434" y="127516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descr="Provided that there is still too much yarn for the base case, we separate the pile of yarn into two piles. ">
            <a:extLst>
              <a:ext uri="{FF2B5EF4-FFF2-40B4-BE49-F238E27FC236}">
                <a16:creationId xmlns:a16="http://schemas.microsoft.com/office/drawing/2014/main" id="{3CC82D1E-2533-ECC2-B62E-317DC3B93625}"/>
              </a:ext>
            </a:extLst>
          </p:cNvPr>
          <p:cNvGrpSpPr/>
          <p:nvPr/>
        </p:nvGrpSpPr>
        <p:grpSpPr>
          <a:xfrm>
            <a:off x="70314" y="2449021"/>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descr="The yarn begins at the blanket, then goes into one of the two piles of yarn, we call this pile A and the other pile B. By counting the number of times the yarn crosses between the piles we can determine which of A vs. B has the end (an even number means A has the end, an odd number means B).&#10;&#10;Once we determine the pile with the end, we can recursively solve (i.e. &quot;conquer&quot;) the problem on the pile containing the end of the yarn.">
            <a:extLst>
              <a:ext uri="{FF2B5EF4-FFF2-40B4-BE49-F238E27FC236}">
                <a16:creationId xmlns:a16="http://schemas.microsoft.com/office/drawing/2014/main" id="{7051DDBC-58E7-4C71-EBF0-DBD7FB74D394}"/>
              </a:ext>
            </a:extLst>
          </p:cNvPr>
          <p:cNvGrpSpPr/>
          <p:nvPr/>
        </p:nvGrpSpPr>
        <p:grpSpPr>
          <a:xfrm>
            <a:off x="-47927" y="3898391"/>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D850711-06D4-F3B5-38F0-7D99700B5E49}"/>
                  </a:ext>
                </a:extLst>
              </p14:cNvPr>
              <p14:cNvContentPartPr/>
              <p14:nvPr/>
            </p14:nvContentPartPr>
            <p14:xfrm>
              <a:off x="3069360" y="1203120"/>
              <a:ext cx="1288080" cy="4638960"/>
            </p14:xfrm>
          </p:contentPart>
        </mc:Choice>
        <mc:Fallback>
          <p:pic>
            <p:nvPicPr>
              <p:cNvPr id="4" name="Ink 3">
                <a:extLst>
                  <a:ext uri="{FF2B5EF4-FFF2-40B4-BE49-F238E27FC236}">
                    <a16:creationId xmlns:a16="http://schemas.microsoft.com/office/drawing/2014/main" id="{ED850711-06D4-F3B5-38F0-7D99700B5E49}"/>
                  </a:ext>
                </a:extLst>
              </p:cNvPr>
              <p:cNvPicPr/>
              <p:nvPr/>
            </p:nvPicPr>
            <p:blipFill>
              <a:blip r:embed="rId4"/>
              <a:stretch>
                <a:fillRect/>
              </a:stretch>
            </p:blipFill>
            <p:spPr>
              <a:xfrm>
                <a:off x="3060000" y="1193760"/>
                <a:ext cx="1306800" cy="4657680"/>
              </a:xfrm>
              <a:prstGeom prst="rect">
                <a:avLst/>
              </a:prstGeom>
            </p:spPr>
          </p:pic>
        </mc:Fallback>
      </mc:AlternateContent>
    </p:spTree>
    <p:extLst>
      <p:ext uri="{BB962C8B-B14F-4D97-AF65-F5344CB8AC3E}">
        <p14:creationId xmlns:p14="http://schemas.microsoft.com/office/powerpoint/2010/main" val="108113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0EBAAEC-A163-437A-4F77-6402B664BDA3}"/>
                  </a:ext>
                </a:extLst>
              </p14:cNvPr>
              <p14:cNvContentPartPr/>
              <p14:nvPr/>
            </p14:nvContentPartPr>
            <p14:xfrm>
              <a:off x="0" y="1720800"/>
              <a:ext cx="7196400" cy="4696560"/>
            </p14:xfrm>
          </p:contentPart>
        </mc:Choice>
        <mc:Fallback>
          <p:pic>
            <p:nvPicPr>
              <p:cNvPr id="4" name="Ink 3">
                <a:extLst>
                  <a:ext uri="{FF2B5EF4-FFF2-40B4-BE49-F238E27FC236}">
                    <a16:creationId xmlns:a16="http://schemas.microsoft.com/office/drawing/2014/main" id="{C0EBAAEC-A163-437A-4F77-6402B664BDA3}"/>
                  </a:ext>
                </a:extLst>
              </p:cNvPr>
              <p:cNvPicPr/>
              <p:nvPr/>
            </p:nvPicPr>
            <p:blipFill>
              <a:blip r:embed="rId3"/>
              <a:stretch>
                <a:fillRect/>
              </a:stretch>
            </p:blipFill>
            <p:spPr>
              <a:xfrm>
                <a:off x="-9360" y="1711440"/>
                <a:ext cx="7215120" cy="4715280"/>
              </a:xfrm>
              <a:prstGeom prst="rect">
                <a:avLst/>
              </a:prstGeom>
            </p:spPr>
          </p:pic>
        </mc:Fallback>
      </mc:AlternateContent>
    </p:spTree>
    <p:extLst>
      <p:ext uri="{BB962C8B-B14F-4D97-AF65-F5344CB8AC3E}">
        <p14:creationId xmlns:p14="http://schemas.microsoft.com/office/powerpoint/2010/main" val="40842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F398BB1-E099-E0BD-DA5E-9902919810FC}"/>
                  </a:ext>
                </a:extLst>
              </p14:cNvPr>
              <p14:cNvContentPartPr/>
              <p14:nvPr/>
            </p14:nvContentPartPr>
            <p14:xfrm>
              <a:off x="5435280" y="716400"/>
              <a:ext cx="1383120" cy="1546560"/>
            </p14:xfrm>
          </p:contentPart>
        </mc:Choice>
        <mc:Fallback>
          <p:pic>
            <p:nvPicPr>
              <p:cNvPr id="5" name="Ink 4">
                <a:extLst>
                  <a:ext uri="{FF2B5EF4-FFF2-40B4-BE49-F238E27FC236}">
                    <a16:creationId xmlns:a16="http://schemas.microsoft.com/office/drawing/2014/main" id="{EF398BB1-E099-E0BD-DA5E-9902919810FC}"/>
                  </a:ext>
                </a:extLst>
              </p:cNvPr>
              <p:cNvPicPr/>
              <p:nvPr/>
            </p:nvPicPr>
            <p:blipFill>
              <a:blip r:embed="rId3"/>
              <a:stretch>
                <a:fillRect/>
              </a:stretch>
            </p:blipFill>
            <p:spPr>
              <a:xfrm>
                <a:off x="5425920" y="707040"/>
                <a:ext cx="1401840" cy="1565280"/>
              </a:xfrm>
              <a:prstGeom prst="rect">
                <a:avLst/>
              </a:prstGeom>
            </p:spPr>
          </p:pic>
        </mc:Fallback>
      </mc:AlternateContent>
    </p:spTree>
    <p:extLst>
      <p:ext uri="{BB962C8B-B14F-4D97-AF65-F5344CB8AC3E}">
        <p14:creationId xmlns:p14="http://schemas.microsoft.com/office/powerpoint/2010/main" val="82534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p:grpSp>
        <p:nvGrpSpPr>
          <p:cNvPr id="3" name="Group 2" descr="We are sorting the list [5,8,2,9,4,1,3,7]&#10;&#10;Initially low refers to index 0 and high refers to 8">
            <a:extLst>
              <a:ext uri="{FF2B5EF4-FFF2-40B4-BE49-F238E27FC236}">
                <a16:creationId xmlns:a16="http://schemas.microsoft.com/office/drawing/2014/main" id="{8C1DE985-A47B-CFA9-B61D-5A1ED88E2C57}"/>
              </a:ext>
            </a:extLst>
          </p:cNvPr>
          <p:cNvGrpSpPr/>
          <p:nvPr/>
        </p:nvGrpSpPr>
        <p:grpSpPr>
          <a:xfrm>
            <a:off x="2804160" y="2056448"/>
            <a:ext cx="5935214" cy="1125955"/>
            <a:chOff x="2804160" y="2056448"/>
            <a:chExt cx="5935214" cy="1125955"/>
          </a:xfrm>
        </p:grpSpPr>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4" name="Group 3" descr="To divide we split the array into two halves by calculating the midpoint between low and high, which is (low+high)/2. Our two half arrays are then the indices from low to (low+high)/2 and then from (low+high)/2 +1 up to high. We recursively sort those two half arrays.">
            <a:extLst>
              <a:ext uri="{FF2B5EF4-FFF2-40B4-BE49-F238E27FC236}">
                <a16:creationId xmlns:a16="http://schemas.microsoft.com/office/drawing/2014/main" id="{80DE510C-DD88-EA71-8A37-6C8BB68BE54A}"/>
              </a:ext>
            </a:extLst>
          </p:cNvPr>
          <p:cNvGrpSpPr/>
          <p:nvPr/>
        </p:nvGrpSpPr>
        <p:grpSpPr>
          <a:xfrm>
            <a:off x="2580640" y="4002150"/>
            <a:ext cx="5935214" cy="1504570"/>
            <a:chOff x="2580640" y="4002150"/>
            <a:chExt cx="5935214" cy="1504570"/>
          </a:xfrm>
        </p:grpSpPr>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p:grpSp>
        <p:nvGrpSpPr>
          <p:cNvPr id="5" name="Group 4" descr="After the recursive conquer steps we have each half-list sorted, but the range from low to high is not yet sorted.">
            <a:extLst>
              <a:ext uri="{FF2B5EF4-FFF2-40B4-BE49-F238E27FC236}">
                <a16:creationId xmlns:a16="http://schemas.microsoft.com/office/drawing/2014/main" id="{BB35499D-AF7E-3F2A-37A7-7F960A761D9F}"/>
              </a:ext>
            </a:extLst>
          </p:cNvPr>
          <p:cNvGrpSpPr/>
          <p:nvPr/>
        </p:nvGrpSpPr>
        <p:grpSpPr>
          <a:xfrm>
            <a:off x="2653030" y="5672099"/>
            <a:ext cx="5862824" cy="1102185"/>
            <a:chOff x="2653030" y="5672099"/>
            <a:chExt cx="5862824" cy="1102185"/>
          </a:xfrm>
        </p:grpSpPr>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grpSp>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mc:AlternateContent xmlns:mc="http://schemas.openxmlformats.org/markup-compatibility/2006">
        <mc:Choice xmlns:p14="http://schemas.microsoft.com/office/powerpoint/2010/main" Requires="p14">
          <p:contentPart p14:bwMode="auto" r:id="rId13">
            <p14:nvContentPartPr>
              <p14:cNvPr id="6" name="Ink 5">
                <a:extLst>
                  <a:ext uri="{FF2B5EF4-FFF2-40B4-BE49-F238E27FC236}">
                    <a16:creationId xmlns:a16="http://schemas.microsoft.com/office/drawing/2014/main" id="{7FC8E283-EF7F-F54E-5ACE-A67E5F491AE4}"/>
                  </a:ext>
                </a:extLst>
              </p14:cNvPr>
              <p14:cNvContentPartPr/>
              <p14:nvPr/>
            </p14:nvContentPartPr>
            <p14:xfrm>
              <a:off x="1634760" y="2749320"/>
              <a:ext cx="7236000" cy="2786400"/>
            </p14:xfrm>
          </p:contentPart>
        </mc:Choice>
        <mc:Fallback>
          <p:pic>
            <p:nvPicPr>
              <p:cNvPr id="6" name="Ink 5">
                <a:extLst>
                  <a:ext uri="{FF2B5EF4-FFF2-40B4-BE49-F238E27FC236}">
                    <a16:creationId xmlns:a16="http://schemas.microsoft.com/office/drawing/2014/main" id="{7FC8E283-EF7F-F54E-5ACE-A67E5F491AE4}"/>
                  </a:ext>
                </a:extLst>
              </p:cNvPr>
              <p:cNvPicPr/>
              <p:nvPr/>
            </p:nvPicPr>
            <p:blipFill>
              <a:blip r:embed="rId14"/>
              <a:stretch>
                <a:fillRect/>
              </a:stretch>
            </p:blipFill>
            <p:spPr>
              <a:xfrm>
                <a:off x="1625400" y="2739960"/>
                <a:ext cx="7254720" cy="2805120"/>
              </a:xfrm>
              <a:prstGeom prst="rect">
                <a:avLst/>
              </a:prstGeom>
            </p:spPr>
          </p:pic>
        </mc:Fallback>
      </mc:AlternateContent>
    </p:spTree>
    <p:extLst>
      <p:ext uri="{BB962C8B-B14F-4D97-AF65-F5344CB8AC3E}">
        <p14:creationId xmlns:p14="http://schemas.microsoft.com/office/powerpoint/2010/main" val="263213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2892575" y="1443857"/>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2843272" y="2921711"/>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grpSp>
        <p:nvGrpSpPr>
          <p:cNvPr id="3" name="Group 2" descr="We now have the list [2,5,8,9,1,3,4,7], which came from sorting our two half lists (being [2,5,8,9] and [1,3,4,7]).&#10;&#10;Our objective now is to combine the two half lists together into one merged list that is sorted.">
            <a:extLst>
              <a:ext uri="{FF2B5EF4-FFF2-40B4-BE49-F238E27FC236}">
                <a16:creationId xmlns:a16="http://schemas.microsoft.com/office/drawing/2014/main" id="{DC8722CB-A3DB-DFC2-3448-411C692DB69D}"/>
              </a:ext>
            </a:extLst>
          </p:cNvPr>
          <p:cNvGrpSpPr/>
          <p:nvPr/>
        </p:nvGrpSpPr>
        <p:grpSpPr>
          <a:xfrm>
            <a:off x="3295343" y="3951750"/>
            <a:ext cx="5935214" cy="1232798"/>
            <a:chOff x="2885440" y="1516659"/>
            <a:chExt cx="5935214" cy="1232798"/>
          </a:xfrm>
        </p:grpSpPr>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grpSp>
      <p:grpSp>
        <p:nvGrpSpPr>
          <p:cNvPr id="16" name="Group 15" descr="We will have an empty array that we add each element into while merging.">
            <a:extLst>
              <a:ext uri="{FF2B5EF4-FFF2-40B4-BE49-F238E27FC236}">
                <a16:creationId xmlns:a16="http://schemas.microsoft.com/office/drawing/2014/main" id="{E7CA0072-DA42-358D-2313-C589B2C2A62B}"/>
              </a:ext>
            </a:extLst>
          </p:cNvPr>
          <p:cNvGrpSpPr/>
          <p:nvPr/>
        </p:nvGrpSpPr>
        <p:grpSpPr>
          <a:xfrm>
            <a:off x="3367733" y="5450988"/>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 name="Group 3" descr="To merge our lists we begin with a variable L_next which is initially set to be the index low, and a variable R_next which is initially set to be the index (low+high)/2 +1 (i.e. the first index of the second half-list).">
            <a:extLst>
              <a:ext uri="{FF2B5EF4-FFF2-40B4-BE49-F238E27FC236}">
                <a16:creationId xmlns:a16="http://schemas.microsoft.com/office/drawing/2014/main" id="{10407E64-57E5-6C11-C5D4-455C306D2F6E}"/>
              </a:ext>
            </a:extLst>
          </p:cNvPr>
          <p:cNvGrpSpPr/>
          <p:nvPr/>
        </p:nvGrpSpPr>
        <p:grpSpPr>
          <a:xfrm>
            <a:off x="2656590" y="4623198"/>
            <a:ext cx="4065950" cy="447040"/>
            <a:chOff x="2246687" y="2188107"/>
            <a:chExt cx="4065950" cy="447040"/>
          </a:xfrm>
        </p:grpSpPr>
        <p:sp>
          <p:nvSpPr>
            <p:cNvPr id="27" name="Arrow: Right 26" descr="To merge our lists we begin with variable L_next which is initially set to be the index low.">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grpSp>
      <p:sp>
        <p:nvSpPr>
          <p:cNvPr id="29" name="Arrow: Right 28" descr="We have a variable M_next which is initially the index low, and it keeps track of the next available index in the merged array.">
            <a:extLst>
              <a:ext uri="{FF2B5EF4-FFF2-40B4-BE49-F238E27FC236}">
                <a16:creationId xmlns:a16="http://schemas.microsoft.com/office/drawing/2014/main" id="{866399B5-9CA7-FF10-921D-A115ADA6102E}"/>
              </a:ext>
            </a:extLst>
          </p:cNvPr>
          <p:cNvSpPr/>
          <p:nvPr/>
        </p:nvSpPr>
        <p:spPr>
          <a:xfrm rot="18941864">
            <a:off x="2628791" y="6198889"/>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E0CEB432-FE72-AD4D-DF64-15DD5E2E4630}"/>
                  </a:ext>
                </a:extLst>
              </p14:cNvPr>
              <p14:cNvContentPartPr/>
              <p14:nvPr/>
            </p14:nvContentPartPr>
            <p14:xfrm>
              <a:off x="1213560" y="422640"/>
              <a:ext cx="9144360" cy="5875560"/>
            </p14:xfrm>
          </p:contentPart>
        </mc:Choice>
        <mc:Fallback>
          <p:pic>
            <p:nvPicPr>
              <p:cNvPr id="32" name="Ink 31">
                <a:extLst>
                  <a:ext uri="{FF2B5EF4-FFF2-40B4-BE49-F238E27FC236}">
                    <a16:creationId xmlns:a16="http://schemas.microsoft.com/office/drawing/2014/main" id="{E0CEB432-FE72-AD4D-DF64-15DD5E2E4630}"/>
                  </a:ext>
                </a:extLst>
              </p:cNvPr>
              <p:cNvPicPr/>
              <p:nvPr/>
            </p:nvPicPr>
            <p:blipFill>
              <a:blip r:embed="rId7"/>
              <a:stretch>
                <a:fillRect/>
              </a:stretch>
            </p:blipFill>
            <p:spPr>
              <a:xfrm>
                <a:off x="1204200" y="413280"/>
                <a:ext cx="9163080" cy="5894280"/>
              </a:xfrm>
              <a:prstGeom prst="rect">
                <a:avLst/>
              </a:prstGeom>
            </p:spPr>
          </p:pic>
        </mc:Fallback>
      </mc:AlternateContent>
    </p:spTree>
    <p:extLst>
      <p:ext uri="{BB962C8B-B14F-4D97-AF65-F5344CB8AC3E}">
        <p14:creationId xmlns:p14="http://schemas.microsoft.com/office/powerpoint/2010/main" val="351918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66D44BB-F940-F644-10D3-621840469017}"/>
                  </a:ext>
                </a:extLst>
              </p14:cNvPr>
              <p14:cNvContentPartPr/>
              <p14:nvPr/>
            </p14:nvContentPartPr>
            <p14:xfrm>
              <a:off x="1305720" y="1782000"/>
              <a:ext cx="6413040" cy="4010760"/>
            </p14:xfrm>
          </p:contentPart>
        </mc:Choice>
        <mc:Fallback>
          <p:pic>
            <p:nvPicPr>
              <p:cNvPr id="4" name="Ink 3">
                <a:extLst>
                  <a:ext uri="{FF2B5EF4-FFF2-40B4-BE49-F238E27FC236}">
                    <a16:creationId xmlns:a16="http://schemas.microsoft.com/office/drawing/2014/main" id="{E66D44BB-F940-F644-10D3-621840469017}"/>
                  </a:ext>
                </a:extLst>
              </p:cNvPr>
              <p:cNvPicPr/>
              <p:nvPr/>
            </p:nvPicPr>
            <p:blipFill>
              <a:blip r:embed="rId3"/>
              <a:stretch>
                <a:fillRect/>
              </a:stretch>
            </p:blipFill>
            <p:spPr>
              <a:xfrm>
                <a:off x="1296360" y="1772640"/>
                <a:ext cx="6431760" cy="4029480"/>
              </a:xfrm>
              <a:prstGeom prst="rect">
                <a:avLst/>
              </a:prstGeom>
            </p:spPr>
          </p:pic>
        </mc:Fallback>
      </mc:AlternateContent>
    </p:spTree>
    <p:extLst>
      <p:ext uri="{BB962C8B-B14F-4D97-AF65-F5344CB8AC3E}">
        <p14:creationId xmlns:p14="http://schemas.microsoft.com/office/powerpoint/2010/main" val="115272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7721D5A-B751-1EF4-1697-54C48969AE96}"/>
                  </a:ext>
                </a:extLst>
              </p14:cNvPr>
              <p14:cNvContentPartPr/>
              <p14:nvPr/>
            </p14:nvContentPartPr>
            <p14:xfrm>
              <a:off x="1760760" y="1178640"/>
              <a:ext cx="8111880" cy="5156280"/>
            </p14:xfrm>
          </p:contentPart>
        </mc:Choice>
        <mc:Fallback>
          <p:pic>
            <p:nvPicPr>
              <p:cNvPr id="4" name="Ink 3">
                <a:extLst>
                  <a:ext uri="{FF2B5EF4-FFF2-40B4-BE49-F238E27FC236}">
                    <a16:creationId xmlns:a16="http://schemas.microsoft.com/office/drawing/2014/main" id="{F7721D5A-B751-1EF4-1697-54C48969AE96}"/>
                  </a:ext>
                </a:extLst>
              </p:cNvPr>
              <p:cNvPicPr/>
              <p:nvPr/>
            </p:nvPicPr>
            <p:blipFill>
              <a:blip r:embed="rId3"/>
              <a:stretch>
                <a:fillRect/>
              </a:stretch>
            </p:blipFill>
            <p:spPr>
              <a:xfrm>
                <a:off x="1751400" y="1169280"/>
                <a:ext cx="8130600" cy="5175000"/>
              </a:xfrm>
              <a:prstGeom prst="rect">
                <a:avLst/>
              </a:prstGeom>
            </p:spPr>
          </p:pic>
        </mc:Fallback>
      </mc:AlternateContent>
    </p:spTree>
    <p:extLst>
      <p:ext uri="{BB962C8B-B14F-4D97-AF65-F5344CB8AC3E}">
        <p14:creationId xmlns:p14="http://schemas.microsoft.com/office/powerpoint/2010/main" val="208014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3FF1F28-D8C4-6FA2-C9E0-8D35A421C316}"/>
                  </a:ext>
                </a:extLst>
              </p14:cNvPr>
              <p14:cNvContentPartPr/>
              <p14:nvPr/>
            </p14:nvContentPartPr>
            <p14:xfrm>
              <a:off x="783360" y="3520800"/>
              <a:ext cx="6096600" cy="1384200"/>
            </p14:xfrm>
          </p:contentPart>
        </mc:Choice>
        <mc:Fallback>
          <p:pic>
            <p:nvPicPr>
              <p:cNvPr id="4" name="Ink 3">
                <a:extLst>
                  <a:ext uri="{FF2B5EF4-FFF2-40B4-BE49-F238E27FC236}">
                    <a16:creationId xmlns:a16="http://schemas.microsoft.com/office/drawing/2014/main" id="{83FF1F28-D8C4-6FA2-C9E0-8D35A421C316}"/>
                  </a:ext>
                </a:extLst>
              </p:cNvPr>
              <p:cNvPicPr/>
              <p:nvPr/>
            </p:nvPicPr>
            <p:blipFill>
              <a:blip r:embed="rId4"/>
              <a:stretch>
                <a:fillRect/>
              </a:stretch>
            </p:blipFill>
            <p:spPr>
              <a:xfrm>
                <a:off x="774000" y="3511440"/>
                <a:ext cx="6115320" cy="1402920"/>
              </a:xfrm>
              <a:prstGeom prst="rect">
                <a:avLst/>
              </a:prstGeom>
            </p:spPr>
          </p:pic>
        </mc:Fallback>
      </mc:AlternateContent>
    </p:spTree>
    <p:extLst>
      <p:ext uri="{BB962C8B-B14F-4D97-AF65-F5344CB8AC3E}">
        <p14:creationId xmlns:p14="http://schemas.microsoft.com/office/powerpoint/2010/main" val="131569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175146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192618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174578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174578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35966" y="324405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35966" y="324405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6665900" y="5533535"/>
                <a:ext cx="5484531" cy="132446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e>
                      </m:d>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6665900" y="5533535"/>
                <a:ext cx="5484531" cy="13244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D1762B0C-35B8-FC93-87A2-3A8736255D2F}"/>
                  </a:ext>
                </a:extLst>
              </p14:cNvPr>
              <p14:cNvContentPartPr/>
              <p14:nvPr/>
            </p14:nvContentPartPr>
            <p14:xfrm>
              <a:off x="3769920" y="1190880"/>
              <a:ext cx="7224120" cy="4617360"/>
            </p14:xfrm>
          </p:contentPart>
        </mc:Choice>
        <mc:Fallback>
          <p:pic>
            <p:nvPicPr>
              <p:cNvPr id="6" name="Ink 5">
                <a:extLst>
                  <a:ext uri="{FF2B5EF4-FFF2-40B4-BE49-F238E27FC236}">
                    <a16:creationId xmlns:a16="http://schemas.microsoft.com/office/drawing/2014/main" id="{D1762B0C-35B8-FC93-87A2-3A8736255D2F}"/>
                  </a:ext>
                </a:extLst>
              </p:cNvPr>
              <p:cNvPicPr/>
              <p:nvPr/>
            </p:nvPicPr>
            <p:blipFill>
              <a:blip r:embed="rId32"/>
              <a:stretch>
                <a:fillRect/>
              </a:stretch>
            </p:blipFill>
            <p:spPr>
              <a:xfrm>
                <a:off x="3760560" y="1181520"/>
                <a:ext cx="7242840" cy="4636080"/>
              </a:xfrm>
              <a:prstGeom prst="rect">
                <a:avLst/>
              </a:prstGeom>
            </p:spPr>
          </p:pic>
        </mc:Fallback>
      </mc:AlternateContent>
    </p:spTree>
    <p:extLst>
      <p:ext uri="{BB962C8B-B14F-4D97-AF65-F5344CB8AC3E}">
        <p14:creationId xmlns:p14="http://schemas.microsoft.com/office/powerpoint/2010/main" val="2539101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336-958B-F73C-23DD-A712A1D03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BF59-DF2A-6E9B-261C-F8C2142E7F86}"/>
              </a:ext>
            </a:extLst>
          </p:cNvPr>
          <p:cNvSpPr>
            <a:spLocks noGrp="1"/>
          </p:cNvSpPr>
          <p:nvPr>
            <p:ph type="title"/>
          </p:nvPr>
        </p:nvSpPr>
        <p:spPr/>
        <p:txBody>
          <a:bodyPr/>
          <a:lstStyle/>
          <a:p>
            <a:r>
              <a:rPr lang="en-US" dirty="0"/>
              <a:t>Merge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895523-78E6-BC2B-D426-8B9B63399B3D}"/>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NO!</a:t>
                </a:r>
              </a:p>
              <a:p>
                <a:pPr lvl="1"/>
                <a:r>
                  <a:rPr lang="en-US" dirty="0"/>
                  <a:t>We need a second array to merge into</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before we can divide</a:t>
                </a:r>
              </a:p>
              <a:p>
                <a:r>
                  <a:rPr lang="en-US" dirty="0"/>
                  <a:t>Stable</a:t>
                </a:r>
              </a:p>
              <a:p>
                <a:pPr lvl="1"/>
                <a:r>
                  <a:rPr lang="en-US" dirty="0"/>
                  <a:t>YES!</a:t>
                </a:r>
              </a:p>
              <a:p>
                <a:pPr lvl="1"/>
                <a:r>
                  <a:rPr lang="en-US" dirty="0"/>
                  <a:t>When merging, and there’s a tie, choose the element from the left </a:t>
                </a:r>
              </a:p>
            </p:txBody>
          </p:sp>
        </mc:Choice>
        <mc:Fallback xmlns="">
          <p:sp>
            <p:nvSpPr>
              <p:cNvPr id="3" name="Content Placeholder 2">
                <a:extLst>
                  <a:ext uri="{FF2B5EF4-FFF2-40B4-BE49-F238E27FC236}">
                    <a16:creationId xmlns:a16="http://schemas.microsoft.com/office/drawing/2014/main" id="{A7895523-78E6-BC2B-D426-8B9B63399B3D}"/>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3F0985D-B32C-E733-6258-3622DC465777}"/>
                  </a:ext>
                </a:extLst>
              </p14:cNvPr>
              <p14:cNvContentPartPr/>
              <p14:nvPr/>
            </p14:nvContentPartPr>
            <p14:xfrm>
              <a:off x="1124640" y="1931760"/>
              <a:ext cx="3601440" cy="3891600"/>
            </p14:xfrm>
          </p:contentPart>
        </mc:Choice>
        <mc:Fallback>
          <p:pic>
            <p:nvPicPr>
              <p:cNvPr id="4" name="Ink 3">
                <a:extLst>
                  <a:ext uri="{FF2B5EF4-FFF2-40B4-BE49-F238E27FC236}">
                    <a16:creationId xmlns:a16="http://schemas.microsoft.com/office/drawing/2014/main" id="{D3F0985D-B32C-E733-6258-3622DC465777}"/>
                  </a:ext>
                </a:extLst>
              </p:cNvPr>
              <p:cNvPicPr/>
              <p:nvPr/>
            </p:nvPicPr>
            <p:blipFill>
              <a:blip r:embed="rId4"/>
              <a:stretch>
                <a:fillRect/>
              </a:stretch>
            </p:blipFill>
            <p:spPr>
              <a:xfrm>
                <a:off x="1115280" y="1922400"/>
                <a:ext cx="3620160" cy="3910320"/>
              </a:xfrm>
              <a:prstGeom prst="rect">
                <a:avLst/>
              </a:prstGeom>
            </p:spPr>
          </p:pic>
        </mc:Fallback>
      </mc:AlternateContent>
    </p:spTree>
    <p:extLst>
      <p:ext uri="{BB962C8B-B14F-4D97-AF65-F5344CB8AC3E}">
        <p14:creationId xmlns:p14="http://schemas.microsoft.com/office/powerpoint/2010/main" val="2549524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Vs. </a:t>
            </a:r>
            <a:r>
              <a:rPr lang="en-US" dirty="0" err="1"/>
              <a:t>Mergesort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C39F2E1-BB7F-E1A4-2C58-FD4BEEAED991}"/>
                  </a:ext>
                </a:extLst>
              </p14:cNvPr>
              <p14:cNvContentPartPr/>
              <p14:nvPr/>
            </p14:nvContentPartPr>
            <p14:xfrm>
              <a:off x="694440" y="587880"/>
              <a:ext cx="4707360" cy="3913200"/>
            </p14:xfrm>
          </p:contentPart>
        </mc:Choice>
        <mc:Fallback>
          <p:pic>
            <p:nvPicPr>
              <p:cNvPr id="4" name="Ink 3">
                <a:extLst>
                  <a:ext uri="{FF2B5EF4-FFF2-40B4-BE49-F238E27FC236}">
                    <a16:creationId xmlns:a16="http://schemas.microsoft.com/office/drawing/2014/main" id="{CC39F2E1-BB7F-E1A4-2C58-FD4BEEAED991}"/>
                  </a:ext>
                </a:extLst>
              </p:cNvPr>
              <p:cNvPicPr/>
              <p:nvPr/>
            </p:nvPicPr>
            <p:blipFill>
              <a:blip r:embed="rId4"/>
              <a:stretch>
                <a:fillRect/>
              </a:stretch>
            </p:blipFill>
            <p:spPr>
              <a:xfrm>
                <a:off x="685080" y="578520"/>
                <a:ext cx="4726080" cy="3931920"/>
              </a:xfrm>
              <a:prstGeom prst="rect">
                <a:avLst/>
              </a:prstGeom>
            </p:spPr>
          </p:pic>
        </mc:Fallback>
      </mc:AlternateContent>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Overview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15441C4-6FD7-3E35-470E-C75DB78B3929}"/>
                  </a:ext>
                </a:extLst>
              </p14:cNvPr>
              <p14:cNvContentPartPr/>
              <p14:nvPr/>
            </p14:nvContentPartPr>
            <p14:xfrm>
              <a:off x="313560" y="2164680"/>
              <a:ext cx="8898480" cy="2152440"/>
            </p14:xfrm>
          </p:contentPart>
        </mc:Choice>
        <mc:Fallback>
          <p:pic>
            <p:nvPicPr>
              <p:cNvPr id="4" name="Ink 3">
                <a:extLst>
                  <a:ext uri="{FF2B5EF4-FFF2-40B4-BE49-F238E27FC236}">
                    <a16:creationId xmlns:a16="http://schemas.microsoft.com/office/drawing/2014/main" id="{815441C4-6FD7-3E35-470E-C75DB78B3929}"/>
                  </a:ext>
                </a:extLst>
              </p:cNvPr>
              <p:cNvPicPr/>
              <p:nvPr/>
            </p:nvPicPr>
            <p:blipFill>
              <a:blip r:embed="rId4"/>
              <a:stretch>
                <a:fillRect/>
              </a:stretch>
            </p:blipFill>
            <p:spPr>
              <a:xfrm>
                <a:off x="304200" y="2155320"/>
                <a:ext cx="8917200" cy="2171160"/>
              </a:xfrm>
              <a:prstGeom prst="rect">
                <a:avLst/>
              </a:prstGeom>
            </p:spPr>
          </p:pic>
        </mc:Fallback>
      </mc:AlternateContent>
    </p:spTree>
    <p:extLst>
      <p:ext uri="{BB962C8B-B14F-4D97-AF65-F5344CB8AC3E}">
        <p14:creationId xmlns:p14="http://schemas.microsoft.com/office/powerpoint/2010/main" val="159361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grpSp>
        <p:nvGrpSpPr>
          <p:cNvPr id="17" name="Group 16" descr="We begin with an unordered list and a special element that we call the pivot.&#10;&#10;In this case our list is [8,5,7,3,12,10,1,2,4,9,6,11], and our pivot is the first element of the array, i.e. 8.">
            <a:extLst>
              <a:ext uri="{FF2B5EF4-FFF2-40B4-BE49-F238E27FC236}">
                <a16:creationId xmlns:a16="http://schemas.microsoft.com/office/drawing/2014/main" id="{E580BD3A-1AE5-B498-061E-78515B1BD5E7}"/>
              </a:ext>
            </a:extLst>
          </p:cNvPr>
          <p:cNvGrpSpPr/>
          <p:nvPr/>
        </p:nvGrpSpPr>
        <p:grpSpPr>
          <a:xfrm>
            <a:off x="2209800" y="3048000"/>
            <a:ext cx="6403076" cy="533400"/>
            <a:chOff x="2209800" y="3048000"/>
            <a:chExt cx="6403076" cy="533400"/>
          </a:xfrm>
        </p:grpSpPr>
        <p:sp>
          <p:nvSpPr>
            <p:cNvPr id="5" name="Rectangle 4"/>
            <p:cNvSpPr/>
            <p:nvPr/>
          </p:nvSpPr>
          <p:spPr>
            <a:xfrm>
              <a:off x="2209800" y="3048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grpSp>
        <p:nvGrpSpPr>
          <p:cNvPr id="32" name="Group 31" descr="After partitioning our array should be arranged so that we have all the elements less than the pivot to the left, all elements greater than the pivot to the right, and then all elements equal to the pivot in the middle.&#10;&#10;In this case our array would be: [5,6,7,3,1,2,4,6,8,12,10,9,11]">
            <a:extLst>
              <a:ext uri="{FF2B5EF4-FFF2-40B4-BE49-F238E27FC236}">
                <a16:creationId xmlns:a16="http://schemas.microsoft.com/office/drawing/2014/main" id="{FACFE0A8-C0CE-AC1A-8707-EA80622BB262}"/>
              </a:ext>
            </a:extLst>
          </p:cNvPr>
          <p:cNvGrpSpPr/>
          <p:nvPr/>
        </p:nvGrpSpPr>
        <p:grpSpPr>
          <a:xfrm>
            <a:off x="2209800" y="5410200"/>
            <a:ext cx="6403076" cy="533400"/>
            <a:chOff x="2209800" y="5410200"/>
            <a:chExt cx="6403076" cy="533400"/>
          </a:xfrm>
        </p:grpSpPr>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5DDDFCB-8202-C9AA-30D4-5BE66C4D045B}"/>
                  </a:ext>
                </a:extLst>
              </p14:cNvPr>
              <p14:cNvContentPartPr/>
              <p14:nvPr/>
            </p14:nvContentPartPr>
            <p14:xfrm>
              <a:off x="1871280" y="2167560"/>
              <a:ext cx="7177680" cy="4289760"/>
            </p14:xfrm>
          </p:contentPart>
        </mc:Choice>
        <mc:Fallback>
          <p:pic>
            <p:nvPicPr>
              <p:cNvPr id="4" name="Ink 3">
                <a:extLst>
                  <a:ext uri="{FF2B5EF4-FFF2-40B4-BE49-F238E27FC236}">
                    <a16:creationId xmlns:a16="http://schemas.microsoft.com/office/drawing/2014/main" id="{D5DDDFCB-8202-C9AA-30D4-5BE66C4D045B}"/>
                  </a:ext>
                </a:extLst>
              </p:cNvPr>
              <p:cNvPicPr/>
              <p:nvPr/>
            </p:nvPicPr>
            <p:blipFill>
              <a:blip r:embed="rId5"/>
              <a:stretch>
                <a:fillRect/>
              </a:stretch>
            </p:blipFill>
            <p:spPr>
              <a:xfrm>
                <a:off x="1861920" y="2158200"/>
                <a:ext cx="7196400" cy="4308480"/>
              </a:xfrm>
              <a:prstGeom prst="rect">
                <a:avLst/>
              </a:prstGeom>
            </p:spPr>
          </p:pic>
        </mc:Fallback>
      </mc:AlternateContent>
    </p:spTree>
    <p:extLst>
      <p:ext uri="{BB962C8B-B14F-4D97-AF65-F5344CB8AC3E}">
        <p14:creationId xmlns:p14="http://schemas.microsoft.com/office/powerpoint/2010/main" val="2086780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 (Slide 1 of 2)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3" name="Group 2" descr="Initially we arrange our array so that the pivot is at index 0. Next we have the variable begin which is initially set to index 1, and the variable end which is initially set to index n-1.&#10;&#10;Next we compare the value at index begin with the pivot. In this case that value is 5 and the pivot is 8. Because the pivot is larger, we leave 5 in place and increment begin.">
            <a:extLst>
              <a:ext uri="{FF2B5EF4-FFF2-40B4-BE49-F238E27FC236}">
                <a16:creationId xmlns:a16="http://schemas.microsoft.com/office/drawing/2014/main" id="{1A28EF59-F89F-062A-2308-C463822BE940}"/>
              </a:ext>
            </a:extLst>
          </p:cNvPr>
          <p:cNvGrpSpPr/>
          <p:nvPr/>
        </p:nvGrpSpPr>
        <p:grpSpPr>
          <a:xfrm>
            <a:off x="2969524" y="2324100"/>
            <a:ext cx="6403076" cy="952500"/>
            <a:chOff x="2969524" y="2324100"/>
            <a:chExt cx="6403076" cy="952500"/>
          </a:xfrm>
        </p:grpSpPr>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descr="Once again we compare the value at index begin with the pivot. Now begin is 7 and the pivot is 8, so once again we leave the value in place and increment begin.&#10;&#10;The next value of being is 3, so once again we just increment begin.">
            <a:extLst>
              <a:ext uri="{FF2B5EF4-FFF2-40B4-BE49-F238E27FC236}">
                <a16:creationId xmlns:a16="http://schemas.microsoft.com/office/drawing/2014/main" id="{3751291A-A533-B7E5-96E6-0FEBD3914CF9}"/>
              </a:ext>
            </a:extLst>
          </p:cNvPr>
          <p:cNvGrpSpPr/>
          <p:nvPr/>
        </p:nvGrpSpPr>
        <p:grpSpPr>
          <a:xfrm>
            <a:off x="2971513" y="3429000"/>
            <a:ext cx="6403076" cy="947951"/>
            <a:chOff x="2971513" y="3429000"/>
            <a:chExt cx="6403076" cy="947951"/>
          </a:xfrm>
        </p:grpSpPr>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descr="Now the value at begin is 12. Because 12 is greater than the pivot we swap the value at index begin with the value at index end, then decrement end.">
            <a:extLst>
              <a:ext uri="{FF2B5EF4-FFF2-40B4-BE49-F238E27FC236}">
                <a16:creationId xmlns:a16="http://schemas.microsoft.com/office/drawing/2014/main" id="{2D99AECB-A8C4-A530-B7BE-62405E9BA388}"/>
              </a:ext>
            </a:extLst>
          </p:cNvPr>
          <p:cNvGrpSpPr/>
          <p:nvPr/>
        </p:nvGrpSpPr>
        <p:grpSpPr>
          <a:xfrm>
            <a:off x="2990563" y="4495800"/>
            <a:ext cx="6403076" cy="947951"/>
            <a:chOff x="2990563" y="4495800"/>
            <a:chExt cx="6403076" cy="947951"/>
          </a:xfrm>
        </p:grpSpPr>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1422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descr="Now the value at the index begin is that value that was formerly at the index end. We next compare this value with the pivot. In this case, the value at begin is 11, so it is larger than the pivot, so we once again swap this value with the one at index end and decrement end.">
            <a:extLst>
              <a:ext uri="{FF2B5EF4-FFF2-40B4-BE49-F238E27FC236}">
                <a16:creationId xmlns:a16="http://schemas.microsoft.com/office/drawing/2014/main" id="{D62520FA-D152-944A-D3D1-9F9F8B3BA6AA}"/>
              </a:ext>
            </a:extLst>
          </p:cNvPr>
          <p:cNvGrpSpPr/>
          <p:nvPr/>
        </p:nvGrpSpPr>
        <p:grpSpPr>
          <a:xfrm>
            <a:off x="2969524" y="5692824"/>
            <a:ext cx="6403076" cy="914400"/>
            <a:chOff x="2969524" y="5692824"/>
            <a:chExt cx="6403076" cy="914400"/>
          </a:xfrm>
        </p:grpSpPr>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2DE511E-C323-1708-D819-390DD22E3795}"/>
                  </a:ext>
                </a:extLst>
              </p14:cNvPr>
              <p14:cNvContentPartPr/>
              <p14:nvPr/>
            </p14:nvContentPartPr>
            <p14:xfrm>
              <a:off x="2190600" y="2121840"/>
              <a:ext cx="7304040" cy="2945520"/>
            </p14:xfrm>
          </p:contentPart>
        </mc:Choice>
        <mc:Fallback>
          <p:pic>
            <p:nvPicPr>
              <p:cNvPr id="4" name="Ink 3">
                <a:extLst>
                  <a:ext uri="{FF2B5EF4-FFF2-40B4-BE49-F238E27FC236}">
                    <a16:creationId xmlns:a16="http://schemas.microsoft.com/office/drawing/2014/main" id="{12DE511E-C323-1708-D819-390DD22E3795}"/>
                  </a:ext>
                </a:extLst>
              </p:cNvPr>
              <p:cNvPicPr/>
              <p:nvPr/>
            </p:nvPicPr>
            <p:blipFill>
              <a:blip r:embed="rId4"/>
              <a:stretch>
                <a:fillRect/>
              </a:stretch>
            </p:blipFill>
            <p:spPr>
              <a:xfrm>
                <a:off x="2181240" y="2112480"/>
                <a:ext cx="7322760" cy="2964240"/>
              </a:xfrm>
              <a:prstGeom prst="rect">
                <a:avLst/>
              </a:prstGeom>
            </p:spPr>
          </p:pic>
        </mc:Fallback>
      </mc:AlternateContent>
    </p:spTree>
    <p:extLst>
      <p:ext uri="{BB962C8B-B14F-4D97-AF65-F5344CB8AC3E}">
        <p14:creationId xmlns:p14="http://schemas.microsoft.com/office/powerpoint/2010/main" val="403387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0086E7-8C2F-FA6D-FBEB-411A8519EB2F}"/>
              </a:ext>
            </a:extLst>
          </p:cNvPr>
          <p:cNvSpPr txBox="1">
            <a:spLocks noGrp="1"/>
          </p:cNvSpPr>
          <p:nvPr>
            <p:ph type="title" idx="4294967295"/>
          </p:nvPr>
        </p:nvSpPr>
        <p:spPr>
          <a:xfrm>
            <a:off x="379293" y="0"/>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dirty="0"/>
              <a:t>Partition Procedure (Slide 2 of 2)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 name="Group 1" descr="Where we left off from the previous slide.">
            <a:extLst>
              <a:ext uri="{FF2B5EF4-FFF2-40B4-BE49-F238E27FC236}">
                <a16:creationId xmlns:a16="http://schemas.microsoft.com/office/drawing/2014/main" id="{D044433F-DF44-C371-3353-327C2344D2B6}"/>
              </a:ext>
            </a:extLst>
          </p:cNvPr>
          <p:cNvGrpSpPr/>
          <p:nvPr/>
        </p:nvGrpSpPr>
        <p:grpSpPr>
          <a:xfrm>
            <a:off x="2649938" y="2286000"/>
            <a:ext cx="6403076" cy="914400"/>
            <a:chOff x="2649938" y="2286000"/>
            <a:chExt cx="6403076" cy="914400"/>
          </a:xfrm>
        </p:grpSpPr>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descr="Now begin contains the value 6, which is smaller than the pivot, so we increment begin.">
            <a:extLst>
              <a:ext uri="{FF2B5EF4-FFF2-40B4-BE49-F238E27FC236}">
                <a16:creationId xmlns:a16="http://schemas.microsoft.com/office/drawing/2014/main" id="{CAF0C632-34F8-38D2-BAD2-8150D883F696}"/>
              </a:ext>
            </a:extLst>
          </p:cNvPr>
          <p:cNvGrpSpPr/>
          <p:nvPr/>
        </p:nvGrpSpPr>
        <p:grpSpPr>
          <a:xfrm>
            <a:off x="2649938" y="3377821"/>
            <a:ext cx="6403076" cy="914400"/>
            <a:chOff x="2649938" y="3377821"/>
            <a:chExt cx="6403076" cy="914400"/>
          </a:xfrm>
        </p:grpSpPr>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descr="Now begin contains the value 10, which is larger than the pivot, so we swap 10 with the value at index end and decrement end.">
            <a:extLst>
              <a:ext uri="{FF2B5EF4-FFF2-40B4-BE49-F238E27FC236}">
                <a16:creationId xmlns:a16="http://schemas.microsoft.com/office/drawing/2014/main" id="{0A74119E-A09F-A8F5-4C0C-D890F6818E1D}"/>
              </a:ext>
            </a:extLst>
          </p:cNvPr>
          <p:cNvGrpSpPr/>
          <p:nvPr/>
        </p:nvGrpSpPr>
        <p:grpSpPr>
          <a:xfrm>
            <a:off x="2649938" y="4449816"/>
            <a:ext cx="6403076" cy="909205"/>
            <a:chOff x="2649938" y="4449816"/>
            <a:chExt cx="6403076" cy="909205"/>
          </a:xfrm>
        </p:grpSpPr>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5445058" y="444981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descr="Next we compare the value at index begin with the pivot, continuing the process until begin and end meet at the same index.">
            <a:extLst>
              <a:ext uri="{FF2B5EF4-FFF2-40B4-BE49-F238E27FC236}">
                <a16:creationId xmlns:a16="http://schemas.microsoft.com/office/drawing/2014/main" id="{D68431A1-00BD-033F-363E-28FD3B78CDE0}"/>
              </a:ext>
            </a:extLst>
          </p:cNvPr>
          <p:cNvGrpSpPr/>
          <p:nvPr/>
        </p:nvGrpSpPr>
        <p:grpSpPr>
          <a:xfrm>
            <a:off x="2649938" y="5485831"/>
            <a:ext cx="6403076" cy="914969"/>
            <a:chOff x="2649938" y="5485831"/>
            <a:chExt cx="6403076" cy="914969"/>
          </a:xfrm>
        </p:grpSpPr>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0267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7D130E6-4B7A-D87A-32AE-9E7B9B6DA6CE}"/>
                  </a:ext>
                </a:extLst>
              </p14:cNvPr>
              <p14:cNvContentPartPr/>
              <p14:nvPr/>
            </p14:nvContentPartPr>
            <p14:xfrm>
              <a:off x="2925000" y="3444480"/>
              <a:ext cx="2578320" cy="1494360"/>
            </p14:xfrm>
          </p:contentPart>
        </mc:Choice>
        <mc:Fallback>
          <p:pic>
            <p:nvPicPr>
              <p:cNvPr id="4" name="Ink 3">
                <a:extLst>
                  <a:ext uri="{FF2B5EF4-FFF2-40B4-BE49-F238E27FC236}">
                    <a16:creationId xmlns:a16="http://schemas.microsoft.com/office/drawing/2014/main" id="{07D130E6-4B7A-D87A-32AE-9E7B9B6DA6CE}"/>
                  </a:ext>
                </a:extLst>
              </p:cNvPr>
              <p:cNvPicPr/>
              <p:nvPr/>
            </p:nvPicPr>
            <p:blipFill>
              <a:blip r:embed="rId4"/>
              <a:stretch>
                <a:fillRect/>
              </a:stretch>
            </p:blipFill>
            <p:spPr>
              <a:xfrm>
                <a:off x="2915640" y="3435120"/>
                <a:ext cx="2597040" cy="1513080"/>
              </a:xfrm>
              <a:prstGeom prst="rect">
                <a:avLst/>
              </a:prstGeom>
            </p:spPr>
          </p:pic>
        </mc:Fallback>
      </mc:AlternateContent>
    </p:spTree>
    <p:extLst>
      <p:ext uri="{BB962C8B-B14F-4D97-AF65-F5344CB8AC3E}">
        <p14:creationId xmlns:p14="http://schemas.microsoft.com/office/powerpoint/2010/main" val="1131855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 Begin Meets End (Case 1)</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9222CCFC-3897-D26A-C056-6EFB88752F4E}"/>
              </a:ext>
            </a:extLst>
          </p:cNvPr>
          <p:cNvGrpSpPr/>
          <p:nvPr/>
        </p:nvGrpSpPr>
        <p:grpSpPr>
          <a:xfrm>
            <a:off x="2649938" y="2441812"/>
            <a:ext cx="6403076" cy="919518"/>
            <a:chOff x="2649938" y="2441812"/>
            <a:chExt cx="6403076" cy="919518"/>
          </a:xfrm>
        </p:grpSpPr>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3" name="Group 2" descr="We have two cases, the first case is when begin and end meet at a value that is less than the pivot. Because the pivot is at index 0, we can just swap the value at index begin with the pivot.">
            <a:extLst>
              <a:ext uri="{FF2B5EF4-FFF2-40B4-BE49-F238E27FC236}">
                <a16:creationId xmlns:a16="http://schemas.microsoft.com/office/drawing/2014/main" id="{75773105-19F6-A6BF-C8A8-032E238B4054}"/>
              </a:ext>
            </a:extLst>
          </p:cNvPr>
          <p:cNvGrpSpPr/>
          <p:nvPr/>
        </p:nvGrpSpPr>
        <p:grpSpPr>
          <a:xfrm>
            <a:off x="2639420" y="4947882"/>
            <a:ext cx="6403076" cy="919518"/>
            <a:chOff x="2639420" y="4947882"/>
            <a:chExt cx="6403076" cy="919518"/>
          </a:xfrm>
        </p:grpSpPr>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D04C8AF-3DCC-21B2-B174-2B82EDFBB113}"/>
                  </a:ext>
                </a:extLst>
              </p14:cNvPr>
              <p14:cNvContentPartPr/>
              <p14:nvPr/>
            </p14:nvContentPartPr>
            <p14:xfrm>
              <a:off x="2876040" y="2642040"/>
              <a:ext cx="4274280" cy="1414800"/>
            </p14:xfrm>
          </p:contentPart>
        </mc:Choice>
        <mc:Fallback>
          <p:pic>
            <p:nvPicPr>
              <p:cNvPr id="4" name="Ink 3">
                <a:extLst>
                  <a:ext uri="{FF2B5EF4-FFF2-40B4-BE49-F238E27FC236}">
                    <a16:creationId xmlns:a16="http://schemas.microsoft.com/office/drawing/2014/main" id="{BD04C8AF-3DCC-21B2-B174-2B82EDFBB113}"/>
                  </a:ext>
                </a:extLst>
              </p:cNvPr>
              <p:cNvPicPr/>
              <p:nvPr/>
            </p:nvPicPr>
            <p:blipFill>
              <a:blip r:embed="rId5"/>
              <a:stretch>
                <a:fillRect/>
              </a:stretch>
            </p:blipFill>
            <p:spPr>
              <a:xfrm>
                <a:off x="2866680" y="2632680"/>
                <a:ext cx="4293000" cy="1433520"/>
              </a:xfrm>
              <a:prstGeom prst="rect">
                <a:avLst/>
              </a:prstGeom>
            </p:spPr>
          </p:pic>
        </mc:Fallback>
      </mc:AlternateContent>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 Begin Meets End (Case 2)</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76F8D6F2-A5ED-2AFB-6265-8BF4FF369250}"/>
              </a:ext>
            </a:extLst>
          </p:cNvPr>
          <p:cNvGrpSpPr/>
          <p:nvPr/>
        </p:nvGrpSpPr>
        <p:grpSpPr>
          <a:xfrm>
            <a:off x="2649938" y="2438400"/>
            <a:ext cx="6403076" cy="919518"/>
            <a:chOff x="2649938" y="2438400"/>
            <a:chExt cx="6403076" cy="919518"/>
          </a:xfrm>
        </p:grpSpPr>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4"/>
                <a:stretch>
                  <a:fillRect l="-1773" t="-5941" b="-4950"/>
                </a:stretch>
              </a:blipFill>
            </p:spPr>
            <p:txBody>
              <a:bodyPr/>
              <a:lstStyle/>
              <a:p>
                <a:r>
                  <a:rPr lang="en-US">
                    <a:noFill/>
                  </a:rPr>
                  <a:t> </a:t>
                </a:r>
              </a:p>
            </p:txBody>
          </p:sp>
        </mc:Fallback>
      </mc:AlternateContent>
      <p:grpSp>
        <p:nvGrpSpPr>
          <p:cNvPr id="3" name="Group 2" descr="The second case is when begin and end meet at a value that is greater than the pivot. Because the pivot is at index 0, we can just swap the value at index begin-1 with the pivot.">
            <a:extLst>
              <a:ext uri="{FF2B5EF4-FFF2-40B4-BE49-F238E27FC236}">
                <a16:creationId xmlns:a16="http://schemas.microsoft.com/office/drawing/2014/main" id="{F2327318-50EB-1436-48FA-5E67A9F3019C}"/>
              </a:ext>
            </a:extLst>
          </p:cNvPr>
          <p:cNvGrpSpPr/>
          <p:nvPr/>
        </p:nvGrpSpPr>
        <p:grpSpPr>
          <a:xfrm>
            <a:off x="2639420" y="4944470"/>
            <a:ext cx="6403076" cy="919518"/>
            <a:chOff x="2639420" y="4944470"/>
            <a:chExt cx="6403076" cy="919518"/>
          </a:xfrm>
        </p:grpSpPr>
        <p:grpSp>
          <p:nvGrpSpPr>
            <p:cNvPr id="180" name="Group 179" descr="We have two cases, the first case is when begin and end meet at a value that is less than the pivot. Because the pivot is at index 0, we can just swap the value at index begin with the pivot."/>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15C1D515-25D6-BD5F-5EE2-77E938E744F9}"/>
                  </a:ext>
                </a:extLst>
              </p14:cNvPr>
              <p14:cNvContentPartPr/>
              <p14:nvPr/>
            </p14:nvContentPartPr>
            <p14:xfrm>
              <a:off x="2946600" y="2326680"/>
              <a:ext cx="7832520" cy="3665160"/>
            </p14:xfrm>
          </p:contentPart>
        </mc:Choice>
        <mc:Fallback>
          <p:pic>
            <p:nvPicPr>
              <p:cNvPr id="4" name="Ink 3">
                <a:extLst>
                  <a:ext uri="{FF2B5EF4-FFF2-40B4-BE49-F238E27FC236}">
                    <a16:creationId xmlns:a16="http://schemas.microsoft.com/office/drawing/2014/main" id="{15C1D515-25D6-BD5F-5EE2-77E938E744F9}"/>
                  </a:ext>
                </a:extLst>
              </p:cNvPr>
              <p:cNvPicPr/>
              <p:nvPr/>
            </p:nvPicPr>
            <p:blipFill>
              <a:blip r:embed="rId6"/>
              <a:stretch>
                <a:fillRect/>
              </a:stretch>
            </p:blipFill>
            <p:spPr>
              <a:xfrm>
                <a:off x="2937240" y="2317320"/>
                <a:ext cx="7851240" cy="3683880"/>
              </a:xfrm>
              <a:prstGeom prst="rect">
                <a:avLst/>
              </a:prstGeom>
            </p:spPr>
          </p:pic>
        </mc:Fallback>
      </mc:AlternateContent>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1FEFA701-C67E-D82C-EF4A-E1FB39BF3595}"/>
                  </a:ext>
                </a:extLst>
              </p14:cNvPr>
              <p14:cNvContentPartPr/>
              <p14:nvPr/>
            </p14:nvContentPartPr>
            <p14:xfrm>
              <a:off x="313560" y="1589040"/>
              <a:ext cx="857520" cy="4442760"/>
            </p14:xfrm>
          </p:contentPart>
        </mc:Choice>
        <mc:Fallback>
          <p:pic>
            <p:nvPicPr>
              <p:cNvPr id="4" name="Ink 3">
                <a:extLst>
                  <a:ext uri="{FF2B5EF4-FFF2-40B4-BE49-F238E27FC236}">
                    <a16:creationId xmlns:a16="http://schemas.microsoft.com/office/drawing/2014/main" id="{1FEFA701-C67E-D82C-EF4A-E1FB39BF3595}"/>
                  </a:ext>
                </a:extLst>
              </p:cNvPr>
              <p:cNvPicPr/>
              <p:nvPr/>
            </p:nvPicPr>
            <p:blipFill>
              <a:blip r:embed="rId5"/>
              <a:stretch>
                <a:fillRect/>
              </a:stretch>
            </p:blipFill>
            <p:spPr>
              <a:xfrm>
                <a:off x="304200" y="1579680"/>
                <a:ext cx="876240" cy="4461480"/>
              </a:xfrm>
              <a:prstGeom prst="rect">
                <a:avLst/>
              </a:prstGeom>
            </p:spPr>
          </p:pic>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grpSp>
        <p:nvGrpSpPr>
          <p:cNvPr id="3" name="Group 2" descr="After partitioning, all elements less than the pivot are to the left, all elements greater than the pivot are to the right, and the pivot is at exactly the index it belongs in for sorting the list.">
            <a:extLst>
              <a:ext uri="{FF2B5EF4-FFF2-40B4-BE49-F238E27FC236}">
                <a16:creationId xmlns:a16="http://schemas.microsoft.com/office/drawing/2014/main" id="{4546323E-26FD-AF3B-B0FC-5EF3A7E60A73}"/>
              </a:ext>
            </a:extLst>
          </p:cNvPr>
          <p:cNvGrpSpPr/>
          <p:nvPr/>
        </p:nvGrpSpPr>
        <p:grpSpPr>
          <a:xfrm>
            <a:off x="2604909" y="1447800"/>
            <a:ext cx="6924151" cy="2339510"/>
            <a:chOff x="2604909" y="1447800"/>
            <a:chExt cx="6924151" cy="2339510"/>
          </a:xfrm>
        </p:grpSpPr>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608" t="-10465" b="-3255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850" t="-10465" b="-32558"/>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694F02E-C44E-BB27-87D2-9D7B58C1B4F4}"/>
                  </a:ext>
                </a:extLst>
              </p14:cNvPr>
              <p14:cNvContentPartPr/>
              <p14:nvPr/>
            </p14:nvContentPartPr>
            <p14:xfrm>
              <a:off x="1619280" y="480600"/>
              <a:ext cx="8219520" cy="3086640"/>
            </p14:xfrm>
          </p:contentPart>
        </mc:Choice>
        <mc:Fallback>
          <p:pic>
            <p:nvPicPr>
              <p:cNvPr id="4" name="Ink 3">
                <a:extLst>
                  <a:ext uri="{FF2B5EF4-FFF2-40B4-BE49-F238E27FC236}">
                    <a16:creationId xmlns:a16="http://schemas.microsoft.com/office/drawing/2014/main" id="{F694F02E-C44E-BB27-87D2-9D7B58C1B4F4}"/>
                  </a:ext>
                </a:extLst>
              </p:cNvPr>
              <p:cNvPicPr/>
              <p:nvPr/>
            </p:nvPicPr>
            <p:blipFill>
              <a:blip r:embed="rId5"/>
              <a:stretch>
                <a:fillRect/>
              </a:stretch>
            </p:blipFill>
            <p:spPr>
              <a:xfrm>
                <a:off x="1609920" y="471240"/>
                <a:ext cx="8238240" cy="3105360"/>
              </a:xfrm>
              <a:prstGeom prst="rect">
                <a:avLst/>
              </a:prstGeom>
            </p:spPr>
          </p:pic>
        </mc:Fallback>
      </mc:AlternateContent>
    </p:spTree>
    <p:extLst>
      <p:ext uri="{BB962C8B-B14F-4D97-AF65-F5344CB8AC3E}">
        <p14:creationId xmlns:p14="http://schemas.microsoft.com/office/powerpoint/2010/main" val="1771821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grpSp>
        <p:nvGrpSpPr>
          <p:cNvPr id="34" name="Group 33" descr="When the pivot is the median, the two half-lists are of the same size at ever step.">
            <a:extLst>
              <a:ext uri="{FF2B5EF4-FFF2-40B4-BE49-F238E27FC236}">
                <a16:creationId xmlns:a16="http://schemas.microsoft.com/office/drawing/2014/main" id="{273F4CBF-52A4-FDBD-17E0-A4C7F7F6B9E0}"/>
              </a:ext>
            </a:extLst>
          </p:cNvPr>
          <p:cNvGrpSpPr/>
          <p:nvPr/>
        </p:nvGrpSpPr>
        <p:grpSpPr>
          <a:xfrm>
            <a:off x="2619228" y="2438400"/>
            <a:ext cx="6403076" cy="1676400"/>
            <a:chOff x="2619228" y="2438400"/>
            <a:chExt cx="6403076" cy="1676400"/>
          </a:xfrm>
        </p:grpSpPr>
        <p:grpSp>
          <p:nvGrpSpPr>
            <p:cNvPr id="5" name="Group 4" descr="When the pivot is the median, the two half-lists are of the same size at ever step."/>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CC45EBA-BE8E-AA2A-DA0F-5904097A93FB}"/>
                  </a:ext>
                </a:extLst>
              </p14:cNvPr>
              <p14:cNvContentPartPr/>
              <p14:nvPr/>
            </p14:nvContentPartPr>
            <p14:xfrm>
              <a:off x="2464200" y="545040"/>
              <a:ext cx="9608400" cy="5128560"/>
            </p14:xfrm>
          </p:contentPart>
        </mc:Choice>
        <mc:Fallback>
          <p:pic>
            <p:nvPicPr>
              <p:cNvPr id="4" name="Ink 3">
                <a:extLst>
                  <a:ext uri="{FF2B5EF4-FFF2-40B4-BE49-F238E27FC236}">
                    <a16:creationId xmlns:a16="http://schemas.microsoft.com/office/drawing/2014/main" id="{3CC45EBA-BE8E-AA2A-DA0F-5904097A93FB}"/>
                  </a:ext>
                </a:extLst>
              </p:cNvPr>
              <p:cNvPicPr/>
              <p:nvPr/>
            </p:nvPicPr>
            <p:blipFill>
              <a:blip r:embed="rId5"/>
              <a:stretch>
                <a:fillRect/>
              </a:stretch>
            </p:blipFill>
            <p:spPr>
              <a:xfrm>
                <a:off x="2454840" y="535680"/>
                <a:ext cx="9627120" cy="5147280"/>
              </a:xfrm>
              <a:prstGeom prst="rect">
                <a:avLst/>
              </a:prstGeom>
            </p:spPr>
          </p:pic>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grpSp>
        <p:nvGrpSpPr>
          <p:cNvPr id="34" name="Group 33" descr="If the pivot is always the minimum element of the list, then the left half-list is of size 0 at each step.">
            <a:extLst>
              <a:ext uri="{FF2B5EF4-FFF2-40B4-BE49-F238E27FC236}">
                <a16:creationId xmlns:a16="http://schemas.microsoft.com/office/drawing/2014/main" id="{36419FAC-ADC4-C02F-047C-A2882A86DFF7}"/>
              </a:ext>
            </a:extLst>
          </p:cNvPr>
          <p:cNvGrpSpPr/>
          <p:nvPr/>
        </p:nvGrpSpPr>
        <p:grpSpPr>
          <a:xfrm>
            <a:off x="2619228" y="2438400"/>
            <a:ext cx="6403076" cy="1676400"/>
            <a:chOff x="2619228" y="2438400"/>
            <a:chExt cx="6403076" cy="1676400"/>
          </a:xfrm>
        </p:grpSpPr>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90494C1-2256-4422-61B0-E983B66CD8E6}"/>
                  </a:ext>
                </a:extLst>
              </p14:cNvPr>
              <p14:cNvContentPartPr/>
              <p14:nvPr/>
            </p14:nvContentPartPr>
            <p14:xfrm>
              <a:off x="1720800" y="3254400"/>
              <a:ext cx="7816680" cy="2967120"/>
            </p14:xfrm>
          </p:contentPart>
        </mc:Choice>
        <mc:Fallback>
          <p:pic>
            <p:nvPicPr>
              <p:cNvPr id="4" name="Ink 3">
                <a:extLst>
                  <a:ext uri="{FF2B5EF4-FFF2-40B4-BE49-F238E27FC236}">
                    <a16:creationId xmlns:a16="http://schemas.microsoft.com/office/drawing/2014/main" id="{590494C1-2256-4422-61B0-E983B66CD8E6}"/>
                  </a:ext>
                </a:extLst>
              </p:cNvPr>
              <p:cNvPicPr/>
              <p:nvPr/>
            </p:nvPicPr>
            <p:blipFill>
              <a:blip r:embed="rId5"/>
              <a:stretch>
                <a:fillRect/>
              </a:stretch>
            </p:blipFill>
            <p:spPr>
              <a:xfrm>
                <a:off x="1711440" y="3245040"/>
                <a:ext cx="7835400" cy="2985840"/>
              </a:xfrm>
              <a:prstGeom prst="rect">
                <a:avLst/>
              </a:prstGeom>
            </p:spPr>
          </p:pic>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Worst Case Tree Method</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EDEE58-B2C4-E126-BCB6-C2650B438813}"/>
                  </a:ext>
                </a:extLst>
              </p:cNvPr>
              <p:cNvSpPr txBox="1"/>
              <p:nvPr/>
            </p:nvSpPr>
            <p:spPr>
              <a:xfrm>
                <a:off x="71831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dirty="0"/>
              </a:p>
            </p:txBody>
          </p:sp>
        </mc:Choice>
        <mc:Fallback xmlns="">
          <p:sp>
            <p:nvSpPr>
              <p:cNvPr id="3" name="TextBox 2">
                <a:extLst>
                  <a:ext uri="{FF2B5EF4-FFF2-40B4-BE49-F238E27FC236}">
                    <a16:creationId xmlns:a16="http://schemas.microsoft.com/office/drawing/2014/main" id="{CBEDEE58-B2C4-E126-BCB6-C2650B438813}"/>
                  </a:ext>
                </a:extLst>
              </p:cNvPr>
              <p:cNvSpPr txBox="1">
                <a:spLocks noRot="1" noChangeAspect="1" noMove="1" noResize="1" noEditPoints="1" noAdjustHandles="1" noChangeArrowheads="1" noChangeShapeType="1" noTextEdit="1"/>
              </p:cNvSpPr>
              <p:nvPr/>
            </p:nvSpPr>
            <p:spPr>
              <a:xfrm>
                <a:off x="71831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5" name="Left Brace 4" descr="Because we need to make n recursive calls before reaching a base case, the height of this chain of stack frames is n.">
            <a:extLst>
              <a:ext uri="{FF2B5EF4-FFF2-40B4-BE49-F238E27FC236}">
                <a16:creationId xmlns:a16="http://schemas.microsoft.com/office/drawing/2014/main" id="{03DCD9E8-D3A7-5D78-5FBC-F23481E629CB}"/>
              </a:ext>
            </a:extLst>
          </p:cNvPr>
          <p:cNvSpPr/>
          <p:nvPr/>
        </p:nvSpPr>
        <p:spPr>
          <a:xfrm flipH="1" flipV="1">
            <a:off x="416965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 name="Text Box 2">
                <a:extLst>
                  <a:ext uri="{FF2B5EF4-FFF2-40B4-BE49-F238E27FC236}">
                    <a16:creationId xmlns:a16="http://schemas.microsoft.com/office/drawing/2014/main" id="{E31597D2-7F44-6339-C17A-DA58B649A96A}"/>
                  </a:ext>
                </a:extLst>
              </p:cNvPr>
              <p:cNvSpPr txBox="1">
                <a:spLocks noChangeArrowheads="1"/>
              </p:cNvSpPr>
              <p:nvPr/>
            </p:nvSpPr>
            <p:spPr bwMode="auto">
              <a:xfrm>
                <a:off x="433225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6" name="Text Box 2">
                <a:extLst>
                  <a:ext uri="{FF2B5EF4-FFF2-40B4-BE49-F238E27FC236}">
                    <a16:creationId xmlns:a16="http://schemas.microsoft.com/office/drawing/2014/main" id="{E31597D2-7F44-6339-C17A-DA58B649A96A}"/>
                  </a:ext>
                </a:extLst>
              </p:cNvPr>
              <p:cNvSpPr txBox="1">
                <a:spLocks noRot="1" noChangeAspect="1" noMove="1" noResize="1" noEditPoints="1" noAdjustHandles="1" noChangeArrowheads="1" noChangeShapeType="1" noTextEdit="1"/>
              </p:cNvSpPr>
              <p:nvPr/>
            </p:nvSpPr>
            <p:spPr bwMode="auto">
              <a:xfrm>
                <a:off x="433225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p:grpSp>
        <p:nvGrpSpPr>
          <p:cNvPr id="7" name="Group 6" descr="A picture of the recursion of the worst case of quicksort.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90489735-38B1-5412-7009-2A2F579EF2C3}"/>
              </a:ext>
            </a:extLst>
          </p:cNvPr>
          <p:cNvGrpSpPr/>
          <p:nvPr/>
        </p:nvGrpSpPr>
        <p:grpSpPr>
          <a:xfrm>
            <a:off x="2011925" y="2131196"/>
            <a:ext cx="2107615" cy="4253404"/>
            <a:chOff x="7673338" y="1678247"/>
            <a:chExt cx="2107615" cy="4253404"/>
          </a:xfrm>
        </p:grpSpPr>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CE657F03-EF76-D362-3DE6-4B5DE5FBD482}"/>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222E2D5C-8E44-2CFA-940D-B3903F7D420D}"/>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1">
                  <a:extLst>
                    <a:ext uri="{FF2B5EF4-FFF2-40B4-BE49-F238E27FC236}">
                      <a16:creationId xmlns:a16="http://schemas.microsoft.com/office/drawing/2014/main" id="{5E825DF2-56E1-5581-0038-ACC8AE91E36B}"/>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41">
                  <a:extLst>
                    <a:ext uri="{FF2B5EF4-FFF2-40B4-BE49-F238E27FC236}">
                      <a16:creationId xmlns:a16="http://schemas.microsoft.com/office/drawing/2014/main" id="{17D8FD81-7F4C-AAEC-9E36-50728887EBB4}"/>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A9A3315-DE02-B40B-6499-60A5FA49A8B5}"/>
                </a:ext>
              </a:extLst>
            </p:cNvPr>
            <p:cNvCxnSpPr>
              <a:cxnSpLocks/>
              <a:stCxn id="8" idx="2"/>
              <a:endCxn id="9"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73097D-1F46-4B6B-4724-FBD493B73E93}"/>
                </a:ext>
              </a:extLst>
            </p:cNvPr>
            <p:cNvCxnSpPr>
              <a:cxnSpLocks/>
              <a:stCxn id="9" idx="2"/>
              <a:endCxn id="10"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6D4514-0E18-7CDC-91B4-4D1CEB374588}"/>
                </a:ext>
              </a:extLst>
            </p:cNvPr>
            <p:cNvCxnSpPr>
              <a:cxnSpLocks/>
              <a:stCxn id="10" idx="2"/>
              <a:endCxn id="11"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 Box 41">
                  <a:extLst>
                    <a:ext uri="{FF2B5EF4-FFF2-40B4-BE49-F238E27FC236}">
                      <a16:creationId xmlns:a16="http://schemas.microsoft.com/office/drawing/2014/main" id="{A2F1D833-111E-2639-CD0C-D984EC73994A}"/>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E0F7A06-6D76-F6E9-92CF-289EF67899EC}"/>
                </a:ext>
              </a:extLst>
            </p:cNvPr>
            <p:cNvCxnSpPr>
              <a:cxnSpLocks/>
              <a:stCxn id="11"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9E4F6E-DAF3-49C7-20E5-2931AD0D68D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8A8F9-E3CA-0651-BA6E-27AF093F0F34}"/>
                    </a:ext>
                  </a:extLst>
                </p:cNvPr>
                <p:cNvSpPr txBox="1"/>
                <p:nvPr/>
              </p:nvSpPr>
              <p:spPr>
                <a:xfrm>
                  <a:off x="9002408" y="1678247"/>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18" name="TextBox 17">
                  <a:extLst>
                    <a:ext uri="{FF2B5EF4-FFF2-40B4-BE49-F238E27FC236}">
                      <a16:creationId xmlns:a16="http://schemas.microsoft.com/office/drawing/2014/main" id="{BD28A8F9-E3CA-0651-BA6E-27AF093F0F34}"/>
                    </a:ext>
                  </a:extLst>
                </p:cNvPr>
                <p:cNvSpPr txBox="1">
                  <a:spLocks noRot="1" noChangeAspect="1" noMove="1" noResize="1" noEditPoints="1" noAdjustHandles="1" noChangeArrowheads="1" noChangeShapeType="1" noTextEdit="1"/>
                </p:cNvSpPr>
                <p:nvPr/>
              </p:nvSpPr>
              <p:spPr>
                <a:xfrm>
                  <a:off x="9002408" y="1678247"/>
                  <a:ext cx="37459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581E091-EA56-3C45-CCCF-4D8BBC012AC6}"/>
                    </a:ext>
                  </a:extLst>
                </p:cNvPr>
                <p:cNvSpPr txBox="1"/>
                <p:nvPr/>
              </p:nvSpPr>
              <p:spPr>
                <a:xfrm>
                  <a:off x="9002407" y="2525515"/>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19" name="TextBox 18">
                  <a:extLst>
                    <a:ext uri="{FF2B5EF4-FFF2-40B4-BE49-F238E27FC236}">
                      <a16:creationId xmlns:a16="http://schemas.microsoft.com/office/drawing/2014/main" id="{5581E091-EA56-3C45-CCCF-4D8BBC012AC6}"/>
                    </a:ext>
                  </a:extLst>
                </p:cNvPr>
                <p:cNvSpPr txBox="1">
                  <a:spLocks noRot="1" noChangeAspect="1" noMove="1" noResize="1" noEditPoints="1" noAdjustHandles="1" noChangeArrowheads="1" noChangeShapeType="1" noTextEdit="1"/>
                </p:cNvSpPr>
                <p:nvPr/>
              </p:nvSpPr>
              <p:spPr>
                <a:xfrm>
                  <a:off x="9002407" y="2525515"/>
                  <a:ext cx="77854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163E501-CBD8-735C-F2BC-DFE17572D485}"/>
                    </a:ext>
                  </a:extLst>
                </p:cNvPr>
                <p:cNvSpPr txBox="1"/>
                <p:nvPr/>
              </p:nvSpPr>
              <p:spPr>
                <a:xfrm>
                  <a:off x="9002407" y="334847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−2</m:t>
                        </m:r>
                      </m:oMath>
                    </m:oMathPara>
                  </a14:m>
                  <a:endParaRPr lang="en-US" dirty="0">
                    <a:solidFill>
                      <a:srgbClr val="0070C0"/>
                    </a:solidFill>
                  </a:endParaRPr>
                </a:p>
              </p:txBody>
            </p:sp>
          </mc:Choice>
          <mc:Fallback xmlns="">
            <p:sp>
              <p:nvSpPr>
                <p:cNvPr id="20" name="TextBox 19">
                  <a:extLst>
                    <a:ext uri="{FF2B5EF4-FFF2-40B4-BE49-F238E27FC236}">
                      <a16:creationId xmlns:a16="http://schemas.microsoft.com/office/drawing/2014/main" id="{D163E501-CBD8-735C-F2BC-DFE17572D485}"/>
                    </a:ext>
                  </a:extLst>
                </p:cNvPr>
                <p:cNvSpPr txBox="1">
                  <a:spLocks noRot="1" noChangeAspect="1" noMove="1" noResize="1" noEditPoints="1" noAdjustHandles="1" noChangeArrowheads="1" noChangeShapeType="1" noTextEdit="1"/>
                </p:cNvSpPr>
                <p:nvPr/>
              </p:nvSpPr>
              <p:spPr>
                <a:xfrm>
                  <a:off x="9002407" y="3348473"/>
                  <a:ext cx="77854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3762653-B1D8-1BB5-0E4D-B719C29E5903}"/>
                    </a:ext>
                  </a:extLst>
                </p:cNvPr>
                <p:cNvSpPr txBox="1"/>
                <p:nvPr/>
              </p:nvSpPr>
              <p:spPr>
                <a:xfrm>
                  <a:off x="9002407" y="4171431"/>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−3</m:t>
                        </m:r>
                      </m:oMath>
                    </m:oMathPara>
                  </a14:m>
                  <a:endParaRPr lang="en-US" dirty="0">
                    <a:solidFill>
                      <a:srgbClr val="0070C0"/>
                    </a:solidFill>
                  </a:endParaRPr>
                </a:p>
              </p:txBody>
            </p:sp>
          </mc:Choice>
          <mc:Fallback xmlns="">
            <p:sp>
              <p:nvSpPr>
                <p:cNvPr id="21" name="TextBox 20">
                  <a:extLst>
                    <a:ext uri="{FF2B5EF4-FFF2-40B4-BE49-F238E27FC236}">
                      <a16:creationId xmlns:a16="http://schemas.microsoft.com/office/drawing/2014/main" id="{83762653-B1D8-1BB5-0E4D-B719C29E5903}"/>
                    </a:ext>
                  </a:extLst>
                </p:cNvPr>
                <p:cNvSpPr txBox="1">
                  <a:spLocks noRot="1" noChangeAspect="1" noMove="1" noResize="1" noEditPoints="1" noAdjustHandles="1" noChangeArrowheads="1" noChangeShapeType="1" noTextEdit="1"/>
                </p:cNvSpPr>
                <p:nvPr/>
              </p:nvSpPr>
              <p:spPr>
                <a:xfrm>
                  <a:off x="9002407" y="4171431"/>
                  <a:ext cx="77854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13200-8A95-58CD-E8D3-1E24A7D13A1E}"/>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C126A993-8C69-70F1-F267-F626BD8A8E0F}"/>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6"/>
                <a:stretch>
                  <a:fillRect/>
                </a:stretch>
              </p:blipFill>
              <p:spPr>
                <a:xfrm>
                  <a:off x="9401400" y="4473720"/>
                  <a:ext cx="19080" cy="19080"/>
                </a:xfrm>
                <a:prstGeom prst="rect">
                  <a:avLst/>
                </a:prstGeom>
              </p:spPr>
            </p:pic>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1432180-B9BD-BEC0-6BC3-728A974152CA}"/>
                  </a:ext>
                </a:extLst>
              </p:cNvPr>
              <p:cNvSpPr txBox="1"/>
              <p:nvPr/>
            </p:nvSpPr>
            <p:spPr>
              <a:xfrm>
                <a:off x="6624320" y="2131196"/>
                <a:ext cx="4849365" cy="18688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𝑖</m:t>
                          </m:r>
                        </m:e>
                      </m:nary>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i="1" smtClean="0">
                              <a:latin typeface="Cambria Math" panose="02040503050406030204" pitchFamily="18" charset="0"/>
                            </a:rPr>
                            <m:t>𝑖</m:t>
                          </m:r>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en-US" sz="2400" b="0" i="1" dirty="0">
                  <a:latin typeface="Cambria Math" panose="02040503050406030204" pitchFamily="18" charset="0"/>
                </a:endParaRPr>
              </a:p>
              <a:p>
                <a:endParaRPr lang="en-US"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m:oMathPara>
                </a14:m>
                <a:endParaRPr lang="en-US" sz="2400" dirty="0"/>
              </a:p>
            </p:txBody>
          </p:sp>
        </mc:Choice>
        <mc:Fallback xmlns="">
          <p:sp>
            <p:nvSpPr>
              <p:cNvPr id="24" name="TextBox 23">
                <a:extLst>
                  <a:ext uri="{FF2B5EF4-FFF2-40B4-BE49-F238E27FC236}">
                    <a16:creationId xmlns:a16="http://schemas.microsoft.com/office/drawing/2014/main" id="{31432180-B9BD-BEC0-6BC3-728A974152CA}"/>
                  </a:ext>
                </a:extLst>
              </p:cNvPr>
              <p:cNvSpPr txBox="1">
                <a:spLocks noRot="1" noChangeAspect="1" noMove="1" noResize="1" noEditPoints="1" noAdjustHandles="1" noChangeArrowheads="1" noChangeShapeType="1" noTextEdit="1"/>
              </p:cNvSpPr>
              <p:nvPr/>
            </p:nvSpPr>
            <p:spPr>
              <a:xfrm>
                <a:off x="6624320" y="2131196"/>
                <a:ext cx="4849365" cy="18688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18">
            <p14:nvContentPartPr>
              <p14:cNvPr id="4" name="Ink 3">
                <a:extLst>
                  <a:ext uri="{FF2B5EF4-FFF2-40B4-BE49-F238E27FC236}">
                    <a16:creationId xmlns:a16="http://schemas.microsoft.com/office/drawing/2014/main" id="{FD740845-C86B-4D42-0F7F-B0E7A431C8EB}"/>
                  </a:ext>
                </a:extLst>
              </p14:cNvPr>
              <p14:cNvContentPartPr/>
              <p14:nvPr/>
            </p14:nvContentPartPr>
            <p14:xfrm>
              <a:off x="1017000" y="2109600"/>
              <a:ext cx="10766880" cy="2486160"/>
            </p14:xfrm>
          </p:contentPart>
        </mc:Choice>
        <mc:Fallback>
          <p:pic>
            <p:nvPicPr>
              <p:cNvPr id="4" name="Ink 3">
                <a:extLst>
                  <a:ext uri="{FF2B5EF4-FFF2-40B4-BE49-F238E27FC236}">
                    <a16:creationId xmlns:a16="http://schemas.microsoft.com/office/drawing/2014/main" id="{FD740845-C86B-4D42-0F7F-B0E7A431C8EB}"/>
                  </a:ext>
                </a:extLst>
              </p:cNvPr>
              <p:cNvPicPr/>
              <p:nvPr/>
            </p:nvPicPr>
            <p:blipFill>
              <a:blip r:embed="rId19"/>
              <a:stretch>
                <a:fillRect/>
              </a:stretch>
            </p:blipFill>
            <p:spPr>
              <a:xfrm>
                <a:off x="1007640" y="2100240"/>
                <a:ext cx="10785600" cy="2504880"/>
              </a:xfrm>
              <a:prstGeom prst="rect">
                <a:avLst/>
              </a:prstGeom>
            </p:spPr>
          </p:pic>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F47E659-620A-B4B4-04F6-79E7E4E8AC0F}"/>
                  </a:ext>
                </a:extLst>
              </p14:cNvPr>
              <p14:cNvContentPartPr/>
              <p14:nvPr/>
            </p14:nvContentPartPr>
            <p14:xfrm>
              <a:off x="851040" y="443880"/>
              <a:ext cx="10090800" cy="4953960"/>
            </p14:xfrm>
          </p:contentPart>
        </mc:Choice>
        <mc:Fallback>
          <p:pic>
            <p:nvPicPr>
              <p:cNvPr id="4" name="Ink 3">
                <a:extLst>
                  <a:ext uri="{FF2B5EF4-FFF2-40B4-BE49-F238E27FC236}">
                    <a16:creationId xmlns:a16="http://schemas.microsoft.com/office/drawing/2014/main" id="{2F47E659-620A-B4B4-04F6-79E7E4E8AC0F}"/>
                  </a:ext>
                </a:extLst>
              </p:cNvPr>
              <p:cNvPicPr/>
              <p:nvPr/>
            </p:nvPicPr>
            <p:blipFill>
              <a:blip r:embed="rId3"/>
              <a:stretch>
                <a:fillRect/>
              </a:stretch>
            </p:blipFill>
            <p:spPr>
              <a:xfrm>
                <a:off x="841680" y="434520"/>
                <a:ext cx="10109520" cy="4972680"/>
              </a:xfrm>
              <a:prstGeom prst="rect">
                <a:avLst/>
              </a:prstGeom>
            </p:spPr>
          </p:pic>
        </mc:Fallback>
      </mc:AlternateContent>
    </p:spTree>
    <p:extLst>
      <p:ext uri="{BB962C8B-B14F-4D97-AF65-F5344CB8AC3E}">
        <p14:creationId xmlns:p14="http://schemas.microsoft.com/office/powerpoint/2010/main" val="3456666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8608-2504-743C-86F1-72C308611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42D7-01D6-CE56-F5A1-3744AC657ABB}"/>
              </a:ext>
            </a:extLst>
          </p:cNvPr>
          <p:cNvSpPr>
            <a:spLocks noGrp="1"/>
          </p:cNvSpPr>
          <p:nvPr>
            <p:ph type="title"/>
          </p:nvPr>
        </p:nvSpPr>
        <p:spPr/>
        <p:txBody>
          <a:bodyPr/>
          <a:lstStyle/>
          <a:p>
            <a:r>
              <a:rPr lang="en-US" dirty="0"/>
              <a:t>Quick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D3322-3F80-5D45-0053-1B26325A3B93}"/>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but “almost always”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in practice </a:t>
                </a:r>
              </a:p>
              <a:p>
                <a:pPr lvl="1"/>
                <a:r>
                  <a:rPr lang="en-US" dirty="0"/>
                  <a:t>Better constants than merge sort</a:t>
                </a:r>
              </a:p>
              <a:p>
                <a:r>
                  <a:rPr lang="en-US" dirty="0"/>
                  <a:t>In place:</a:t>
                </a:r>
              </a:p>
              <a:p>
                <a:pPr lvl="1"/>
                <a:r>
                  <a:rPr lang="en-US" dirty="0"/>
                  <a:t>Kinda…</a:t>
                </a:r>
              </a:p>
              <a:p>
                <a:pPr lvl="1"/>
                <a:r>
                  <a:rPr lang="en-US" dirty="0"/>
                  <a:t>We swap within the given array, but do so using recursion, so we need space for the stack frames</a:t>
                </a:r>
              </a:p>
              <a:p>
                <a:pPr lvl="1"/>
                <a:r>
                  <a:rPr lang="en-US" dirty="0"/>
                  <a:t>Different textbooks disagree on whether call-stack space “counts” </a:t>
                </a:r>
              </a:p>
              <a:p>
                <a:r>
                  <a:rPr lang="en-US" dirty="0"/>
                  <a:t>Adaptive</a:t>
                </a:r>
              </a:p>
              <a:p>
                <a:pPr lvl="1"/>
                <a:r>
                  <a:rPr lang="en-US" dirty="0"/>
                  <a:t>NO! </a:t>
                </a:r>
              </a:p>
              <a:p>
                <a:r>
                  <a:rPr lang="en-US" dirty="0"/>
                  <a:t>Online</a:t>
                </a:r>
              </a:p>
              <a:p>
                <a:pPr lvl="1"/>
                <a:r>
                  <a:rPr lang="en-US" dirty="0"/>
                  <a:t>NO!</a:t>
                </a:r>
              </a:p>
              <a:p>
                <a:pPr lvl="1"/>
                <a:r>
                  <a:rPr lang="en-US" dirty="0"/>
                  <a:t>We need all elements before we can divide</a:t>
                </a:r>
              </a:p>
              <a:p>
                <a:r>
                  <a:rPr lang="en-US" dirty="0"/>
                  <a:t>Stable</a:t>
                </a:r>
              </a:p>
              <a:p>
                <a:pPr lvl="1"/>
                <a:r>
                  <a:rPr lang="en-US" dirty="0"/>
                  <a:t>NO!</a:t>
                </a:r>
              </a:p>
              <a:p>
                <a:pPr lvl="1"/>
                <a:r>
                  <a:rPr lang="en-US" dirty="0"/>
                  <a:t>Partition procedure may rearrange tied elements</a:t>
                </a:r>
              </a:p>
            </p:txBody>
          </p:sp>
        </mc:Choice>
        <mc:Fallback xmlns="">
          <p:sp>
            <p:nvSpPr>
              <p:cNvPr id="3" name="Content Placeholder 2">
                <a:extLst>
                  <a:ext uri="{FF2B5EF4-FFF2-40B4-BE49-F238E27FC236}">
                    <a16:creationId xmlns:a16="http://schemas.microsoft.com/office/drawing/2014/main" id="{076D3322-3F80-5D45-0053-1B26325A3B93}"/>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99BED89-540B-DE69-F476-BF7B670A5925}"/>
                  </a:ext>
                </a:extLst>
              </p14:cNvPr>
              <p14:cNvContentPartPr/>
              <p14:nvPr/>
            </p14:nvContentPartPr>
            <p14:xfrm>
              <a:off x="565200" y="1980720"/>
              <a:ext cx="6216480" cy="3652920"/>
            </p14:xfrm>
          </p:contentPart>
        </mc:Choice>
        <mc:Fallback>
          <p:pic>
            <p:nvPicPr>
              <p:cNvPr id="4" name="Ink 3">
                <a:extLst>
                  <a:ext uri="{FF2B5EF4-FFF2-40B4-BE49-F238E27FC236}">
                    <a16:creationId xmlns:a16="http://schemas.microsoft.com/office/drawing/2014/main" id="{499BED89-540B-DE69-F476-BF7B670A5925}"/>
                  </a:ext>
                </a:extLst>
              </p:cNvPr>
              <p:cNvPicPr/>
              <p:nvPr/>
            </p:nvPicPr>
            <p:blipFill>
              <a:blip r:embed="rId4"/>
              <a:stretch>
                <a:fillRect/>
              </a:stretch>
            </p:blipFill>
            <p:spPr>
              <a:xfrm>
                <a:off x="555840" y="1971360"/>
                <a:ext cx="6235200" cy="3671640"/>
              </a:xfrm>
              <a:prstGeom prst="rect">
                <a:avLst/>
              </a:prstGeom>
            </p:spPr>
          </p:pic>
        </mc:Fallback>
      </mc:AlternateContent>
    </p:spTree>
    <p:extLst>
      <p:ext uri="{BB962C8B-B14F-4D97-AF65-F5344CB8AC3E}">
        <p14:creationId xmlns:p14="http://schemas.microsoft.com/office/powerpoint/2010/main" val="1657902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443D-CC80-4223-4973-783A2799D5A0}"/>
              </a:ext>
            </a:extLst>
          </p:cNvPr>
          <p:cNvSpPr>
            <a:spLocks noGrp="1"/>
          </p:cNvSpPr>
          <p:nvPr>
            <p:ph type="title"/>
          </p:nvPr>
        </p:nvSpPr>
        <p:spPr/>
        <p:txBody>
          <a:bodyPr/>
          <a:lstStyle/>
          <a:p>
            <a:r>
              <a:rPr lang="en-US" dirty="0"/>
              <a:t>“Linear Time” Sorting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4058D8-9EE1-AE68-B68A-9A002CD5EC46}"/>
                  </a:ext>
                </a:extLst>
              </p:cNvPr>
              <p:cNvSpPr>
                <a:spLocks noGrp="1"/>
              </p:cNvSpPr>
              <p:nvPr>
                <p:ph idx="1"/>
              </p:nvPr>
            </p:nvSpPr>
            <p:spPr/>
            <p:txBody>
              <a:bodyPr/>
              <a:lstStyle/>
              <a:p>
                <a:r>
                  <a:rPr lang="en-US" dirty="0"/>
                  <a:t>Useable when you are able to make additional assumptions about the contents of your list (beyond the ability to compare)</a:t>
                </a:r>
              </a:p>
              <a:p>
                <a:pPr lvl="1"/>
                <a:r>
                  <a:rPr lang="en-US" dirty="0"/>
                  <a:t>Examples:</a:t>
                </a:r>
              </a:p>
              <a:p>
                <a:pPr lvl="2"/>
                <a:r>
                  <a:rPr lang="en-US" dirty="0"/>
                  <a:t>The list contains only positive integers less than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The number of distinct values in the list is much smaller than the length of the list</a:t>
                </a:r>
              </a:p>
              <a:p>
                <a:r>
                  <a:rPr lang="en-US" dirty="0"/>
                  <a:t>The running time expression will always have a term other than the list’s length to account for this assumption</a:t>
                </a:r>
              </a:p>
              <a:p>
                <a:pPr lvl="1"/>
                <a:r>
                  <a:rPr lang="en-US" dirty="0"/>
                  <a:t>Examples:</a:t>
                </a:r>
              </a:p>
              <a:p>
                <a:pPr lvl="2"/>
                <a:r>
                  <a:rPr lang="en-US" dirty="0"/>
                  <a:t>Running time might be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𝑘</m:t>
                    </m:r>
                  </m:oMath>
                </a14:m>
                <a:r>
                  <a:rPr lang="en-US" dirty="0"/>
                  <a:t> is the range/count of values</a:t>
                </a:r>
              </a:p>
              <a:p>
                <a:pPr lvl="1"/>
                <a:endParaRPr lang="en-US" dirty="0"/>
              </a:p>
            </p:txBody>
          </p:sp>
        </mc:Choice>
        <mc:Fallback xmlns="">
          <p:sp>
            <p:nvSpPr>
              <p:cNvPr id="3" name="Content Placeholder 2">
                <a:extLst>
                  <a:ext uri="{FF2B5EF4-FFF2-40B4-BE49-F238E27FC236}">
                    <a16:creationId xmlns:a16="http://schemas.microsoft.com/office/drawing/2014/main" id="{614058D8-9EE1-AE68-B68A-9A002CD5EC46}"/>
                  </a:ext>
                </a:extLst>
              </p:cNvPr>
              <p:cNvSpPr>
                <a:spLocks noGrp="1" noRot="1" noChangeAspect="1" noMove="1" noResize="1" noEditPoints="1" noAdjustHandles="1" noChangeArrowheads="1" noChangeShapeType="1" noTextEdit="1"/>
              </p:cNvSpPr>
              <p:nvPr>
                <p:ph idx="1"/>
              </p:nvPr>
            </p:nvSpPr>
            <p:spPr>
              <a:blipFill>
                <a:blip r:embed="rId2"/>
                <a:stretch>
                  <a:fillRect l="-1043" t="-2241" r="-1681"/>
                </a:stretch>
              </a:blipFill>
            </p:spPr>
            <p:txBody>
              <a:bodyPr/>
              <a:lstStyle/>
              <a:p>
                <a:r>
                  <a:rPr lang="en-US">
                    <a:noFill/>
                  </a:rPr>
                  <a:t> </a:t>
                </a:r>
              </a:p>
            </p:txBody>
          </p:sp>
        </mc:Fallback>
      </mc:AlternateContent>
    </p:spTree>
    <p:extLst>
      <p:ext uri="{BB962C8B-B14F-4D97-AF65-F5344CB8AC3E}">
        <p14:creationId xmlns:p14="http://schemas.microsoft.com/office/powerpoint/2010/main" val="2444117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BucketSort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p:txBody>
              <a:bodyPr/>
              <a:lstStyle/>
              <a:p>
                <a:r>
                  <a:rPr lang="en-US" dirty="0"/>
                  <a:t>Assumes the array contains integers between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(or some other small range)</a:t>
                </a:r>
              </a:p>
              <a:p>
                <a:r>
                  <a:rPr lang="en-US" dirty="0"/>
                  <a:t>Idea:</a:t>
                </a:r>
              </a:p>
              <a:p>
                <a:pPr lvl="1"/>
                <a:r>
                  <a:rPr lang="en-US" dirty="0"/>
                  <a:t>Use each value as an index into an array of size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Add the item into the “bucket” at that index (e.g. linked list)</a:t>
                </a:r>
              </a:p>
              <a:p>
                <a:pPr lvl="1"/>
                <a:r>
                  <a:rPr lang="en-US" dirty="0"/>
                  <a:t>Get sorted array by “appending” all the buckets</a:t>
                </a:r>
              </a:p>
            </p:txBody>
          </p:sp>
        </mc:Choice>
        <mc:Fallback xmlns="">
          <p:sp>
            <p:nvSpPr>
              <p:cNvPr id="3" name="Content Placeholder 2">
                <a:extLst>
                  <a:ext uri="{FF2B5EF4-FFF2-40B4-BE49-F238E27FC236}">
                    <a16:creationId xmlns:a16="http://schemas.microsoft.com/office/drawing/2014/main" id="{13E04AAD-4854-7E00-900E-93F7F0ADE08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6" name="Group 45" descr="An array of length 12 containing only the keys 0, 1, 2, and 3. In particular, the contents are:&#10;[0,2,3,0,0,1,2,1,3,0,2,0]">
            <a:extLst>
              <a:ext uri="{FF2B5EF4-FFF2-40B4-BE49-F238E27FC236}">
                <a16:creationId xmlns:a16="http://schemas.microsoft.com/office/drawing/2014/main" id="{28D2429C-A2C3-D78D-86E9-11CE8E41D125}"/>
              </a:ext>
            </a:extLst>
          </p:cNvPr>
          <p:cNvGrpSpPr/>
          <p:nvPr/>
        </p:nvGrpSpPr>
        <p:grpSpPr>
          <a:xfrm>
            <a:off x="11911" y="5514575"/>
            <a:ext cx="4386191" cy="365386"/>
            <a:chOff x="1445524" y="2895600"/>
            <a:chExt cx="6403076" cy="533400"/>
          </a:xfrm>
          <a:solidFill>
            <a:schemeClr val="bg1"/>
          </a:solidFill>
        </p:grpSpPr>
        <p:sp>
          <p:nvSpPr>
            <p:cNvPr id="47" name="Rectangle 46">
              <a:extLst>
                <a:ext uri="{FF2B5EF4-FFF2-40B4-BE49-F238E27FC236}">
                  <a16:creationId xmlns:a16="http://schemas.microsoft.com/office/drawing/2014/main" id="{C8991133-53D2-21F2-29C3-E98E7709EE01}"/>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48" name="Rectangle 47">
              <a:extLst>
                <a:ext uri="{FF2B5EF4-FFF2-40B4-BE49-F238E27FC236}">
                  <a16:creationId xmlns:a16="http://schemas.microsoft.com/office/drawing/2014/main" id="{730D66B8-A5F7-07FF-D312-C7AC75751DF1}"/>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49" name="Rectangle 48">
              <a:extLst>
                <a:ext uri="{FF2B5EF4-FFF2-40B4-BE49-F238E27FC236}">
                  <a16:creationId xmlns:a16="http://schemas.microsoft.com/office/drawing/2014/main" id="{5E9E219E-11BF-685D-A6D4-EF356E8C2FA7}"/>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50" name="Rectangle 49">
              <a:extLst>
                <a:ext uri="{FF2B5EF4-FFF2-40B4-BE49-F238E27FC236}">
                  <a16:creationId xmlns:a16="http://schemas.microsoft.com/office/drawing/2014/main" id="{9D87A812-EAA0-D443-7950-C573364609A0}"/>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51" name="Rectangle 50">
              <a:extLst>
                <a:ext uri="{FF2B5EF4-FFF2-40B4-BE49-F238E27FC236}">
                  <a16:creationId xmlns:a16="http://schemas.microsoft.com/office/drawing/2014/main" id="{F1707F78-BE73-72CA-F6DC-1515ECE148EE}"/>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p>
          </p:txBody>
        </p:sp>
        <p:sp>
          <p:nvSpPr>
            <p:cNvPr id="52" name="Rectangle 51">
              <a:extLst>
                <a:ext uri="{FF2B5EF4-FFF2-40B4-BE49-F238E27FC236}">
                  <a16:creationId xmlns:a16="http://schemas.microsoft.com/office/drawing/2014/main" id="{361E9614-6CC2-15BD-1F3E-2BE8C9109E3A}"/>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712D61F4-D525-E70B-DDA3-1CA9C95D238A}"/>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a:extLst>
                <a:ext uri="{FF2B5EF4-FFF2-40B4-BE49-F238E27FC236}">
                  <a16:creationId xmlns:a16="http://schemas.microsoft.com/office/drawing/2014/main" id="{A9D0A8A3-E471-716C-E1E2-84F388209D08}"/>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55" name="Rectangle 54">
              <a:extLst>
                <a:ext uri="{FF2B5EF4-FFF2-40B4-BE49-F238E27FC236}">
                  <a16:creationId xmlns:a16="http://schemas.microsoft.com/office/drawing/2014/main" id="{39E38520-A7FB-159F-9CCA-D3E7AF2DAAAB}"/>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sp>
          <p:nvSpPr>
            <p:cNvPr id="56" name="Rectangle 55">
              <a:extLst>
                <a:ext uri="{FF2B5EF4-FFF2-40B4-BE49-F238E27FC236}">
                  <a16:creationId xmlns:a16="http://schemas.microsoft.com/office/drawing/2014/main" id="{75A47277-D855-F580-7023-1EC9C825E2D6}"/>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7" name="Rectangle 56">
              <a:extLst>
                <a:ext uri="{FF2B5EF4-FFF2-40B4-BE49-F238E27FC236}">
                  <a16:creationId xmlns:a16="http://schemas.microsoft.com/office/drawing/2014/main" id="{871D4AD6-315C-B84D-7071-065DA90CB2D5}"/>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p:txBody>
        </p:sp>
        <p:sp>
          <p:nvSpPr>
            <p:cNvPr id="58" name="Rectangle 57">
              <a:extLst>
                <a:ext uri="{FF2B5EF4-FFF2-40B4-BE49-F238E27FC236}">
                  <a16:creationId xmlns:a16="http://schemas.microsoft.com/office/drawing/2014/main" id="{DD60F3EF-76FE-B40C-1312-CAA6D43CD06D}"/>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p>
          </p:txBody>
        </p:sp>
      </p:grpSp>
      <p:sp>
        <p:nvSpPr>
          <p:cNvPr id="72" name="Arrow: Right 71">
            <a:extLst>
              <a:ext uri="{FF2B5EF4-FFF2-40B4-BE49-F238E27FC236}">
                <a16:creationId xmlns:a16="http://schemas.microsoft.com/office/drawing/2014/main" id="{1DC3E660-9E6E-B53B-EBBB-B31CCC11C4A0}"/>
              </a:ext>
              <a:ext uri="{C183D7F6-B498-43B3-948B-1728B52AA6E4}">
                <adec:decorative xmlns:adec="http://schemas.microsoft.com/office/drawing/2017/decorative" val="1"/>
              </a:ext>
            </a:extLst>
          </p:cNvPr>
          <p:cNvSpPr/>
          <p:nvPr/>
        </p:nvSpPr>
        <p:spPr>
          <a:xfrm>
            <a:off x="4520023" y="5341155"/>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descr="We have one &quot;bucket&quot; per key in our array, so in this case we have buckets 0, 1, 2, and 3. To sort the first step is to insert each item into a bucket according to its sort key. In this case the bucket 0 has six 0s, bucket 1 has two 1s, bucket 2 has three 2s, and bucket 3 has two 3s.">
            <a:extLst>
              <a:ext uri="{FF2B5EF4-FFF2-40B4-BE49-F238E27FC236}">
                <a16:creationId xmlns:a16="http://schemas.microsoft.com/office/drawing/2014/main" id="{67AF8E09-4807-2868-A48C-6127E71A25DA}"/>
              </a:ext>
            </a:extLst>
          </p:cNvPr>
          <p:cNvGrpSpPr/>
          <p:nvPr/>
        </p:nvGrpSpPr>
        <p:grpSpPr>
          <a:xfrm>
            <a:off x="5029200" y="4971363"/>
            <a:ext cx="2133600" cy="1817195"/>
            <a:chOff x="4876800" y="4493526"/>
            <a:chExt cx="2133600" cy="1817195"/>
          </a:xfrm>
        </p:grpSpPr>
        <p:sp>
          <p:nvSpPr>
            <p:cNvPr id="10" name="Rectangle 9">
              <a:extLst>
                <a:ext uri="{FF2B5EF4-FFF2-40B4-BE49-F238E27FC236}">
                  <a16:creationId xmlns:a16="http://schemas.microsoft.com/office/drawing/2014/main" id="{37195B6B-8F20-1E06-FD24-55448A14BC22}"/>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a:p>
              <a:pPr algn="ctr"/>
              <a:r>
                <a:rPr lang="en-US" dirty="0">
                  <a:solidFill>
                    <a:srgbClr val="0070C0"/>
                  </a:solidFill>
                </a:rPr>
                <a:t>3</a:t>
              </a:r>
            </a:p>
          </p:txBody>
        </p:sp>
        <p:sp>
          <p:nvSpPr>
            <p:cNvPr id="11" name="Rectangle 10">
              <a:extLst>
                <a:ext uri="{FF2B5EF4-FFF2-40B4-BE49-F238E27FC236}">
                  <a16:creationId xmlns:a16="http://schemas.microsoft.com/office/drawing/2014/main" id="{EFCDDC84-F1EE-993E-EAE5-3B0A4221D133}"/>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a:p>
              <a:pPr algn="ctr"/>
              <a:r>
                <a:rPr lang="en-US" dirty="0">
                  <a:solidFill>
                    <a:schemeClr val="tx1"/>
                  </a:solidFill>
                </a:rPr>
                <a:t>2</a:t>
              </a:r>
            </a:p>
            <a:p>
              <a:pPr algn="ctr"/>
              <a:r>
                <a:rPr lang="en-US" dirty="0">
                  <a:solidFill>
                    <a:srgbClr val="FF0000"/>
                  </a:solidFill>
                </a:rPr>
                <a:t>2</a:t>
              </a:r>
            </a:p>
          </p:txBody>
        </p:sp>
        <p:sp>
          <p:nvSpPr>
            <p:cNvPr id="12" name="TextBox 11">
              <a:extLst>
                <a:ext uri="{FF2B5EF4-FFF2-40B4-BE49-F238E27FC236}">
                  <a16:creationId xmlns:a16="http://schemas.microsoft.com/office/drawing/2014/main" id="{BCBDC5BF-A788-9BB0-473D-1600DF77A3F1}"/>
                </a:ext>
              </a:extLst>
            </p:cNvPr>
            <p:cNvSpPr txBox="1"/>
            <p:nvPr/>
          </p:nvSpPr>
          <p:spPr>
            <a:xfrm>
              <a:off x="4992657" y="5941389"/>
              <a:ext cx="301686" cy="369332"/>
            </a:xfrm>
            <a:prstGeom prst="rect">
              <a:avLst/>
            </a:prstGeom>
            <a:noFill/>
          </p:spPr>
          <p:txBody>
            <a:bodyPr wrap="none" rtlCol="0">
              <a:spAutoFit/>
            </a:bodyPr>
            <a:lstStyle/>
            <a:p>
              <a:r>
                <a:rPr lang="en-US" dirty="0"/>
                <a:t>0</a:t>
              </a:r>
            </a:p>
          </p:txBody>
        </p:sp>
        <p:sp>
          <p:nvSpPr>
            <p:cNvPr id="13" name="TextBox 12">
              <a:extLst>
                <a:ext uri="{FF2B5EF4-FFF2-40B4-BE49-F238E27FC236}">
                  <a16:creationId xmlns:a16="http://schemas.microsoft.com/office/drawing/2014/main" id="{7FD68542-BB28-5946-6762-7C4484D3871E}"/>
                </a:ext>
              </a:extLst>
            </p:cNvPr>
            <p:cNvSpPr txBox="1"/>
            <p:nvPr/>
          </p:nvSpPr>
          <p:spPr>
            <a:xfrm>
              <a:off x="5526057" y="5941389"/>
              <a:ext cx="301686"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6DF4183B-2334-683F-82D4-12D377A07121}"/>
                </a:ext>
              </a:extLst>
            </p:cNvPr>
            <p:cNvSpPr txBox="1"/>
            <p:nvPr/>
          </p:nvSpPr>
          <p:spPr>
            <a:xfrm>
              <a:off x="6060026" y="5941389"/>
              <a:ext cx="301686"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E7C120CA-55FF-AB22-BBE5-BF9068E1A493}"/>
                </a:ext>
              </a:extLst>
            </p:cNvPr>
            <p:cNvSpPr txBox="1"/>
            <p:nvPr/>
          </p:nvSpPr>
          <p:spPr>
            <a:xfrm>
              <a:off x="6569800" y="5941389"/>
              <a:ext cx="301686" cy="369332"/>
            </a:xfrm>
            <a:prstGeom prst="rect">
              <a:avLst/>
            </a:prstGeom>
            <a:noFill/>
          </p:spPr>
          <p:txBody>
            <a:bodyPr wrap="none" rtlCol="0">
              <a:spAutoFit/>
            </a:bodyPr>
            <a:lstStyle/>
            <a:p>
              <a:r>
                <a:rPr lang="en-US" dirty="0"/>
                <a:t>3</a:t>
              </a:r>
            </a:p>
          </p:txBody>
        </p:sp>
        <p:sp>
          <p:nvSpPr>
            <p:cNvPr id="20" name="Rectangle 19">
              <a:extLst>
                <a:ext uri="{FF2B5EF4-FFF2-40B4-BE49-F238E27FC236}">
                  <a16:creationId xmlns:a16="http://schemas.microsoft.com/office/drawing/2014/main" id="{6FA4C3E8-9EFE-C9A8-7B7A-F47C950A259C}"/>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a:p>
              <a:pPr algn="ctr"/>
              <a:r>
                <a:rPr lang="en-US" dirty="0">
                  <a:solidFill>
                    <a:srgbClr val="FF00FF"/>
                  </a:solidFill>
                </a:rPr>
                <a:t>1</a:t>
              </a:r>
            </a:p>
          </p:txBody>
        </p:sp>
        <p:sp>
          <p:nvSpPr>
            <p:cNvPr id="21" name="Rectangle 20">
              <a:extLst>
                <a:ext uri="{FF2B5EF4-FFF2-40B4-BE49-F238E27FC236}">
                  <a16:creationId xmlns:a16="http://schemas.microsoft.com/office/drawing/2014/main" id="{0562214D-E46D-80EC-D18F-6101DF8377CD}"/>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AA48"/>
                  </a:solidFill>
                </a:rPr>
                <a:t>0</a:t>
              </a:r>
            </a:p>
            <a:p>
              <a:pPr algn="ctr"/>
              <a:r>
                <a:rPr lang="en-US" dirty="0">
                  <a:solidFill>
                    <a:schemeClr val="tx1"/>
                  </a:solidFill>
                </a:rPr>
                <a:t>0</a:t>
              </a:r>
            </a:p>
            <a:p>
              <a:pPr algn="ctr"/>
              <a:r>
                <a:rPr lang="en-US" dirty="0">
                  <a:solidFill>
                    <a:srgbClr val="0070C0"/>
                  </a:solidFill>
                </a:rPr>
                <a:t>0</a:t>
              </a:r>
            </a:p>
            <a:p>
              <a:pPr algn="ctr"/>
              <a:r>
                <a:rPr lang="en-US" dirty="0">
                  <a:solidFill>
                    <a:srgbClr val="FF00FF"/>
                  </a:solidFill>
                </a:rPr>
                <a:t>0</a:t>
              </a:r>
            </a:p>
            <a:p>
              <a:pPr algn="ctr"/>
              <a:r>
                <a:rPr lang="en-US" dirty="0">
                  <a:solidFill>
                    <a:srgbClr val="FF0000"/>
                  </a:solidFill>
                </a:rPr>
                <a:t>0</a:t>
              </a:r>
            </a:p>
          </p:txBody>
        </p:sp>
      </p:grpSp>
      <p:sp>
        <p:nvSpPr>
          <p:cNvPr id="73" name="Arrow: Right 72">
            <a:extLst>
              <a:ext uri="{FF2B5EF4-FFF2-40B4-BE49-F238E27FC236}">
                <a16:creationId xmlns:a16="http://schemas.microsoft.com/office/drawing/2014/main" id="{13A20324-3B66-FEF7-4AD8-FE7A0460A6BD}"/>
              </a:ext>
              <a:ext uri="{C183D7F6-B498-43B3-948B-1728B52AA6E4}">
                <adec:decorative xmlns:adec="http://schemas.microsoft.com/office/drawing/2017/decorative" val="1"/>
              </a:ext>
            </a:extLst>
          </p:cNvPr>
          <p:cNvSpPr/>
          <p:nvPr/>
        </p:nvSpPr>
        <p:spPr>
          <a:xfrm>
            <a:off x="7219147" y="5404803"/>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descr="finally we empty the buckets into an output array, going in order of the buckets. Our final output will be an array of six 0s, then two 1s, then three 2s, and finally two 3s.">
            <a:extLst>
              <a:ext uri="{FF2B5EF4-FFF2-40B4-BE49-F238E27FC236}">
                <a16:creationId xmlns:a16="http://schemas.microsoft.com/office/drawing/2014/main" id="{2C37DF3F-683D-C0A4-0917-907B958B84E0}"/>
              </a:ext>
            </a:extLst>
          </p:cNvPr>
          <p:cNvGrpSpPr/>
          <p:nvPr/>
        </p:nvGrpSpPr>
        <p:grpSpPr>
          <a:xfrm>
            <a:off x="7782872" y="5527885"/>
            <a:ext cx="4386191" cy="365386"/>
            <a:chOff x="1445524" y="2895600"/>
            <a:chExt cx="6403076" cy="533400"/>
          </a:xfrm>
          <a:solidFill>
            <a:schemeClr val="bg1"/>
          </a:solidFill>
        </p:grpSpPr>
        <p:sp>
          <p:nvSpPr>
            <p:cNvPr id="60" name="Rectangle 59">
              <a:extLst>
                <a:ext uri="{FF2B5EF4-FFF2-40B4-BE49-F238E27FC236}">
                  <a16:creationId xmlns:a16="http://schemas.microsoft.com/office/drawing/2014/main" id="{168E7DD3-EF08-978F-A4CC-F110D4874DFC}"/>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61" name="Rectangle 60">
              <a:extLst>
                <a:ext uri="{FF2B5EF4-FFF2-40B4-BE49-F238E27FC236}">
                  <a16:creationId xmlns:a16="http://schemas.microsoft.com/office/drawing/2014/main" id="{69B22446-6F01-32A0-2BB0-AEAB907E04D5}"/>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62" name="Rectangle 61">
              <a:extLst>
                <a:ext uri="{FF2B5EF4-FFF2-40B4-BE49-F238E27FC236}">
                  <a16:creationId xmlns:a16="http://schemas.microsoft.com/office/drawing/2014/main" id="{002ABD29-384B-723C-6187-14C726F98BDC}"/>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endParaRPr lang="en-US" dirty="0">
                <a:solidFill>
                  <a:schemeClr val="tx1"/>
                </a:solidFill>
              </a:endParaRPr>
            </a:p>
          </p:txBody>
        </p:sp>
        <p:sp>
          <p:nvSpPr>
            <p:cNvPr id="63" name="Rectangle 62">
              <a:extLst>
                <a:ext uri="{FF2B5EF4-FFF2-40B4-BE49-F238E27FC236}">
                  <a16:creationId xmlns:a16="http://schemas.microsoft.com/office/drawing/2014/main" id="{5E9E328F-376B-9281-6918-22FBE538C2AE}"/>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4" name="Rectangle 63">
              <a:extLst>
                <a:ext uri="{FF2B5EF4-FFF2-40B4-BE49-F238E27FC236}">
                  <a16:creationId xmlns:a16="http://schemas.microsoft.com/office/drawing/2014/main" id="{629300FB-CEAE-D3F3-1EEE-A6D4FA6E9460}"/>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endParaRPr lang="en-US" dirty="0">
                <a:solidFill>
                  <a:schemeClr val="tx1"/>
                </a:solidFill>
              </a:endParaRPr>
            </a:p>
          </p:txBody>
        </p:sp>
        <p:sp>
          <p:nvSpPr>
            <p:cNvPr id="65" name="Rectangle 64">
              <a:extLst>
                <a:ext uri="{FF2B5EF4-FFF2-40B4-BE49-F238E27FC236}">
                  <a16:creationId xmlns:a16="http://schemas.microsoft.com/office/drawing/2014/main" id="{984D1EB2-7C2B-B887-349D-881E6E9E1109}"/>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66" name="Rectangle 65">
              <a:extLst>
                <a:ext uri="{FF2B5EF4-FFF2-40B4-BE49-F238E27FC236}">
                  <a16:creationId xmlns:a16="http://schemas.microsoft.com/office/drawing/2014/main" id="{041EB973-F099-2F63-CFFA-6B4FE1504307}"/>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D16FC5AC-9509-45B7-F650-CED6211C8830}"/>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endParaRPr lang="en-US" dirty="0">
                <a:solidFill>
                  <a:schemeClr val="tx1"/>
                </a:solidFill>
              </a:endParaRPr>
            </a:p>
          </p:txBody>
        </p:sp>
        <p:sp>
          <p:nvSpPr>
            <p:cNvPr id="68" name="Rectangle 67">
              <a:extLst>
                <a:ext uri="{FF2B5EF4-FFF2-40B4-BE49-F238E27FC236}">
                  <a16:creationId xmlns:a16="http://schemas.microsoft.com/office/drawing/2014/main" id="{525304CE-B1AA-C3A7-6873-7110DE44C16E}"/>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D07EFFBC-9B46-C790-EF65-9D92153F102F}"/>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endParaRPr lang="en-US" dirty="0">
                <a:solidFill>
                  <a:schemeClr val="tx1"/>
                </a:solidFill>
              </a:endParaRPr>
            </a:p>
          </p:txBody>
        </p:sp>
        <p:sp>
          <p:nvSpPr>
            <p:cNvPr id="70" name="Rectangle 69">
              <a:extLst>
                <a:ext uri="{FF2B5EF4-FFF2-40B4-BE49-F238E27FC236}">
                  <a16:creationId xmlns:a16="http://schemas.microsoft.com/office/drawing/2014/main" id="{3624E2DD-4DD7-4825-D30E-BEAB32059351}"/>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71" name="Rectangle 70">
              <a:extLst>
                <a:ext uri="{FF2B5EF4-FFF2-40B4-BE49-F238E27FC236}">
                  <a16:creationId xmlns:a16="http://schemas.microsoft.com/office/drawing/2014/main" id="{DFEDECB3-6B8A-6D9C-D63C-0945F37563C3}"/>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endParaRPr lang="en-US" dirty="0">
                <a:solidFill>
                  <a:schemeClr val="tx1"/>
                </a:solidFill>
              </a:endParaRPr>
            </a:p>
          </p:txBody>
        </p:sp>
      </p:grpSp>
    </p:spTree>
    <p:extLst>
      <p:ext uri="{BB962C8B-B14F-4D97-AF65-F5344CB8AC3E}">
        <p14:creationId xmlns:p14="http://schemas.microsoft.com/office/powerpoint/2010/main" val="1731338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BucketSort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lstStyle/>
              <a:p>
                <a:r>
                  <a:rPr lang="en-US" dirty="0"/>
                  <a:t>Create array of </a:t>
                </a:r>
                <a14:m>
                  <m:oMath xmlns:m="http://schemas.openxmlformats.org/officeDocument/2006/math">
                    <m:r>
                      <a:rPr lang="en-US" b="0" i="1" smtClean="0">
                        <a:latin typeface="Cambria Math" panose="02040503050406030204" pitchFamily="18" charset="0"/>
                      </a:rPr>
                      <m:t>𝑘</m:t>
                    </m:r>
                  </m:oMath>
                </a14:m>
                <a:r>
                  <a:rPr lang="en-US" dirty="0"/>
                  <a:t> buckets</a:t>
                </a:r>
              </a:p>
              <a:p>
                <a:pPr lvl="1"/>
                <a:r>
                  <a:rPr lang="en-US" dirty="0"/>
                  <a:t>Either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or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depending on some things…</a:t>
                </a:r>
              </a:p>
              <a:p>
                <a:r>
                  <a:rPr lang="en-US" dirty="0"/>
                  <a:t>Insert all </a:t>
                </a:r>
                <a14:m>
                  <m:oMath xmlns:m="http://schemas.openxmlformats.org/officeDocument/2006/math">
                    <m:r>
                      <a:rPr lang="en-US" b="0" i="1" smtClean="0">
                        <a:latin typeface="Cambria Math" panose="02040503050406030204" pitchFamily="18" charset="0"/>
                      </a:rPr>
                      <m:t>𝑛</m:t>
                    </m:r>
                  </m:oMath>
                </a14:m>
                <a:r>
                  <a:rPr lang="en-US" dirty="0"/>
                  <a:t> things into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Empty buckets into an array</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oMath>
                </a14:m>
                <a:endParaRPr lang="en-US" dirty="0"/>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008997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a:t>
            </a:r>
            <a:r>
              <a:rPr lang="en-US" dirty="0" err="1"/>
              <a:t>BucketSort</a:t>
            </a:r>
            <a:endParaRPr lang="en-US" dirty="0"/>
          </a:p>
        </p:txBody>
      </p:sp>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normAutofit/>
          </a:bodyPr>
          <a:lstStyle/>
          <a:p>
            <a:r>
              <a:rPr lang="en-US" dirty="0"/>
              <a:t>In-Place?</a:t>
            </a:r>
          </a:p>
          <a:p>
            <a:pPr lvl="1"/>
            <a:r>
              <a:rPr lang="en-US" dirty="0"/>
              <a:t>No</a:t>
            </a:r>
          </a:p>
          <a:p>
            <a:r>
              <a:rPr lang="en-US" dirty="0"/>
              <a:t>Adaptive?</a:t>
            </a:r>
          </a:p>
          <a:p>
            <a:pPr lvl="1"/>
            <a:r>
              <a:rPr lang="en-US" dirty="0"/>
              <a:t>No</a:t>
            </a:r>
          </a:p>
          <a:p>
            <a:r>
              <a:rPr lang="en-US" dirty="0"/>
              <a:t>Stable?</a:t>
            </a:r>
          </a:p>
          <a:p>
            <a:pPr lvl="1"/>
            <a:r>
              <a:rPr lang="en-US" dirty="0"/>
              <a:t>Yes! </a:t>
            </a:r>
          </a:p>
        </p:txBody>
      </p:sp>
    </p:spTree>
    <p:extLst>
      <p:ext uri="{BB962C8B-B14F-4D97-AF65-F5344CB8AC3E}">
        <p14:creationId xmlns:p14="http://schemas.microsoft.com/office/powerpoint/2010/main" val="3028115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endParaRPr lang="en-US" dirty="0"/>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293363" y="5249289"/>
            <a:ext cx="3184788" cy="1200329"/>
          </a:xfrm>
          <a:prstGeom prst="rect">
            <a:avLst/>
          </a:prstGeom>
          <a:noFill/>
        </p:spPr>
        <p:txBody>
          <a:bodyPr wrap="square" rtlCol="0">
            <a:spAutoFit/>
          </a:bodyPr>
          <a:lstStyle/>
          <a:p>
            <a:r>
              <a:rPr lang="en-US" sz="2400" dirty="0"/>
              <a:t>Place each element into a “bucket” according to its 1’s place</a:t>
            </a:r>
          </a:p>
        </p:txBody>
      </p:sp>
      <p:grpSp>
        <p:nvGrpSpPr>
          <p:cNvPr id="98" name="Group 97" descr="An array of three digit numbers of length 16:&#10;[103, 801, 401, 323, 255, 823, 999, 101, 113, 901, 555, 512, 245, 800, 018, 121]">
            <a:extLst>
              <a:ext uri="{FF2B5EF4-FFF2-40B4-BE49-F238E27FC236}">
                <a16:creationId xmlns:a16="http://schemas.microsoft.com/office/drawing/2014/main" id="{30506CD8-5A21-1B48-F376-2B0346B1442F}"/>
              </a:ext>
            </a:extLst>
          </p:cNvPr>
          <p:cNvGrpSpPr/>
          <p:nvPr/>
        </p:nvGrpSpPr>
        <p:grpSpPr>
          <a:xfrm>
            <a:off x="503842" y="3666399"/>
            <a:ext cx="8561464" cy="849868"/>
            <a:chOff x="1752600" y="2743200"/>
            <a:chExt cx="8561464" cy="849868"/>
          </a:xfrm>
        </p:grpSpPr>
        <p:grpSp>
          <p:nvGrpSpPr>
            <p:cNvPr id="4" name="Group 3">
              <a:extLst>
                <a:ext uri="{FF2B5EF4-FFF2-40B4-BE49-F238E27FC236}">
                  <a16:creationId xmlns:a16="http://schemas.microsoft.com/office/drawing/2014/main" id="{668EBC18-C202-3D7E-B926-33134979DB44}"/>
                </a:ext>
              </a:extLst>
            </p:cNvPr>
            <p:cNvGrpSpPr/>
            <p:nvPr/>
          </p:nvGrpSpPr>
          <p:grpSpPr>
            <a:xfrm>
              <a:off x="1752600" y="2743200"/>
              <a:ext cx="4268338" cy="849868"/>
              <a:chOff x="2361062" y="2743200"/>
              <a:chExt cx="4268338" cy="849868"/>
            </a:xfrm>
          </p:grpSpPr>
          <p:grpSp>
            <p:nvGrpSpPr>
              <p:cNvPr id="5" name="Group 4">
                <a:extLst>
                  <a:ext uri="{FF2B5EF4-FFF2-40B4-BE49-F238E27FC236}">
                    <a16:creationId xmlns:a16="http://schemas.microsoft.com/office/drawing/2014/main" id="{B07EEFA4-C5F7-5449-AE1D-C9DCD31AEE37}"/>
                  </a:ext>
                </a:extLst>
              </p:cNvPr>
              <p:cNvGrpSpPr/>
              <p:nvPr/>
            </p:nvGrpSpPr>
            <p:grpSpPr>
              <a:xfrm>
                <a:off x="2361062" y="2743200"/>
                <a:ext cx="4268338" cy="533400"/>
                <a:chOff x="1445524" y="2971800"/>
                <a:chExt cx="4268338" cy="533400"/>
              </a:xfrm>
            </p:grpSpPr>
            <p:sp>
              <p:nvSpPr>
                <p:cNvPr id="22" name="Rectangle 21">
                  <a:extLst>
                    <a:ext uri="{FF2B5EF4-FFF2-40B4-BE49-F238E27FC236}">
                      <a16:creationId xmlns:a16="http://schemas.microsoft.com/office/drawing/2014/main" id="{B772C34B-AE61-051B-E7C0-BD7A0E92C08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23" name="Rectangle 22">
                  <a:extLst>
                    <a:ext uri="{FF2B5EF4-FFF2-40B4-BE49-F238E27FC236}">
                      <a16:creationId xmlns:a16="http://schemas.microsoft.com/office/drawing/2014/main" id="{FA76D77E-9B08-5B17-CAB0-434AA7692468}"/>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25" name="Rectangle 24">
                  <a:extLst>
                    <a:ext uri="{FF2B5EF4-FFF2-40B4-BE49-F238E27FC236}">
                      <a16:creationId xmlns:a16="http://schemas.microsoft.com/office/drawing/2014/main" id="{14E195B0-311A-9164-AE6C-6CC2E9E46C9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26" name="Rectangle 25">
                  <a:extLst>
                    <a:ext uri="{FF2B5EF4-FFF2-40B4-BE49-F238E27FC236}">
                      <a16:creationId xmlns:a16="http://schemas.microsoft.com/office/drawing/2014/main" id="{5E96D355-24F5-F191-E3B1-402061B50FD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27" name="Rectangle 26">
                  <a:extLst>
                    <a:ext uri="{FF2B5EF4-FFF2-40B4-BE49-F238E27FC236}">
                      <a16:creationId xmlns:a16="http://schemas.microsoft.com/office/drawing/2014/main" id="{1B07A61B-7381-B0A9-3D0B-7C9945E1349D}"/>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28" name="Rectangle 27">
                  <a:extLst>
                    <a:ext uri="{FF2B5EF4-FFF2-40B4-BE49-F238E27FC236}">
                      <a16:creationId xmlns:a16="http://schemas.microsoft.com/office/drawing/2014/main" id="{FDB9E96C-7F87-6C59-7CAB-3D0C04C4A4B9}"/>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29" name="Rectangle 28">
                  <a:extLst>
                    <a:ext uri="{FF2B5EF4-FFF2-40B4-BE49-F238E27FC236}">
                      <a16:creationId xmlns:a16="http://schemas.microsoft.com/office/drawing/2014/main" id="{639CFBAD-84A8-D35F-518F-ACA2E84658C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30" name="Rectangle 29">
                  <a:extLst>
                    <a:ext uri="{FF2B5EF4-FFF2-40B4-BE49-F238E27FC236}">
                      <a16:creationId xmlns:a16="http://schemas.microsoft.com/office/drawing/2014/main" id="{8D65DD80-C4D2-3900-188B-E4A300D3349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grpSp>
          <p:sp>
            <p:nvSpPr>
              <p:cNvPr id="6" name="TextBox 5">
                <a:extLst>
                  <a:ext uri="{FF2B5EF4-FFF2-40B4-BE49-F238E27FC236}">
                    <a16:creationId xmlns:a16="http://schemas.microsoft.com/office/drawing/2014/main" id="{3335E1F1-0254-0DDD-5734-F8739BDEB8E2}"/>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7" name="TextBox 6">
                <a:extLst>
                  <a:ext uri="{FF2B5EF4-FFF2-40B4-BE49-F238E27FC236}">
                    <a16:creationId xmlns:a16="http://schemas.microsoft.com/office/drawing/2014/main" id="{8738B4C1-48B3-8D43-57B3-DF798D570F2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8" name="TextBox 7">
                <a:extLst>
                  <a:ext uri="{FF2B5EF4-FFF2-40B4-BE49-F238E27FC236}">
                    <a16:creationId xmlns:a16="http://schemas.microsoft.com/office/drawing/2014/main" id="{5BCE153C-97D2-2FDC-4F4B-FEDFBB49AE98}"/>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9" name="TextBox 8">
                <a:extLst>
                  <a:ext uri="{FF2B5EF4-FFF2-40B4-BE49-F238E27FC236}">
                    <a16:creationId xmlns:a16="http://schemas.microsoft.com/office/drawing/2014/main" id="{9C2625EF-4B40-86AC-DBF7-AEC4DBAC7920}"/>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16" name="TextBox 15">
                <a:extLst>
                  <a:ext uri="{FF2B5EF4-FFF2-40B4-BE49-F238E27FC236}">
                    <a16:creationId xmlns:a16="http://schemas.microsoft.com/office/drawing/2014/main" id="{EEC37B8A-61E0-DCA9-F6F9-F99C03E50FC5}"/>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17" name="TextBox 16">
                <a:extLst>
                  <a:ext uri="{FF2B5EF4-FFF2-40B4-BE49-F238E27FC236}">
                    <a16:creationId xmlns:a16="http://schemas.microsoft.com/office/drawing/2014/main" id="{751485CC-79A7-5233-BFC5-0C022EE87F6C}"/>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18" name="TextBox 17">
                <a:extLst>
                  <a:ext uri="{FF2B5EF4-FFF2-40B4-BE49-F238E27FC236}">
                    <a16:creationId xmlns:a16="http://schemas.microsoft.com/office/drawing/2014/main" id="{3B272925-512C-C00B-7B35-8DB56343F758}"/>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19" name="TextBox 18">
                <a:extLst>
                  <a:ext uri="{FF2B5EF4-FFF2-40B4-BE49-F238E27FC236}">
                    <a16:creationId xmlns:a16="http://schemas.microsoft.com/office/drawing/2014/main" id="{BC30E54D-BCBB-11D5-CD6E-F0AA8FE92BDD}"/>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0" name="Group 39">
              <a:extLst>
                <a:ext uri="{FF2B5EF4-FFF2-40B4-BE49-F238E27FC236}">
                  <a16:creationId xmlns:a16="http://schemas.microsoft.com/office/drawing/2014/main" id="{6CAA4EA5-FE3D-8D40-0A90-42A1D5AC8ECF}"/>
                </a:ext>
              </a:extLst>
            </p:cNvPr>
            <p:cNvGrpSpPr/>
            <p:nvPr/>
          </p:nvGrpSpPr>
          <p:grpSpPr>
            <a:xfrm>
              <a:off x="6020939" y="2743200"/>
              <a:ext cx="4293125" cy="849868"/>
              <a:chOff x="2361062" y="2743200"/>
              <a:chExt cx="4293125" cy="849868"/>
            </a:xfrm>
          </p:grpSpPr>
          <p:grpSp>
            <p:nvGrpSpPr>
              <p:cNvPr id="41" name="Group 40">
                <a:extLst>
                  <a:ext uri="{FF2B5EF4-FFF2-40B4-BE49-F238E27FC236}">
                    <a16:creationId xmlns:a16="http://schemas.microsoft.com/office/drawing/2014/main" id="{F028159C-F314-68E3-297B-5DE73893EACE}"/>
                  </a:ext>
                </a:extLst>
              </p:cNvPr>
              <p:cNvGrpSpPr/>
              <p:nvPr/>
            </p:nvGrpSpPr>
            <p:grpSpPr>
              <a:xfrm>
                <a:off x="2361062" y="2743200"/>
                <a:ext cx="4268338" cy="533400"/>
                <a:chOff x="1445524" y="2971800"/>
                <a:chExt cx="4268338" cy="533400"/>
              </a:xfrm>
            </p:grpSpPr>
            <p:sp>
              <p:nvSpPr>
                <p:cNvPr id="78" name="Rectangle 77">
                  <a:extLst>
                    <a:ext uri="{FF2B5EF4-FFF2-40B4-BE49-F238E27FC236}">
                      <a16:creationId xmlns:a16="http://schemas.microsoft.com/office/drawing/2014/main" id="{A954409E-4BAF-A95F-544D-B8DF8CE93CEE}"/>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79" name="Rectangle 78">
                  <a:extLst>
                    <a:ext uri="{FF2B5EF4-FFF2-40B4-BE49-F238E27FC236}">
                      <a16:creationId xmlns:a16="http://schemas.microsoft.com/office/drawing/2014/main" id="{245B0D8C-0166-3B37-5CF9-01E6616C1DC7}"/>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80" name="Rectangle 79">
                  <a:extLst>
                    <a:ext uri="{FF2B5EF4-FFF2-40B4-BE49-F238E27FC236}">
                      <a16:creationId xmlns:a16="http://schemas.microsoft.com/office/drawing/2014/main" id="{D8757A04-74EC-52A0-17F3-20B1DEECB0C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81" name="Rectangle 80">
                  <a:extLst>
                    <a:ext uri="{FF2B5EF4-FFF2-40B4-BE49-F238E27FC236}">
                      <a16:creationId xmlns:a16="http://schemas.microsoft.com/office/drawing/2014/main" id="{9D5D8644-3F22-4B90-4575-591E69E6DD1D}"/>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82" name="Rectangle 81">
                  <a:extLst>
                    <a:ext uri="{FF2B5EF4-FFF2-40B4-BE49-F238E27FC236}">
                      <a16:creationId xmlns:a16="http://schemas.microsoft.com/office/drawing/2014/main" id="{D0FB66AC-257C-A3A7-72A2-9BAA64032154}"/>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3" name="Rectangle 82">
                  <a:extLst>
                    <a:ext uri="{FF2B5EF4-FFF2-40B4-BE49-F238E27FC236}">
                      <a16:creationId xmlns:a16="http://schemas.microsoft.com/office/drawing/2014/main" id="{B64146E2-4504-A8F1-99F9-D44753821034}"/>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84" name="Rectangle 83">
                  <a:extLst>
                    <a:ext uri="{FF2B5EF4-FFF2-40B4-BE49-F238E27FC236}">
                      <a16:creationId xmlns:a16="http://schemas.microsoft.com/office/drawing/2014/main" id="{24994ADB-06A8-D4BC-7DB5-3CC06E91FA0C}"/>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85" name="Rectangle 84">
                  <a:extLst>
                    <a:ext uri="{FF2B5EF4-FFF2-40B4-BE49-F238E27FC236}">
                      <a16:creationId xmlns:a16="http://schemas.microsoft.com/office/drawing/2014/main" id="{A8740905-608B-1F49-6E88-49046DEDE13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grpSp>
          <p:sp>
            <p:nvSpPr>
              <p:cNvPr id="42" name="TextBox 41">
                <a:extLst>
                  <a:ext uri="{FF2B5EF4-FFF2-40B4-BE49-F238E27FC236}">
                    <a16:creationId xmlns:a16="http://schemas.microsoft.com/office/drawing/2014/main" id="{FA4ED3AF-CE5A-B2A9-1793-8C8C2A1B881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43" name="TextBox 42">
                <a:extLst>
                  <a:ext uri="{FF2B5EF4-FFF2-40B4-BE49-F238E27FC236}">
                    <a16:creationId xmlns:a16="http://schemas.microsoft.com/office/drawing/2014/main" id="{000116F0-E2BC-4A94-3A2F-68B14E3D9D6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44" name="TextBox 43">
                <a:extLst>
                  <a:ext uri="{FF2B5EF4-FFF2-40B4-BE49-F238E27FC236}">
                    <a16:creationId xmlns:a16="http://schemas.microsoft.com/office/drawing/2014/main" id="{58EB4907-B83A-178C-0854-3A1D1D6D8064}"/>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45" name="TextBox 44">
                <a:extLst>
                  <a:ext uri="{FF2B5EF4-FFF2-40B4-BE49-F238E27FC236}">
                    <a16:creationId xmlns:a16="http://schemas.microsoft.com/office/drawing/2014/main" id="{1F29C78F-1BB3-E0F4-23B0-F89C42A85941}"/>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74" name="TextBox 73">
                <a:extLst>
                  <a:ext uri="{FF2B5EF4-FFF2-40B4-BE49-F238E27FC236}">
                    <a16:creationId xmlns:a16="http://schemas.microsoft.com/office/drawing/2014/main" id="{91155CF0-8F3F-B2B6-B4CE-818EC30457F9}"/>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75" name="TextBox 74">
                <a:extLst>
                  <a:ext uri="{FF2B5EF4-FFF2-40B4-BE49-F238E27FC236}">
                    <a16:creationId xmlns:a16="http://schemas.microsoft.com/office/drawing/2014/main" id="{5ABAEC95-3AA8-1977-949A-53F10027BACC}"/>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76" name="TextBox 75">
                <a:extLst>
                  <a:ext uri="{FF2B5EF4-FFF2-40B4-BE49-F238E27FC236}">
                    <a16:creationId xmlns:a16="http://schemas.microsoft.com/office/drawing/2014/main" id="{9F7C5BDB-74C7-EEA9-FD7A-108150ED3D0B}"/>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77" name="TextBox 76">
                <a:extLst>
                  <a:ext uri="{FF2B5EF4-FFF2-40B4-BE49-F238E27FC236}">
                    <a16:creationId xmlns:a16="http://schemas.microsoft.com/office/drawing/2014/main" id="{9C38C609-4A48-7161-25E6-18F44C5174A4}"/>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grpSp>
        <p:nvGrpSpPr>
          <p:cNvPr id="99" name="Group 98" descr="We proceed by doing a bucket sort using the least significant digit of the numbers. Because our numbers are represented in base 10, we have buckets 0 through 9, filled in as follows:&#10;bucket 0: 800&#10;bucket 1: 801, 401, 901, 121&#10;bucket 2: 512&#10;bucket 3: 103, 323, 823, 113&#10;bucket 4: empty&#10;bucket 5: 255, 555, 245&#10;bucket 6: empty&#10;bucket 7: empty&#10;bucket 8: 018&#10;bucket 9: 999">
            <a:extLst>
              <a:ext uri="{FF2B5EF4-FFF2-40B4-BE49-F238E27FC236}">
                <a16:creationId xmlns:a16="http://schemas.microsoft.com/office/drawing/2014/main" id="{C4BEB531-3711-E388-CD9E-744269DCB5F9}"/>
              </a:ext>
            </a:extLst>
          </p:cNvPr>
          <p:cNvGrpSpPr/>
          <p:nvPr/>
        </p:nvGrpSpPr>
        <p:grpSpPr>
          <a:xfrm>
            <a:off x="6639080" y="4886764"/>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443829" y="4592010"/>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22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10’s place</a:t>
            </a:r>
          </a:p>
        </p:txBody>
      </p:sp>
      <p:grpSp>
        <p:nvGrpSpPr>
          <p:cNvPr id="99" name="Group 98" descr="All the values bucketed by the 1s place">
            <a:extLst>
              <a:ext uri="{FF2B5EF4-FFF2-40B4-BE49-F238E27FC236}">
                <a16:creationId xmlns:a16="http://schemas.microsoft.com/office/drawing/2014/main" id="{C4BEB531-3711-E388-CD9E-744269DCB5F9}"/>
              </a:ext>
            </a:extLst>
          </p:cNvPr>
          <p:cNvGrpSpPr/>
          <p:nvPr/>
        </p:nvGrpSpPr>
        <p:grpSpPr>
          <a:xfrm>
            <a:off x="452562" y="3381872"/>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Next we do a bucket sort using the next least significant digit of the numbers. Because our numbers are represented in base 10, we have buckets 0 through 9, filled in as follows:&#10;bucket 0: 800, 801, 401, 101, 901, 103&#10;bucket 1: 512, 113, 018&#10;bucket 2: 121, 323, 823&#10;bucket 3: empty&#10;bucket 4: 245&#10;bucket 5: 255, 555&#10;bucket 6: empty&#10;bucket 7: empty&#10;bucket 8: empty&#10;bucket 9: 999">
            <a:extLst>
              <a:ext uri="{FF2B5EF4-FFF2-40B4-BE49-F238E27FC236}">
                <a16:creationId xmlns:a16="http://schemas.microsoft.com/office/drawing/2014/main" id="{D03E7495-E90F-2D2E-2DC8-D7DB5BFCCBEB}"/>
              </a:ext>
            </a:extLst>
          </p:cNvPr>
          <p:cNvGrpSpPr/>
          <p:nvPr/>
        </p:nvGrpSpPr>
        <p:grpSpPr>
          <a:xfrm>
            <a:off x="6401447" y="468376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6436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100’s place</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All the values bucketed by the 10s place">
            <a:extLst>
              <a:ext uri="{FF2B5EF4-FFF2-40B4-BE49-F238E27FC236}">
                <a16:creationId xmlns:a16="http://schemas.microsoft.com/office/drawing/2014/main" id="{D03E7495-E90F-2D2E-2DC8-D7DB5BFCCBEB}"/>
              </a:ext>
            </a:extLst>
          </p:cNvPr>
          <p:cNvGrpSpPr/>
          <p:nvPr/>
        </p:nvGrpSpPr>
        <p:grpSpPr>
          <a:xfrm>
            <a:off x="184190" y="341844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grpSp>
        <p:nvGrpSpPr>
          <p:cNvPr id="42" name="Group 41" descr="Next we do a bucket sort using the next least significant digit of the numbers. Because our numbers are represented in base 10, we have buckets 0 through 9, filled in as follows:&#10;bucket 0: 018&#10;bucket 1: 101, 103, 113, 121&#10;bucket 2: 245, 255&#10;bucket 3: 323&#10;bucket 4: 401&#10;bucket 5: 512, 555&#10;bucket 6: empty&#10;bucket 7: empty&#10;bucket 8: 800, 801, 823&#10;bucket 9: 901, 999">
            <a:extLst>
              <a:ext uri="{FF2B5EF4-FFF2-40B4-BE49-F238E27FC236}">
                <a16:creationId xmlns:a16="http://schemas.microsoft.com/office/drawing/2014/main" id="{265A8A20-D2B5-DB28-F722-367EBB815E4D}"/>
              </a:ext>
            </a:extLst>
          </p:cNvPr>
          <p:cNvGrpSpPr/>
          <p:nvPr/>
        </p:nvGrpSpPr>
        <p:grpSpPr>
          <a:xfrm>
            <a:off x="6390963" y="4659805"/>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68232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Empty Buckets into Output Array</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7438723" y="4078344"/>
            <a:ext cx="3507868" cy="461665"/>
          </a:xfrm>
          <a:prstGeom prst="rect">
            <a:avLst/>
          </a:prstGeom>
          <a:noFill/>
        </p:spPr>
        <p:txBody>
          <a:bodyPr wrap="square" rtlCol="0">
            <a:spAutoFit/>
          </a:bodyPr>
          <a:lstStyle/>
          <a:p>
            <a:r>
              <a:rPr lang="en-US" sz="2400" dirty="0"/>
              <a:t>Convert back into an array</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flipV="1">
            <a:off x="6027125" y="3877228"/>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descr="All the values bucketed by the 10s place">
            <a:extLst>
              <a:ext uri="{FF2B5EF4-FFF2-40B4-BE49-F238E27FC236}">
                <a16:creationId xmlns:a16="http://schemas.microsoft.com/office/drawing/2014/main" id="{265A8A20-D2B5-DB28-F722-367EBB815E4D}"/>
              </a:ext>
            </a:extLst>
          </p:cNvPr>
          <p:cNvGrpSpPr/>
          <p:nvPr/>
        </p:nvGrpSpPr>
        <p:grpSpPr>
          <a:xfrm>
            <a:off x="34961" y="3418440"/>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grpSp>
        <p:nvGrpSpPr>
          <p:cNvPr id="43" name="Group 42" descr="Finally we &quot;unbucket&quot; into an array like we did with bucket sort, giving the final sorted array:&#10;[018. 101. 103, 113, 121, 245, 255, 323, 401, 512, 555, 800, 801, 823, 901, 999]">
            <a:extLst>
              <a:ext uri="{FF2B5EF4-FFF2-40B4-BE49-F238E27FC236}">
                <a16:creationId xmlns:a16="http://schemas.microsoft.com/office/drawing/2014/main" id="{068934FF-C8AB-D781-D815-713828A58097}"/>
              </a:ext>
            </a:extLst>
          </p:cNvPr>
          <p:cNvGrpSpPr/>
          <p:nvPr/>
        </p:nvGrpSpPr>
        <p:grpSpPr>
          <a:xfrm>
            <a:off x="503842" y="5962559"/>
            <a:ext cx="8561464" cy="849868"/>
            <a:chOff x="1752600" y="2743200"/>
            <a:chExt cx="8561464" cy="849868"/>
          </a:xfrm>
        </p:grpSpPr>
        <p:grpSp>
          <p:nvGrpSpPr>
            <p:cNvPr id="44" name="Group 43">
              <a:extLst>
                <a:ext uri="{FF2B5EF4-FFF2-40B4-BE49-F238E27FC236}">
                  <a16:creationId xmlns:a16="http://schemas.microsoft.com/office/drawing/2014/main" id="{B6C8016D-7B0B-A436-E8B1-2B87C5834C4D}"/>
                </a:ext>
              </a:extLst>
            </p:cNvPr>
            <p:cNvGrpSpPr/>
            <p:nvPr/>
          </p:nvGrpSpPr>
          <p:grpSpPr>
            <a:xfrm>
              <a:off x="1752600" y="2743200"/>
              <a:ext cx="4268338" cy="849868"/>
              <a:chOff x="2361062" y="2743200"/>
              <a:chExt cx="4268338" cy="849868"/>
            </a:xfrm>
          </p:grpSpPr>
          <p:grpSp>
            <p:nvGrpSpPr>
              <p:cNvPr id="67" name="Group 66">
                <a:extLst>
                  <a:ext uri="{FF2B5EF4-FFF2-40B4-BE49-F238E27FC236}">
                    <a16:creationId xmlns:a16="http://schemas.microsoft.com/office/drawing/2014/main" id="{5755D94F-2867-A4B9-F6AC-E9F1886F3771}"/>
                  </a:ext>
                </a:extLst>
              </p:cNvPr>
              <p:cNvGrpSpPr/>
              <p:nvPr/>
            </p:nvGrpSpPr>
            <p:grpSpPr>
              <a:xfrm>
                <a:off x="2361062" y="2743200"/>
                <a:ext cx="4268338" cy="533400"/>
                <a:chOff x="1445524" y="2971800"/>
                <a:chExt cx="4268338" cy="533400"/>
              </a:xfrm>
            </p:grpSpPr>
            <p:sp>
              <p:nvSpPr>
                <p:cNvPr id="76" name="Rectangle 75">
                  <a:extLst>
                    <a:ext uri="{FF2B5EF4-FFF2-40B4-BE49-F238E27FC236}">
                      <a16:creationId xmlns:a16="http://schemas.microsoft.com/office/drawing/2014/main" id="{A514DDEF-0799-B04F-5B56-64D468AAAEE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77" name="Rectangle 76">
                  <a:extLst>
                    <a:ext uri="{FF2B5EF4-FFF2-40B4-BE49-F238E27FC236}">
                      <a16:creationId xmlns:a16="http://schemas.microsoft.com/office/drawing/2014/main" id="{AAB3906E-2D52-9AD8-0556-772ABCB5C5D9}"/>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sp>
              <p:nvSpPr>
                <p:cNvPr id="78" name="Rectangle 77">
                  <a:extLst>
                    <a:ext uri="{FF2B5EF4-FFF2-40B4-BE49-F238E27FC236}">
                      <a16:creationId xmlns:a16="http://schemas.microsoft.com/office/drawing/2014/main" id="{DF0407A3-97AC-D294-9073-A3C5C3C52C0D}"/>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79" name="Rectangle 78">
                  <a:extLst>
                    <a:ext uri="{FF2B5EF4-FFF2-40B4-BE49-F238E27FC236}">
                      <a16:creationId xmlns:a16="http://schemas.microsoft.com/office/drawing/2014/main" id="{5B1E89E9-CD9C-EDED-9F75-F613D3AB91A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80" name="Rectangle 79">
                  <a:extLst>
                    <a:ext uri="{FF2B5EF4-FFF2-40B4-BE49-F238E27FC236}">
                      <a16:creationId xmlns:a16="http://schemas.microsoft.com/office/drawing/2014/main" id="{4CEFA199-8AEF-A65C-B1DF-DB1BD53B7D4B}"/>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sp>
              <p:nvSpPr>
                <p:cNvPr id="81" name="Rectangle 80">
                  <a:extLst>
                    <a:ext uri="{FF2B5EF4-FFF2-40B4-BE49-F238E27FC236}">
                      <a16:creationId xmlns:a16="http://schemas.microsoft.com/office/drawing/2014/main" id="{72314B16-133A-0F38-E912-090D0B52981D}"/>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2" name="Rectangle 81">
                  <a:extLst>
                    <a:ext uri="{FF2B5EF4-FFF2-40B4-BE49-F238E27FC236}">
                      <a16:creationId xmlns:a16="http://schemas.microsoft.com/office/drawing/2014/main" id="{1F53B560-510C-CE26-6FD0-9126FC5E6EE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83" name="Rectangle 82">
                  <a:extLst>
                    <a:ext uri="{FF2B5EF4-FFF2-40B4-BE49-F238E27FC236}">
                      <a16:creationId xmlns:a16="http://schemas.microsoft.com/office/drawing/2014/main" id="{96B9D8C3-45D5-97A3-0477-A8C14C88AA95}"/>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grpSp>
          <p:sp>
            <p:nvSpPr>
              <p:cNvPr id="68" name="TextBox 67">
                <a:extLst>
                  <a:ext uri="{FF2B5EF4-FFF2-40B4-BE49-F238E27FC236}">
                    <a16:creationId xmlns:a16="http://schemas.microsoft.com/office/drawing/2014/main" id="{8D59D340-F86D-62B2-AE74-933A408B6C2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69" name="TextBox 68">
                <a:extLst>
                  <a:ext uri="{FF2B5EF4-FFF2-40B4-BE49-F238E27FC236}">
                    <a16:creationId xmlns:a16="http://schemas.microsoft.com/office/drawing/2014/main" id="{14369803-FF3D-71C4-321A-534AEA695271}"/>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70" name="TextBox 69">
                <a:extLst>
                  <a:ext uri="{FF2B5EF4-FFF2-40B4-BE49-F238E27FC236}">
                    <a16:creationId xmlns:a16="http://schemas.microsoft.com/office/drawing/2014/main" id="{E8CF6890-2735-7463-9DA0-D55F9D0A85CA}"/>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71" name="TextBox 70">
                <a:extLst>
                  <a:ext uri="{FF2B5EF4-FFF2-40B4-BE49-F238E27FC236}">
                    <a16:creationId xmlns:a16="http://schemas.microsoft.com/office/drawing/2014/main" id="{3DE0E5BC-B5BB-CFC8-BC80-B3CEBD2B4439}"/>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72" name="TextBox 71">
                <a:extLst>
                  <a:ext uri="{FF2B5EF4-FFF2-40B4-BE49-F238E27FC236}">
                    <a16:creationId xmlns:a16="http://schemas.microsoft.com/office/drawing/2014/main" id="{CA6340E6-115E-DFF8-F7E4-8EBA440A3683}"/>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73" name="TextBox 72">
                <a:extLst>
                  <a:ext uri="{FF2B5EF4-FFF2-40B4-BE49-F238E27FC236}">
                    <a16:creationId xmlns:a16="http://schemas.microsoft.com/office/drawing/2014/main" id="{B8B0F7F2-8B83-8BD0-81C0-AA08A21A6314}"/>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74" name="TextBox 73">
                <a:extLst>
                  <a:ext uri="{FF2B5EF4-FFF2-40B4-BE49-F238E27FC236}">
                    <a16:creationId xmlns:a16="http://schemas.microsoft.com/office/drawing/2014/main" id="{E4B3C70A-1F9D-1759-D960-6B5816CDF9D2}"/>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75" name="TextBox 74">
                <a:extLst>
                  <a:ext uri="{FF2B5EF4-FFF2-40B4-BE49-F238E27FC236}">
                    <a16:creationId xmlns:a16="http://schemas.microsoft.com/office/drawing/2014/main" id="{0DA49A2D-6D5E-1096-7255-84F4793E32CE}"/>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5" name="Group 44">
              <a:extLst>
                <a:ext uri="{FF2B5EF4-FFF2-40B4-BE49-F238E27FC236}">
                  <a16:creationId xmlns:a16="http://schemas.microsoft.com/office/drawing/2014/main" id="{0D413D70-40DF-D119-7511-B9F9F3C5A188}"/>
                </a:ext>
              </a:extLst>
            </p:cNvPr>
            <p:cNvGrpSpPr/>
            <p:nvPr/>
          </p:nvGrpSpPr>
          <p:grpSpPr>
            <a:xfrm>
              <a:off x="6020939" y="2743200"/>
              <a:ext cx="4293125" cy="849868"/>
              <a:chOff x="2361062" y="2743200"/>
              <a:chExt cx="4293125" cy="849868"/>
            </a:xfrm>
          </p:grpSpPr>
          <p:grpSp>
            <p:nvGrpSpPr>
              <p:cNvPr id="50" name="Group 49">
                <a:extLst>
                  <a:ext uri="{FF2B5EF4-FFF2-40B4-BE49-F238E27FC236}">
                    <a16:creationId xmlns:a16="http://schemas.microsoft.com/office/drawing/2014/main" id="{004D5F06-57C0-9561-8DFB-97B713327871}"/>
                  </a:ext>
                </a:extLst>
              </p:cNvPr>
              <p:cNvGrpSpPr/>
              <p:nvPr/>
            </p:nvGrpSpPr>
            <p:grpSpPr>
              <a:xfrm>
                <a:off x="2361062" y="2743200"/>
                <a:ext cx="4268338" cy="533400"/>
                <a:chOff x="1445524" y="2971800"/>
                <a:chExt cx="4268338" cy="533400"/>
              </a:xfrm>
            </p:grpSpPr>
            <p:sp>
              <p:nvSpPr>
                <p:cNvPr id="59" name="Rectangle 58">
                  <a:extLst>
                    <a:ext uri="{FF2B5EF4-FFF2-40B4-BE49-F238E27FC236}">
                      <a16:creationId xmlns:a16="http://schemas.microsoft.com/office/drawing/2014/main" id="{550AB95D-A4E6-71A1-23FE-1422E35E9DB0}"/>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60" name="Rectangle 59">
                  <a:extLst>
                    <a:ext uri="{FF2B5EF4-FFF2-40B4-BE49-F238E27FC236}">
                      <a16:creationId xmlns:a16="http://schemas.microsoft.com/office/drawing/2014/main" id="{6244BB98-1673-3E2D-1F18-41CA51F31C20}"/>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61" name="Rectangle 60">
                  <a:extLst>
                    <a:ext uri="{FF2B5EF4-FFF2-40B4-BE49-F238E27FC236}">
                      <a16:creationId xmlns:a16="http://schemas.microsoft.com/office/drawing/2014/main" id="{EF048AD2-88EF-B37F-B639-FCDFE3693E59}"/>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62" name="Rectangle 61">
                  <a:extLst>
                    <a:ext uri="{FF2B5EF4-FFF2-40B4-BE49-F238E27FC236}">
                      <a16:creationId xmlns:a16="http://schemas.microsoft.com/office/drawing/2014/main" id="{999EC23D-1356-7C68-7368-D59878A983F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63" name="Rectangle 62">
                  <a:extLst>
                    <a:ext uri="{FF2B5EF4-FFF2-40B4-BE49-F238E27FC236}">
                      <a16:creationId xmlns:a16="http://schemas.microsoft.com/office/drawing/2014/main" id="{1497E028-C52E-675E-3CD6-CCD3F28302F7}"/>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64" name="Rectangle 63">
                  <a:extLst>
                    <a:ext uri="{FF2B5EF4-FFF2-40B4-BE49-F238E27FC236}">
                      <a16:creationId xmlns:a16="http://schemas.microsoft.com/office/drawing/2014/main" id="{13F32CD9-19E1-834C-26B7-A8F3D2CEE006}"/>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65" name="Rectangle 64">
                  <a:extLst>
                    <a:ext uri="{FF2B5EF4-FFF2-40B4-BE49-F238E27FC236}">
                      <a16:creationId xmlns:a16="http://schemas.microsoft.com/office/drawing/2014/main" id="{F675C80F-5B7A-BBA8-130A-B3CF5AD7FC8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66" name="Rectangle 65">
                  <a:extLst>
                    <a:ext uri="{FF2B5EF4-FFF2-40B4-BE49-F238E27FC236}">
                      <a16:creationId xmlns:a16="http://schemas.microsoft.com/office/drawing/2014/main" id="{D19F6413-A167-1DFB-2A37-A3D51542BA28}"/>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grpSp>
          <p:sp>
            <p:nvSpPr>
              <p:cNvPr id="51" name="TextBox 50">
                <a:extLst>
                  <a:ext uri="{FF2B5EF4-FFF2-40B4-BE49-F238E27FC236}">
                    <a16:creationId xmlns:a16="http://schemas.microsoft.com/office/drawing/2014/main" id="{513F22D5-36EF-BD52-DD4A-012D7F9C3B19}"/>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52" name="TextBox 51">
                <a:extLst>
                  <a:ext uri="{FF2B5EF4-FFF2-40B4-BE49-F238E27FC236}">
                    <a16:creationId xmlns:a16="http://schemas.microsoft.com/office/drawing/2014/main" id="{D08AE7A7-92D6-4BF5-76F1-0BA807B9981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53" name="TextBox 52">
                <a:extLst>
                  <a:ext uri="{FF2B5EF4-FFF2-40B4-BE49-F238E27FC236}">
                    <a16:creationId xmlns:a16="http://schemas.microsoft.com/office/drawing/2014/main" id="{CB441F66-DC45-EE7B-7A4B-9574148133B9}"/>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54" name="TextBox 53">
                <a:extLst>
                  <a:ext uri="{FF2B5EF4-FFF2-40B4-BE49-F238E27FC236}">
                    <a16:creationId xmlns:a16="http://schemas.microsoft.com/office/drawing/2014/main" id="{E19A5E20-A9BA-2C6A-A149-F0F458A67F9C}"/>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55" name="TextBox 54">
                <a:extLst>
                  <a:ext uri="{FF2B5EF4-FFF2-40B4-BE49-F238E27FC236}">
                    <a16:creationId xmlns:a16="http://schemas.microsoft.com/office/drawing/2014/main" id="{B419C7F8-2A62-E3D0-DAE0-473ABBD1B157}"/>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56" name="TextBox 55">
                <a:extLst>
                  <a:ext uri="{FF2B5EF4-FFF2-40B4-BE49-F238E27FC236}">
                    <a16:creationId xmlns:a16="http://schemas.microsoft.com/office/drawing/2014/main" id="{B3815E93-ACC1-5FFF-BD91-42D18964DD18}"/>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57" name="TextBox 56">
                <a:extLst>
                  <a:ext uri="{FF2B5EF4-FFF2-40B4-BE49-F238E27FC236}">
                    <a16:creationId xmlns:a16="http://schemas.microsoft.com/office/drawing/2014/main" id="{4B69515A-5AB2-AE1D-CB3B-DA3BB84E0EBD}"/>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58" name="TextBox 57">
                <a:extLst>
                  <a:ext uri="{FF2B5EF4-FFF2-40B4-BE49-F238E27FC236}">
                    <a16:creationId xmlns:a16="http://schemas.microsoft.com/office/drawing/2014/main" id="{A1D7BE6C-86B0-F51C-9E53-5ED83D0CFDAD}"/>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spTree>
    <p:extLst>
      <p:ext uri="{BB962C8B-B14F-4D97-AF65-F5344CB8AC3E}">
        <p14:creationId xmlns:p14="http://schemas.microsoft.com/office/powerpoint/2010/main" val="164051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RadixSort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normAutofit fontScale="92500" lnSpcReduction="10000"/>
              </a:bodyPr>
              <a:lstStyle/>
              <a:p>
                <a:r>
                  <a:rPr lang="en-US" dirty="0"/>
                  <a:t>Suppose largest value is </a:t>
                </a:r>
                <a14:m>
                  <m:oMath xmlns:m="http://schemas.openxmlformats.org/officeDocument/2006/math">
                    <m:r>
                      <a:rPr lang="en-US" b="0" i="1" smtClean="0">
                        <a:latin typeface="Cambria Math" panose="02040503050406030204" pitchFamily="18" charset="0"/>
                      </a:rPr>
                      <m:t>𝑚</m:t>
                    </m:r>
                  </m:oMath>
                </a14:m>
                <a:endParaRPr lang="en-US" dirty="0"/>
              </a:p>
              <a:p>
                <a:r>
                  <a:rPr lang="en-US" dirty="0"/>
                  <a:t>Choose a radix (base of representation) </a:t>
                </a:r>
                <a14:m>
                  <m:oMath xmlns:m="http://schemas.openxmlformats.org/officeDocument/2006/math">
                    <m:r>
                      <a:rPr lang="en-US" b="0" i="1" smtClean="0">
                        <a:latin typeface="Cambria Math" panose="02040503050406030204" pitchFamily="18" charset="0"/>
                      </a:rPr>
                      <m:t>𝑏</m:t>
                    </m:r>
                  </m:oMath>
                </a14:m>
                <a:endParaRPr lang="en-US" dirty="0"/>
              </a:p>
              <a:p>
                <a:r>
                  <a:rPr lang="en-US" dirty="0" err="1"/>
                  <a:t>BucketSort</a:t>
                </a:r>
                <a:r>
                  <a:rPr lang="en-US" dirty="0"/>
                  <a:t> all </a:t>
                </a:r>
                <a14:m>
                  <m:oMath xmlns:m="http://schemas.openxmlformats.org/officeDocument/2006/math">
                    <m:r>
                      <a:rPr lang="en-US" b="0" i="1" smtClean="0">
                        <a:latin typeface="Cambria Math" panose="02040503050406030204" pitchFamily="18" charset="0"/>
                      </a:rPr>
                      <m:t>𝑛</m:t>
                    </m:r>
                  </m:oMath>
                </a14:m>
                <a:r>
                  <a:rPr lang="en-US" dirty="0"/>
                  <a:t> things using </a:t>
                </a:r>
                <a14:m>
                  <m:oMath xmlns:m="http://schemas.openxmlformats.org/officeDocument/2006/math">
                    <m:r>
                      <a:rPr lang="en-US" b="0" i="1" smtClean="0">
                        <a:latin typeface="Cambria Math" panose="02040503050406030204" pitchFamily="18" charset="0"/>
                      </a:rPr>
                      <m:t>𝑏</m:t>
                    </m:r>
                  </m:oMath>
                </a14:m>
                <a:r>
                  <a:rPr lang="en-US" dirty="0"/>
                  <a:t>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Repeat once per each digit</a:t>
                </a:r>
              </a:p>
              <a:p>
                <a:pPr lvl="1"/>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oMath>
                </a14:m>
                <a:r>
                  <a:rPr lang="en-US" dirty="0"/>
                  <a:t> iterations</a:t>
                </a:r>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r>
                          <a:rPr lang="en-US" b="0" i="1" smtClean="0">
                            <a:latin typeface="Cambria Math" panose="02040503050406030204" pitchFamily="18" charset="0"/>
                          </a:rPr>
                          <m:t>+</m:t>
                        </m:r>
                        <m:r>
                          <a:rPr lang="en-US" b="0" i="1" smtClean="0">
                            <a:latin typeface="Cambria Math" panose="02040503050406030204" pitchFamily="18" charset="0"/>
                          </a:rPr>
                          <m:t>𝑏</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e>
                    </m:d>
                  </m:oMath>
                </a14:m>
                <a:endParaRPr lang="en-US" dirty="0"/>
              </a:p>
              <a:p>
                <a:r>
                  <a:rPr lang="en-US" dirty="0"/>
                  <a:t>In practice, you can select the value of </a:t>
                </a:r>
                <a14:m>
                  <m:oMath xmlns:m="http://schemas.openxmlformats.org/officeDocument/2006/math">
                    <m:r>
                      <a:rPr lang="en-US" b="0" i="1" smtClean="0">
                        <a:latin typeface="Cambria Math" panose="02040503050406030204" pitchFamily="18" charset="0"/>
                      </a:rPr>
                      <m:t>𝑏</m:t>
                    </m:r>
                  </m:oMath>
                </a14:m>
                <a:r>
                  <a:rPr lang="en-US" dirty="0"/>
                  <a:t> to optimize running time</a:t>
                </a:r>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4116976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37548</TotalTime>
  <Words>2725</Words>
  <Application>Microsoft Office PowerPoint</Application>
  <PresentationFormat>Widescreen</PresentationFormat>
  <Paragraphs>901</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Cambria Math</vt:lpstr>
      <vt:lpstr>Arial</vt:lpstr>
      <vt:lpstr>Aptos</vt:lpstr>
      <vt:lpstr>Symbol</vt:lpstr>
      <vt:lpstr>Calibri Light</vt:lpstr>
      <vt:lpstr>Calibri</vt:lpstr>
      <vt:lpstr>Office Theme</vt:lpstr>
      <vt:lpstr>CSE 332 Spring 2026 Lecture 14: Sorting 3</vt:lpstr>
      <vt:lpstr>Properties To Consider</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Tree Method T(n)=2T(n/2)+n</vt:lpstr>
      <vt:lpstr>Merge Sort Properties</vt:lpstr>
      <vt:lpstr>Quicksort Vs. Mergesort</vt:lpstr>
      <vt:lpstr>Quicksort Overview</vt:lpstr>
      <vt:lpstr>Partition (Divide step)</vt:lpstr>
      <vt:lpstr>Partition Procedure (Slide 1 of 2) </vt:lpstr>
      <vt:lpstr>Partition Procedure (Slide 2 of 2) </vt:lpstr>
      <vt:lpstr>Partition – Begin Meets End (Case 1)</vt:lpstr>
      <vt:lpstr>Partition – Begin Meets End (Case 2)</vt:lpstr>
      <vt:lpstr>Partition Summary</vt:lpstr>
      <vt:lpstr>Conquer</vt:lpstr>
      <vt:lpstr>Quicksort Run Time (Best)</vt:lpstr>
      <vt:lpstr>Quicksort Run Time (Worst)</vt:lpstr>
      <vt:lpstr>Quicksort Worst Case Tree Method</vt:lpstr>
      <vt:lpstr>Good Pivot</vt:lpstr>
      <vt:lpstr>Quick Sort Properties</vt:lpstr>
      <vt:lpstr>“Linear Time” Sorting Algorithms</vt:lpstr>
      <vt:lpstr>BucketSort</vt:lpstr>
      <vt:lpstr>BucketSort Running Time</vt:lpstr>
      <vt:lpstr>Properties of BucketSort</vt:lpstr>
      <vt:lpstr>RadixSort</vt:lpstr>
      <vt:lpstr>RadixSort – Re-Bucket by 10s</vt:lpstr>
      <vt:lpstr>RadixSort – Re-Bucket by 100s</vt:lpstr>
      <vt:lpstr>RadixSort – Empty Buckets into Output Array</vt:lpstr>
      <vt:lpstr>RadixSort Running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165</cp:revision>
  <dcterms:created xsi:type="dcterms:W3CDTF">2023-09-26T20:08:20Z</dcterms:created>
  <dcterms:modified xsi:type="dcterms:W3CDTF">2026-04-29T21:38:05Z</dcterms:modified>
</cp:coreProperties>
</file>