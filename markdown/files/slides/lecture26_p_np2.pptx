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7" r:id="rId2"/>
    <p:sldId id="275" r:id="rId3"/>
    <p:sldId id="274" r:id="rId4"/>
    <p:sldId id="276" r:id="rId5"/>
    <p:sldId id="927" r:id="rId6"/>
    <p:sldId id="912" r:id="rId7"/>
    <p:sldId id="913" r:id="rId8"/>
    <p:sldId id="916" r:id="rId9"/>
    <p:sldId id="917" r:id="rId10"/>
    <p:sldId id="923" r:id="rId11"/>
    <p:sldId id="924" r:id="rId12"/>
    <p:sldId id="925" r:id="rId13"/>
    <p:sldId id="969" r:id="rId14"/>
    <p:sldId id="932" r:id="rId15"/>
    <p:sldId id="890" r:id="rId16"/>
    <p:sldId id="905" r:id="rId17"/>
    <p:sldId id="933" r:id="rId18"/>
    <p:sldId id="934" r:id="rId19"/>
    <p:sldId id="938" r:id="rId20"/>
    <p:sldId id="964" r:id="rId21"/>
    <p:sldId id="965" r:id="rId22"/>
    <p:sldId id="940" r:id="rId23"/>
    <p:sldId id="941" r:id="rId24"/>
    <p:sldId id="942" r:id="rId25"/>
    <p:sldId id="966" r:id="rId26"/>
    <p:sldId id="967" r:id="rId27"/>
    <p:sldId id="968" r:id="rId28"/>
    <p:sldId id="797" r:id="rId29"/>
    <p:sldId id="798" r:id="rId30"/>
    <p:sldId id="799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Ravie" panose="04040805050809020602" pitchFamily="82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jpeg"/><Relationship Id="rId3" Type="http://schemas.openxmlformats.org/officeDocument/2006/relationships/image" Target="../media/image14.png"/><Relationship Id="rId7" Type="http://schemas.openxmlformats.org/officeDocument/2006/relationships/image" Target="../media/image4.jpeg"/><Relationship Id="rId12" Type="http://schemas.openxmlformats.org/officeDocument/2006/relationships/image" Target="../media/image9.jpeg"/><Relationship Id="rId2" Type="http://schemas.openxmlformats.org/officeDocument/2006/relationships/image" Target="../media/image1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11" Type="http://schemas.openxmlformats.org/officeDocument/2006/relationships/image" Target="../media/image8.jpeg"/><Relationship Id="rId5" Type="http://schemas.openxmlformats.org/officeDocument/2006/relationships/image" Target="../media/image2.jpeg"/><Relationship Id="rId15" Type="http://schemas.openxmlformats.org/officeDocument/2006/relationships/image" Target="../media/image12.jpeg"/><Relationship Id="rId10" Type="http://schemas.openxmlformats.org/officeDocument/2006/relationships/image" Target="../media/image7.jpeg"/><Relationship Id="rId4" Type="http://schemas.openxmlformats.org/officeDocument/2006/relationships/image" Target="../media/image1.jpeg"/><Relationship Id="rId9" Type="http://schemas.openxmlformats.org/officeDocument/2006/relationships/image" Target="../media/image6.jpeg"/><Relationship Id="rId1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16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1.png"/><Relationship Id="rId5" Type="http://schemas.openxmlformats.org/officeDocument/2006/relationships/image" Target="../media/image18.jpeg"/><Relationship Id="rId10" Type="http://schemas.openxmlformats.org/officeDocument/2006/relationships/image" Target="../media/image20.jpeg"/><Relationship Id="rId4" Type="http://schemas.openxmlformats.org/officeDocument/2006/relationships/image" Target="../media/image17.jpeg"/><Relationship Id="rId9" Type="http://schemas.openxmlformats.org/officeDocument/2006/relationships/image" Target="../media/image49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4" Type="http://schemas.openxmlformats.org/officeDocument/2006/relationships/image" Target="../media/image48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25: P and NP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7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an IS into a VC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 VC into an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11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55072</TotalTime>
  <Words>1672</Words>
  <Application>Microsoft Office PowerPoint</Application>
  <PresentationFormat>Widescreen</PresentationFormat>
  <Paragraphs>287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Ravie</vt:lpstr>
      <vt:lpstr>Calibri Light</vt:lpstr>
      <vt:lpstr>Arial</vt:lpstr>
      <vt:lpstr>Calibri</vt:lpstr>
      <vt:lpstr>Cambria Math</vt:lpstr>
      <vt:lpstr>Office Theme</vt:lpstr>
      <vt:lpstr>CSE 332 Winter 2026 Lecture 25: P and NP</vt:lpstr>
      <vt:lpstr>Studying Complexity and Tractability</vt:lpstr>
      <vt:lpstr>Some problems in EXP seem “easier”</vt:lpstr>
      <vt:lpstr>Class NP</vt:lpstr>
      <vt:lpstr>EXP⊃NP⊇P </vt:lpstr>
      <vt:lpstr>Party Problem</vt:lpstr>
      <vt:lpstr>Independent Set</vt:lpstr>
      <vt:lpstr>Generalized Baseball</vt:lpstr>
      <vt:lpstr>Vertex Cover</vt:lpstr>
      <vt:lpstr>Transforming an IS into a VC</vt:lpstr>
      <vt:lpstr>Transforming a VC into an IS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382</cp:revision>
  <dcterms:created xsi:type="dcterms:W3CDTF">2023-10-13T16:06:42Z</dcterms:created>
  <dcterms:modified xsi:type="dcterms:W3CDTF">2026-03-11T18:48:02Z</dcterms:modified>
</cp:coreProperties>
</file>