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7" r:id="rId2"/>
    <p:sldId id="399" r:id="rId3"/>
    <p:sldId id="402" r:id="rId4"/>
    <p:sldId id="403" r:id="rId5"/>
    <p:sldId id="409" r:id="rId6"/>
    <p:sldId id="405" r:id="rId7"/>
    <p:sldId id="406" r:id="rId8"/>
    <p:sldId id="410" r:id="rId9"/>
    <p:sldId id="408" r:id="rId10"/>
    <p:sldId id="302" r:id="rId11"/>
    <p:sldId id="262" r:id="rId12"/>
    <p:sldId id="303" r:id="rId13"/>
    <p:sldId id="304" r:id="rId14"/>
    <p:sldId id="305" r:id="rId15"/>
    <p:sldId id="306" r:id="rId16"/>
    <p:sldId id="307" r:id="rId17"/>
    <p:sldId id="308" r:id="rId18"/>
    <p:sldId id="309" r:id="rId19"/>
    <p:sldId id="411" r:id="rId20"/>
    <p:sldId id="311" r:id="rId21"/>
    <p:sldId id="310" r:id="rId22"/>
    <p:sldId id="312" r:id="rId23"/>
    <p:sldId id="313" r:id="rId24"/>
  </p:sldIdLst>
  <p:sldSz cx="12192000" cy="6858000"/>
  <p:notesSz cx="6858000" cy="9144000"/>
  <p:embeddedFontLst>
    <p:embeddedFont>
      <p:font typeface="Cambria Math" panose="02040503050406030204" pitchFamily="18"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1" autoAdjust="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0:34:06.056"/>
    </inkml:context>
    <inkml:brush xml:id="br0">
      <inkml:brushProperty name="width" value="0.05292" units="cm"/>
      <inkml:brushProperty name="height" value="0.05292" units="cm"/>
      <inkml:brushProperty name="color" value="#FF0000"/>
    </inkml:brush>
  </inkml:definitions>
  <inkml:trace contextRef="#ctx0" brushRef="#br0">4353 8504 0,'0'0'0,"0"0"0,0 0 0,0 0 0,0 0 16,0 0-1,0 0-15,-9 0 0,9 0 32,0 0-32,0 0 15,9 9 1,33 8-16,27 0 15,8 8 1,34 10-16,51 16 16,43 0-1,-35-17 1,129-9-16</inkml:trace>
  <inkml:trace contextRef="#ctx0" brushRef="#br0" timeOffset="16722.89">3969 12935 0,'0'0'0,"0"0"0,0 0 0,0 0 16,0 0-16,0 0 15,0 0 1,0 0 0,-9-8-16,1-1 15,-1 1-15,9-18 16,9 9 0,33-8-1,86-18-15,43 1 16,68 8-1,51 0-15,18 0 16,50-9 0,18-16-16</inkml:trace>
  <inkml:trace contextRef="#ctx0" brushRef="#br0" timeOffset="38843.11">27184 13003 0,'0'0'0,"0"0"0,0 0 15,0 0-15,0 0 16,0 0 0,0 0-16,42-8 15,146-26 1,154-9-16,42 1 15,-9 25 1</inkml:trace>
  <inkml:trace contextRef="#ctx0" brushRef="#br0" timeOffset="53983.97">20151 8292 0,'0'0'0,"0"0"0,0 0 16,0 0-1,-9 0-15,1 17 16,-9 17-16,-26 42 16,-8 1-1,17-18 1,0-16-1,8 8-15,9 0 0,0 0 32,17 0-32,0 0 0,8 0 31,18 0-31,34-8 16,25-1-1,35 1-15,25-18 16,0 1-1,0-18-15,-17 1 16,-34-1 0,-26-8-16,-17 0 15,-16 0 1,-10 0-16,-16 0 16,-1 0-1,1 0-15,-9-8 16,8-9-1,18-77-15,42-186 0</inkml:trace>
  <inkml:trace contextRef="#ctx0" brushRef="#br0" timeOffset="57743.51">27124 12272 0,'0'0'0,"0"0"0,0 0 16,0 0 0,0 0-16,0 8 15,-8 9 1,-1 9-16,0 16 16,-16 18-1,-9 17-15,-9 16 16,9-8-16,0-17 15,17-34 1,8-8 0,9-1-16,0-8 15,0 0 1,17 0-16,26 0 16,42 0-16,35-8 15,16-1 1,18 1-1,0-9-15,-18-9 16,-8 9 0,0-8-16,9-1 15,-26 9 1,-43-8-16,-17 8 16,-25 0-16,-1 0 15,-16 0 1,-1-9-16,1 1 15,0-18 1,-18-33 0,0 16-16</inkml:trace>
  <inkml:trace contextRef="#ctx0" brushRef="#br0" timeOffset="61523.96">4413 5724 0,'0'0'0,"0"0"0,0 0 0,0 0 16,0 0 0,0 0-16,0 0 15,-9 0 1,0 8-16,-16 18 16,-9 16-1,0 9-15,-1 9 16,-7 25-1,-1 17-15,9-9 16,17-25 0,0-25-16,17-18 15,0 1-15,17-9 16,26 0 0,16-9-1,35 1-15,17-18 16,9 1-1,8-9-15,0 0 32,-9 0-32,18 0 15,-1 8-15,-16 9 16,-18 0 0,1 9-16,-18-1 15,-25 1 1,-26-1-16,-9-8 15,-16 0 1,0-8-16,-1-9 16,1-26-1,-1-42-15,-16-51 0,-9-153 32</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0:35:35.250"/>
    </inkml:context>
    <inkml:brush xml:id="br0">
      <inkml:brushProperty name="width" value="0.05292" units="cm"/>
      <inkml:brushProperty name="height" value="0.05292" units="cm"/>
      <inkml:brushProperty name="color" value="#FF0000"/>
    </inkml:brush>
  </inkml:definitions>
  <inkml:trace contextRef="#ctx0" brushRef="#br0">8808 5741 0,'0'0'0,"0"0"0,9 0 0,-1 0 15,1 0-15,8 17 16,0 8-1,-9 9 1,1 9-16,-9 25 16,-17 8-16,0 9 15,0 0 1,8-17-16,1-17 16,8-8-1,0-18-15,0 1 16,0-1-1,17-8 1,0-8-16,17-1 16,0 1-1,17-1-15,18 1 16,-1-1-16,9-8 16,16 0-1,10 0 1,25 0-16,0 9 15,9-9 1,8 17-16,0 0 16,0 0-1,-9 0-15,-8 8 16,-17 1-16,0 8 16,-25-8-1,-1 8-15,9 8 16,-17-16-1,-18-1-15,1-8 16,-17-8 0,0-1-1,-9 1-15,8-9 16,-16 0 0,0 0-16,-9-9 15,0 1-15,-9-1 16,9 1-1,0-18-15,0 1 16,1-1 0,-1-8-1,0-9-15,-9 9 16,1 0 0,-1 0-16,1 0 15,8-8 1,0-1-16,0 1 15,0-9 1,-8 0-16,-1-9 16,1-8-1,-1 0-15,-16 9 16,-1-26 0,1 0-16,-9-9 15,-1 0 1,1 1-16,-8-1 15,-1-8 1,9 17-16,-8 9 16,-1-1-1,0 1-15,1-1 16,-1 9 0,0 17-16,1 0 15,-9 0 1,-9 8-16,-8 1 15,-26 8 1,-8 0-16,-9 17 16,-17 8-1,-9 9-15,-16 0 16,-1 0 0,-8 9-16,-17-1 15,8 9-15,18-8 16,16-1-1,9-8 1,0-8 0,26-1-16,25 9 15,26 0-15,0-8 16,17 8-16,0 0 16,0 0-1,8 0 1,1 0-1,8 0-15,-9 0 16,1 17-16,-1 17 16,9 34-1,0 43 1,-8 33-16,-1 60 16,-8 17-1,0-8-15,0 0 16,0-18-1,0 120-15</inkml:trace>
  <inkml:trace contextRef="#ctx0" brushRef="#br0" timeOffset="4707.43">7605 6463 0,'0'0'0,"0"0"0,0 0 16,34 0 0,51 9-1,111-26-15,95-17 16,67-9-16</inkml:trace>
  <inkml:trace contextRef="#ctx0" brushRef="#br0" timeOffset="8339.11">12606 6047 0,'0'0'0,"0"0"0,0 0 16,0 0-1,0 0-15,0 0 16,-8 0 0,-1 8-16,1 9 15,-1 0 1,9 17-16,0 9 15,9 8 1,8-9-16,0 1 16,0-9-1,8 8-15,9-8 16,9 9 0,17-1-16,42 1 15,43-1 1,35-16-16,7-18 15,10 1-15,8-18 16,-18 1 0,10-9-16,-18 8 15,-34 1 1,-8-9 0,-35 0-16,-17 17 15,-25 0 1,-17 0-16,-18 0 15,-8-9-15,0 1 16,1-1 0,7-16-1,9-26-15,0-26 16,1-8-16,7-8 16,-16 33-1</inkml:trace>
  <inkml:trace contextRef="#ctx0" brushRef="#br0" timeOffset="35121.11">10421 2738 0,'0'0'0,"0"0"0,-8 26 16,-1 16-16,1 52 16,-10 51-1,-16-26-15,-8-17 16,-1 42-1,-8 1 1,17-43-16,8-26 16,9-16-16,0 0 15,0-9 1,8-17-16,1-9 16,-1-16-1,-16-1-15,-1 1 16,0-18-1,9 1-15,0-1 16,9 1 0,-1-1-1,1 1-15,-1-1 16,1 1-16,8 8 16,0 0-1,0 0 1,-9 0-16,1 17 15,-1 0-15,9 0 16,0 8-16,0-8 16,0-8-1,0-1-15,9 1 32,33-9-32,61-34 15,25-17-15,-17 8 16,-60 18-1</inkml:trace>
  <inkml:trace contextRef="#ctx0" brushRef="#br0" timeOffset="39512.37">19596 1931 0,'0'0'0,"0"0"16,0 0-16,0 0 16,0 0-1,0 0-15,-8-9 16,-1 9-1,-8 0-15,-17 9 16,-17 33 0,-9 35-16,0-9 15,1-9 1,7 18-16,27-9 16,8-17-16,0-26 15,17-16 1,0-9-1</inkml:trace>
  <inkml:trace contextRef="#ctx0" brushRef="#br0" timeOffset="39768.69">18546 1327 0,'18'17'0,"67"51"0,77 34 15,34-17-15,35-34 16,-35-26 0,17-25-1,1-17-15,-61-8 16,-25-1-16,-68 18 15</inkml:trace>
  <inkml:trace contextRef="#ctx0" brushRef="#br0" timeOffset="40039.53">20168 2628 0,'0'8'0,"0"26"0,-8 68 15,-27 77 1,-16-26-16,0-42 16,25-60-16</inkml:trace>
  <inkml:trace contextRef="#ctx0" brushRef="#br0" timeOffset="41127.64">17778 3878 0,'0'0'0,"0"0"0,26 0 16,8 9-16,17-9 16,52 0-1,25 0 1,17 8-16,51-8 15,69 0 1,33 9-16,18-18 16,68-8-1,9 9-15,-60-26 16,17 8 0,-69 17-16,-67-8 15,-27 0-15,-76 17 16,-76 0-1</inkml:trace>
  <inkml:trace contextRef="#ctx0" brushRef="#br0" timeOffset="41921.25">19426 4303 0,'0'0'0,"0"0"0,0 0 0,0 0 15,-9 0 1,0 17-16,-25 17 15,-25 34 1,-27 26-16,1 33 16,-9 10-1,9-18-15,-1 0 16,9 0 0,18-34-16,16-34 15,26-26 1,0 1-16,8-18 15,9 1 1,9-18-16,34-33 16,42-52-1,34-25-15,18-25 16,25-9 0,-25 33-16,-1-7 15,1 16 1,-18 26-1,9 17-15,-17 17 16,-8 26-16,8 16 16,-17 26-1,-18 26 1,-16 8-16,-26 34 16,-25 25-16,-35 18 15,-42-26 1,-52-17-1,-59-25-15,-60-52 16,-34-42 0,17-77-16,-26-76 15</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0:36:29.510"/>
    </inkml:context>
    <inkml:brush xml:id="br0">
      <inkml:brushProperty name="width" value="0.05292" units="cm"/>
      <inkml:brushProperty name="height" value="0.05292" units="cm"/>
      <inkml:brushProperty name="color" value="#FF0000"/>
    </inkml:brush>
  </inkml:definitions>
  <inkml:trace contextRef="#ctx0" brushRef="#br0">3047 4950 0,'0'0'0,"0"0"16,0 17-16,0 17 0,0 8 16,9 43-16,-9 17 15,0 0 1,-9 26-16,0 33 15,9-16 1,-8-34-16,-1 16 16,-8 26-1,0-17 1,0-42 0,0-26-16,9 17 15,8-17-15,17-17 16,0-17-1,8-8-15,18-18 16,25-8-16,-8-8 31,17-18-31,25 1 16,1-1-16,16 9 16,-8 0-16,-17 0 15,25 8 1,-25 1-16,-34 8 15,-9 0 1,-17 0 0,-8 0-16,-17 0 15,-1 0-15,1 0 16,-1-9 0,9-25-1,17-76 1,1-26-16,-1-9 0,0-42 15,-9 17 1,-8 17 0,1 0-1,-10 17-15,-8 25 16,0 9 0,0 9-16,-8 16 15,8 26 1,-9 17-16,0 0 15,9 17-15,-8 0 16,-1 9 0,1-1-1,-9 9-15,-43 0 16,-94 9 0,-85 8-16,-85 25 15,-103 9-15,-42 0 16,76-17-1</inkml:trace>
  <inkml:trace contextRef="#ctx0" brushRef="#br0" timeOffset="3393.27">12785 5103 0,'0'0'0,"0"0"16,0 0-16,0 0 15,0 0-15,0-9 16,-8 1-16,-1-9 16,-16-9-1,-18 1-15,9 8 32,0 0-32,17 0 15,0 8-15,0 9 16,-1 0-1,10 0 1,-1 9-16,9 8 16,9 34-1,8 42-15,9 18 0,-9 8 32,-9 0-32,1 0 15,-1-17-15,-8-8 16,-8-9-1,-1 8 1,1 9-16,-9-8 16,-9-9-1,0 0-15,9-9 16,0-16 0,17-9-16,0-9 15,0 1 1,17 8-16,0 0 15,9-8-15,8-1 16,-8-8 0,16 0-1,18-8-15,0-9 16,42-9 0,26-8-16,-8-17 15,8-17-15,8-8 16,9-9-1,-16 0 1,-36 8-16,-24 9 16,-18 0-1,-17 17-15,-8 0 16,-9 0 0,-9 8-16,1 1 15,-1-1 1,-8-16-16,-8-18 15,-1-25-15,-8-34 16,9-17 0,8-17-1,17-8-15,0-26 16,8-1 0,10 18-16,-1 9 15,0 8 1,0 25-16,-17 35 15,-8 16 1,-18 26 0,0 0-16,1 9 15,-1 7-15,-16 1 16,-26 9 0,-60-1-1,-86 9-15,-101 9 0,-44-9 16,-93 17-1,-120 0-15,145 9 16</inkml:trace>
  <inkml:trace contextRef="#ctx0" brushRef="#br0" timeOffset="7752.53">12393 7782 0,'0'0'0,"0"8"0,0 18 15,0 16-15,8 18 16,1-9 0,-1 8-16,1-8 15,-1 9 1,1 25 0,-1 0-16,-8-9 15,0-16 1,0-1-16,0-8 15,0-8 1,0-17-16,0-1 0,9 1 31,0-1-31,-1 1 16,1-1 0,-1-8-16,9 0 15,0-8-15,0 8 16,9 0-1,17 0 1,8-9-16,26 1 16,8-1-1,0 1 1,1 8-16,16 0 16,-8 8-1,0 1-15,-17-1 16,0 1-1,-18-9-15,-8-9 16,-16 1-16,-10-1 16,1 1-1,-1-1 1,-16 1-16,8-18 16,9-25-1,8-25-15,0-26 16,17-34-1,0-34-15,1-9 16,-1 17 0,-9-16-16,1 8 15,-17 42-15,-1 9 16,-8 26 0,-8 16-16,-1 17 15,1 9 1,-9 17-1,-9 9-15,1-1 16,-18 9-16,-8 9 16,-26 16-1,-33 18-15,-35 0 16,-35 8 0,-59-17-1,-8-17-15,-43-17 16,-17-17-16,-35-26 15,-59 9 1</inkml:trace>
  <inkml:trace contextRef="#ctx0" brushRef="#br0" timeOffset="17959.93">26373 10282 0,'0'0'0,"0"0"15,0 0-15,0 0 16,0 0-16,0 0 16,0 0-1,0 0 1,-9-9-16,1 1 0,-1-1 31,9 9-31,0 0 16,0-8-16,9-1 15,34-25 1,42 0 0,60-8-16,94 8 15,51 17-15,43 25 16,77 18 0,16 16-1,-41 9-15</inkml:trace>
  <inkml:trace contextRef="#ctx0" brushRef="#br0" timeOffset="31889.44">15295 6378 0,'0'0'0,"0"0"0,8 9 16,35 16-16,8 26 16,0 0-1,-8 17-15,0 18 16,-18 16-1,-8 0-15,-8 0 16,-26 25 0,-26 26-1,-34 0-15,9-42 16,25-9-16,9-17 16,0-17-1,0-8-15,0-18 16,0-8-1,17-17-15</inkml:trace>
  <inkml:trace contextRef="#ctx0" brushRef="#br0" timeOffset="32240.82">14868 7977 0,'0'0'0,"0"0"0,0 0 15,-9 9 1,1 8-16,-9 0 15,0 17-15,0 0 16,0 8 0,-1 1-1,18 8-15,0 0 16,0-9 0,0 1-16,9-9 15,17 0-15,42 0 16,43-17-1,0-17 1,-34-17-16,25-9 16,0 9-16,-33 0 15,-10 17 1,-16 0 0,-17 17-16,8 9 15,-17-9-15</inkml:trace>
  <inkml:trace contextRef="#ctx0" brushRef="#br0" timeOffset="32893.08">15295 6548 0,'0'0'0,"0"0"0,0 0 16,0 0-16,0 0 16,0 0-1,0 0-15,-9-8 16,1-1 0,-10-25-16,-16-25 15,-8-18 1,8 1-16,-1 16 15,1 9 1,0 9-16,-9 8 16,9 8-1,17 9-15,0 0 16,9 9-16,8 8 16,8 0-1,43 17 1,52 17-16,59 0 15,43 0-15,-60-17 16,-94-17 0</inkml:trace>
  <inkml:trace contextRef="#ctx0" brushRef="#br0" timeOffset="45914.18">3926 12723 0,'0'0'0,"17"0"0,0 0 16,9 0-1,-1 0-15,-8 8 16,9 9 0,17 17-16,34 9 15,34-1 1,51-25-16,60-34 15,34-25 1,25-9-16,52-9 16,43 1-1</inkml:trace>
  <inkml:trace contextRef="#ctx0" brushRef="#br0" timeOffset="48896.85">8253 12255 0,'0'0'0,"0"0"0,0 0 0,0 0 16,0 0 0,0 0-16,0 0 15,0 0 1,-8 8-16,-1 18 16,1 8-1,-9 17-15,-9 26 16,0 42-1,-8 8-15,0-33 16,0-9 0,0-9-16,17-16 15,0-18 1,8-16-16,9-18 16,0 1-1,0-1 1,0-8-16,0 0 15,26 0 1,8 0-16,9 0 16,-1-8-1,27-1-15,24 1 16,1 8 0,-8 0-16,8 0 15,-18-9 1,18 1-16,17-1 15,0 1 1,0 8-16,-26-9 16,-8 1-1,0-1-15,-17 9 16,-9 0 0,-8 0-16,-18 0 15,1 0-15,0 0 16,-9 0-1,-9 0 1,1 0-16,-1 0 16,-8 0-1,0 0-15,0 0 16,0 0-16,0 0 16,0-8-1,0-9 1,9-43-16,16-76 15,52-161 1</inkml:trace>
  <inkml:trace contextRef="#ctx0" brushRef="#br0" timeOffset="60124.61">4071 12340 0,'0'0'0,"0"0"0,0 0 16,0 0-16,0 17 15,0 8-15,0 44 31,9 33-31,-9 8 16,8-25 0,1-25-16,-1-9 15,1-26-15,-1 1 16,1-18 0,17 9-1,16 0-15,18-17 16,25-8-1,35-1-15,25-16 0,8-1 16,-16 1 0,34 8-1,-1 0-15,1 25 16,8 9 0,-8 9-1,-26 8-15,-8 0 0,-26-9 16,-34-8-1,-9 0-15,-26-8 32,-16-1-32,-9 1 15,-8-1 1,-9-8-16,0 0 16,0-25-16,8-94 15,18-60 1,42-16-1,0-35-15,9-85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0:39:06.164"/>
    </inkml:context>
    <inkml:brush xml:id="br0">
      <inkml:brushProperty name="width" value="0.05292" units="cm"/>
      <inkml:brushProperty name="height" value="0.05292" units="cm"/>
      <inkml:brushProperty name="color" value="#FF0000"/>
    </inkml:brush>
  </inkml:definitions>
  <inkml:trace contextRef="#ctx0" brushRef="#br0">3141 6013 0,'0'0'0,"0"0"0,0 0 0,0 0 16,0 0-16,0 0 15,0 0 1,0 0-16,0 0 16,34-17-1,9-9 1,-1-16-16,35-18 16,77-16-1,8 16-15,51 17 16,43 9-16,180 26 15,25 8 1,-112 8 0</inkml:trace>
  <inkml:trace contextRef="#ctx0" brushRef="#br0" timeOffset="16451.5">11599 4950 0,'0'0'0,"0"0"0,0 0 0,0 0 16,0 0-16,0 0 15,0 0 1,0 0-16,-9 8 16,1 9-1,-9 26-15,0 25 16,-9 17-1,9 0-15,0-26 16,9 1 0,8-18-16,0-16 15,0-1 1,0-16-16,0-1 16,-9-8-1,0 0-15,-16 0 16,-1 0-1,-8 0-15,8 0 16,1 0 0,8 0-16,0 0 15,8 0 1,1 0-16,8 0 16,0 0-1,-9 9-15,9 25 16,0 25-1,0 9-15,17-8 16,0-17 0,0-9-16,26-9 15,8-25 1,18-17-16,16-25 16,-8-18-1,-9 9-15,-25 8 16,-18 35-16</inkml:trace>
  <inkml:trace contextRef="#ctx0" brushRef="#br0" timeOffset="23813.98">4361 8334 0,'0'0'0,"0"0"0,0 0 16,0 0-16,-8 0 15,-1 17 1,1 9 0,-1 16-16,-8 9 15,0 9 1,0 0-16,0 8 15,-9 0 1,1 17-16,-9 0 16,8-9-1,9-25-15,0-17 16,8-8-16,9-9 16,0-9-1,0 1-15,0-1 16,0 1-1,17-9-15,0 0 16,18 8 0,-1-8-1,43 0 1,16 0-16,1 9 0,9-9 16,-1 0-1,26 0 1,0 0-16,-17-9 15,-17 1-15,-17-1 16,17 1 0,0 8-1,-18 0-15,1-9 16,-17 1-16,-9-1 16,-8 1-1,-18 8-15,1 0 16,-17 0-1,-1 0-15,1 0 16,-9 0 0,0 0-16,-9-9 15,1-16 1,16-26 0,26-34-16,-8 34 15</inkml:trace>
  <inkml:trace contextRef="#ctx0" brushRef="#br0" timeOffset="27692.05">6623 9032 0,'0'0'0</inkml:trace>
  <inkml:trace contextRef="#ctx0" brushRef="#br0" timeOffset="28659.92">6333 8470 0,'0'0'0,"0"0"0,0 17 15,0 9-15,8 16 16,1 18-1,0 17-15,-18 25 16,0-9 0,1-25-16,-1-17 15,9-25 1,0-1-16,0-8 16,0-8-1,0-1-15,0-8 0,26 9 16,17-18-1,33-8 1,35-17-16,26-8 16,0-1-1,8 9-15,0 9 16,-9 8 0,-16 8-16,-1 1 15,-8 8 1,-8-9-1,-35 9-15,-25-8 16,-18-1 0,1 1-16,-1-1 15,-16-16 1,0-26-16,-1 25 16</inkml:trace>
  <inkml:trace contextRef="#ctx0" brushRef="#br0" timeOffset="49832.43">5642 9746 0,'0'0'0,"17"0"0,-9 0 15,9 0 1,0 0-16,26 0 16,25 9-1,43-1-15,43 9 16,34 0 0,76 0-16,26-25 15,60-18 1</inkml:trace>
  <inkml:trace contextRef="#ctx0" brushRef="#br0" timeOffset="54188.32">4447 10928 0,'0'0'0,"0"0"16,0 9-16,0 8 15,0 17 1,0 8 0,0 9-16,-9 26 15,1 16 1,-9 9 0,-9 9-16,9 0 15,0-18 1,0-25-16,0-25 15,8-18 1,1 1-16,8-9 16,0-9-16,0 1 15,0-1 1,0 1 0,8-1-16,18 1 15,25-1 1,17 1-16,18-18 15,-1 1 1,26-1-16,17-8 16,0 17-1,-17 0-15,-9 17 16,-16 0 0,-10 0-16,-7 0 15,-35-8 1,-8-1-16,-9 1 15,-9-1 1,1-8-16,-1 0 16,-8-8-1,9-18 1,-9-42-16,-9-42 16,1-1-16,8-8 15,-9-34 1,9 0-16,9 25 15,8 9 1,-9 9-16,1 16 16,-1 9-1,1 9 1,-1 33-16,-8 9 16,0 17-16,0 0 15,0 9 1,0 8-16,-17 0 15,-17 0 1,-26 17 0,-25 8-16,-43 9 15,-34-8 1,-17-1-16,-52 1 16,-8-1-16,-8 26 15,-103 34 1</inkml:trace>
  <inkml:trace contextRef="#ctx0" brushRef="#br0" timeOffset="58400.25">5812 11719 0,'0'0'0,"0"0"0,0 0 16,17 0-16,60 0 15,128-59 1,128-52-16</inkml:trace>
  <inkml:trace contextRef="#ctx0" brushRef="#br0" timeOffset="67076.17">18948 2602 0,'0'0'16,"0"9"-16,-9 33 0,9 35 15,-8 33 1,-10 1 0,-7 0-16,-18-9 15,-17-17-15,1-9 16,7-16 0,10-26-16,8-9 15,0-16 1,-1-18-16,1-8 15,9-34 1,16-76-16,26-60 16,51 0-1,35-1 1,16 18-16,1 43 16,-9 25-16,-26 34 15,-8 25 1,-26 18-1,-17 8-15,-8 17 0,0 0 16,-18 17 0,1 17-16,-26 17 15,-35 17 1,-16 0 0,0-9-16,8-16 15,9-18 1,34-16-16</inkml:trace>
  <inkml:trace contextRef="#ctx0" brushRef="#br0" timeOffset="67522.41">20458 2220 0,'0'0'0,"0"0"0,0 0 16,0 25-16,9 26 16,-18 51-1,1 51-15,-18-8 16,-8 25-1,0-8-15,8-60 16,9-43 0,0-25-16,9-8 15,-1-18 1,9 1-16</inkml:trace>
  <inkml:trace contextRef="#ctx0" brushRef="#br0" timeOffset="67789.38">20108 1939 0,'0'9'0,"26"33"0,25 43 16,34 0-1,18 0-15,-1-25 16,35-9 0,17-17-16,16-26 15,-42-16 1,-25-26-16,-52 17 16</inkml:trace>
  <inkml:trace contextRef="#ctx0" brushRef="#br0" timeOffset="68308.02">21056 3640 0,'-9'8'0,"1"43"0,-1 34 0,-16 9 16,-10 0-16,-16-9 31,0-17-31,0-26 16,17-16-1,8-18-15,9-8 0,8-42 16,9-52-1,35-42 1,41-34 0,27-9-16,-1 18 15,-8 42 1,8 25-16,-8 18 16,0 25-1,-25 25 1,-10 18-16,1 16 15,-17 18-15,-9 16 16,-17 18 0,-17 8-16,-34 0 15,-35 0 1,-24-17-16,-27-34 16,52-17-1</inkml:trace>
  <inkml:trace contextRef="#ctx0" brushRef="#br0" timeOffset="69433.86">23258 1735 0,'0'0'0,"0"0"0,0 0 0,0 0 15,17 0 17,-9 0-32</inkml:trace>
  <inkml:trace contextRef="#ctx0" brushRef="#br0" timeOffset="70247.32">22925 1862 0,'0'0'0,"0"0"15,0 0-15,0 0 16,0 0-16,0 0 15,8 0 1,18 9-16,17 8 16,42 0-1,17 9 1,9 8-16,26 8 16,-9-16-16,-9-1 15,-33-8 1,-26 0-16,-18-8 15,-16-1 1,-9 1 0,-9-1-16,-8 9 15,-25 26-15,-61 8 16,-33 8 0,-9-8-16,17-8 15,17-9 1,17-9-1,26-8-15,8 0 16,1 0 0,25 0-16</inkml:trace>
  <inkml:trace contextRef="#ctx0" brushRef="#br0" timeOffset="70517.11">23130 3087 0,'0'0'0,"0"0"0,8 0 15,18 9-15,25-1 16,17 1-1,35-1 1,42-16 0,8-1-16,-33-8 15,-18-8 1,-42 8-16</inkml:trace>
  <inkml:trace contextRef="#ctx0" brushRef="#br0" timeOffset="70953.84">25673 1565 0,'0'0'0,"-8"8"0,-9 60 0,-18 34 16,-7 9 15,-27 34-31,-16 16 0,-9 18 15,0-1 1,35-50-16,16-18 16,9-25-1,17-25-15,0-26 16,17-25 0,-9-26-16,1-9 31,8 9-31</inkml:trace>
  <inkml:trace contextRef="#ctx0" brushRef="#br0" timeOffset="71213.25">24905 1522 0,'0'0'0,"0"0"0,0 0 16,0 0-16,0 0 0,9 0 31,25 17-15,51 9-16,52 16 15,25-16 1,-9-9-16,-16-9 16,-18 1-1,-8-9-15,-34-9 16,-43 9-1</inkml:trace>
  <inkml:trace contextRef="#ctx0" brushRef="#br0" timeOffset="71452.25">25818 3359 0,'0'9'0,"-17"59"0,-8 68 16,7 17-1,1 0-15,9-8 16,16-77-1</inkml:trace>
  <inkml:trace contextRef="#ctx0" brushRef="#br0" timeOffset="73894.74">25545 6744 0,'-8'0'15,"-10"43"-15,-33 59 0,-17 25 16,8-16-16,-8 8 16,-26 0-1,-8-9-15,33-33 31,35-35-31,0-16 16,17-9-16,0-8 16,8-9-1,9-17-15,9-60 0,25-51 32,43-25-17,25-34-15,9-8 16,-8 42-1,16 16-15,9-7 16,-8 25 0,-18 25-16,1 35 15,-1 8 1,-17 17-16,-16 17 16,-27 17-1,-16 0-15,-9 8 16,-9 9-1,-8 9-15,-17 8 16,-17-9 0,-8 1-16,-1-1 15,0-16 1,26-9-16</inkml:trace>
  <inkml:trace contextRef="#ctx0" brushRef="#br0" timeOffset="74727.36">27226 6098 0,'0'0'0,"0"0"15,0 0-15,18 17 16,16 0 0,0 8-16,0 9 15,17 0 1,17 0-16,18 0 16,-18-8-1,-17-1-15,-8 1 16,-9-1-1,-8-16-15,-18-1 16,1 9 0,-26 17-16,-34 17 15,-43 0 1,-26 9-16,-8-9 16,26-8-1,8-9-15,34-9 16,17-16-1,18-1-15,16-8 16</inkml:trace>
  <inkml:trace contextRef="#ctx0" brushRef="#br0" timeOffset="75016.49">27090 7407 0,'0'0'0,"0"0"0,8 0 0,10 9 15,33 8-15,51-9 16,43-8-16,0 0 16,-8 0-1,145-8 1</inkml:trace>
  <inkml:trace contextRef="#ctx0" brushRef="#br0" timeOffset="75540.14">29932 5545 0,'0'0'0,"0"0"16,0 17-16,0 42 15,-17 61 1,-17 24-16,-26 1 15,-8-1 1,8-25-16,26-34 16,0-34-1,17-25-15,0-9 16,17-9 0,0-8-16</inkml:trace>
  <inkml:trace contextRef="#ctx0" brushRef="#br0" timeOffset="75805.44">29633 5230 0,'0'0'0,"9"9"0,34 8 15,25 17 1,34 0-16,9 17 16,0 0-1,0-9-15,-8-8 16,-27-8-16,-42-18 16</inkml:trace>
  <inkml:trace contextRef="#ctx0" brushRef="#br0" timeOffset="76084.38">30820 6753 0,'0'0'0,"-9"25"0,1 18 16,-1 8-16,1 0 16,-1-9-1,0 1-15,-16-1 31,16-25-31</inkml:trace>
  <inkml:trace contextRef="#ctx0" brushRef="#br0" timeOffset="76471.38">29138 7135 0,'0'0'0,"43"0"0,85 9 15,60-1 1,25 9-16,26 0 16,0 9-1,0-9-15,-8 8 16,-44-8 0,-7 0-16,-10-8 15,-42-18 1,-85 1-16</inkml:trace>
  <inkml:trace contextRef="#ctx0" brushRef="#br0" timeOffset="77123.63">29813 8045 0,'0'0'0,"-9"0"0,-8 34 16,-17 26-1,-17 16-15,-18 18 16,1 8-1,0 0-15,8-8 16,9-26 0,17-9-16,0-8 15,-1-8 1,1-1-16,17-16 16,0-9-1,9-9-15,-1 1 16,9-1-1,0-16-15,9-26 0,-1 8 16</inkml:trace>
  <inkml:trace contextRef="#ctx0" brushRef="#br0" timeOffset="77431.13">29326 7748 0,'0'0'0,"17"0"0,51 0 15,43 8 1,0 1 0,-8-1-16,8 1 15,0 8-15,-17 0 16,-1 8 0,1 9-16,-42-17 15</inkml:trace>
  <inkml:trace contextRef="#ctx0" brushRef="#br0" timeOffset="77960.5">30145 9074 0,'-17'9'0,"-34"59"0,-43 42 16,9 9-16,8-25 16,26-26-1,17-25-15,8-18 16,9-16-1,9-1-15,16-33 16,35-43 0,42-52-16,52-7 15,33-1 1,-33 43-16,-1 17 16,10 9-1,-27 25 1,-25 8-16,-26 26 15,-25 0-15,-17 9 16,-18 8 0,-8 8-16,-26 26 15,-25 0 1,-34-8-16,-35-26 16,-16-43-1,-137-59-15</inkml:trace>
  <inkml:trace contextRef="#ctx0" brushRef="#br0" timeOffset="82594.34">27218 10920 0,'0'0'0,"0"0"0,0-9 16,26-8-16,67-25 15,53-52 1,-18-42-16,17-8 15,77-18 1,-52 9-16,-33 8 0,-1 35 31,-42 50-31,-25 18 16,-35 8 0,-26 17-16,-25 0 15,-51-9-15,-60 9 16,-34 17-1,-18 9 1,18 16-16,51 1 16,43-18-1,34 1-15,17-1 0,17-8 16,25-8 0,103-26-1,60-17-15,9-17 16,7 0-1,-59 25-15,-59 17 16,-35 18 0,-8 16-1,-1 9-15,-16 26 0,-26 42 32,-26 43-32,-25 50 15,8-33-15,26-94 16</inkml:trace>
  <inkml:trace contextRef="#ctx0" brushRef="#br0" timeOffset="84437.51">26859 10214 0,'-17'-26'0,"-25"-50"16,-1-35-1,9-16-15,-9-69 16,-34 0-16,-25-16 16,0-26-1,-1 17 1,18 17-16,17 33 16,8 27-1,0 8-15,9 34 16,17 34-1,0 25 1,8 18-16,-17 25 16,1 25-16,-1 26 15,0 26 1,9 42-16,17 34 16,9-9-16,-10-16 15,1-26 1,9-25-16,8-26 15,0-9 1,-9-16 0,1-18-16,-18 1 15,1-18 1,-18-25-16,0-17 16,9-51-1,17-34-15,26 8 16,16 9-1,18 26-15,-9 8 16,0 8 0,17 9-16,26 9 15,34 8 1,0 17-16,26 25 16,25 26-1,34 26-15,120 25 16</inkml:trace>
  <inkml:trace contextRef="#ctx0" brushRef="#br0" timeOffset="91446.98">9534 11056 0,'0'0'0,"0"0"0,0 0 16,-9-9 0,-25 9-1,-26 0-15,-68 0 0,-60 9 16,18-1 0,25 1-1,-18 8-15,10-9 16,16-8-1,-8 0-15,17 0 16,26-8 0,16-1-1,44 1-15,7-1 0,18 9 16,0 0 0,9 0-1,8 0 1,8 0-16,35 0 15,25 17-15,9 0 16,-9 9 0,-16-1-16,-18 1 15,-9-9-15,-16-9 32,-1 1-32,-16-1 15,-18 9 1,-42 9-16,-26-9 0,-17 8 31,9-8-31,16-8 16,27-1-16,24-8 15,18 0 1,17 0 0,17 9-16,69 25 15,187 77 1</inkml:trace>
  <inkml:trace contextRef="#ctx0" brushRef="#br0" timeOffset="100391.19">3329 13020 0,'0'0'0,"0"0"16,0 0-16,0 0 16,0 0-1,-9-8-15,1-1 16,-1 1-16,-8-1 31,8 1-31,1-1 16,8 9-1,0 0-15,0 0 16,0 0 0,0 0-16,8 0 15,44-8 1,50 8-16,60 0 16,26 0-16,25 0 15,26 0 1,69-17-16,16 8 15,-17-16 1,69-9-16,-18 17 16,-16-9-16,33-25 15</inkml:trace>
  <inkml:trace contextRef="#ctx0" brushRef="#br0" timeOffset="117318.9">4780 13684 0,'0'0'0,"0"0"15,-9 0-15,-8-9 16,-9 1 0,-16-1-16,-10 1 15,-16 8 1,17 0-16,0 17 16,0 0-1,-9 8-15,-8 9 16,8 17-1,9 9-15,8-1 16,-8 18 0,17 8-16,16 8 15,18 1 1,18-17-16,16-9 16,8-17-1,10 8-15,24 1 16,27-1-1,25-8-15,25-8 16,1-18 0,34 1-1,17-9-15,-26-9 16,17 1-16,-8-1 16,-26-8-1,9 0-15,0-8 16,-35-1-1,1-8 1,-18-8-16,-25-1 16,-26 1-16,-25-9 15,-9-9 1,-17-16-16,-17-18 16,-34-16-1,-17-18 1,-43-8-16,-25-9 15,-10 18 1,-50-9-16,-34 34 16,-18 17-1,-42 8-15,-34 26 16,-9 34 0,-8 17-16,-43 17 15,-9 17 1</inkml:trace>
  <inkml:trace contextRef="#ctx0" brushRef="#br0" timeOffset="135936.01">5932 16754 0,'0'0'0,"-9"0"0,1 0 0,-1 0 15,1 0 1,-1 0-16,9 0 16,0 0-1,0 0-15,0 0 16,51-26-16,60-25 0,51-8 31,35-1-15,25 18-16,34 16 15,25 35 1,44 25-16,76 0 16,68 17-1,-68 0-15</inkml:trace>
  <inkml:trace contextRef="#ctx0" brushRef="#br0" timeOffset="140324.4">14202 16116 0,'0'0'0,"0"0"0,0 0 16,-8 8 0,-1 1-16,1 8 15,-1 0 1,9 17 0,0 0-16,0 9 15,0 8-15,0 8 16,0-8-1,9-8-15,-9-18 16,17 1 0,0-1-16,8 1 15,9-18 1,26-16-16,17-1 16,25-16-1,26-9 1,9-9-16,17-8 15,16 0 1,10 9-16,-18 8 16,25 17-1,18 0-15,17 8 16,9 26 0,-9 0-16,8 9 15,9-9-15,0 8 16,0-8-1,0 9-15,-9-1 16,-16 1 0,-26-9-16,-9 8 15,-34 1 1,-26-9-16,-16 0 16,-35 0-16,-17-9 31,-25 1-31,-1-1 15,-16 1 1,0-9-16,-1 0 16,-8 0-16,0-9 15,9-33 1,8-35 0,17-42-16,26-51 15,59-128 1</inkml:trace>
  <inkml:trace contextRef="#ctx0" brushRef="#br0" timeOffset="147643.75">26629 16490 0,'0'-8'0,"-9"-1"0,9-8 15,0 9 1,0-1-16,60-25 16,128-17-1,256 43-15,-26 16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0:41:57.407"/>
    </inkml:context>
    <inkml:brush xml:id="br0">
      <inkml:brushProperty name="width" value="0.05292" units="cm"/>
      <inkml:brushProperty name="height" value="0.05292" units="cm"/>
      <inkml:brushProperty name="color" value="#FF0000"/>
    </inkml:brush>
  </inkml:definitions>
  <inkml:trace contextRef="#ctx0" brushRef="#br0">14458 3861 0,'17'0'0,"34"0"0,35-8 15,59 8 1,102-17-16,163 17 16,42 17-1,1 8-15,67 9 16,61 9-16,59 33 15,17 1 1,162 8-16,-332-26 16</inkml:trace>
  <inkml:trace contextRef="#ctx0" brushRef="#br0" timeOffset="42468.58">16165 5800 0,'0'0'0,"0"0"0,0 0 0,-8 17 15,-1 9-15,1 8 0,8 17 0,0 8 16,0 35-1,-9 8 1,1 8-16,-10 1 16,1-9-16,17-17 15,0-8 1,17-18-16,1 1 16,16-18-1,34-16-15,43-18 16,60-33-1,16-35-15,27-8 16,25-9-16,0 1 31,8 8-31,1 17 16,-18 17 0,1 25-16,-18 9 15,-17 9-15,-16 8 16,-27 17-16,-33 0 31,-18-9-31,-34 1 0,-25-18 16,-17 1-1,-18-1-15,9-16 16,0-35 0,-8-42-1,-1-42-15,-8-26 16,9-145-1</inkml:trace>
  <inkml:trace contextRef="#ctx0" brushRef="#br0" timeOffset="49558.62">8245 7110 0,'0'0'0,"0"0"16,0 0-16,-9 17 0,1 0 31,-1 0-31,9 0 16,0 0-16,0 0 15,17 0-15,26 17 32,51-9-32,42-8 15,69-8 1,43-18-16,16-8 0,18 9 31,34-18-31,42 18 0,9 8 16,68 17-1,43 0 1,9 17-16,16 17 16,-101-9-16</inkml:trace>
  <inkml:trace contextRef="#ctx0" brushRef="#br0" timeOffset="60878.34">8910 9210 0,'0'0'0,"0"0"0,0 0 0,9 0 15,8 9 1,26 8-16,25 8 16,60 1-1,60-18 1,59-16-16,61-9 15,42-9-15,-26 18 16,43 16 0</inkml:trace>
  <inkml:trace contextRef="#ctx0" brushRef="#br0" timeOffset="67959.89">5889 10188 0,'0'0'0,"0"0"0,0 0 0,0 0 16,0 0 0,9 0-1,25 0-15,60 9 16,76 8-16,52 0 31,60 0-31,-17 0 16,59 8-1</inkml:trace>
  <inkml:trace contextRef="#ctx0" brushRef="#br0" timeOffset="78126.69">9320 11124 0,'0'0'0,"0"0"0,0 0 15,0 0 1,26 8-16,59 18 15,52 8-15,-26 0 16,-17-17 0,102 17-16,0-9 15,-8 1 1,76-9 0,18 0-16,0-9 15,119 9-15,0-17 16,-136 0-1,93 0 1</inkml:trace>
  <inkml:trace contextRef="#ctx0" brushRef="#br0" timeOffset="94627.85">8808 12425 0,'0'0'0,"0"0"0,0-8 0,26-1 16,50-34-16,53-25 16,-19 9-1,-7 16-15,127 9 16,43 34-1,18 17 1,204 34-16,68 34 16,-162-17-16</inkml:trace>
  <inkml:trace contextRef="#ctx0" brushRef="#br0" timeOffset="99507.08">13127 12280 0,'0'0'0,"0"0"16,0 0-16,0 0 15,0 0 1,0-8-16,51-18 16,86-25-16,8 0 15,42-8 1,61 8-1,85 25-15,-43 1 16,-239 16 0</inkml:trace>
  <inkml:trace contextRef="#ctx0" brushRef="#br0" timeOffset="113889.83">15884 11923 0,'0'0'0,"0"0"15,0 0-15,0 0 16,0 0-1,0 0-15,0 0 16,0 0 0,0 0-16,8 0 15,18 17 1,33 9-16,52 16 16,-8-8-1,42 17-15,102 17 16,-42-8-1,60-9-15,68 0 16,0-26 0,93 1-16,-25 17 15</inkml:trace>
  <inkml:trace contextRef="#ctx0" brushRef="#br0" timeOffset="133070.16">18512 13003 0,'0'0'0,"0"0"0,0 0 15,0 0 1,0 0-16,0 0 16,0 0-1,9 0-15,34 17 16,50 0-16,35-8 15,0-9 1,26 0 0,42 0-16,-25-9 15,17-8 1,34 0-16,8 0 16,43 0-1,-17 9-15,17 8 16,9 8-1,0 9 1,59 9-16,1-9 16,16 8-1,43-8-15,-25 0 16,-26-8 0,42 8-16,-42-26 15,-17-25 1</inkml:trace>
  <inkml:trace contextRef="#ctx0" brushRef="#br0" timeOffset="153055.93">1511 11387 0,'0'0'0,"0"0"0,0 0 15,0 0-15,0 0 16,25 0-16,9 9 16,9-9-1,34-9-15,25-8 32,52-8-32,-35-9 15,-16 8 1,16-16-16,18-1 15,-9 1 1,-43 8-16,-8 8 16,26 9-16,-18 0 15,-17 0 1,-25 0-16,-18-8 16,-16 8-1</inkml:trace>
  <inkml:trace contextRef="#ctx0" brushRef="#br0" timeOffset="153345.84">2689 10877 0,'0'0'0,"0"0"0,0 0 16,0 0 0,8-8-16,9-1 15,43 1-15,42-9 16,26 17-1,0 0 1,-51 0-16,-17 8 16,-9-8-1,-8 9-15,-18 8 16,1 0-16,-17 0 16,-9 25-1,-35 43-15,-41 43 16,-87 25-1,-118 60-15</inkml:trace>
  <inkml:trace contextRef="#ctx0" brushRef="#br0" timeOffset="158292.19">23172 14721 0,'0'0'0,"0"0"15,26 0 1,17 9-16,51-1 15,59 1 1,18-9-16,85-9 16,34 9-1,69 9-15,25-1 16,-94-8 0,34 0-16,-25-8 15,-26-9 1,17-9-16,0 9 15,9 0 1,-17 0 0,-26-8-16,-43-9 15,-8 8-15,-51 9 16,-60 0 0,-26 0-1,-26 17-15,-16 0 16,-17 0-16,-1 0 15,-8 0 1,-25 0 0,-52 17-16,-77 0 15,-51-8-15,-17-18 0,-34 1 32,-25-9-32,-27 0 15,-24-17 1,7 25-16,-25 9 15,-51-8 1,34 16 0,9 9-16,-18-17 15,60 17 1,26 9-16,17-9 16,34 0-1,43-9-15,59 1 16,18-1-16,50-8 15,27 0 1,25 0-16,8 0 16,9 0-1,17 0-15,34-8 16,52-9 0,85-9-16,25 1 15,52 8 1,25 8-16,26 9 15,16 9 1,-16-1-16,94 26 16,-9 9-1,-8-1-15,-1 1 16,18 8 0,25-9-16,-85-16 15,0-9 1,-17 8-16,-60-16 15,-25-1 1,-52 1 0,-51-9-16,-34 0 15,-43 8 1,-25-8-16,-18 9 16,-16-9-16,0 0 15,-18 8 1,-42 26-1,-69 26-15,-76 8 16,-60-17-16,-51-9 16,-52-25-1,9-17 1,-34-17-16,-34 0 0,25-8 31,9 8-31,9 8 16,-18-8-16,26 9 15,-8-1-15,-1 1 16,35-1 0,51 9-1,42 9 1,60 8-16,-102 34 0</inkml:trace>
  <inkml:trace contextRef="#ctx0" brushRef="#br0" timeOffset="173988.19">7647 14840 0,'0'0'0,"103"-17"0,93-8 16,120-1-16,25 18 16,-16 16-1,42 1 1,-43-1-16,26 9 15,-34 9-15,-52-9 16,-59-9 0,-43 1-16,-34-1 15,-68 1 1,-26-9 0,-17 0-16,-17-9 15,-111-8 1,-170-34-16,-197-25 15,68 8 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0:45:12.377"/>
    </inkml:context>
    <inkml:brush xml:id="br0">
      <inkml:brushProperty name="width" value="0.05292" units="cm"/>
      <inkml:brushProperty name="height" value="0.05292" units="cm"/>
      <inkml:brushProperty name="color" value="#FF0000"/>
    </inkml:brush>
  </inkml:definitions>
  <inkml:trace contextRef="#ctx0" brushRef="#br0">6085 5485 0,'0'0'0,"9"0"0,8 0 16,0 0-1,0 0-15,0 0 16,0 0 0,-8 0-16,-1 0 15,1 0 1,-1 0-16,1 0 16,-9 0-1,9 0-15,8 9 16,0 16-1,-9 9-15,1 17 16,-1 9 0,1-9-16,-1 9 15,-8-18 1,9 1-16,-1-18 16,9 1-1,1-1-15,-1-8 16,8 9-16,9-1 15,18-16 1,7-1 0,1 1-16,8-18 15,9 1 1,8-1-16,18-16 16,16 8-1,-16 0-15,-26 0 16,-9 8-1,-25 9-15,-18 0 16,-8 0 0,-8 0-16,-1 0 15,1 0-15,-1 0 16,-8-8 0,17-9-16,1-43 15,7-16 1,-8-18-16,-8 43 15</inkml:trace>
  <inkml:trace contextRef="#ctx0" brushRef="#br0" timeOffset="41089.12">14561 7858 0,'0'0'0,"0"0"0,8 0 0,18 0 16,-1-8-1,18-1 1,102-8-16,43 9 15,-34 8-15,67 17 16,-7 0 0,-26 17-16,76 25 15,9-8 1,0 0-16,103 0 16,34 9-1</inkml:trace>
  <inkml:trace contextRef="#ctx0" brushRef="#br0" timeOffset="42034.35">20612 8241 0,'0'0'0,"0"0"0,0 0 0,0 0 0,0 0 31,0 0-31,0 0 16,17 0-16,51-9 0,103-8 31,51 0-15,60-17-16,25 9 15,9-1 1,136 1-16,0 16 0,-16 9 31,50 9-31,52 25 0,17 25 31,-1 26-31,-25-17 16,-127-25 0</inkml:trace>
  <inkml:trace contextRef="#ctx0" brushRef="#br0" timeOffset="64972.34">4455 8632 0,'0'0'0,"0"-8"0,0-1 16,0 9-16,0-8 15,0 8 1,0 0-16,0 0 16,-8 0-16,-1 0 15,-8 17 1,0 0-16,0 0 15,0 0 1,0 0-16,8 0 16,1-9-1,8 1 1,0-1-16,0 1 16,0-9-1,0 0-15,0 17 16,0 0-1,8 17-15,9 0 16,0 8 0,0 1-16,1-1 15,-1-8 1,17 0 0,0 9-16,0-18 15,0 9-15,9-8 16,-9-9-1,0 0 1,-8 0-16,-1-9 0,1 1 16,-9-1-1,9-16 1,8-1-16,0-8 0,9-8 31,-18-1-31,1 9 16,-1 0-1,-16 0-15,8-8 16,0-1 0,0 1-16,0-18 15,26-16-15,8-18 16,-25 35 0</inkml:trace>
  <inkml:trace contextRef="#ctx0" brushRef="#br0" timeOffset="67570.08">5923 9049 0,'0'0'0,"0"0"15,0 0-15,17 0 16,52-9 0,50 1-16,43-1 15,-8 9 1,-94 9-16</inkml:trace>
  <inkml:trace contextRef="#ctx0" brushRef="#br0" timeOffset="70795.71">7792 8717 0,'0'0'0,"-8"0"15,-1 17-15,-16 9 16,-9 8 0,-1 0-16,10 17 15,-1 0 1,1 8-1,8-8-15,-1 0 16,1-8-16,0-1 16,0-8-1,17-8-15,0-1 16,0-16 0,17-1-16,26 1 15,25-1 1,18-16-16,16-1 15,9 1 1,34-9-16,17 0 16,-8 8-1,25 9 1,9 0-16,-26 9 16,26 8-16,0 8 15,-18 1 1,-8 8-16,9 8 15,-43-8 1,-25-8-16,-18-18 16,-8 1-1,-26-9-15,-8-9 16,-1-16 0,-16-1-1,0-25-15,-1-8 16,-16-1-16,8-16 15,17-60 1,43-162 0</inkml:trace>
  <inkml:trace contextRef="#ctx0" brushRef="#br0" timeOffset="107439.1">4285 11396 0,'0'0'0,"0"0"0,0 0 0,0 17 0,0 9 15,-9 16-15,0 1 16,1-1-16,8-16 15,0-1 1,0-16 0,0-1-16,0 1 15,17-18 1,26 1-16,16-18 16,1-8-16,8 9 15,1-1 1,-1 9-16,0 0 15,26 9 1,0 8-16,-17 0 16,0 8-1,-9 9-15,0 0 16,-17 0 0,-25 0-16,0-8 15,-18-1 1,1 1-16,-1-1 15,1-8 1,-1 0 0,1-8-16,-1-9 15,1 8 1</inkml:trace>
  <inkml:trace contextRef="#ctx0" brushRef="#br0" timeOffset="122804">6299 11353 0,'0'0'16,"0"0"-16,0 0 0,0 0 16,-9-8-16,1-1 15,-9 1 1,0-18 0,0 1-16,-1 8 15,1 0-15,0 17 16,9 0-1,-9 17-15,8 0 16,-8 0 0,0-9-1,8 1-15,1-1 16,-1 1 0,9-1-16,0-8 15,0 0 1,0 9-16,0-1 15,-8 9 1,-1 0-16,1 17 16,-1 18-16,-8 16 31,0-9-31,9 1 16,-1-18-16,9 1 15,0-18 1,0 1-16,0-1 15,0-16 1,0-1-16,0 1 16,17-1-16,0 1 15,17-1 1,9 1 0,0-9-16,8-9 15,0 1 1,0-1-16,1 1 15,-10-1 1,9 1-16,-8-1 16,-9 9-16,-8 0 15,-1 0 1,-16 0 0,0 0-16,-1 0 0,1 0 15,-9-8 1,8-1-1,9-25 1,9-42 0,8-26-16,0 0 0,9-9 15,-18 51-15</inkml:trace>
  <inkml:trace contextRef="#ctx0" brushRef="#br0" timeOffset="150646.92">7477 10894 0,'0'0'0,"0"0"0,0 0 0,0 0 15,-9 9-15,1 8 16,-1 8 0,-8 1-1,8-1-15,1-8 16,-1 0-16,1 0 16,-1 0-1,1 9-15,-1 16 16,1 9-1,-1 0-15,-8 0 16,9 0 0,-1 9-16,0 0 15,1-1 1,8-8-16,0-8 16,0-18-1,0 1 1,0-1-16,0-16 15,0-1-15,0 1 16,0-1 0,0 1-16,0-1 15,0-8 1,0 0-16,0 0 16,8 0-1,18-8-15,17-1 16,34-16-1,-1-9 1,27-9-16,8 1 16,8-1-16,1 9 15,-1 9 1,1 8 0,-1 0-16,-16 17 15,-10 0 1,-16 0-16,-8 8 0,-10 1 15,1-1 1,-17 1 0,-18-1-1,1 1-15,-18-1 16,1-8-16,0 0 16,-1 0-1,-8-8-15,9-18 16,-1-34-1,9-50-15,9-52 16,42-127-16</inkml:trace>
  <inkml:trace contextRef="#ctx0" brushRef="#br0" timeOffset="175938.85">14288 12850 0,'8'0'0,"69"9"16,51-9-16,145-9 16,111-8-16,94 0 15,111-17 1,-171 9-16</inkml:trace>
  <inkml:trace contextRef="#ctx0" brushRef="#br0" timeOffset="177620.79">5633 15623 0,'9'0'0,"25"8"0,60 1 15,8-1 1,60 1-16,86-9 16,102-26-1,59-8 1,-33 0-16,-1 9 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0:49:54.102"/>
    </inkml:context>
    <inkml:brush xml:id="br0">
      <inkml:brushProperty name="width" value="0.05292" units="cm"/>
      <inkml:brushProperty name="height" value="0.05292" units="cm"/>
      <inkml:brushProperty name="color" value="#FF0000"/>
    </inkml:brush>
  </inkml:definitions>
  <inkml:trace contextRef="#ctx0" brushRef="#br0">3260 9236 0,'0'0'0,"-8"0"0,-1 0 0,1 0 16,-18 0-16,-8 8 16,-51 52-1,-9 25-15,34 17 16,17-8 0,26-18-16,0-8 15,17 9 1,0 8-16,17-9 15,0-16 1,0-1-16,9-16 16,8-9-1,0 0-15,18-9 16,16-8 0,0-17-16,17-8 15,18-9 1,8-9-16,8 1 15,-16-9 1,-26 17-16,16-9 16,10 9-1,-9 0-15,-17 17 16,-9 0 0,-17 9-16,-25-9 15,-1 8 1,-16-8-16,-1 0 15,1 0 1,-9 0-16,0 0 16,-9-8-1,1-26-15,-9-17 16,8-26 0,18-25-16,16-85 15,26-145 1</inkml:trace>
  <inkml:trace contextRef="#ctx0" brushRef="#br0" timeOffset="1692.33">5001 9780 0,'0'0'0,"0"0"0,9 0 0,51 0 16,59 0-1,9-8 1,-51-1 0,0-8-16,-26 9 15</inkml:trace>
  <inkml:trace contextRef="#ctx0" brushRef="#br0" timeOffset="4209.2">8253 9738 0,'0'0'0,"0"0"0,0 0 15,0 0-15,0 0 16,0 0 0,0 0-1,-8 17-15,-1 25 16,9 18-16,-8 8 15,-1 0 1,1-9 0,-1-8-16,1-25 15,8-1-15,0 1 16,8-18 0,1 1-1,-1-9-15,26 8 16,18 1-1,-1-1-15,17-8 16,17-8-16,-8-1 16,-26 1-1,-8-1 1,8 1-16,9 8 16,-17 0-1,-18 0-15,1 0 0,-18 0 16,1-9-1,8-8 1,0-17 0,-8-17-16,-1-17 15,1 0-15,-9 43 16</inkml:trace>
  <inkml:trace contextRef="#ctx0" brushRef="#br0" timeOffset="21907.9">3115 11532 0,'0'0'0,"0"0"0,0 0 16,0 0-16,9-8 16,33-1-16,1-8 31,-9 0-31,0 0 15,35-8 1,25 7-16,8 1 16,-8 17-16,-26 0 15,-17 0 1,-25 0 0,0 0-16,-1 0 15,1 0 1,-9 0-16,-9 0 15,-8 0 1</inkml:trace>
  <inkml:trace contextRef="#ctx0" brushRef="#br0" timeOffset="22205.1">3696 11387 0,'0'0'0,"0"0"0,0 0 15,0 0 1,0 0-16,0 0 15,0 0 1,8 0-16,26-8 16,0 8-1,1-9-15,7 9 16,9 0 0,-8 0-16,-17 0 15,-1 9 1,-16 8-16,-9 8 15,-17 18 1,0 34-16,-9 16 16,-25 1-1,-34-26-15,42-43 16</inkml:trace>
  <inkml:trace contextRef="#ctx0" brushRef="#br0" timeOffset="32980.91">5846 11643 0,'0'0'0,"0"0"15,0 0-15,0 0 16,0 0-16,0 0 15,0 0 1,0 17 0,0 0-16,0 17 15,9 0-15,0 0 16,-1-9 0,1-8-16,-1 0 15,9 0 1,0 0-16,0 0 15,0 0 1,9-8 0,8-1-16,26 1 15,8-18-15,9 1 16,-9-1 0,-8 1-1,0-1-15,-18 1 16,1 8-16,-17 0 15,-9 0 1,-9 0-16,1 0 16,-1 0-16,1 0 31,-9-9-31,8 1 16,1-1-16</inkml:trace>
  <inkml:trace contextRef="#ctx0" brushRef="#br0" timeOffset="36723.16">7391 11319 0,'0'0'0,"0"0"0,0 0 0,0 0 16,0 0 0,0 9-1,9 8-15,-1 0 16,1 17-16,-1 0 15,1 0 1,-1-8-16,1-1 16,0 1-1,-1-9-15,1-9 16,8 1 0,8-1-1,1 1 1,-1-18-16,18 1 0,8-9 15,9 0 1,-9 0 0,-8 8-16,0 1 15,-9 8 1,0 0-16,0-9 16,-8 9-1,-1-8-15,1 8 16,0 0-1,-1-9-15,1 1 16,-1-1 0,1 1-16,-9-1 15,0-17-15,-8 1 16,-1 16 0</inkml:trace>
  <inkml:trace contextRef="#ctx0" brushRef="#br0" timeOffset="43317.46">2620 12876 0,'0'0'0,"0"0"0,0 0 16,0 0-1,0 0-15,0 0 16,0 0 0,0-9-16,17 1 15,9-9 1,0 8-16,-1-8 16,9 0-1,35 0-15,16 0 16,0 0-1,1 0 1,-18 17-16,-17 0 16,-17 0-1,-8 9-15,-9-9 16,-9 0-16,1 0 16,-1 0-16,1 0 15,-9 0 1,0-9-16,9 1 15,-1-9 1,1 8-16,-1 1 16,-8-1-1,0-8 1,0 0-16,0 0 16,0 9-1,0-1-15,0 9 16,0 0-1,0 0-15,0 0 16,0 0 0,0-8-16,17-1 15,0 1 1,0-1-16,9 9 16,-9 0-16,-8 0 31,-1 0-31,-16 9 15,-1 16-15,-8 18 16,8 8 0,1 0-16,8-26 0</inkml:trace>
  <inkml:trace contextRef="#ctx0" brushRef="#br0" timeOffset="93227.23">6060 13378 0,'0'0'0,"0"0"0,-9 0 0,9 0 16,0 0-16,0 0 15,26 0 1,85 0 0,85 0-16,137 8 15,68 9 1</inkml:trace>
  <inkml:trace contextRef="#ctx0" brushRef="#br0" timeOffset="120309.71">10984 11668 0,'0'0'0,"0"0"0,0 0 15,0 0 1,0 0-16,0 0 15,-8 0-15,-18 9 16,-33 16 0,-35 9-1,-17 26-15,0 8 16,25 0-16,18 0 16,8-17-1,26-17 1,17-9-16,17-16 15,0-1 1,9-16-16,8-9 16,-9 0-16</inkml:trace>
  <inkml:trace contextRef="#ctx0" brushRef="#br0" timeOffset="120650.19">10336 11923 0,'-9'0'0,"-16"17"0,-1 0 0,-8-8 16,17-1-1,0 1 1,0-1-16,17 1 0,0-9 31,0 25-31,17 26 0,8 17 31,10 9-31,-1-26 16,0-9-16,17-8 16,34 0-1,-33-16-15</inkml:trace>
  <inkml:trace contextRef="#ctx0" brushRef="#br0" timeOffset="144679.48">3900 14075 0,'0'0'0,"0"0"0,0 0 15,0 0-15,0 0 16,0 8-16,43 26 15,51 34 1,43 9 0,144 51-16</inkml:trace>
  <inkml:trace contextRef="#ctx0" brushRef="#br0" timeOffset="147473.32">5906 13769 0,'0'0'0,"0"0"0,0 0 0,0 0 0,0 0 15,-8 8 1,-1 9-16,1 17 16,-1 17-1,9-8-15,0 8 16,0 0 0,0 0-16,9-9 15,-9 1 1,0-1-16,0 1 15,8-9 1,1-8-16,-1-1 16,1 1-1,-1-1-15,1 1 16,-1-1 0,1 1-16,8-18 15,9 9 1,8-8-16,8-1 15,10-16 1,-1-1-16,0 1 16,9-1-1,-9 1-15,0-1 16,17 1 0,-8 8-16,-9 0 15,-8-9-15,-17 1 16,-1-1-1,1 1 1,-9-1-16,0-16 16,0-18-16,17-8 15,-17 17 1</inkml:trace>
  <inkml:trace contextRef="#ctx0" brushRef="#br0" timeOffset="153105.32">7169 13769 0,'0'0'0,"0"0"0,0 0 16,0 0-16,0 17 15,-8 17 1,-1 25 0,-8 9-16,0 17 15,0 17-15,0 9 16,0-17-1,8-26 1,9-17-16,0-17 16,0 0-16,0 0 15,9 0 1,8 0-16,0 0 16,26-9-1,16 1 1,27-18-16,16-8 15,1-8 1,-1-1-16,-8 9 16,-17 0-16,-17 0 15,-1 0 1,-16 0 0,0 0-16,-9 0 15,-9 9 1,1-9-16,-17 0 15,-1 0-15,1 0 16,-9-9 0,-9 1-1,1-35-15,-10-33 16,18-52-16,18-153 16</inkml:trace>
  <inkml:trace contextRef="#ctx0" brushRef="#br0" timeOffset="172224.03">4046 15725 0,'0'0'0,"0"0"0,0 0 15,8 0 1,26-9-16,60 1 16,102-1-1,86 1-15,68 16 16,34 9-16,-8 9 16</inkml:trace>
  <inkml:trace contextRef="#ctx0" brushRef="#br0" timeOffset="181732.74">6333 15631 0,'0'0'0,"0"0"0,0 0 15,0 0 1,0 0-16,0 0 15,0 0 1,0 0-16,0 0 16,0 0-16,26 0 15,67 9 1,138-26 0,136-17-16</inkml:trace>
  <inkml:trace contextRef="#ctx0" brushRef="#br0" timeOffset="184356.63">7553 15682 0,'0'0'0,"-8"0"0,8 0 16,-9 0-16,1 0 16,8 0-1,0 0-15,0 0 16,0 0-1,0 0-15,0 0 16,0 0 0,-9 0-16,1 9 15,-1 8-15,1 0 16,-1 8 0,9 9-1,0 0-15,0-8 16,0-1-16,0 1 15,9-1 1,-1 1-16,1-9 16,-1 0-1,9-9-15,0 1 16,0-1 0,9-16-1,8-1-15,17-8 16,9 0-1,0 0-15,0 0 16,-1-8-16,1 8 16,-17 0-1,0 17-15,-18 0 16,1 0 0,-9 0-1,-9 0-15,1 0 16,-1 0-1,-8 0-15,0 0 16,0 0-16,9-9 16,25-25-1,26-42 1,-17 25-16</inkml:trace>
  <inkml:trace contextRef="#ctx0" brushRef="#br0" timeOffset="-205064.22">10054 15053 0,'0'0'0,"0"0"0,0 0 16,0-9-1,17 1-15,0-18 16,26-25 0,25 0-16,1-8 15,24 8-15,-7 25 16,-9 9 0,-18 17-1,-7 0 1,-1 17-16,-9 17 15,1 0-15,-17 17 16,-9 0 0,-9 17-16,-25 26 0,-17 16 15,-9 10 1,-8-18-16,9-17 16,-10-9-1,10-8 1,8-25-1,16-18-15,1-8 0,9-8 16</inkml:trace>
  <inkml:trace contextRef="#ctx0" brushRef="#br0" timeOffset="-204776.37">10157 15733 0,'0'0'0,"0"0"0,0 0 16,0 0-1,0 0 1,0 9-16,8 33 16,1 35-1,-18 25-15,9-26 16,0-25-1,17-25-15,34-1 16,69-42 0,119-85-16,51-59 15,26-18 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02:54.979"/>
    </inkml:context>
    <inkml:brush xml:id="br0">
      <inkml:brushProperty name="width" value="0.05292" units="cm"/>
      <inkml:brushProperty name="height" value="0.05292" units="cm"/>
      <inkml:brushProperty name="color" value="#FF0000"/>
    </inkml:brush>
  </inkml:definitions>
  <inkml:trace contextRef="#ctx0" brushRef="#br0">9875 6276 0,'0'0'0,"0"0"0,0 0 0,0 0 0,0 0 16,34 17-16,60 9 15,43-9 1,-18-9-1,52 1-15,42-1 16,-51 1-16,26-9 16,25 0-1,-59 8-15,34 1 16,17-9 0,-103-9-16,-25 9 31,8 9-31,-34-1 15,-16 1-15,-10-9 16,-16 0 0,-18 0-16,-34 0 15,-76 17 1,-43-9-16,-17-8 16,-18 17-16,18-8 15,25-9-15,-8-9 16,-26 1-1,52-1 1,42 1-16,-17-1 16,9 1-1,25 8-15,26 0 16,17 0 0,25 0-1,35-17-15,33-17 16,95-17-1,85-9-15,-34 26 16,0 0 0,-1 9-1,-50 16-15,-9 9 16,-25 0-16,-26 0 16,-43 17-1,-17-8 1,-26 8-16,-33 17 0,-52 25 31,-85 18-31,-94-9 16,25-34-16,18 0 15,17 0 1,8-26 0,17-8-16,52-8 15,25-9 1,34 0-16,26 0 15,25 17-15,18-9 16,68-33-16,34-9 31,42 0-31,69 0 16,-51 25 0,0 9-16,59 26 15,-85-1 1,-34 18-16,17-1 15,-8 1 1,-18-1-16,-34 1 16,-33-18-1,-18 1-15,-9-1 16,-25-8 0,-60 9-16,-8-9 15,-43-9 1,-68 1-16,25-1 15,0-16 1,-34 8-16,52 8 16,67-8-1,27 0-15,7 0 16,27 9-16,16-1 16,18-16-1,-1-1 1</inkml:trace>
  <inkml:trace contextRef="#ctx0" brushRef="#br0" timeOffset="1353.3">18871 6582 0,'0'0'0,"8"0"0,35 9 16,102-26-16,120-26 16,76-8-1,9 26-15,34 8 16,60 34 0,-43 8-16</inkml:trace>
  <inkml:trace contextRef="#ctx0" brushRef="#br0" timeOffset="2856.79">8637 7135 0,'0'0'0,"0"0"0,9 0 15,8 0 1,9 0-16,-1 0 15,69 0-15,102 9 0,-33-1 32,76 1-32,34-1 15,59 1 1,78-9 0</inkml:trace>
  <inkml:trace contextRef="#ctx0" brushRef="#br0" timeOffset="8230.17">3073 8283 0,'0'0'16,"0"0"-16,-9 0 0,1 17 16,-1 0-1,-8 17-15,0 9 16,0 16 0,8-8-16,9 9 15,0-9 1,9 17-16,8 0 15,0-8 1,0-1 0,0-8-16,26-8 15,8-9 1,9-26-16,34-8 16,25-17-16,26-8 15,-17 8 1,9-9-16,25 9 15,-8 9 1,-1-1 0,9 1-1,18 8-15,-18-9 16,8 1-16,27-1 16,-10-16-1,10 8-15,-9 0 16,-9 0-16,9 8 15,-26 9 1,-17 9 0,0-9-16,-9 8 15,-8 1-15,-17-1 32,-17 1-32,-8 8 15,-1-9-15,0 1 16,18-18-16,-9 1 15,8-9 1,1-9-16,-18 1 16,-8-1-1,-18 1 1,-7 8-16,-10 0 16,1 0-16,0-9 15,-9 9 1,-9 0-16,1 0 15,-17 0 1,-1 8 0,1 1-16,-1-1 15,1 9 1,-9-34-16,8 9 16</inkml:trace>
  <inkml:trace contextRef="#ctx0" brushRef="#br0" timeOffset="16924.3">11420 8547 0,'0'0'0,"0"0"0,8 0 15,35 0-15,76 8 16,52-25 0,77-8-16,42-9 15,68 0 1,18 17-16,-69 0 15,77 34 1,-85 8-16,-17 9 16</inkml:trace>
  <inkml:trace contextRef="#ctx0" brushRef="#br0" timeOffset="17625.08">18000 8555 0,'0'0'0,"0"0"0,0 0 0,0 0 15,0 0 1,0 0-1,0 0-15,0 0 16,9 0-16,25 9 16,111 8-1,77 0-15,60 0 16,33 0 0,10-8-1,101 16-15,-16 18 0</inkml:trace>
  <inkml:trace contextRef="#ctx0" brushRef="#br0" timeOffset="20049.5">10182 9159 0,'0'0'15,"0"0"-15,0 9 16,-8 33-16,-1 26 15,-16 51 1,-1 18-16,0-1 16,9-9-1,17-16-15,9-18 16,8-16 0,26-18-16,16-16 15,27-18 1,33-16-16,43-18 15,17-25 1,43-17-16,17-17 16,35-8-1,16 16-15,17 18 16,-8 16 0,-9 18-16,17 16 15,-8 1 1,8 8-16,-17 8 15,35 18 1,16-1-16,0 1 16,1-9-1,-26 0-15,-1 0 16,-7 0 0,-18 0-16,-26-9 15,-25 1-15,-34-1 16,-26 1-1,-16-1 1,-27 1-16,-33-18 16,-27 1-1,-24-1-15,-27-8 16,1-8 0,-1-9-16,1-17 15,0-17 1,8-43-16,17-42 15,0-17 1,-8 26-16,-17 67 16</inkml:trace>
  <inkml:trace contextRef="#ctx0" brushRef="#br0" timeOffset="22203.79">25366 10392 0,'34'-8'0,"256"-1"0,69-8 16,-95 9-16,35-9 16,-26-9-16,-42 1 15,25 8 1,-86 0-16,-76 0 15,-8 0 1,-27 0 0,-25 8-16,-17-8 15,-17-8 1,-25-18-16,-60-8 16,-95-8-1,-42 16-15,-59 18 16,-9 8-1,25 25-15,-17 9 16,9 0 0,-8 9-16,16-1 15,17 9-15,9-8 16,43-1 0,60-8-1,16 0 1,52-8-16,25-1 0,26 1 15,9-1 1,25-8 0,102 0-16,120 0 15,51-8 1,-25-9-16,59-9 16,0 9-1,-8-8-15,-8-1 16,-35 9-16,-17 9 15,-77 8 1,0 0 0,-42 8-16,-78 1 15,-33-1 1,0 1-16,-18-9 16,-8 8-1,-111 9-15,-170 0 16,-146 0-1,-43-17-15,-25 26 16,-17 16 0,111 9-16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05:05.786"/>
    </inkml:context>
    <inkml:brush xml:id="br0">
      <inkml:brushProperty name="width" value="0.05292" units="cm"/>
      <inkml:brushProperty name="height" value="0.05292" units="cm"/>
      <inkml:brushProperty name="color" value="#FF0000"/>
    </inkml:brush>
  </inkml:definitions>
  <inkml:trace contextRef="#ctx0" brushRef="#br0">3371 6455 0,'0'0'0,"0"0"0,0 0 0,0 0 16,0 0-1,0 0 1,0 0-16,0 0 16,0 0-16,0-9 15,43 1 1,68-18 0,25-8-16,27 9 15,93-18-15,0 9 16,34 0-16,34 0 15,-59 9 1,127-1 0,18 1-16</inkml:trace>
  <inkml:trace contextRef="#ctx0" brushRef="#br0" timeOffset="48444.95">25460 6974 0,'0'0'0,"-9"-9"0,1 1 16,-1-1-16,9 9 15,0 0 1,-8 0-16,-9 17 16,-26 26-1,-51 42-15,17 8 16,43-33-1,17-9-15,17-9 16,8-8 0,18-8-16,17-1 15,42-16 1,0-9-16,-25-9 16,43-8-1,50-8-15,1 8 16,-9 17-1,34 0-15,9 17 16,8 17 0,26 8-16,-51-8 15,0 9 1,59 8-16,-68-8 16,-8-9-1,25-9-15,-34 1 16,-42-18-1,-44 1-15,-7-18 16,-18 1 0,-9-26-16,-8-26 15,-17-34 1,-17-25-16,-8-25 16,-1-43-1,0-128-15</inkml:trace>
  <inkml:trace contextRef="#ctx0" brushRef="#br0" timeOffset="65206.96">4293 7756 0,'0'0'0,"0"0"0,-8 0 16,-1 26 0,0 8-16,1 34 15,-9 8 1,8-8-16,1 0 16,8-8-1,0-18-15,25-8 16,10-8-16,33-18 15,51-25-15,52 0 16,-26-8 0,0-1-1,52 18-15,-27-1 16,9 1 0,60 16-16,-51 1 15,-34-9 1,42 34-1,-51 0-15,-59 0 0,16 8 16,-8-8 15,-26-8-31,-34-18 16,-8 1-16,-18-1 16,9-25-16,1-34 31,-1-68-31,8-170 15</inkml:trace>
  <inkml:trace contextRef="#ctx0" brushRef="#br0" timeOffset="73163.14">2945 12612 0,'0'0'0,"0"0"0,0 0 0,0 0 31,0 0-31,0 0 16,0 9 0,-9 33-16,0 9 0,1 26 15,-9 8 1,0 0-1,0 17-15,8-17 32,9-26-32,0 1 0,9-18 15,8 1 1,0-17 0,17-1-16,26 1 15,25-9 1,9-9-16,8 1 15,35-1-15,17 9 16,-1-8 0,1-1-1,51 1-15,0-9 16,16-9 0,1-8-16,9 0 0,25-8 15,0-9 1,17-9-1,-8 9 1,-9 0-16,17 8 16,-9 9-16,1 0 0,-9 9 31,-9-1-15,1 1-16,-18 8 15,-8-9 1,-17 1-16,0 8 15,-26 0 1,-25 0-16,-26 17 16,-26 8-1,-16-8-15,-35-8 16,-8-1 0,-18 1-16,-8-1 15,-8-8 1,-1 0-16,1 0 15,-9-8 1,8-18-16,-8-16 16,-17-35-1,0 35-15</inkml:trace>
  <inkml:trace contextRef="#ctx0" brushRef="#br0" timeOffset="92648.46">10703 12510 0,'0'0'16,"0"0"-16,0 0 15,0 0-15,0 0 16,0 0 0,0 0-16,0 0 15,0 9-15,8-9 16,26 0-16,35-9 31,42-25-31,42-17 16,10-9-1,-18-8-15,-9 0 16,1-8 0,-18 16-16,-42 26 15,-26 17 1,-25 0-16,-9 9 15,-9 8 1,1 0-16,-9 34 16,-34 59-16,-43 52 15,-42 25 1,8 9-16,25-18 16,9-8-1,26-25 1,17-35-16,17-25 15,0-34-15,17-25 16,-9-9 0,1-34-16,-1-68 15,9-94 1,0-42 0,17 9-16,0-1 15,1 43 1,7 25-16,-16 43 15,-1 34 1,1 43-16,-1 8 16,-8 17-16,0 17 15,0 8 1,17 26-16,9 60 16,8 59-1,17 25 1,1-16-16,7 0 15,-16-18 1,0-25-16,-18-17 16,1-34-16,-18-17 15,1-25 1,-1-1-16,-16-16 16,-9-1-1,-26-25 1,-59-42-16,-43-43 15,-9-17 1,-8-17-16,0-1 16,0 1-1,-18-8-15,-93-35 16</inkml:trace>
  <inkml:trace contextRef="#ctx0" brushRef="#br0" timeOffset="144815.82">3371 10120 0,'0'0'0,"0"0"0,9 0 15,34 9 1,67-18-16,70-25 16,93-51-1,51 0-15,0 9 16,52-9 0,8 17-16,-43 34 15,9 0-15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08:41.559"/>
    </inkml:context>
    <inkml:brush xml:id="br0">
      <inkml:brushProperty name="width" value="0.05292" units="cm"/>
      <inkml:brushProperty name="height" value="0.05292" units="cm"/>
      <inkml:brushProperty name="color" value="#FF0000"/>
    </inkml:brush>
  </inkml:definitions>
  <inkml:trace contextRef="#ctx0" brushRef="#br0">3704 5672 0,'0'0'0,"0"0"0,-8 9 15,-18 25-15,-8 17 0,-9 0 31,1 17-31,-10 0 16,18 9 0,0 8-1,17 0-15,8 0 16,9 0-16,0-34 16,0-17-1,9-9-15,17-8 16,16 9-1,44-1 1,16-16-16,26-18 16,34-16-1,17-9-15,9-17 16,17 0 0,-9 0-16,9 8 15,43 9 1,-26 9-16,8 25 15,-25 8 1,8 18-16,26 8 16,-60 8-16,-16-8 15,16 9 1,-43-26-16,-50-9 16,-9 1-1,-26-9-15,-17 0 16,-26-9-1,1-16-15,-18-26 16,-25-51 0,9 34-1</inkml:trace>
  <inkml:trace contextRef="#ctx0" brushRef="#br0" timeOffset="14848.19">3943 7076 0,'0'0'0,"0"-9"0,9 9 16,-1 0-1,1 0-15,-9 0 16,0 0-1,0 26-15,-9 42 16,-16 34 0,-1 17-16,0-9 15,9-16 1,0 0-16,0-1 16,17-16-1,0-18-15,0-16 16,17-1-1,0-8 1,17-8-16,18-1 16,7 1-16,18-9 15,17-9 1,26-16-16,8-1 16,17-8-1,25-8-15,18-9 16,-9 8-1,26-8-15,9 9 16,16-1 0,9 9-16,-8 9 15,16 8 1,1 8-16,-27 9 16,1 0-1,9-8-15,-18-1 16,-17 1-16,1-18 15,-18 1 1,-17-9 0,-25 0-16,-26 0 15,-9 8 1,-34-8-16,-16 9 16,-10-1-1,-8-16-15,9-1 16,0-33-1,-1-18-15,-7 0 16,-1-25 0,-9 43-16</inkml:trace>
  <inkml:trace contextRef="#ctx0" brushRef="#br0" timeOffset="39745.82">17462 7637 0,'0'0'16,"9"0"-16,8 0 0</inkml:trace>
  <inkml:trace contextRef="#ctx0" brushRef="#br0" timeOffset="44517.54">3952 9066 0,'0'0'0,"0"0"0,0 0 15,17-9-15,42-8 16,35-8-1,9-9-15,-26 8 16,34 1 0,51-1-16,-9 26 15,-16 17 1,59-8-16,146-1 16</inkml:trace>
  <inkml:trace contextRef="#ctx0" brushRef="#br0" timeOffset="45888.99">8791 9261 0,'0'0'0,"0"0"0,0 0 32,0 0-32,17 0 15,51-8 1,69-9-16,76 0 16,35 0-16,42 17 31,9 25-16,42 18-15,43 25 16,0 8-16,43-16 16,34 0-1,-60-9-15</inkml:trace>
  <inkml:trace contextRef="#ctx0" brushRef="#br0" timeOffset="71853.67">2902 6353 0,'0'0'0,"0"0"0,0 0 15,0 0-15,-9 0 16,-8 17 0,-25 0-16,-44 17 15,-8 8 1,-17 9-16,18-8 16,33-1-1,-17 18 1,-17 8-16,-8 9 15,8-9 1,17-26-16,26 9 16,8-8-16,17-1 15,9-8 1,0-8 0,34 16-16,9 9 15,25 9 1,26-1-16,8 1 15,-25-9-15,-17 0 16,-1 17-16,-16 0 16,-9 26-1,-17-1 1,-17 1 0,-26-1-16,-25 1 15,-26-18-15,9-8 16,17-17-16,25-8 31,9-18-31,17 1 16,-9-9-16,9-9 15,17 1-15,0-9 16,0 0 15,9 0-31,33 8 16,27 1-16,-10 8 15,1 0 1,-17 8-16,-1 9 16,-25 26-16,-17 17 15,-34 25-15,-25 25 16,-10 9 0,10 0-1,33-25 1,26-1-16,68 18 15,60 0 1,171-9-16,77-60 16,-1-33-1</inkml:trace>
  <inkml:trace contextRef="#ctx0" brushRef="#br0" timeOffset="93144.42">3918 8445 0,'0'0'0,"0"0"0,0 0 16,0 0-16,-9 8 15,0 26 1,-8 26-1,0 34-15,0 16 16,0 1 0,17-26-16,0-26 15,9-8 1,8-25-16,17 8 16,34 0-1,26-9-15,26-8 16,25-8-1,17-9-15,17-9 16,17 1 0,1-1-16,8-16 15,16-9 1,44 8-16,-9 1 16,9-1-1,-1 18-15,18 25 16,0 0-1,-18 17-15,35 8 16,-17 1 0,8-9-16,0-9 15,34 9 1,9-8-16,-26-1 16,26-8-16,-26-17 15,52 9 1,-1-1-16,-67 1 15,7 8 1,-25 0 0,-25 0-16,-1 8 15,-76 1-15,-34-9 16,-1 0 0,-42-9-16,-26 1 15,-8-9 1,-17-9-1,0 1-15,-18-18 16,1-8 0,8-34-16,-9-25 15,1-9 1,0-9-16,-18 52 16</inkml:trace>
  <inkml:trace contextRef="#ctx0" brushRef="#br0" timeOffset="106454.82">3841 11132 0,'0'0'0,"0"0"0,0 0 15,0 0-15,0 0 16,0 0-16,-9 0 15,1 17 1,-1 0 0,-8 0-16,0 9 15,8-9-15,1 0 16,8 0 0,0 8-16,0-8 15,8 9 1,10 8-1,16 0-15,8 0 16,10 9-16,7-1 16,10-8-1,16-8 1,9-1 0,17-8-16,25 0 15,9 0-15,9 9 16,17-9-1,25-9-15,-8 9 16,17-8 0,8-9-1,-17 17-15,-8 8 16,0 1-16,0-9 16,-26 8-1,-9 1 1,-7-1-16,-44-16 15,-25-1 1,-26 1-16,-25-1 16,-18 1-16,1-9 15,-18-9 1,-17-33 0,-25-18-16,0-16 15,17-18 1,8 9-16,26 0 15,26 8-15,0 35 16</inkml:trace>
  <inkml:trace contextRef="#ctx0" brushRef="#br0" timeOffset="107534.12">8680 10996 0,'0'0'0,"0"0"0,0 0 0,0 0 16,0 9-1,0 16-15,-8 18 16,-1 25-16,-17 8 31,1 1-31,-1-1 16,9-16-1,0-9-15,0-8 16,8-18 0,1-8-16,8-8 15,0-1-15,8 1 16,27-1-1,50-16 1,34-1-16,35-16 16,-17 8-16,8 0 15,8 0-15,9 0 16,9 8 0,34-8-1,8 0-15,9 9 16,0-10-1,-17 18 1,8 0 0,-8 9-16,-8 8 15,-27 9-15,-8-1 16,-25 1 0,-18-1-16,9 1 15,-25-1-15,-35-16 16,-8-1-1,-17 1 1,-18-9-16,1 0 16,-18 0-1,1-9-15,-9-8 16,-17-17 0,-9-25-16,9 25 15</inkml:trace>
  <inkml:trace contextRef="#ctx0" brushRef="#br0" timeOffset="116330.18">4285 12604 0,'0'0'0,"0"0"0,0 0 15,0 0 1,0 0 0,0 25-1,0 18-15,-9 25 0,0-9 16,9 1 0,0-9-1,0 0-15,0-9 16,0 1-1,0-1 1,9-8-16,8-8 16,0-1-16,9-16 15,8-1-15,60-25 16,25-17 0,18 0-1,-35 0-15,18 0 16,25 9-1,8-1 1,27 1-16,42 8 16,17 0-16,42 8 15,26 9-15,1 9 16,16 8 0,-34 8-1,69 1-15,-9-18 16,-35 1-1,61 8-15,8-9 16,-43 9 0,26 9-1,26 8-15,-69 0 0,69 8 32,-9 9-32,-85-8 15,68-1 1,-17 1-16,-17 0 15,-9-9-15,-59-9 16,-52 1 0,-68-18-1,-51 1-15,-43-1 16,-25-16 0,-9-9-16,0-26 15,0-50 1,0-52-16,34-51 15,43-50-15,60-69 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11:26.153"/>
    </inkml:context>
    <inkml:brush xml:id="br0">
      <inkml:brushProperty name="width" value="0.05292" units="cm"/>
      <inkml:brushProperty name="height" value="0.05292" units="cm"/>
      <inkml:brushProperty name="color" value="#FF0000"/>
    </inkml:brush>
  </inkml:definitions>
  <inkml:trace contextRef="#ctx0" brushRef="#br0">11667 6497 0,'0'0'0,"9"0"0,25 0 16,34 0-1,1 9-15,-18-9 16,-17-9 0,60 1-16,102-9 15,-25-17 1,-43 0-16,119-9 15,18 1 1,17-26-16,85 0 16,34 8-1,-43 9-15,86 17 16,102 17 0,-8 0-16,8 0 15,9 9 1,145 25-16,34 17 15,-34 8-15,17-16 16,-299-26-16</inkml:trace>
  <inkml:trace contextRef="#ctx0" brushRef="#br0" timeOffset="13438.75">7169 7765 0,'0'0'0,"0"0"0,17 8 31,60 9-31,60 0 15,-9 0-15,68-17 16,43-8 0,85-18-1,35 9-15,-52 0 16,197 17 0,50 9-16,-144-9 15</inkml:trace>
  <inkml:trace contextRef="#ctx0" brushRef="#br0" timeOffset="13968.91">22677 8037 0,'26'0'0,"153"8"0,231 9 16,119 17-16,68-17 15,146-25 1,-316 8-16</inkml:trace>
  <inkml:trace contextRef="#ctx0" brushRef="#br0" timeOffset="20365.63">3414 10197 0,'0'0'0,"26"0"0,16 0 0,44 0 16,16 8-1,-34 1 1,43-9-16,128 0 0,-34-9 16,77 1-1,8-1 1,-8-8-16,102-8 15,-17 8 1</inkml:trace>
  <inkml:trace contextRef="#ctx0" brushRef="#br0" timeOffset="31861.73">18538 10214 0,'0'0'0,"0"0"0,0 0 0,0 0 15,0 0-15,43 17 16,93 25 0,129 18-1,119-35-15,128-50 16,179-9-1,-264 25-15</inkml:trace>
  <inkml:trace contextRef="#ctx0" brushRef="#br0" timeOffset="45654.47">9593 14322 0,'0'0'16,"0"0"-16,0 0 0,0 0 15,0 0 1,0-9-16,-8 1 16,-1-1-1,9 9-15,0 0 16,0-8 0,34-10-16,69-16 15,102-17 1,76 0-16,35 9 15,34 8 1,26 25-16,-1 43 16,43 26-1,69-43-15,-78-17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12:36.381"/>
    </inkml:context>
    <inkml:brush xml:id="br0">
      <inkml:brushProperty name="width" value="0.05292" units="cm"/>
      <inkml:brushProperty name="height" value="0.05292" units="cm"/>
      <inkml:brushProperty name="color" value="#FF0000"/>
    </inkml:brush>
  </inkml:definitions>
  <inkml:trace contextRef="#ctx0" brushRef="#br0">14501 6327 0,'0'0'0,"0"0"15,0 0-15,25 17 16,27-8-16,42 8 16,110 17-1,61-9 1,59 1-16,18-9 16,25 0-16,17 0 15,-9 8 1</inkml:trace>
  <inkml:trace contextRef="#ctx0" brushRef="#br0" timeOffset="7941.87">7169 7637 0,'0'0'0,"17"-8"16,43-1-16,60 0 15,42-16 1,85-18-16,95-8 16,76-8-1,103-9-15,50 25 16,-152 26 0</inkml:trace>
  <inkml:trace contextRef="#ctx0" brushRef="#br0" timeOffset="36795.08">4370 8819 0,'0'0'0,"68"9"16,146 8-1,153-9-15,42-8 16,35 0 0,43-34-1,-95-8-15</inkml:trace>
  <inkml:trace contextRef="#ctx0" brushRef="#br0" timeOffset="57017.69">19084 11600 0,'0'0'0,"0"0"0,0 0 0,0-8 16,0-1-1,0 1-15,17-18 16,17-8-1,26 0-15,60-8 16,-9-1 0,-43 26-1,60 0-15,85-9 16,-34 9 0,52 9-16,-1-9 15,18 0 1,16 0-16,52 0 15,9-9-15,-27 18 16,1-1 0,-34 1-1,8 8 1,-9 0-16,-33 8 16,-52-8-16,34 0 15,-85 0 1,-68 0-16,-17 9 15,-18-9 1,1 0-16,-17 0 16,-1 0-1,1 0-15,-9 0 16,-17 0 0,-35 8-16,-76 1 15,-25-9 1,-35 8-16,-34 1 0,-8-18 31,-52-8-31,17 0 16,1 9-16,-26 8 15,25 8 1,-34 1 0,18 8-16,-27 0 15,-16 8 1,-26-16-16,26 8 15,51 0-15,42 0 16,78-9 0,-1 1-1,51-9-15,35 0 16,26 0 0,16 0-16,9 0 15,8 0 1,18 0-16,59 0 0,52 8 15,84 9 1,61 0 0,0-8-16,8-1 15,25 9 1,10 1 0,16-1-16,35 17 0,-61 0 15,52-9 1,-8 1-1,8-1 1,-35 1-16,-59-1 16,-17-8-1,-51-8-15,-34-9 16,-43 0 0,-52 0-1,-24 0-15,-10 0 16,-16 0-16,-1 0 15,-8 0 1,0 0 0,-25-9-16,-120-8 15,-137-8 1,-128 8-16,-93 17 16,-61 8-1,-33 18-15,-103 25 16,68 17-1,44 42-15,-27-8 16,214-59 0</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15:52.776"/>
    </inkml:context>
    <inkml:brush xml:id="br0">
      <inkml:brushProperty name="width" value="0.05292" units="cm"/>
      <inkml:brushProperty name="height" value="0.05292" units="cm"/>
      <inkml:brushProperty name="color" value="#FF0000"/>
    </inkml:brush>
  </inkml:definitions>
  <inkml:trace contextRef="#ctx0" brushRef="#br0">6623 8011 0,'0'0'0,"0"0"0,0 0 0,0-8 0,17-1 15,17-16 1,-8 8-16,0 0 16,8-9-1,0 9-15,0 0 16,17 0-1,17 9 1,-8-1-16,51 1 0,68-18 31,18 9-31,25 0 16,17 0 0,17 9-16,8 8 15,61 8-15,42 9 16,-18-8-16,112 16 31,69 18-31,-129-18 16</inkml:trace>
  <inkml:trace contextRef="#ctx0" brushRef="#br0" timeOffset="10451.9">9337 9695 0,'0'0'0,"0"0"0,0 0 0,0 0 31,0 0-31,0 0 16,0 0-16,0 0 31,0 0-31,0 0 16,-8 0-16,-1 9 15,-8 8 1,0 0-16,0 17 0,17 17 31,0 0-31,17-9 16,-8-8 0,-1-17-16,26 0 15,43 0 1,25-8-16,18-18 15,-52 1 1,-8-1-16,34 1 16,25 8-1,9 8-15,-17 18 16,-59-1 0,-18-8-16,8 9 15,18 8 1,-17-9-16,-1 1 15,-16-18 1,-9 1-16,-8-1 16,-1 1-1,9-18-15,9-8 16,17-42 0,42-35-1,0-25-15,-42 60 16</inkml:trace>
  <inkml:trace contextRef="#ctx0" brushRef="#br0" timeOffset="12489.16">17744 10001 0,'0'0'0,"9"0"0,33-8 0,18-1 16,68 1 0,103-9-1,-27 8-15,44 1 16,-52 8-16,1 0 16,59 17-1,-69 0-15,-7-9 16,-1-8-1,-68 0 1,-51-8-16,-9-1 16,-26 1-16,-8-1 15,-8 9 1,-9 0 0,-26-17-16,-68-17 15,-76 0 1,-44 34-16,-33 17 15,-1 9-15,-8 8 0,26 0 32,25 8-17,34 1-15,43-18 16,-8 9 0,-1-8-16,43-18 15,26 1 1,34-9-16,25 0 0,61-9 31,-1 1-31</inkml:trace>
  <inkml:trace contextRef="#ctx0" brushRef="#br0" timeOffset="23692.46">8782 10826 0,'0'0'0,"0"0"0,0 0 16,0 17-16,0 0 15,-8 0 1,-1 17-16,-8 17 16,-8 17-16,-9 0 15,17 0 1,-1-8 0,18-1-1,18-8-15,-1 0 16,8-8-16,-16-9 15,25 0 1,43 9 0,68-18-16,-9-8 15,9-25-15,86-9 16,-18-9 0,9-8-1,0 9-15,0 8 16,43-9-1,-9 17-15,8 1 16,-59 8-16,0 0 16,-9 8-1,9 1-15,17 0 16,-77-1 0,-68 1-1,-43-9-15,-8 0 16,-9 0-1,-9 0-15,1 0 16,-1-9 0,1-17-16,-1-16 15,1-9 1,-1-9-16,9-59 16,9-178-1</inkml:trace>
  <inkml:trace contextRef="#ctx0" brushRef="#br0" timeOffset="30169.94">19246 11353 0,'0'0'0,"43"0"0,204-17 16,283-17-1,161 9 1,128 16-16,-366 1 16</inkml:trace>
  <inkml:trace contextRef="#ctx0" brushRef="#br0" timeOffset="32099.93">7861 12434 0,'0'0'0,"0"0"0,0 0 16,0 0 0,0 17-16,25 0 15,18 17 1,17 0-16,42 8 15,18 1 1,-26-1-16,-1 1 16,10-1-16,8-16 15,17-9 1,17-17-16,26-9 16,25-8-1,9-8-15,34-9 16,25 8-1,26-8-15,1 9 16,50 8 0,60 0-1,-42 17-15,16 17 16,-25-9 0,-8 1-16,16-1 15,-51 1-15,-42-1 16,-35 1-1,-59-9 1,-26 8-16,-34 1 16,-43-1-1,-16 1-15,-27-9 16,-16 0-16,-1 0 16,-8 0-1,0-9-15,-8-42 16,8 17-1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16:57.086"/>
    </inkml:context>
    <inkml:brush xml:id="br0">
      <inkml:brushProperty name="width" value="0.05292" units="cm"/>
      <inkml:brushProperty name="height" value="0.05292" units="cm"/>
      <inkml:brushProperty name="color" value="#FF0000"/>
    </inkml:brush>
  </inkml:definitions>
  <inkml:trace contextRef="#ctx0" brushRef="#br0">5812 15283 0,'0'0'0,"-8"0"0,-18 0 0,-25 8 16,8 1-1,9-1 1,0 18-16,-51 25 15,-26 25 1,-34 26-16,17 43 16,42 42-1,18-17-15,25 0 16,9 43 0,43-86-16,8-33 15,17 42-15,43 8 16,51-16-1,0-43 1,17-42-16,60-9 16,-35-26-1,-25-25-15,43-42 16,0-52 0,-60 0-16,-34 1 15,-9-35 1,-25-33-16,-34 25 15,-52 17-15,-25-26 16,-26 9 0,-51 25-16,-17 18 15,-60 33 1,-34 26-16,77 43 16,119 16-1</inkml:trace>
  <inkml:trace contextRef="#ctx0" brushRef="#br0" timeOffset="891.39">5915 13318 0,'-9'0'0,"1"0"0,-18 0 0,0 0 15,-16 0 1,-18 0-16,-17 8 15,-25 18-15,-18 8 16,-33 34 0,8 26-1,25 25-15,-8 25 16,9 1 0,8 50-16,25 10 15,44-44 1,33 35-16,35-9 15,50-43-15,61 18 16,8-17 0,69-26-1,-1-60-15,51-50 16,10-35 0,7-84-16,-16-18 15,-77 9 1,33-77-16,-67 9 15,-69 9-15,-42-18 32,-34-8-32,-69-17 0,-85 17 15,-103 42 1,-85 43-16,-42 68 16,-120 111-1,85 25 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17:44.633"/>
    </inkml:context>
    <inkml:brush xml:id="br0">
      <inkml:brushProperty name="width" value="0.05292" units="cm"/>
      <inkml:brushProperty name="height" value="0.05292" units="cm"/>
      <inkml:brushProperty name="color" value="#FF0000"/>
    </inkml:brush>
  </inkml:definitions>
  <inkml:trace contextRef="#ctx0" brushRef="#br0">2637 2917 0,'0'0'0,"-8"17"0,-1 51 0,-8 17 15,-8-17 1,-10 9-16,-24 25 15,-1 0 1,17-17-16,18-9 16,8-16-1,8-18-15,26 1 16,51-1 0,52-16-16,68-9 15,51-25 1,-9-1-16,26 9 15,34 0 1,18 0-16,7 9 16,1-1-16,85-8 15,-17 0 1,9 0 0,34 0-16,25 17 15,52 0-15,-18 9 16,-16-18-1,25 18-15,-9 8 16,-51 0 0,-8 0-1,17 8-15,-9-8 16,-51 0-16,-34-17 16,-8 0-1,-35 0-15,-51-8 16,-60-1-1,-51-8 1,-59 0-16,-35 9 16,-26-9-16,-16 0 15,-18-9 1,1 1 0,-18-18-16,-25-25 15,-9-25 1,-8-43-16,17-35 15,-17-135-15</inkml:trace>
  <inkml:trace contextRef="#ctx0" brushRef="#br0" timeOffset="16258.5">3226 6421 0,'0'0'0,"-8"-9"0,-44-16 16,10 8-16</inkml:trace>
  <inkml:trace contextRef="#ctx0" brushRef="#br0" timeOffset="16471.57">2893 6064 0,'0'0'0,"0"0"16,0 0-16,0 0 0,17 8 16,18 1-1,24-1 1,27 1-1,-10-1-15,52-8 16,86 17-16,-26 9 16,68-9-1,59 8-15,27-25 16,119 0 0,8-8-16,-16-35 15,-61 1 1</inkml:trace>
  <inkml:trace contextRef="#ctx0" brushRef="#br0" timeOffset="19637.05">9875 6149 0,'0'0'0,"0"0"0,26 0 15,25 0 1,8 0-16,35 17 16,0-9-16,43 9 15,93 0 1,1-8-16,59-9 15,51-17 1,18-17-16</inkml:trace>
  <inkml:trace contextRef="#ctx0" brushRef="#br0" timeOffset="21707.07">19084 6506 0,'0'0'0,"0"-9"0,0 1 16,0-9-16,0-9 0,51-33 31,129-18-31,59-8 16,25 26-16,95 16 15,42 18-15,-60 25 16,120 0 0,-43 0-16</inkml:trace>
  <inkml:trace contextRef="#ctx0" brushRef="#br0" timeOffset="25970.47">9141 9729 0,'0'0'0,"8"0"0,18 0 15,25 9 1,43-9-16,68-9 16,9 1-1,25-18-15,43 1 16,34 8 0,35 8-16,84-8 15,9 9 1</inkml:trace>
  <inkml:trace contextRef="#ctx0" brushRef="#br0" timeOffset="26923.01">18094 9780 0,'0'0'0,"17"0"0,17 0 0,18 0 15,41 17 1,35-8-1,86-1-15,85 1 16,42-1 0,120-16-16,76-18 15,-135 9-15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18:25.513"/>
    </inkml:context>
    <inkml:brush xml:id="br0">
      <inkml:brushProperty name="width" value="0.05292" units="cm"/>
      <inkml:brushProperty name="height" value="0.05292" units="cm"/>
      <inkml:brushProperty name="color" value="#FF0000"/>
    </inkml:brush>
  </inkml:definitions>
  <inkml:trace contextRef="#ctx0" brushRef="#br0">9098 3878 0,'0'0'0,"0"0"0,0 0 0,0 0 16,0 0-16,34-17 15,26-25 1,188-52 0,33 9-16,18 25 15,222 18-15,33 25 16,-16 8-1,8 1-15,-136 8 16</inkml:trace>
  <inkml:trace contextRef="#ctx0" brushRef="#br0" timeOffset="9511.09">3679 6361 0,'0'0'0,"0"0"0,0 0 0,0 0 0,0 0 16,0 0-1,0 0 1,34 9-16,17 16 16,145 43-1,69 0-15,102-25 16,153-9-1,27-17-15,7-34 16,-144-26 0</inkml:trace>
  <inkml:trace contextRef="#ctx0" brushRef="#br0" timeOffset="14633.19">22080 6565 0,'8'0'0,"35"17"0,119 9 16,94-1-1,137 10-15,68-18 16,17-34-16,102-1 15,120-24 1,-273 16-16</inkml:trace>
  <inkml:trace contextRef="#ctx0" brushRef="#br0" timeOffset="18542.84">3294 7620 0,'0'0'0,"0"0"0,0 0 16,0 0-1,0 0 1,52 0-16,50 0 16,60 17-1,52 0-15,59 0 16,154-17-1,59-25-15,43-10 16,94-7 0,17-1-16,163 1 15,-342 25 1</inkml:trace>
  <inkml:trace contextRef="#ctx0" brushRef="#br0" timeOffset="21913.11">15184 7807 0,'0'0'0,"76"0"0,146 9 15,162-1 1,86-16-16,42-26 16,-102 0-1</inkml:trace>
  <inkml:trace contextRef="#ctx0" brushRef="#br0" timeOffset="36537.78">12154 9244 0,'17'0'0,"68"0"0,26-8 0,-34-9 15,42 8 1,95-16-16,-26-1 16,51 1-1,8-1 1,43 18-16,18-1 15,-18-8 1,0 9-16,-17-1 16,0 1-1,-17-1-15,-42-8 16,-52 9-16,34 8 16,-51-9-1,-85 9 1,-17 0-16,-18 0 15,1 0 1,-18 0-16,1 0 16,-18 0-1,-33 0-15,-95-8 16,-93 8-16,-52-9 16,-34 18-1,17-1 1,-25 1-16,-9-1 15,26 1-15,-17 8 16,33 8 0,-24-8-1,24 0-15,53-8 16,-1-9-16,68-17 16,34 0-1,35 0 1,42 0-16,26 8 15,17 1 1,34-1-16,26-16 0,-18 16 31</inkml:trace>
  <inkml:trace contextRef="#ctx0" brushRef="#br0" timeOffset="45262">8791 10690 0,'0'0'0,"0"0"16,0 0-16,0 0 15,9-8 1,42-9 0,111-26-16,102-25 15,69 0 1,68 8-16,52 26 15,-43 0-15,-26-8 16</inkml:trace>
  <inkml:trace contextRef="#ctx0" brushRef="#br0" timeOffset="65612.6">18000 11923 0,'0'0'0,"0"0"0,0 0 0,34 0 16,43 0-1,34 0-15,-8-8 16,-44 8-16,44 0 16,76 0-1,-17 8-15,-85-8 16,-9 0-1,35 0-15,-18 0 16,-34 0 0,-25 0-16,-18 0 15,-16 0 1,-18 0 0,-34 0-16,-153 0 15,8 9 1,-17 16-16,-25 18 15,110-9 1,9 0-16,26-9 16,59-16-16,35-1 15,25 9 1,145 17 0,179 9-16,103-18 15,-34-8-15</inkml:trace>
  <inkml:trace contextRef="#ctx0" brushRef="#br0" timeOffset="80032.83">18000 9278 0,'0'0'0,"60"-8"0,102-9 0,94 0 15,17-17 1,94-17-16,-17 8 16,-17-8-1</inkml:trace>
  <inkml:trace contextRef="#ctx0" brushRef="#br0" timeOffset="86461.88">3329 7101 0,'0'0'0,"0"0"0,0 0 15,0 26 1,8 16-16,1 52 16,-1 33-1,1-16 1,8 25-16,26 26 16,16-35-1,1-42-15,8-34 16,26 9-16,-17-26 15,42-9 1,61-8-16,-35-17 16,25-8-1,78-18-15,0-8 16,33-42 0,9-18-16,-17 1 15,60 8-15,-17 34 31,34 0-31,17 17 16,-68 17 0,128-9-16,-18-8 15,-76-9-15,51 1 16,0 16 0,-34 18-1,0-1-15,51-8 16,-68 26-1,8-1-15,-16 9 16,-69 0-16,0 0 31,0 9-31,-68-18 0,-52 9 16,35 9-16,-34-18 16,-52 1-1,-34-1 1,-25-8-1,-1 0-15,-8-8 16,0-9 0,1-17-16,-10-26 15,1-16 1,-18-26-16,1 0 16,-18-9-1,0-8-15,1 0 16,8 17-1,0 8-15,8 9 16,-8 9 0,0 8-16,-9 17 15,1 0 1,-1 17-16,-25 0 16,-17 8-1,-43 26-15,-77 26 16,-8 33-16,-35 18 15,-42 16-15,-26 9 32,-8-25-32,-17-9 15,-26 0 1,25-17-16,-59-17 16,9-8-1,8-1-15,-26-8 16,-59-17-1,8 0-15,9 9 16,-52-9 0,18 17-16,-9-17 0,8-17 31,-7 0-31,16 17 16,17 17-1,9 25-15,50 18 16</inkml:trace>
  <inkml:trace contextRef="#ctx0" brushRef="#br0" timeOffset="89924.84">17565 12187 0,'0'0'0,"34"17"0,86 42 0,221 52 31,137-9-31,94-51 0,-146-34 16</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1:20:21.063"/>
    </inkml:context>
    <inkml:brush xml:id="br0">
      <inkml:brushProperty name="width" value="0.05292" units="cm"/>
      <inkml:brushProperty name="height" value="0.05292" units="cm"/>
      <inkml:brushProperty name="color" value="#FF0000"/>
    </inkml:brush>
  </inkml:definitions>
  <inkml:trace contextRef="#ctx0" brushRef="#br0">20168 2934 0,'9'0'0,"76"0"16,69 17-16,-18-17 15,69-25-15,25-18 16,95-25 0,33-9-1,-68 26-15,205 17 16,18 34-1,-70 0-15,61 17 16,85 9 0,42-1-16,-42 18 15,-51-9 1,-128-26-16</inkml:trace>
  <inkml:trace contextRef="#ctx0" brushRef="#br0" timeOffset="10400.87">7272 12502 0,'0'0'0,"8"0"0,26 8 16,43-8-1,17 0-15,34-17 16,43 0-1,0-8 1,42-1-16,60 1 16,0 7-16,9 1 15,85 26 1,25 17-16</inkml:trace>
  <inkml:trace contextRef="#ctx0" brushRef="#br0" timeOffset="11984.99">14475 11200 0,'0'0'0,"0"0"0,0 0 16,0 0 0,0 17-16,17 17 15,-8 34 1,-1 26-16,1 8 15,-9 9 1,0-9-16,8-9 16,1-33-1,0-18-15,-1 1 16,9-9 0,17-9-16,-8 1 15,17-9 1,33 8-16,10 1 15,25-18 1,8 1-16,9-1 16,34 1-1,1 8-15,7 0 16,18 8 0,42 1-16,44-9 15,24 0-15,35 8 16,0-8-1,-43-17 1,43 0-16,0 9 16,8-9-1,-25 0-15,-17-9 16,-9 9 0,-17-8-16,9-9 15,-26 8 1,-9-8-16,-50 9 15,-35-1 1,-43-8 0,-16 9-16,8-1 15,-17-8-15,-9 0 16,-8 0 0,-26 9-16,-17-1 15,-8 9-15,-18 0 16,1 0-1,-1 0 1,1 0-16,-9 0 16,0-8-16,-9-1 15,1-16 1,-1-18 0,1 1-16,8-9 15,0 8 1,0-8-16,8 0 15,1 9 1,-9 8-16,-9 0 16,1 0-1,-18 0 1,-34-17-16,-34-9 16,-42 9-16,-43 0 15,-43 8-15,-51 9 16,-35 9-1,1-1-15,-43 9 16,-34 9 0,-17-1-16,-51 18 15,-43 16 1,-9 1 0,-17-9-16,-33 8 15,16-16 1,26-9-16,0-17 15,8 0 1,43 8-16,35-8 16,33 9-1</inkml:trace>
  <inkml:trace contextRef="#ctx0" brushRef="#br0" timeOffset="22281.99">16874 14517 0,'0'0'0,"0"0"0,0 0 16,0 0 15,0 0-31,17 9 16,59 16-1,70 18-15,41-9 16,44-9 0,33-16-16,35 8 15,60-9-15,16-8 16,26-25 0,120-9-16,-103 17 15</inkml:trace>
  <inkml:trace contextRef="#ctx0" brushRef="#br0" timeOffset="30084.39">21849 14441 0,'0'0'0,"0"0"0,9 0 0,8 0 31,0 8-31,0 1 16,0-1 0,9 9-16,8 0 15,17 0 1,9 0-16,17-8 15,25-9-15,60 0 16,1-9 0,58-8-1,44 0-15,59 9 16,52 8 0,8 0-16,85-9 15,78 18 1,50 16-16,-170 1 15</inkml:trace>
  <inkml:trace contextRef="#ctx0" brushRef="#br0" timeOffset="32514.04">4088 15691 0,'9'0'0,"25"0"0,60 8 15,59 1-15,52-9 32,60-17-32,68-9 15,42 9-15,52 26 16,-26 16 0</inkml:trace>
  <inkml:trace contextRef="#ctx0" brushRef="#br0" timeOffset="36454.83">17992 15385 0,'0'0'0,"0"0"0,34 8 16,26 9-16,33-8 15,27-1 1,42-8-16,69-17 16,33-8-1,43-9-15,52 0 16,59 8-16,-85 1 31,8-44-31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8</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22: Amdahl’s Law and Wisdom</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1EA377A-665E-DEA6-EC9D-525809221333}"/>
                  </a:ext>
                </a:extLst>
              </p14:cNvPr>
              <p14:cNvContentPartPr/>
              <p14:nvPr/>
            </p14:nvContentPartPr>
            <p14:xfrm>
              <a:off x="1419480" y="2060640"/>
              <a:ext cx="8846280" cy="2620800"/>
            </p14:xfrm>
          </p:contentPart>
        </mc:Choice>
        <mc:Fallback>
          <p:pic>
            <p:nvPicPr>
              <p:cNvPr id="4" name="Ink 3">
                <a:extLst>
                  <a:ext uri="{FF2B5EF4-FFF2-40B4-BE49-F238E27FC236}">
                    <a16:creationId xmlns:a16="http://schemas.microsoft.com/office/drawing/2014/main" id="{D1EA377A-665E-DEA6-EC9D-525809221333}"/>
                  </a:ext>
                </a:extLst>
              </p:cNvPr>
              <p:cNvPicPr/>
              <p:nvPr/>
            </p:nvPicPr>
            <p:blipFill>
              <a:blip r:embed="rId4"/>
              <a:stretch>
                <a:fillRect/>
              </a:stretch>
            </p:blipFill>
            <p:spPr>
              <a:xfrm>
                <a:off x="1410120" y="2051280"/>
                <a:ext cx="8865000" cy="263952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ED3D59A-2E4B-BE55-1BEA-68476FBDA0C4}"/>
                  </a:ext>
                </a:extLst>
              </p14:cNvPr>
              <p14:cNvContentPartPr/>
              <p14:nvPr/>
            </p14:nvContentPartPr>
            <p14:xfrm>
              <a:off x="2737800" y="477720"/>
              <a:ext cx="5048640" cy="1984320"/>
            </p14:xfrm>
          </p:contentPart>
        </mc:Choice>
        <mc:Fallback>
          <p:pic>
            <p:nvPicPr>
              <p:cNvPr id="4" name="Ink 3">
                <a:extLst>
                  <a:ext uri="{FF2B5EF4-FFF2-40B4-BE49-F238E27FC236}">
                    <a16:creationId xmlns:a16="http://schemas.microsoft.com/office/drawing/2014/main" id="{5ED3D59A-2E4B-BE55-1BEA-68476FBDA0C4}"/>
                  </a:ext>
                </a:extLst>
              </p:cNvPr>
              <p:cNvPicPr/>
              <p:nvPr/>
            </p:nvPicPr>
            <p:blipFill>
              <a:blip r:embed="rId4"/>
              <a:stretch>
                <a:fillRect/>
              </a:stretch>
            </p:blipFill>
            <p:spPr>
              <a:xfrm>
                <a:off x="2728440" y="468360"/>
                <a:ext cx="5067360" cy="200304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D76EDCB-96B2-4848-0D1C-E209628BA986}"/>
                  </a:ext>
                </a:extLst>
              </p14:cNvPr>
              <p14:cNvContentPartPr/>
              <p14:nvPr/>
            </p14:nvContentPartPr>
            <p14:xfrm>
              <a:off x="823320" y="1702080"/>
              <a:ext cx="9513360" cy="3016080"/>
            </p14:xfrm>
          </p:contentPart>
        </mc:Choice>
        <mc:Fallback>
          <p:pic>
            <p:nvPicPr>
              <p:cNvPr id="4" name="Ink 3">
                <a:extLst>
                  <a:ext uri="{FF2B5EF4-FFF2-40B4-BE49-F238E27FC236}">
                    <a16:creationId xmlns:a16="http://schemas.microsoft.com/office/drawing/2014/main" id="{5D76EDCB-96B2-4848-0D1C-E209628BA986}"/>
                  </a:ext>
                </a:extLst>
              </p:cNvPr>
              <p:cNvPicPr/>
              <p:nvPr/>
            </p:nvPicPr>
            <p:blipFill>
              <a:blip r:embed="rId5"/>
              <a:stretch>
                <a:fillRect/>
              </a:stretch>
            </p:blipFill>
            <p:spPr>
              <a:xfrm>
                <a:off x="813960" y="1692720"/>
                <a:ext cx="9532080" cy="303480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1B541D4-9F7C-8500-7449-93EC381ED067}"/>
                  </a:ext>
                </a:extLst>
              </p14:cNvPr>
              <p14:cNvContentPartPr/>
              <p14:nvPr/>
            </p14:nvContentPartPr>
            <p14:xfrm>
              <a:off x="1130760" y="547920"/>
              <a:ext cx="10161360" cy="5483880"/>
            </p14:xfrm>
          </p:contentPart>
        </mc:Choice>
        <mc:Fallback>
          <p:pic>
            <p:nvPicPr>
              <p:cNvPr id="4" name="Ink 3">
                <a:extLst>
                  <a:ext uri="{FF2B5EF4-FFF2-40B4-BE49-F238E27FC236}">
                    <a16:creationId xmlns:a16="http://schemas.microsoft.com/office/drawing/2014/main" id="{E1B541D4-9F7C-8500-7449-93EC381ED067}"/>
                  </a:ext>
                </a:extLst>
              </p:cNvPr>
              <p:cNvPicPr/>
              <p:nvPr/>
            </p:nvPicPr>
            <p:blipFill>
              <a:blip r:embed="rId4"/>
              <a:stretch>
                <a:fillRect/>
              </a:stretch>
            </p:blipFill>
            <p:spPr>
              <a:xfrm>
                <a:off x="1121400" y="538560"/>
                <a:ext cx="10180080" cy="5502600"/>
              </a:xfrm>
              <a:prstGeom prst="rect">
                <a:avLst/>
              </a:prstGeom>
            </p:spPr>
          </p:pic>
        </mc:Fallback>
      </mc:AlternateContent>
    </p:spTree>
    <p:extLst>
      <p:ext uri="{BB962C8B-B14F-4D97-AF65-F5344CB8AC3E}">
        <p14:creationId xmlns:p14="http://schemas.microsoft.com/office/powerpoint/2010/main" val="416429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3028725-FE69-BC3B-0A89-B68988245DD7}"/>
                  </a:ext>
                </a:extLst>
              </p14:cNvPr>
              <p14:cNvContentPartPr/>
              <p14:nvPr/>
            </p14:nvContentPartPr>
            <p14:xfrm>
              <a:off x="543960" y="1380960"/>
              <a:ext cx="10010880" cy="4071960"/>
            </p14:xfrm>
          </p:contentPart>
        </mc:Choice>
        <mc:Fallback>
          <p:pic>
            <p:nvPicPr>
              <p:cNvPr id="4" name="Ink 3">
                <a:extLst>
                  <a:ext uri="{FF2B5EF4-FFF2-40B4-BE49-F238E27FC236}">
                    <a16:creationId xmlns:a16="http://schemas.microsoft.com/office/drawing/2014/main" id="{43028725-FE69-BC3B-0A89-B68988245DD7}"/>
                  </a:ext>
                </a:extLst>
              </p:cNvPr>
              <p:cNvPicPr/>
              <p:nvPr/>
            </p:nvPicPr>
            <p:blipFill>
              <a:blip r:embed="rId3"/>
              <a:stretch>
                <a:fillRect/>
              </a:stretch>
            </p:blipFill>
            <p:spPr>
              <a:xfrm>
                <a:off x="534600" y="1371600"/>
                <a:ext cx="10029600" cy="4090680"/>
              </a:xfrm>
              <a:prstGeom prst="rect">
                <a:avLst/>
              </a:prstGeom>
            </p:spPr>
          </p:pic>
        </mc:Fallback>
      </mc:AlternateContent>
    </p:spTree>
    <p:extLst>
      <p:ext uri="{BB962C8B-B14F-4D97-AF65-F5344CB8AC3E}">
        <p14:creationId xmlns:p14="http://schemas.microsoft.com/office/powerpoint/2010/main" val="361711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96B2F3E-7965-E733-CBC1-C57995196A2B}"/>
                  </a:ext>
                </a:extLst>
              </p14:cNvPr>
              <p14:cNvContentPartPr/>
              <p14:nvPr/>
            </p14:nvContentPartPr>
            <p14:xfrm>
              <a:off x="1533240" y="1974600"/>
              <a:ext cx="7970760" cy="3662280"/>
            </p14:xfrm>
          </p:contentPart>
        </mc:Choice>
        <mc:Fallback>
          <p:pic>
            <p:nvPicPr>
              <p:cNvPr id="4" name="Ink 3">
                <a:extLst>
                  <a:ext uri="{FF2B5EF4-FFF2-40B4-BE49-F238E27FC236}">
                    <a16:creationId xmlns:a16="http://schemas.microsoft.com/office/drawing/2014/main" id="{096B2F3E-7965-E733-CBC1-C57995196A2B}"/>
                  </a:ext>
                </a:extLst>
              </p:cNvPr>
              <p:cNvPicPr/>
              <p:nvPr/>
            </p:nvPicPr>
            <p:blipFill>
              <a:blip r:embed="rId4"/>
              <a:stretch>
                <a:fillRect/>
              </a:stretch>
            </p:blipFill>
            <p:spPr>
              <a:xfrm>
                <a:off x="1523880" y="1965240"/>
                <a:ext cx="7989480" cy="3681000"/>
              </a:xfrm>
              <a:prstGeom prst="rect">
                <a:avLst/>
              </a:prstGeom>
            </p:spPr>
          </p:pic>
        </mc:Fallback>
      </mc:AlternateContent>
    </p:spTree>
    <p:extLst>
      <p:ext uri="{BB962C8B-B14F-4D97-AF65-F5344CB8AC3E}">
        <p14:creationId xmlns:p14="http://schemas.microsoft.com/office/powerpoint/2010/main" val="2252929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CCD2ED46-5989-506E-6E99-E1BAA56DC7FD}"/>
                  </a:ext>
                </a:extLst>
              </p14:cNvPr>
              <p14:cNvContentPartPr/>
              <p14:nvPr/>
            </p14:nvContentPartPr>
            <p14:xfrm>
              <a:off x="943200" y="3324960"/>
              <a:ext cx="3088440" cy="2486160"/>
            </p14:xfrm>
          </p:contentPart>
        </mc:Choice>
        <mc:Fallback>
          <p:pic>
            <p:nvPicPr>
              <p:cNvPr id="5" name="Ink 4">
                <a:extLst>
                  <a:ext uri="{FF2B5EF4-FFF2-40B4-BE49-F238E27FC236}">
                    <a16:creationId xmlns:a16="http://schemas.microsoft.com/office/drawing/2014/main" id="{CCD2ED46-5989-506E-6E99-E1BAA56DC7FD}"/>
                  </a:ext>
                </a:extLst>
              </p:cNvPr>
              <p:cNvPicPr/>
              <p:nvPr/>
            </p:nvPicPr>
            <p:blipFill>
              <a:blip r:embed="rId5"/>
              <a:stretch>
                <a:fillRect/>
              </a:stretch>
            </p:blipFill>
            <p:spPr>
              <a:xfrm>
                <a:off x="933840" y="3315600"/>
                <a:ext cx="3107160" cy="2504880"/>
              </a:xfrm>
              <a:prstGeom prst="rect">
                <a:avLst/>
              </a:prstGeom>
            </p:spPr>
          </p:pic>
        </mc:Fallback>
      </mc:AlternateContent>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E8A57A6-DD01-C503-6391-F01F78504BE6}"/>
                  </a:ext>
                </a:extLst>
              </p14:cNvPr>
              <p14:cNvContentPartPr/>
              <p14:nvPr/>
            </p14:nvContentPartPr>
            <p14:xfrm>
              <a:off x="1075320" y="2210400"/>
              <a:ext cx="8944560" cy="1531080"/>
            </p14:xfrm>
          </p:contentPart>
        </mc:Choice>
        <mc:Fallback>
          <p:pic>
            <p:nvPicPr>
              <p:cNvPr id="4" name="Ink 3">
                <a:extLst>
                  <a:ext uri="{FF2B5EF4-FFF2-40B4-BE49-F238E27FC236}">
                    <a16:creationId xmlns:a16="http://schemas.microsoft.com/office/drawing/2014/main" id="{2E8A57A6-DD01-C503-6391-F01F78504BE6}"/>
                  </a:ext>
                </a:extLst>
              </p:cNvPr>
              <p:cNvPicPr/>
              <p:nvPr/>
            </p:nvPicPr>
            <p:blipFill>
              <a:blip r:embed="rId3"/>
              <a:stretch>
                <a:fillRect/>
              </a:stretch>
            </p:blipFill>
            <p:spPr>
              <a:xfrm>
                <a:off x="1065960" y="2201040"/>
                <a:ext cx="8963280" cy="1549800"/>
              </a:xfrm>
              <a:prstGeom prst="rect">
                <a:avLst/>
              </a:prstGeom>
            </p:spPr>
          </p:pic>
        </mc:Fallback>
      </mc:AlternateContent>
    </p:spTree>
    <p:extLst>
      <p:ext uri="{BB962C8B-B14F-4D97-AF65-F5344CB8AC3E}">
        <p14:creationId xmlns:p14="http://schemas.microsoft.com/office/powerpoint/2010/main" val="1839093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52C1-CD3E-29E8-5215-FE5C0E07CA22}"/>
              </a:ext>
            </a:extLst>
          </p:cNvPr>
          <p:cNvSpPr>
            <a:spLocks noGrp="1"/>
          </p:cNvSpPr>
          <p:nvPr>
            <p:ph type="title"/>
          </p:nvPr>
        </p:nvSpPr>
        <p:spPr/>
        <p:txBody>
          <a:bodyPr/>
          <a:lstStyle/>
          <a:p>
            <a:r>
              <a:rPr lang="en-US" dirty="0"/>
              <a:t>Reasons to Use Parallelism</a:t>
            </a:r>
          </a:p>
        </p:txBody>
      </p:sp>
      <p:sp>
        <p:nvSpPr>
          <p:cNvPr id="3" name="Content Placeholder 2">
            <a:extLst>
              <a:ext uri="{FF2B5EF4-FFF2-40B4-BE49-F238E27FC236}">
                <a16:creationId xmlns:a16="http://schemas.microsoft.com/office/drawing/2014/main" id="{DCE331E2-E08A-5144-2D84-B5041D4C0090}"/>
              </a:ext>
            </a:extLst>
          </p:cNvPr>
          <p:cNvSpPr>
            <a:spLocks noGrp="1"/>
          </p:cNvSpPr>
          <p:nvPr>
            <p:ph idx="1"/>
          </p:nvPr>
        </p:nvSpPr>
        <p:spPr/>
        <p:txBody>
          <a:bodyPr/>
          <a:lstStyle/>
          <a:p>
            <a:r>
              <a:rPr lang="en-US" dirty="0"/>
              <a:t>Code Responsiveness:</a:t>
            </a:r>
          </a:p>
          <a:p>
            <a:pPr lvl="1"/>
            <a:r>
              <a:rPr lang="en-US" dirty="0"/>
              <a:t>While doing an expensive computation, you don’t what your interface to freeze</a:t>
            </a:r>
          </a:p>
          <a:p>
            <a:r>
              <a:rPr lang="en-US" dirty="0"/>
              <a:t>Processor Utilization:</a:t>
            </a:r>
          </a:p>
          <a:p>
            <a:pPr lvl="1"/>
            <a:r>
              <a:rPr lang="en-US" dirty="0"/>
              <a:t>If one thread is waiting on a deep-hierarchy memory access you can still use that processor time</a:t>
            </a:r>
          </a:p>
          <a:p>
            <a:r>
              <a:rPr lang="en-US" dirty="0"/>
              <a:t>Failure Isolation:</a:t>
            </a:r>
          </a:p>
          <a:p>
            <a:pPr lvl="1"/>
            <a:r>
              <a:rPr lang="en-US" dirty="0"/>
              <a:t>If one portion of your code fails, it will only crash that one portion.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9303183-9ECD-EEB5-DAEA-A20557FE2242}"/>
                  </a:ext>
                </a:extLst>
              </p14:cNvPr>
              <p14:cNvContentPartPr/>
              <p14:nvPr/>
            </p14:nvContentPartPr>
            <p14:xfrm>
              <a:off x="1029240" y="2207520"/>
              <a:ext cx="9156600" cy="2657880"/>
            </p14:xfrm>
          </p:contentPart>
        </mc:Choice>
        <mc:Fallback>
          <p:pic>
            <p:nvPicPr>
              <p:cNvPr id="4" name="Ink 3">
                <a:extLst>
                  <a:ext uri="{FF2B5EF4-FFF2-40B4-BE49-F238E27FC236}">
                    <a16:creationId xmlns:a16="http://schemas.microsoft.com/office/drawing/2014/main" id="{19303183-9ECD-EEB5-DAEA-A20557FE2242}"/>
                  </a:ext>
                </a:extLst>
              </p:cNvPr>
              <p:cNvPicPr/>
              <p:nvPr/>
            </p:nvPicPr>
            <p:blipFill>
              <a:blip r:embed="rId3"/>
              <a:stretch>
                <a:fillRect/>
              </a:stretch>
            </p:blipFill>
            <p:spPr>
              <a:xfrm>
                <a:off x="1019880" y="2198160"/>
                <a:ext cx="9175320" cy="2676600"/>
              </a:xfrm>
              <a:prstGeom prst="rect">
                <a:avLst/>
              </a:prstGeom>
            </p:spPr>
          </p:pic>
        </mc:Fallback>
      </mc:AlternateContent>
    </p:spTree>
    <p:extLst>
      <p:ext uri="{BB962C8B-B14F-4D97-AF65-F5344CB8AC3E}">
        <p14:creationId xmlns:p14="http://schemas.microsoft.com/office/powerpoint/2010/main" val="310408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F11BE0D-0FA8-E35C-9AC8-02AD754BEC1D}"/>
                  </a:ext>
                </a:extLst>
              </p14:cNvPr>
              <p14:cNvContentPartPr/>
              <p14:nvPr/>
            </p14:nvContentPartPr>
            <p14:xfrm>
              <a:off x="620640" y="2041920"/>
              <a:ext cx="5675400" cy="2826360"/>
            </p14:xfrm>
          </p:contentPart>
        </mc:Choice>
        <mc:Fallback>
          <p:pic>
            <p:nvPicPr>
              <p:cNvPr id="4" name="Ink 3">
                <a:extLst>
                  <a:ext uri="{FF2B5EF4-FFF2-40B4-BE49-F238E27FC236}">
                    <a16:creationId xmlns:a16="http://schemas.microsoft.com/office/drawing/2014/main" id="{3F11BE0D-0FA8-E35C-9AC8-02AD754BEC1D}"/>
                  </a:ext>
                </a:extLst>
              </p:cNvPr>
              <p:cNvPicPr/>
              <p:nvPr/>
            </p:nvPicPr>
            <p:blipFill>
              <a:blip r:embed="rId3"/>
              <a:stretch>
                <a:fillRect/>
              </a:stretch>
            </p:blipFill>
            <p:spPr>
              <a:xfrm>
                <a:off x="611280" y="2032560"/>
                <a:ext cx="5694120" cy="2845080"/>
              </a:xfrm>
              <a:prstGeom prst="rect">
                <a:avLst/>
              </a:prstGeom>
            </p:spPr>
          </p:pic>
        </mc:Fallback>
      </mc:AlternateContent>
    </p:spTree>
    <p:extLst>
      <p:ext uri="{BB962C8B-B14F-4D97-AF65-F5344CB8AC3E}">
        <p14:creationId xmlns:p14="http://schemas.microsoft.com/office/powerpoint/2010/main" val="379149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0C91F0C-F86B-8C7B-4A65-3E8CDCBA8B0A}"/>
                  </a:ext>
                </a:extLst>
              </p14:cNvPr>
              <p14:cNvContentPartPr/>
              <p14:nvPr/>
            </p14:nvContentPartPr>
            <p14:xfrm>
              <a:off x="1229040" y="2152440"/>
              <a:ext cx="7983000" cy="3003840"/>
            </p14:xfrm>
          </p:contentPart>
        </mc:Choice>
        <mc:Fallback>
          <p:pic>
            <p:nvPicPr>
              <p:cNvPr id="4" name="Ink 3">
                <a:extLst>
                  <a:ext uri="{FF2B5EF4-FFF2-40B4-BE49-F238E27FC236}">
                    <a16:creationId xmlns:a16="http://schemas.microsoft.com/office/drawing/2014/main" id="{D0C91F0C-F86B-8C7B-4A65-3E8CDCBA8B0A}"/>
                  </a:ext>
                </a:extLst>
              </p:cNvPr>
              <p:cNvPicPr/>
              <p:nvPr/>
            </p:nvPicPr>
            <p:blipFill>
              <a:blip r:embed="rId3"/>
              <a:stretch>
                <a:fillRect/>
              </a:stretch>
            </p:blipFill>
            <p:spPr>
              <a:xfrm>
                <a:off x="1219680" y="2143080"/>
                <a:ext cx="8001720" cy="3022560"/>
              </a:xfrm>
              <a:prstGeom prst="rect">
                <a:avLst/>
              </a:prstGeom>
            </p:spPr>
          </p:pic>
        </mc:Fallback>
      </mc:AlternateContent>
    </p:spTree>
    <p:extLst>
      <p:ext uri="{BB962C8B-B14F-4D97-AF65-F5344CB8AC3E}">
        <p14:creationId xmlns:p14="http://schemas.microsoft.com/office/powerpoint/2010/main" val="1839542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EF845FC-BB10-4E88-9B12-B62A44B6D1F5}"/>
                  </a:ext>
                </a:extLst>
              </p14:cNvPr>
              <p14:cNvContentPartPr/>
              <p14:nvPr/>
            </p14:nvContentPartPr>
            <p14:xfrm>
              <a:off x="1573200" y="2277720"/>
              <a:ext cx="7052040" cy="2048760"/>
            </p14:xfrm>
          </p:contentPart>
        </mc:Choice>
        <mc:Fallback>
          <p:pic>
            <p:nvPicPr>
              <p:cNvPr id="4" name="Ink 3">
                <a:extLst>
                  <a:ext uri="{FF2B5EF4-FFF2-40B4-BE49-F238E27FC236}">
                    <a16:creationId xmlns:a16="http://schemas.microsoft.com/office/drawing/2014/main" id="{AEF845FC-BB10-4E88-9B12-B62A44B6D1F5}"/>
                  </a:ext>
                </a:extLst>
              </p:cNvPr>
              <p:cNvPicPr/>
              <p:nvPr/>
            </p:nvPicPr>
            <p:blipFill>
              <a:blip r:embed="rId3"/>
              <a:stretch>
                <a:fillRect/>
              </a:stretch>
            </p:blipFill>
            <p:spPr>
              <a:xfrm>
                <a:off x="1563840" y="2268360"/>
                <a:ext cx="7070760" cy="2067480"/>
              </a:xfrm>
              <a:prstGeom prst="rect">
                <a:avLst/>
              </a:prstGeom>
            </p:spPr>
          </p:pic>
        </mc:Fallback>
      </mc:AlternateContent>
    </p:spTree>
    <p:extLst>
      <p:ext uri="{BB962C8B-B14F-4D97-AF65-F5344CB8AC3E}">
        <p14:creationId xmlns:p14="http://schemas.microsoft.com/office/powerpoint/2010/main" val="3849426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9561F57-D78C-08C6-D4D2-0BF5A0E2E266}"/>
                  </a:ext>
                </a:extLst>
              </p14:cNvPr>
              <p14:cNvContentPartPr/>
              <p14:nvPr/>
            </p14:nvContentPartPr>
            <p14:xfrm>
              <a:off x="2384280" y="2789280"/>
              <a:ext cx="5546520" cy="1815840"/>
            </p14:xfrm>
          </p:contentPart>
        </mc:Choice>
        <mc:Fallback>
          <p:pic>
            <p:nvPicPr>
              <p:cNvPr id="4" name="Ink 3">
                <a:extLst>
                  <a:ext uri="{FF2B5EF4-FFF2-40B4-BE49-F238E27FC236}">
                    <a16:creationId xmlns:a16="http://schemas.microsoft.com/office/drawing/2014/main" id="{A9561F57-D78C-08C6-D4D2-0BF5A0E2E266}"/>
                  </a:ext>
                </a:extLst>
              </p:cNvPr>
              <p:cNvPicPr/>
              <p:nvPr/>
            </p:nvPicPr>
            <p:blipFill>
              <a:blip r:embed="rId3"/>
              <a:stretch>
                <a:fillRect/>
              </a:stretch>
            </p:blipFill>
            <p:spPr>
              <a:xfrm>
                <a:off x="2374920" y="2779920"/>
                <a:ext cx="5565240" cy="1834560"/>
              </a:xfrm>
              <a:prstGeom prst="rect">
                <a:avLst/>
              </a:prstGeom>
            </p:spPr>
          </p:pic>
        </mc:Fallback>
      </mc:AlternateContent>
    </p:spTree>
    <p:extLst>
      <p:ext uri="{BB962C8B-B14F-4D97-AF65-F5344CB8AC3E}">
        <p14:creationId xmlns:p14="http://schemas.microsoft.com/office/powerpoint/2010/main" val="1470352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E01E26E6-6065-3AA6-4B88-3B0CEB819032}"/>
                  </a:ext>
                </a:extLst>
              </p14:cNvPr>
              <p14:cNvContentPartPr/>
              <p14:nvPr/>
            </p14:nvContentPartPr>
            <p14:xfrm>
              <a:off x="1631520" y="4794480"/>
              <a:ext cx="934560" cy="1414800"/>
            </p14:xfrm>
          </p:contentPart>
        </mc:Choice>
        <mc:Fallback>
          <p:pic>
            <p:nvPicPr>
              <p:cNvPr id="7" name="Ink 6">
                <a:extLst>
                  <a:ext uri="{FF2B5EF4-FFF2-40B4-BE49-F238E27FC236}">
                    <a16:creationId xmlns:a16="http://schemas.microsoft.com/office/drawing/2014/main" id="{E01E26E6-6065-3AA6-4B88-3B0CEB819032}"/>
                  </a:ext>
                </a:extLst>
              </p:cNvPr>
              <p:cNvPicPr/>
              <p:nvPr/>
            </p:nvPicPr>
            <p:blipFill>
              <a:blip r:embed="rId4"/>
              <a:stretch>
                <a:fillRect/>
              </a:stretch>
            </p:blipFill>
            <p:spPr>
              <a:xfrm>
                <a:off x="1622160" y="4785120"/>
                <a:ext cx="953280" cy="1433520"/>
              </a:xfrm>
              <a:prstGeom prst="rect">
                <a:avLst/>
              </a:prstGeom>
            </p:spPr>
          </p:pic>
        </mc:Fallback>
      </mc:AlternateContent>
    </p:spTree>
    <p:extLst>
      <p:ext uri="{BB962C8B-B14F-4D97-AF65-F5344CB8AC3E}">
        <p14:creationId xmlns:p14="http://schemas.microsoft.com/office/powerpoint/2010/main" val="3566284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221A08B-E2FA-1688-EA15-7A8E7AC6BE97}"/>
                  </a:ext>
                </a:extLst>
              </p14:cNvPr>
              <p14:cNvContentPartPr/>
              <p14:nvPr/>
            </p14:nvContentPartPr>
            <p14:xfrm>
              <a:off x="838800" y="1050120"/>
              <a:ext cx="7008840" cy="2489400"/>
            </p14:xfrm>
          </p:contentPart>
        </mc:Choice>
        <mc:Fallback>
          <p:pic>
            <p:nvPicPr>
              <p:cNvPr id="4" name="Ink 3">
                <a:extLst>
                  <a:ext uri="{FF2B5EF4-FFF2-40B4-BE49-F238E27FC236}">
                    <a16:creationId xmlns:a16="http://schemas.microsoft.com/office/drawing/2014/main" id="{4221A08B-E2FA-1688-EA15-7A8E7AC6BE97}"/>
                  </a:ext>
                </a:extLst>
              </p:cNvPr>
              <p:cNvPicPr/>
              <p:nvPr/>
            </p:nvPicPr>
            <p:blipFill>
              <a:blip r:embed="rId3"/>
              <a:stretch>
                <a:fillRect/>
              </a:stretch>
            </p:blipFill>
            <p:spPr>
              <a:xfrm>
                <a:off x="829440" y="1040760"/>
                <a:ext cx="7027560" cy="2508120"/>
              </a:xfrm>
              <a:prstGeom prst="rect">
                <a:avLst/>
              </a:prstGeom>
            </p:spPr>
          </p:pic>
        </mc:Fallback>
      </mc:AlternateContent>
    </p:spTree>
    <p:extLst>
      <p:ext uri="{BB962C8B-B14F-4D97-AF65-F5344CB8AC3E}">
        <p14:creationId xmlns:p14="http://schemas.microsoft.com/office/powerpoint/2010/main" val="362613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DAB57E6-29A3-1CCF-674D-1FBA95ABCF1C}"/>
                  </a:ext>
                </a:extLst>
              </p14:cNvPr>
              <p14:cNvContentPartPr/>
              <p14:nvPr/>
            </p14:nvContentPartPr>
            <p14:xfrm>
              <a:off x="1139760" y="1261440"/>
              <a:ext cx="8072280" cy="3254760"/>
            </p14:xfrm>
          </p:contentPart>
        </mc:Choice>
        <mc:Fallback>
          <p:pic>
            <p:nvPicPr>
              <p:cNvPr id="4" name="Ink 3">
                <a:extLst>
                  <a:ext uri="{FF2B5EF4-FFF2-40B4-BE49-F238E27FC236}">
                    <a16:creationId xmlns:a16="http://schemas.microsoft.com/office/drawing/2014/main" id="{8DAB57E6-29A3-1CCF-674D-1FBA95ABCF1C}"/>
                  </a:ext>
                </a:extLst>
              </p:cNvPr>
              <p:cNvPicPr/>
              <p:nvPr/>
            </p:nvPicPr>
            <p:blipFill>
              <a:blip r:embed="rId3"/>
              <a:stretch>
                <a:fillRect/>
              </a:stretch>
            </p:blipFill>
            <p:spPr>
              <a:xfrm>
                <a:off x="1130400" y="1252080"/>
                <a:ext cx="8091000" cy="3273480"/>
              </a:xfrm>
              <a:prstGeom prst="rect">
                <a:avLst/>
              </a:prstGeom>
            </p:spPr>
          </p:pic>
        </mc:Fallback>
      </mc:AlternateContent>
    </p:spTree>
    <p:extLst>
      <p:ext uri="{BB962C8B-B14F-4D97-AF65-F5344CB8AC3E}">
        <p14:creationId xmlns:p14="http://schemas.microsoft.com/office/powerpoint/2010/main" val="2450249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ED7-CE8D-08E7-3A2C-A5E2C165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9B864-65B4-F908-B095-EEFAE90E3661}"/>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972CBCF-1586-7DAA-3495-896A5082D083}"/>
              </a:ext>
            </a:extLst>
          </p:cNvPr>
          <p:cNvSpPr>
            <a:spLocks noGrp="1"/>
          </p:cNvSpPr>
          <p:nvPr>
            <p:ph idx="1"/>
          </p:nvPr>
        </p:nvSpPr>
        <p:spPr/>
        <p:txBody>
          <a:bodyPr>
            <a:normAutofit lnSpcReduction="10000"/>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pPr lvl="1"/>
            <a:r>
              <a:rPr lang="en-US" dirty="0"/>
              <a:t>Fine-grained, since inserts and finds can happen in parallel when there is no collision</a:t>
            </a:r>
          </a:p>
          <a:p>
            <a:r>
              <a:rPr lang="en-US" dirty="0"/>
              <a:t>Which makes rehashing easier?</a:t>
            </a:r>
          </a:p>
          <a:p>
            <a:pPr lvl="1"/>
            <a:r>
              <a:rPr lang="en-US" dirty="0"/>
              <a:t>Course-grained, as with fine-grained you would need to acquire ALL of the locks</a:t>
            </a:r>
          </a:p>
          <a:p>
            <a:r>
              <a:rPr lang="en-US" dirty="0"/>
              <a:t>What happens if you want to have a size field?</a:t>
            </a:r>
          </a:p>
          <a:p>
            <a:pPr lvl="1"/>
            <a:r>
              <a:rPr lang="en-US" dirty="0"/>
              <a:t>For fine-grained, every insert would need to update the size, so there’s risk of a data race</a:t>
            </a:r>
          </a:p>
        </p:txBody>
      </p:sp>
    </p:spTree>
    <p:extLst>
      <p:ext uri="{BB962C8B-B14F-4D97-AF65-F5344CB8AC3E}">
        <p14:creationId xmlns:p14="http://schemas.microsoft.com/office/powerpoint/2010/main" val="3382530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9AFD5DA-F0DD-0D23-90F6-768874F8C8AF}"/>
                  </a:ext>
                </a:extLst>
              </p14:cNvPr>
              <p14:cNvContentPartPr/>
              <p14:nvPr/>
            </p14:nvContentPartPr>
            <p14:xfrm>
              <a:off x="1471680" y="955080"/>
              <a:ext cx="8130600" cy="4700160"/>
            </p14:xfrm>
          </p:contentPart>
        </mc:Choice>
        <mc:Fallback>
          <p:pic>
            <p:nvPicPr>
              <p:cNvPr id="4" name="Ink 3">
                <a:extLst>
                  <a:ext uri="{FF2B5EF4-FFF2-40B4-BE49-F238E27FC236}">
                    <a16:creationId xmlns:a16="http://schemas.microsoft.com/office/drawing/2014/main" id="{C9AFD5DA-F0DD-0D23-90F6-768874F8C8AF}"/>
                  </a:ext>
                </a:extLst>
              </p:cNvPr>
              <p:cNvPicPr/>
              <p:nvPr/>
            </p:nvPicPr>
            <p:blipFill>
              <a:blip r:embed="rId3"/>
              <a:stretch>
                <a:fillRect/>
              </a:stretch>
            </p:blipFill>
            <p:spPr>
              <a:xfrm>
                <a:off x="1462320" y="945720"/>
                <a:ext cx="8149320" cy="4718880"/>
              </a:xfrm>
              <a:prstGeom prst="rect">
                <a:avLst/>
              </a:prstGeom>
            </p:spPr>
          </p:pic>
        </mc:Fallback>
      </mc:AlternateContent>
    </p:spTree>
    <p:extLst>
      <p:ext uri="{BB962C8B-B14F-4D97-AF65-F5344CB8AC3E}">
        <p14:creationId xmlns:p14="http://schemas.microsoft.com/office/powerpoint/2010/main" val="405651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32669</TotalTime>
  <Words>1692</Words>
  <Application>Microsoft Office PowerPoint</Application>
  <PresentationFormat>Widescreen</PresentationFormat>
  <Paragraphs>193</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Cambria Math</vt:lpstr>
      <vt:lpstr>Calibri Light</vt:lpstr>
      <vt:lpstr>Office Theme</vt:lpstr>
      <vt:lpstr>CSE 332 Winter 2026 Lecture 22: Amdahl’s Law and Wisdom</vt:lpstr>
      <vt:lpstr>Work and Span</vt:lpstr>
      <vt:lpstr>Work Law</vt:lpstr>
      <vt:lpstr>Asymptotically Optimal T_P</vt:lpstr>
      <vt:lpstr>More Vocab</vt:lpstr>
      <vt:lpstr>And now for some bad news…</vt:lpstr>
      <vt:lpstr>Amdahl’s Law (mostly bad news)</vt:lpstr>
      <vt:lpstr>Amdahl’s Law Example</vt:lpstr>
      <vt:lpstr>Conclusion</vt:lpstr>
      <vt:lpstr>Parallel Code Conventional Wisdom</vt:lpstr>
      <vt:lpstr>Reasons to Use Parallelism</vt:lpstr>
      <vt:lpstr>Memory Categories</vt:lpstr>
      <vt:lpstr>Thread Local Memory</vt:lpstr>
      <vt:lpstr>Immutable Objects</vt:lpstr>
      <vt:lpstr>Shared and Mutable Objects</vt:lpstr>
      <vt:lpstr>Consistent Locking</vt:lpstr>
      <vt:lpstr>Lock Granularity</vt:lpstr>
      <vt:lpstr>Example: Separate Chaining Hashtable</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324</cp:revision>
  <dcterms:created xsi:type="dcterms:W3CDTF">2023-10-13T16:06:42Z</dcterms:created>
  <dcterms:modified xsi:type="dcterms:W3CDTF">2026-03-02T21:34:21Z</dcterms:modified>
</cp:coreProperties>
</file>