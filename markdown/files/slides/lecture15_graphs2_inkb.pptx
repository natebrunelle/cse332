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0"/>
  </p:notesMasterIdLst>
  <p:sldIdLst>
    <p:sldId id="257" r:id="rId2"/>
    <p:sldId id="753" r:id="rId3"/>
    <p:sldId id="830" r:id="rId4"/>
    <p:sldId id="829" r:id="rId5"/>
    <p:sldId id="846" r:id="rId6"/>
    <p:sldId id="850" r:id="rId7"/>
    <p:sldId id="756" r:id="rId8"/>
    <p:sldId id="757" r:id="rId9"/>
    <p:sldId id="847" r:id="rId10"/>
    <p:sldId id="848" r:id="rId11"/>
    <p:sldId id="849" r:id="rId12"/>
    <p:sldId id="851" r:id="rId13"/>
    <p:sldId id="831" r:id="rId14"/>
    <p:sldId id="832" r:id="rId15"/>
    <p:sldId id="754" r:id="rId16"/>
    <p:sldId id="755" r:id="rId17"/>
    <p:sldId id="888" r:id="rId18"/>
    <p:sldId id="835" r:id="rId19"/>
    <p:sldId id="852" r:id="rId20"/>
    <p:sldId id="799" r:id="rId21"/>
    <p:sldId id="853" r:id="rId22"/>
    <p:sldId id="892" r:id="rId23"/>
    <p:sldId id="854" r:id="rId24"/>
    <p:sldId id="893" r:id="rId25"/>
    <p:sldId id="894" r:id="rId26"/>
    <p:sldId id="839" r:id="rId27"/>
    <p:sldId id="840" r:id="rId28"/>
    <p:sldId id="857" r:id="rId29"/>
    <p:sldId id="843" r:id="rId30"/>
    <p:sldId id="895" r:id="rId31"/>
    <p:sldId id="844" r:id="rId32"/>
    <p:sldId id="872" r:id="rId33"/>
    <p:sldId id="858" r:id="rId34"/>
    <p:sldId id="896" r:id="rId35"/>
    <p:sldId id="877" r:id="rId36"/>
    <p:sldId id="879" r:id="rId37"/>
    <p:sldId id="880" r:id="rId38"/>
    <p:sldId id="897" r:id="rId39"/>
  </p:sldIdLst>
  <p:sldSz cx="12192000" cy="6858000"/>
  <p:notesSz cx="6858000" cy="9144000"/>
  <p:embeddedFontLst>
    <p:embeddedFont>
      <p:font typeface="Cambria Math" panose="02040503050406030204" pitchFamily="18" charset="0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font" Target="fonts/font1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37:51.1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21500 9874 0,'0'0'0,"0"0"0</inkml:trace>
  <inkml:trace contextRef="#ctx0" brushRef="#br0" timeOffset="4563.96">22080 4218 0,'0'0'0,"0"0"0,0 0 15,0 0-15,0 0 16,0 0-1,0 0-15,0 0 16,0 0-16,0 0 16,0 0-1,0 0-15,0-8 16,0-9 0,0-17-16,17-17 15,0 0-15,26-9 31,8-8-31,0-17 16,17-17 0,26-9-16,0 9 15,9 9-15,8-9 16,-9 8-16,26-16 31,17-1-31,-8 1 16,-9 7-1,8 10-15,18-9 0,-26 8 16,-9 26 0,9 9-1,0 25 1,-8 0-16,16 8 16,1 18-16,-9 8 15,-8 0-15,-18-9 31,9 1-31,-60 8 16</inkml:trace>
  <inkml:trace contextRef="#ctx0" brushRef="#br0" timeOffset="29456.13">2313 9202 0,'0'0'0,"0"0"0,0 0 16,0 0-16,-9 0 15,-8 0 1,-34 8-16,-17 1 16,-43-1-1,9 18 1,33 8-16,-33 8 15,-18 26 1,1 17-16,8-8 16,17 0-1,9-1-15,-1 18 16,9 16-16,9-8 16,26-8-1,33-18 1,9 9-16,43 9 15,25 8 1,-25-34-16,16 0 0,27 0 31,-9-8-31,-18-18 16,-8 1-16,-8-9 16,-17 0-1,-26 0 1,-26 25-16,-25 18 15,-26-9 1,17-17-16,35-9 16,-18-8-1,9-8-15,17-9 16,8-9 0,9 1-16,9 8 15,42 8 1,69 9-16,16 9 15,-42 0 1,-17-1-16,17 18 16,-52 8-1,-33 42-15,-52 77 16,-68 60 0,-8-17-16,25-52 15,26-16 1,59-18-16,103 1 15,128-18 1,77-67-16,76-35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38:37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9175 3240 0,'0'0'0,"0"0"16,0 0-16,0 0 15,0 17 1,-8 0-16,-1 17 16,-8 17-16,-9 0 15,9 9 1,0-18 0,9-8-1,8 9-15,17-1 16,25 1-1,35-9-15,51-9 16,51-16-16,35-9 16,8-9-16,17-8 15,17-8 1,17-9 0,43 0-16,25 0 15,-25 17-15,102 8 16,-8 26-1,-60 9-15,59 16 16,-42 1 0,-17 8-1,26 17-15,-43 0 16,-60-8-16,-34-1 16,-34-8-1,-77-8 1,-60-18-16,-34-16 15,-17-1 1,-8-8-16,-9 0 16,0 0-1,-9-8 1,-8-52-16,0-59 16,43-102-1,50-128-15</inkml:trace>
  <inkml:trace contextRef="#ctx0" brushRef="#br0" timeOffset="10998.74">1741 15359 0,'0'0'0,"0"0"0,-8 0 15,-1 9-15,-17 8 16,1 25-1,-1 18-15,-16 8 0,16 25 32,17 26-32,-16 0 15,25-17 1,0-34-16,25-8 16,-7 16-1,7-16-15,9 0 16,9-9-1,0-9-15,33-8 16,1-8 0,34-18-16,17-16 15,34-18 1,26 1-16,26-18 16,7-8-1,10 0-15,8 0 16,17 0-1,17 0-15,0 17 16,17 0 0,18 8-16,-1 35 15,9 16-15,8 1 16,-8-1 0,-26 1-1,0-1-15,0 1 16,-17-18-16,-8 10 15,8-10 1,-17-8 0,-17 0-16,-8 0 15,-9 17 1,-43 0-16,-17 0 16,-34 9-16,-17-9 15,-9 8 1,-33-8-1,-27-8-15,-16-1 16,-18-8-16,1-8 16,-1-18-1,1-50-15,-9-103 16,-9-34 0,-25-101-1</inkml:trace>
  <inkml:trace contextRef="#ctx0" brushRef="#br0" timeOffset="51745.73">10950 15844 0,'0'0'0,"0"17"0,9 25 0,-18 222 0,9-170 0,0-18 0,9-16 15,-9-18 1,17-8-16,0-8 16,0-9-1,9-9-15,8-8 16,26-17 0,25-8-16,0-18 15,9 1 1,34-18-16,9 9 15,8 17 1,17 0-16,43 0 16,0 17-1,0 8-15,16 18 16,10 8 0,8 0-16,-26 0 15,9 9 1,0 8-1,17 0-15,26 0 0,-1-9 32,18-8-32,-18-8 15,1-1 1,-43 1-16,17-18 16,-43 1-1,-17-1-15,1-16 16,-35-9-1,-43 8-15,-8 9 16,-17-8 0,-17 8-16,-18-9 15,-16 0 1,8-16-16,-8-35 16,-9 26-1</inkml:trace>
  <inkml:trace contextRef="#ctx0" brushRef="#br0" timeOffset="73438.99">11283 8709 0,'-8'0'0,"-1"17"0,-16 25 0,-10 26 15,1 0 1,9 9-16,-27 8 15,-16 42 1,-17 43 0,-1 1-16,-7-18 15,7 42-15,1 9 16,-9 26 0,9 17-16,8 33 15,26-8 1,16-8-16,18-9 15,26-25 1,8 16-16,9-33 16,8-9-1,8 9-15,-7-9 16,16 17 0,17-68-16,9-42 15,25 8 1,1-34-16,16-26 15,43-33 1,-17-35-16,-42-33 16,8-18-1,34-59-15,26-85 16,-26-34 0,-9-34-16,9-43 15,-34-8 1,-25-26-16,-35 1 15,-51 33 1,-17-51-16,-17 43 16,-18 59-1,-24 1-15,-18 8 16,-26 16 0,1 35-1,16 26-15,-16 25 16,-9 25-16,8 35 15,1 42 1,-18 42-16,-153 43 16</inkml:trace>
  <inkml:trace contextRef="#ctx0" brushRef="#br0" timeOffset="80306.85">19963 15784 0,'0'0'0,"0"0"0,0 9 0,0 16 16,0 18-16,0 8 16,-8 17-1,-1-9 1,-16 1-1,-1-1-15,9 1 16,0-9 0,17-8-16,8-1 15,26 1-15,26-9 16,17-9-16,51-8 31,51-8-31,-25-18 16,34 1-16,51-18 15,59 1 1,18 8-16,34 8 16,9 1-16,-86 8 15,102 0 1,-25 8 0,-25 9-16,-10 17 15,-42 9 1,-17 8-16,-8 0 15,-60-17 1,-43 0 0,0-9-16,-43 1 15,-33-9 1,-35-9-16,-9 1 16,-16-9-1,-1-9-15,-16-16 16,-9-26-1,-51-43-15,-18-8 16,44 51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42:47.0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5377 6821 0,'-9'-9'0,"-25"1"16,-17-1-16,-43 9 15,-42 9-15,-18 42 16,-85 59-16,-8 52 15,50-1 1,52 9 0,51 1-16,43 7 15,34-16 1,43-35-16,59-16 16,52-35-1,33-33-15,52-43 16,9-60-1,-10-25-15,1-42 16,-51-26 0,-60 8-16,-26-17 15,-42 1 1,-34 33 0,-44 18-16,-16 25 15,-8 25 1,-18 18-16,43 25 15</inkml:trace>
  <inkml:trace contextRef="#ctx0" brushRef="#br0" timeOffset="445.25">8791 5332 0,'0'0'0,"0"0"0,0 0 0,-9-8 15,-33-1 1,-86 9-16,-111 34 16,-43 34-1,0 26 1,18 33-16,68 1 15,76-17-15,52-18 16,51 9 0,42 0-16,78-8 15,76-52 1,94-84-16,-8-52 16,-52-8-1,-34-25 1,-59 8-16,-60-1 15,-43 18-15,-43 17 16,-93 0 0,-155 60-1,-67 84-15,-17 43 16</inkml:trace>
  <inkml:trace contextRef="#ctx0" brushRef="#br0" timeOffset="853.74">7161 9448 0,'0'0'0,"0"9"16,-17 33-16,-43 27 15,-85 24 1,-60 18 0,-51 25-16,34 0 15,68-34 1,52-17-16,51-17 16,42 8-1,52 1-15,111-17 16,85-52-16,59-76 31,-25-9-31,-68-25 16,-25-25-16,-87-1 15,-50 1 1,-51-35 0,-61-16-16,-76 16 15,-85 26 1,-103 8-16</inkml:trace>
  <inkml:trace contextRef="#ctx0" brushRef="#br0" timeOffset="1382.86">5471 6736 0,'-17'0'0,"-51"0"0,-86 8 16,-34 18 0,0 16-16,-34 18 15,1 25 1,-10 34-16,9 42 15,34 43 1,9 60-16,60-17 16,59-9-1,60-26-15,60-76 16,76-25 0,61-17-16,50-60 15,60-51 1,1-51-16,-10-77 15,-50-42 1,-26-34-16,-34-26 16,-52 9-1,-68 0-15,-59 8 16,-52 18 0,-76 33-16,-43 43 15,-52 51 1,-119 17-16</inkml:trace>
  <inkml:trace contextRef="#ctx0" brushRef="#br0" timeOffset="1870.42">7528 4720 0,'-43'42'0,"-153"180"0,-35 92 15,95-33-15,68-26 16,59-34 0,52 0-16,42-59 15,77-26-15,77-25 16,60-86-1,-9-67-15,-8-52 16,-1-85 0,-67-25-1,-61 9 1,-59-26-16,-60 25 16,-51 34-16,-94 18 15,-153 33 1,-112 26-16</inkml:trace>
  <inkml:trace contextRef="#ctx0" brushRef="#br0" timeOffset="2348.94">7468 8598 0,'-26'0'0,"-102"0"15,-119 43-15,-60 67 16,-35 60 0,-16 68-16,16 51 15,61-8-15,93-51 16,86-26 0,85 8-16,110 1 15,95-51 1,111-60-1,136-51-15,-42-60 16,-86-76-16,43-119 16,-77 0-1,-94-9 1,-34-8-16,-76 9 16,-61-44-1,-76 52-15,-60-93 16</inkml:trace>
  <inkml:trace contextRef="#ctx0" brushRef="#br0" timeOffset="2931.57">5386 5536 0,'-18'0'0,"-101"26"0,-103 59 16,17 43-16,-17 42 0,-17 34 31,-17 59-31,34 35 16,52-9-1,33 26-15,35 51 0,25-18 31,60-25-31,42-33 16,95-52 0,51-60-16,59-84 15,103-69-15,42-101 16,10-94 0,-70-34-1,-50-52-15,-18-84 16,-59 17-1,-77-9-15,-85 1 0,-95 25 32,-101 42-32,-103 43 15,-205 68 1,68 76-16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43:25.9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15585 2611 0,'-9'0'16,"1"17"-16,-26 25 0,-26 52 0,-25 85 15,-1 25-15,35 25 16,8-16 0,26-111-1,0-51-15,9-9 16,8-7-16,0-1 31,0-9-31,0 1 16,17-9-16,8-9 15,61-8 1,59-17 0,17-8-16,43-9 0,42-35 15,-8 1 1,17 0-16,-17 17 31,17 9-31,43-1 16,25 1-1,60 16-15,9 26 16,-43 0 0,34 26-16,17 33 15,-25 9 1,-1-8-16,-50-1 16,-44-8-1,-33-8-15,-43-9 16,-9-8-1,0-26 1,-17 0-16,1-26 0,-35-8 16,-51 8-1,-9-8 1,-25 0-16,-18 0 0,-7-8 31,-10-1-31,-16-25 16,-9-34-1,0-34-15,25-153 0</inkml:trace>
  <inkml:trace contextRef="#ctx0" brushRef="#br0" timeOffset="32458.8">8526 4337 0,'0'0'0,"0"0"0,0 0 0,0 0 16,-8 0-1,-9-8-15,-17 8 16,-35 0-16,-33 17 15,-18 0 1,-8 17 0,0 17-16,-8 17 0,16 8 15,9 9 1,18 0 0,16 9-16,0 8 15,34-17 1,18-17-1,25 0-15,8-8 16,18 8-16,34 0 16,25 17-1,26-9 1,8 1-16,-8-9 16,-34-8-1,-26-9-15,-25-9 16,-18 1-16,-25-1 15,-17 9 1,-17-8-16,-9-18 16,1 1-1,7-9 1,-7-9-16,-1-16 0,9-1 16,8 1-1,9-1 1,17 1-16,0 8 15,8 0 1,1 0-16,-1 0 16,1 0-1,-1 25 1,0 35-16,1 33 16,-18 52-1,-25 25-15,8 9 16,9-1-1,26-33-15,8-35 16,25-8 0,35 9-16,68-26 15,60-26 1,102-42-16,-17-25 16,-25-9-1,119-26-15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44:16.7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23915 7629 0,'-9'-9'15,"-16"-17"-15,-18-8 0,0 0 0,-16 9 16,-27-1 0,10 9-16,-35 26 31,-77 25-31,9 25 15,-9 35 1,-43 42-16,61 0 16,59-8-16,-17 33 15,25 18-15,35-18 32,51-7-32,51 16 15,34-34 1,18-34-16,101-9 0,27-25 31,67-42-31,1-26 16,-43-26-1,-8-25-15,-78-42 16,26-60-16,-25-17 16,-52-9-16,-42-34 15,-43-8 1,-51 17-1,-43 34 1,-25 43-16,-60 33 0,-77 51 16,-43 86-1,-8 76-15,-94 111 32,25-9-32</inkml:trace>
  <inkml:trace contextRef="#ctx0" brushRef="#br0" timeOffset="650.04">20714 9253 0,'0'-9'0,"-17"1"0,-25-18 16,-35 1-16,-26 8 16,-33 17-1,-18 42-15,-42 35 16,17 25-1,8 51-15,9 60 16,34 25 0,25 17-16,61-8 15,76-26 1,60 8-16,17-42 16,-9-68-1,52-25 1,16-26-16,-59-51 15,9-43-15,50-84 16,10-77 0,-52-68-1,-51-43-15,-43 9 16,-34-9 0,-69 18-16,-84 7 15,-69-24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44:31.8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9576 3070 0,'0'0'0,"0"0"0,0 26 0,9 42 16,-1 25-1,-8 9-15,-17 17 16,-8 17 0,-18 0-16,0-16 15,9-27 1,9-25-1,16-17-15,9-8 16,26-18-16,42-16 16,111-26-1,77-43-15,51-25 16,26-8 0,0 25-1,34 16 1,17 10-16,-25 25 15,-9 25-15,0 18 16,-43-1 0,-43 10-16,-8-1 15,-51 0 1,-17-9-16,-17 1 16,-52-9-16,-42-9 15,-26 1 1,-25-9-1,-9 0-15,-9-9 16,1-25-16,-26-25 16,-9-61-1,-8-58-15,-26-137 16</inkml:trace>
  <inkml:trace contextRef="#ctx0" brushRef="#br0" timeOffset="34464.96">7169 9380 0,'0'0'16,"0"0"-16,0 9 0,-264 221 0,136-145 0,59 0 0,-33 85 16,8-17-16,60-26 15,51 94 1,34-42 0,-8-85-16,170 59 15,-8-34-15,34-60 16,0-33-1,-77-86-15,94-25 16,-85-8 0,-9-94-1,43-35-15,-34-7 16,-69-9 0,-68 25-1,-34 18-15,-59 41 16,-95 44-1,-162 42-15,-94 119 16,-8 187-16,94 17 16</inkml:trace>
  <inkml:trace contextRef="#ctx0" brushRef="#br0" timeOffset="35026.82">4080 10724 0,'-26'9'0,"-102"42"0,-119 93 15,16 69 1,35 67-1,42-24-15,86-18 16,59 8-16,112-76 16,76 26-1,103 0-15,51-52 16,-69-84 0,86-69-16,-60-50 15,-68-94 1,17-17-16,-94-35 15,-8-67-15,-60-34 32,-94-51-32,-103 34 15,-102 8-15,-119 35 16,-197 84 0,120 111-16</inkml:trace>
  <inkml:trace contextRef="#ctx0" brushRef="#br0" timeOffset="46556.6">24154 12110 0,'0'0'0,"-9"0"0,-8 0 16,-8 0-1,-1 0-15,0 0 16,1 0 0,-35 17-16,-34 17 15,-17 26 1,-8 33-16,-1 35 15,1 34-15,8 25 16,17 42 0,26-16-16,42-68 15,26-1 1,43 18-16,25-35 16,-8-42-1,-18-42 1,44-18-16,76-33 15,9-69 1,16-59-16,18-34 16,-43-8-16,-51-10 15,-42-7-15,-27-1 16,-33 26 0,-35 34-1,-59 34 1,-69 34-16,-136 59 15,-26 60-15,-17 26 16</inkml:trace>
  <inkml:trace contextRef="#ctx0" brushRef="#br0" timeOffset="47165.53">26134 10154 0,'-9'0'0,"-33"9"0,-69 33 16,-26 43-16,9 17 16,34 18-1,18 7-15,24-16 16,35 16 0,43 9-16,-1-34 15,44-17 1,67-8-16,9-35 15,-25-50 1,51-60-16,42-68 16,-59-9-1,-35-33-15,1-43 16,-44-26 0,-50-8-16,-86 17 15,-110 17 1,-146 25-16,-34 26 15</inkml:trace>
  <inkml:trace contextRef="#ctx0" brushRef="#br0" timeOffset="50948.14">18572 16218 0,'0'0'0,"-8"0"0,-1 0 16,-17-8-16,1-1 15,-1 0 1,1-8-16,7 9 16,1 8-1,17 0-15,0 0 16,17 0 0,43 17-16,68 26 15,34 16 1,60 35-1,17-1-15,-8-33 16,8-35-16,0-25 16,8-42-1,-8-26-15,17-9 16,0 1 0,-8 8-16,25-26 15,-26-25 1,-42 0-16,-25 0 15,-27-9 1,-33-16-16,-35-1 16,-34 9-1,-17-17-15,-17 0 16,-25 34 0,-18 8-16,-8-42 15,9-17 1,7 8-16,18-59 15,18 9-15,7 8 16,9-26 0,9 17-1,17-8-15,-1 17 16,27 26 0,25-27-16,8 27 15,1 33 1,-9 26-16,-9 9 15,-8 42-15,-17 17 16,0 17 0,-1 17-16,35 0 15,26 17 1,-1 17-16,35 17 16,34 0-1,-9 8 1,-8 9-16,-17-8 15,-18 16 1,10 1-16,33-9 16,0-9-16,9-8 15,8-8 1,1-26 0,25-26-16,-26-8 15,-17-34 1,-25-8-16,-34-18 15,-9-50 1,-9-35-16,26-42 16,-8-34-1,-9-26-15,8-34 16,27-16 0,-1 42-16,-17-1 15,26 10 1,-1 25-16,9-26 15,18-34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46:36.3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20979 5315 0,'0'0'15,"0"0"-15,0 0 0,0 0 16,0 9 0,-9 42-16,-8 25 15,-17 35-15,0-1 16,8-24-1,1-18-15,8-9 16,0 1 0,0-18-16,17-16 15,8-1 1,18 1 0,16-1-16,35-16 15,26-18 1,25-16-16,34-9 15,0 0 1,-8 0-16,8 0 16,8 0-1,10 8-15,33 18 16,18-9 0,8 17-16,-9 17 15,-8 8 1,8 26-16,1 0 15,-18 9 1,1-1-16,-35-8 16,-26-8-1,-25-18-15,-25 1 16,-35-18 0,-25 1-16,-18-18 15,1 1 1,-17-1-16,-1-16 15,1-18 1,-1-16-16,-8-18 16,0-16-16,9-18 15,-1 52 1</inkml:trace>
  <inkml:trace contextRef="#ctx0" brushRef="#br0" timeOffset="25862.72">4165 6685 0,'0'0'0,"0"0"0,0 0 16,0 8 0,17 9-16,0 26 0,9 8 31,-1 8-15,-16 18-16,-1 8 15,-16 0 1,-9-9-16,8-16 15,9-1 1,0-16-16,0-9 16,17-9-1,26-16-15,42-1 16,35-8 0,16-8-16,-8-1 15,1 9 1,24 9-16,9 8 15,9 8 1,0 1-16,16 8 16,1-9-1,-17 1-15,17 8 16,34-17 0,0 0-1,25-8-15,-8-9 16,9 0-16,-1-17 15,-8-1 1,-9 1-16,-33 17 16,-9 0-1,-35 0-15,-42 0 16,-34 9 0,-34-1-16,-18 1 15,-16-9 1,-1 0-16,-16-9 15,-1-8-15,-25-34 16,-9-34 0,1-25-16,25-18 15,17 60 1</inkml:trace>
  <inkml:trace contextRef="#ctx0" brushRef="#br0" timeOffset="58350.1">17889 6565 0,'-8'0'0,"-9"-8"0,-17-1 0,-18-8 16,-33 0-1,17 0 1,16 9-16,-59 8 16,-68-9-16,43 1 15,50 8 1,-25 8 0,-68 9-16,26 0 15,59 9 1,-9-1-16,9 1 15,18-18-15,24 1 16,18-18 0,17 1-1,0-1-15,17-16 16,0-18 0,9-8-16,-1 17 15,1 0 1,-1 9-16,-8 8 15,0 8 1,0 1-16,-8-1 16,-9 1-16,-43-1 15,-8 1 1,25 16-16,-8 18 16,-9 16-1,34 1 1,18-1-16,25 9 15,68 26-15,86 8 16,-26-17 0,0-25-16,154 25 15</inkml:trace>
  <inkml:trace contextRef="#ctx0" brushRef="#br0" timeOffset="69814.86">4481 8453 0,'0'0'15,"0"0"1,0 0-16,8 17 16,1 9-16,-1-1 15,1 9 1,-9-8-1,0 0-15,0-9 16,0-9 0,0 1-16,0-1 15,9-8 1,16 9-16,18-9 16,34-9-1,25-8-15,26-8 16,26-1-1,25-17-15,26 9 16,8 9 0,-25-1-16,-9 26 15,17 0 1,-50 9-16,-1 8 16,17 0-1,0-9-15,-25 1 16,-35-1-1,9 9-15,-17-8 16,-17-1 0,-1 1-16,-16-1 15,-17-16 1,-9-1-16,-8 1 16,-1-26-1,1-17-15,8-26 16,0-16-1,0-9-15,-17 51 16</inkml:trace>
  <inkml:trace contextRef="#ctx0" brushRef="#br0" timeOffset="83607.63">11599 7816 0,'0'0'0,"0"0"16,-9 0-16,9 8 15,-8-8-15,-1 0 16,1 9-1,-1 8-15,1 0 16,-9 8 0,0 9-16,8 9 15,1 8 1,-1 0-16,1 0 16,8 0-1,0-9-15,0 1 16,0-18-1,8 1 1,9-1-16,9-8 16,25-8-16,43-9 15,25-17 1,1-9 0,8 1-16,-26 16 15,-8 1-15,-9 8 16,-16 17-1,-10-9-15,-7 9 16,-18 0 0,-9 0-1,1-8-15,-17 8 16,-1-9 0,1 1-16,-9-9 15,0 0-15,-9-9 16,1-8-1,-9-25 1,8-60-16,9-34 16,17-17-1,34 8-15,-17 77 16</inkml:trace>
  <inkml:trace contextRef="#ctx0" brushRef="#br0" timeOffset="85938.28">12956 8292 0,'0'0'0,"0"0"0,0 0 0,0 0 16,0 0-16,0 0 15,0 0 1,0 0-16,0 0 15,0 0-15,0 0 16,0 0 0,0 17-1,0 8 1,0 18-16,-8 8 16,8 8-1,0 1-15,0-17 16,0-18-16,8 1 15,1-1 1,8-8 0,0 9-16,17-9 15,17 0 1,43-9-16,8-8 16,9-8-1,9-9-15,8-9 16,-9 1-16,18 8 15,-1 0 1,10 17-16,7 0 16,18 0-1,8 8-15,9 9 16,0 0 0,8-17-1,-17 9-15,-17-1 16,-17 1-1,-25-9-15,-9 8 16,-17-8 0,-17-8-16,-26 8 15,-17-9 1,-8 1-16,-9-1 16,0 1-1,0-26-15,-9-17 16,-8-35-16,-8-24 15,8 50 1</inkml:trace>
  <inkml:trace contextRef="#ctx0" brushRef="#br0" timeOffset="97927.59">4455 8862 0,'0'0'0,"0"0"0,0 17 0,0 8 16,0 9 0,9 17-16,-1 17 15,-8 26 1,0 16-16,0 1 15,0-18-15,0-24 16,9-27 0,-1 1-1,9-1-15,1-16 16,7-1 0,26 1-16,26-1 15,34-8-15,26-8 16,-18-9-1,-16 0 1,16-9-16,26-8 16,0-8-1,-17-1 1,17 1-16,0 8 16,-25-9-16,-9 9 15,-17-8 1,8-1-1,-8 9-15,-43 0 16,-17 9-16,-8-1 16,0 0-1,-18-16 1,1-1-16,-1 1 16,-16-1-16,-1-16 15,-8 16-15,17 18 16</inkml:trace>
  <inkml:trace contextRef="#ctx0" brushRef="#br0" timeOffset="98930.8">8228 9219 0,'0'0'0,"0"0"0,0 0 15,0 0-15,0 17 16,0 0 0,8 8-16,9 18 15,0 8 1,0 17-1,9 8-15,8-16 16,0-9 0,9-8-16,8-18 15,26 1 1,8-18-16,18-8 16,-1-17-1,18-8-15,16-9 0,9 0 16,9 0-1,17 0 1,16 17 0,-7-1-16,16 18 15,9 0-15,-17 0 16,-18-8 0,-16 8-1,-18 0-15,-33 0 16,-35 8-1,-8 1-15,-9 0 16,17 8 0,-8-9-16,-17 1 15,-18-1 1,1-8-16,-17 0 16,8-8-1,0-9-15,0-18 16,0-33-1,-9 26-15</inkml:trace>
  <inkml:trace contextRef="#ctx0" brushRef="#br0" timeOffset="100725.93">14868 9780 0,'17'0'0,"26"0"0,33 0 0,1 9 16,17-18-1,51-16 1,60-9-16,8 0 0,35 8 15,8 1 1,26 8 0,-9 8-1,0 18-15,0-1 16,-34 1 0,-34-1-16,-43-8 15,-25 9 1,-44-9-16,-41 0 15,-18 0-15,-26 0 16,1 0 0,-1 0-16,-16 0 15,-18-9 1,-76 1 0,-77-1-16,-18 9 15,-16 0 1,-18-8-16,-8-1 15,1 1-15,-10 8 16,26 0 0,43 8-16,-17 9 15,16-8 1,61-1-16,33-8 16,44-8-1,8 8-15,17 0 16,8 0-1,9 0-15,0-9 16,26 1 0,33-18-1,61 9-15,42 0 16,34 9-16,18 8 16,-9 0-1,8 8 1,0 1-16,-8-1 15,-17 9-15,-9-8 16,-17-1 0,-17 1-16,-34-9 15,-25 8-15,-27-8 16,-24 0 0,-10 0-16,-16 0 31,-1 0-31,1 0 15,-9 0 1,0 0-16,-9 0 16,-42-17-16,-60-8 15,-51-1 1,-51 9 0,-26 0-16,-9 0 0,1 17 31,-18 8-31,26-8 0,68 18 15,-25-10 1,8 1 0,52-9-16,25 8 15,8 1 1,18-9-16,42 0 16,18 0-1,8 0 1,17 0-16,8 0 15,52 8 1,42 1-16,60-1 16,43 1-16,17-9 15,9 17 1,-9-9 0,17 9-16,-9 0 15,9 0 1,-17 9-16,-51-9 0,-9 8 15,-26-8 1,-50-8 0,-52-1-16</inkml:trace>
  <inkml:trace contextRef="#ctx0" brushRef="#br0" timeOffset="112085.76">20142 8054 0,'0'0'0,"-8"-9"0,-1 1 0,1-1 15,-18-8 1,1 0 0,-1 0-16,0 0 15,1 0 1,-26 17-16,-26 0 16,0 26-16,-34 50 15,-43 43 1,-8 34-16,34 9 15,51-9 1,26 26-16,9-1 16,16-25-1,17-8 1,18-9-16,25-17 16,86-17-1,42-17-15,77-34 16,25-34-16,-33-34 15,42-51 1,-77-25-16,-25-44 16,-9-33-1,-60-17 1,-50-25-16,-69-52 16,-77-34-16,-68 9 15,-95 9 1,-84 33-16,-77 85 15,-94 103 1,111 59-16</inkml:trace>
  <inkml:trace contextRef="#ctx0" brushRef="#br0" timeOffset="124460.13">20714 6591 0,'0'0'0,"0"0"16,0 0-16,0 0 15,0-9 1,0-8-16,0-17 16,0-8-1,0-1-15,0-8 16,0 17 0,0 0-16,0 9 15,0 8 1,0 0-16,0 17 15,0 0 1,0 0-16,0 0 16,0-9-16,0 9 15,0 0 1,17 0-16,60 9 16,77 16-1,-35 1 1,9 8-16,86 8 15,-61-16-15,-33 8 16,51 17 0,-1 17-1,-50 0-15,-35 9 16,17 25-16,-8-9 16,-42-25-1,-27 0-15,-25 9 16,-34 8-1,-17 17 1,8 8-16,9 1 16,8-26-1,9 0-15,17 0 16,9 0 0,16-17-16,35 0 15,26 0 1,16-8-16,-8-26 15,-43-17 1,-25-9 0,-1 1-16,-16-9 15,-1 0-15,1-9 16,-1 9 0,-16-8-1,-9-1-15,-9 9 0,9 0 16,-8 0-1,7 17 1,1 9-16,17 33 16,35 60-16,16 34 15,-9 1 1,-16 16-16,-17 17 16,-9-9-1,-43 1-15,-60-9 16,-50-17-1,-120 9-15,-69-69 32,-16-50-32</inkml:trace>
  <inkml:trace contextRef="#ctx0" brushRef="#br0" timeOffset="156456.92">7707 13480 0,'0'0'0,"0"0"0,-8-9 15,-1 1 1,-8-18-16,-17-16 15,-9-1 1,0 9-16,-8-9 16,-26 1-16,1 8 15,24 17-15,-16 25 32,-68 35-32,-44 33 15,52 1-15,34-17 16,-8 8-1,-26 59 1,26 1-16,33-26 0,1 8 31,25 43-31,52 18 16,34-52 0,67-9-16,18 1 15,77-26 1,17-43-16,-8-59 15,50-25 1,-85-1-16,9-25 16,34-59-1,-85-9-15,-43 8 16,-9-17 0,-25-8-16,-60 9 15,-34 25 1,-77 0-1,-77 8-15,-119 60 16,-43 68-16,0 43 16</inkml:trace>
  <inkml:trace contextRef="#ctx0" brushRef="#br0" timeOffset="157469.13">17343 13344 0,'0'0'0,"-9"0"0,-16 8 15,-26 9 1,-35 17 0,-25 26-16,-25 16 15,-43 26 1,16 9-1,52-9-15,0 8 16,9 9 0,25 26-16,35-9 15,42-8-15,51 25 0,43-17 32,85-17-17,51-43-15,69-50 16,-9-35-1,-17-59-15,-8-25 0,-35-18 32,-8-16-32,-51-9 0,-26 8 31,-42-8-31,-61-9 16,-59-8-16,-85-25 0,-86-18 31,-145 35-16,-153 50-15,-78 94 16,155 42 0</inkml:trace>
  <inkml:trace contextRef="#ctx0" brushRef="#br0" timeOffset="170281.05">18009 10707 0,'0'0'0,"0"0"0,-17 0 15,-26 0-15,-17 0 16,-34 17 0,-17 9-1,26 8-15,-9 25 16,-25 18-16,8 16 15,34-8-15,26 0 16,8 26 0,34 34-1,35-1 1,34-16-16,25-9 16,9 8-1,51-8-15,51-25 0,43-26 31,26-34-31,17-34 16,-9-17 0,60-34-16,-18 0 15,-50-26 1,-17-25-16,-44 0 16,1-17-1,-68 9-15,-52 8 16,-42-9-1,-52-25-15,-93-26 16,-77-8-16,-129 9 16,-50 50-1,-69 69 1,-93 50-16,-35 86 16,154 8-1</inkml:trace>
  <inkml:trace contextRef="#ctx0" brushRef="#br0" timeOffset="172102.13">3900 11575 0,'0'0'0,"0"0"0,0 0 16,0 0-1,0 0-15,0 0 16,-8 17 0,-1 17-16,1 17 15,-9 0 1,0 0 0,0-9-16,17-8 15,0 0 1,8 0-16,9-8 15,-8-9 1,16-9-16,44-16 16,42-1-1,8-8-15,-16-8 16,16-1 0,18 1-16,16-1 15,-25 9 1,0 17-16,34 17 15,1-8 1,-18-9-16,8 8 16,27 1-1,-27-9-15,1 8 16,25 9 0,-34-8-16,0-1 15,52 1 1,-27-1-16,27-8 15,24 0 1,-41 0-16,-10 0 16,35 0-1,-26-8-15,-8 8 16,17 0 0,-34 0-16,8 8 15,34-8 1,-42 0-16,-18 9 15,1 8 1,-9-9-16,-9 1 16,-42-1-1,-34 1-15,-9-9 16,-8 8 0,-18-8-16,1 0 15,-1 0-15,9-8 16,0-9-1,0-17 1,-8-34-16,-1-26 16,1-25-16,-9 60 15</inkml:trace>
  <inkml:trace contextRef="#ctx0" brushRef="#br0" timeOffset="175439.77">18290 12544 0,'0'0'0,"0"0"0,-8-8 31,-1-1-31,1-8 0,-18-8 15,-8-18 1,-9 1-16,1-10 31,8 18-31,-1 9 16,-7 8 0,-1 17-16,0 0 15,-25 17 1,0 17-16,-9 17 0,0 0 15,0 26 1,9 16 0,8 26-16,9 0 15,17-8-15,17 8 32,8-9-32,18 1 15,34-17 1,33-1-16,44-16 15,34 8 1,25-17-16,51-26 16,9-25-1,26-17-15,-1-25 16,1-26 0,0 0-16,-35 8 15,-17-16 1,-42-1-16,-17-16 15,-26-10 1,-51 1-16,-26 0 16,-26-8-1,-33-18-15,-60-25 16,-61-8 0,-67 16-16,-51 35 15,-35 33-15,-34 43 16,-68 42-1,9 52 1,-1 8-16</inkml:trace>
  <inkml:trace contextRef="#ctx0" brushRef="#br0" timeOffset="176877.95">3849 12459 0,'0'0'16,"0"0"-16,-8 17 16,-1 17-16,1 34 15,-9 17 1,8 17-16,9-17 15,0-8 1,17 16-16,0-8 16,9-8-1,-1-1-15,10-16 16,-1-17 0,8-1-1,10-16-15,-1-1 16,17-16-16,9-1 15,17-16 1,17-9-16,17-9 16,17-16-1,8 8 1,1-1-16,8 10 16,-8 8-1,0 8-15,42 9 16,-25 0-1,8 17-15,26 9 16,-26-9 0,0 0-16,34 0 15,-8 0 1,-8-8-16,-1-1 16,9 1-16,17 8 15,-43-9 1,0 1-1,9 8-15,-26 0 16,-8 0 0,-9 0-16,-17 0 15,-17 0 1,-34 0-16,-18-9 16,1 1-1,-9-1-15,-25 1 16,-1-1-16,-16-8 15,0-8 1,8-1-16,8-42 31,35-127-31,25-163 16</inkml:trace>
  <inkml:trace contextRef="#ctx0" brushRef="#br0" timeOffset="-169856.01">27098 11379 0,'0'0'0,"0"0"0,-8 0 0,-1 17 0,-16 17 16,-1 0-16,9 9 15,0-1 1,9-16 0,8-1-16,0-8 15,0-8 1,0-1 0,0 9-16,8-8 0</inkml:trace>
  <inkml:trace contextRef="#ctx0" brushRef="#br0" timeOffset="-169064.29">27397 10495 0,'0'0'0,"9"0"0,25 0 16,0 17 0,-8 17-16,-9 25 15,-17 26 1,-34 43-1,-18 33-15,-7-8 16,7-34-16,1 26 16,17 34-1,8-52 1,9-50-16,17-9 16,0-9-1,0-16-15,9-18 0,8 1 16,9-9-1,16-9-15,18 1 16,17-18 0,0 1-16,-9-1 15,-17 1 1,34-18 0,18 9-16,33-8 15,27-9 1,7-9-16,52 1 15,-17-1 1,0 1 0,0 8-16,-26 17 0,17 17 15,-34 0 1,-42 17-16,-26 0 16,-9 8-1,-25-8 1,-17-8-16,-18-1 15,-8 1-15,-8-1 16,-1-8-16,1 0 16,-1-8-1,9-26 1,0-51-16,18-43 16,16-42-16,9-34 15,33-102 1</inkml:trace>
  <inkml:trace contextRef="#ctx0" brushRef="#br0" timeOffset="-161051">6085 1199 0,'0'0'0,"0"0"16,0 0-16,0 0 16,-8 0-16,-9-8 15,-26-1-15,-25 1 16,-17-26 0,-18 0-1,35 17-15,0 25 16,-52 18-1,1-1-15,8 18 16,8 16-16,43 52 16,52 8-1,68-26-15,59-8 16,69-8 0,76-43-1,-16-34-15,8-17 16,-43-26-1,-33-59-15,24-34 16,-84 34-16,-60 34 16,-35-25-1,-50-43 1,-78-1-16,-8 35 16,0 43-1,-25 8-15,-9 8 16,-145-8-1</inkml:trace>
  <inkml:trace contextRef="#ctx0" brushRef="#br0" timeOffset="-160802.52">7272 1191 0,'0'0'0,"0"8"0,8 18 15,35 8 1,34-9-16,17-8 16,17-8-1,85-26 1,-17 0-16,-34 0 15,26-9-15,136-8 16</inkml:trace>
  <inkml:trace contextRef="#ctx0" brushRef="#br0" timeOffset="-160292.59">9738 604 0,'-8'0'0,"-18"0"0,-34 8 16,-33 26-16,-44 26 15,-76 59-15,8 17 32,34-8-32,-8-9 15,34-17-15,59-17 16,69-9-16,43-8 15,76 0 1,86-17 0,60-25-1,-35-43-15,-25-43 16,8-33-16,-59-1 0,-52 1 16,-17-18 15,-34-8-31,-25 0 15,-26 25-15,-34 18 16,17 50 0</inkml:trace>
  <inkml:trace contextRef="#ctx0" brushRef="#br0" timeOffset="-159992.71">10011 1369 0,'9'0'0,"42"34"16,52 9-16,25-1 15,17-16-15,43-26 16,-43-26 0,25-25-16,155-59 15</inkml:trace>
  <inkml:trace contextRef="#ctx0" brushRef="#br0" timeOffset="-159498.33">12384 842 0,'-8'0'0,"-26"17"0,-52 25 16,-50 35-16,-52 25 15,0 17 1,17 9-16,9-1 15,51-25 1,43-25-16,25-9 16,43 0-16,60 8 15,77 1 1,93-34 0,1-43-16,-18-43 15,26-34 1,-68 1-16,-26-35 15,-34-16 1,-60 8-16,-43 17 16,-42-9-1,-68 9-15,-69 34 16,-136-43 0</inkml:trace>
  <inkml:trace contextRef="#ctx0" brushRef="#br0" timeOffset="-159153.7">12854 1607 0,'0'0'0,"0"0"16,0 0-16,25 0 16,44-8-16,59-9 15,85-9 1,-17-8-16,26-8 15,0-1 1,-17 1 0,42 8-16,86-17 0</inkml:trace>
  <inkml:trace contextRef="#ctx0" brushRef="#br0" timeOffset="-158672.97">14953 1157 0,'-17'17'0,"-34"17"0,-17 34 16,-18 34-16,1 8 15,42-33 1,35-35-16,16 1 16,26 16-16,9 1 15,51-9 1,68 0-16,-25-34 15,-52-26 1,26-16-16,-9-9 16,-25-9-1,-26-16 1,-16-18-16,-35 1 16,-26-18-1,-34 1-15,18 33 16,25 43-16</inkml:trace>
  <inkml:trace contextRef="#ctx0" brushRef="#br0" timeOffset="-158362.68">15841 1327 0,'0'0'0,"8"0"15,27 0-15,41-9 0,44 9 16,-18-8 15,43-1-31,86-8 0,-52 9 16,9-9-16,42 8 15,77 9 1</inkml:trace>
  <inkml:trace contextRef="#ctx0" brushRef="#br0" timeOffset="-157897.95">18333 1029 0,'-8'0'0,"-27"9"0,-33 16 16,-34 18-16,-26 25 16,-34 25-1,8 9-15,69-25 16,42-18-1,9 1-15,25-18 16,52 1 0,93 25-16,78-26 15,33-33 1,-42-26-16,-43-17 16,-8-26-1,-35-16-15,-42-9 16,-51 8-16,-52-16 15,-59-9 1,-9 8-16,68 69 16</inkml:trace>
  <inkml:trace contextRef="#ctx0" brushRef="#br0" timeOffset="-157645.37">19272 1539 0,'8'0'0,"69"0"0,26 9 16,33-26-16,43-9 15,-33 1-15,7-9 16,35-17-16,119-43 16</inkml:trace>
  <inkml:trace contextRef="#ctx0" brushRef="#br0" timeOffset="-157135.05">20834 978 0,'-9'0'0,"1"0"0,-26 17 16,-35 26-1,-16 16-15,-9 18 16,-8 8-1,16 0 1,44-9-16,25 9 16,42 0-1,61 9-15,24-9 16,61-9-16,60-7 16,-69-44-1,-26-33-15,18-27 16,-35-16-1,-25-17-15,-17-34 16,-51-17 0,-43-34-16,-69-25 15,-101-69 1</inkml:trace>
  <inkml:trace contextRef="#ctx0" brushRef="#br0" timeOffset="-156749.08">21790 1633 0,'0'0'0,"0"0"0,8 0 16,43-9-1,103-16-15,8 8 16,17-9-1,43 9 1,-34 17-16,0-8 16,-9-1-1,-34 9-15,-17-8 16,154-9-16</inkml:trace>
  <inkml:trace contextRef="#ctx0" brushRef="#br0" timeOffset="-156214.84">24555 859 0,'0'0'0,"0"0"0,-8 0 16,-1 25-16,-34-8 15,-42 43 1,-69 8 0,-8 9-16,17 8 15,26-9-15,42 9 0,26 9 32,68 16-32,68 35 15,120 8-15,42-34 16,-16-51-1,-1-34 1,-93-51 0,-43-25-16,8-35 15,-34-34-15,-51-59 16,-68-51 0,-94-25-1,-85-10-15,-52 1 16</inkml:trace>
  <inkml:trace contextRef="#ctx0" brushRef="#br0" timeOffset="-141880.61">5864 1735 0,'0'0'0,"-9"0"15,0 0 1,1 0-16,-1 8 16,1 1-1,-1 8-15,9 8 16,0 18-16,9 25 15,16 17 1,27-8 0,-10-18-16,-8-25 15,26 0-15,43-8 16,33-1 0,-16-16-1,-61-18-15,18-8 16,17-8-16,0-18 15,-9-8 1,-16 0-16,-18 0 16,-8 9-16,-9-1 31,-9 0-31,1 9 16,-1-8-1,1 8-15,-17 0 16,-1 17-1,-16 0 1,-44 17-16,-76 0 16,17 8-1,52 1-15,-18-1 0,0 1 16,34-1-16,18-8 31,8 0-31,17 0 0,0 0 16,0 0-1,17-8 1,17-1 0,26-16-16,8-1 15,9-16 1,8-1-16,0 9 16,-25 0-1,-26 17-15,-8 0 16,0 17-1,-1 9-15,9 16 16,17 26-16,9 17 16,9 0-1,16 0 1,-34-25-16</inkml:trace>
  <inkml:trace contextRef="#ctx0" brushRef="#br0" timeOffset="-139862.66">23812 2016 0,'0'0'0,"0"0"0,0 0 0,0 0 16,9 0-1,68 8 1,94-8-16,50 0 16,1 9-16,0-9 15,-42 17 1,-35 8-16,-43-8 31,-34 0-31,-16 9 16,-27-18-16,-16 1 15,-35 16 1,-93 18-16,-112-1 16,-33-8-1,42-17-15,51-8 16,51 8 0,52-9-16,43 1 15,16-1 1,26 1-16,94 33 15,85 35 1,35-1-16,-43-16 16,-43-1-1,-34 1-15,-52-9 16,-33-17 0,-43 9-1,-86 25-15,-84 25 16,-18-16-16,43-26 15,68-26 1,51 1-16,26 8 16,43 8-1,119 52-15,145 42 16,128 17 0,-34-17-16</inkml:trace>
  <inkml:trace contextRef="#ctx0" brushRef="#br0" timeOffset="-132224.39">28874 7909 0,'0'0'31,"0"0"-31,0 0 0,0 0 16,0 0-1,0 0-15,8 26 16,-33 50-1,-18 60-15,-17 43 16,-8 8 0,-9 9-16,9-18 15,17-42 1,17-59-16,16-26 16,1-17-1,9-9-15,8-16 16,0-1-1,0-16-15,-9-26 16,-16-51 0,8-17-16,0 17 15,-1 25 1,1 18-16,-8 8 16,-26 17-1,-35 8-15,1 9 16,25 9-1,26-1-15,17 1 16,17-1 0,26 18-16,67-1 15,172-8 1,42-25-16,-8-35 16,-34 1-16,-197 25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52:03.8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25178 5230 0,'0'0'0,"9"0"0,16 17 16,9 9-1,-8-1-15,0-16 16,-18-1 0,9 1-16,0-1 15,26 1 1,0-9-16,-18-9 16,1-8-1,25-17-15,34-17 16,-8 0-1,-34 17-15,-18 0 16,-7 9-16,-18-9 16,-26 0-1,-17 8 1,-34 9-16,-42 26 16,-26 25-1,25 25-15,61 1 16,16 25-1,9-9 1,17-16-16,8-9 16,26 0-1,60-9-15,34-8 0,-17-25 16,-17-18 0,-26 1-16</inkml:trace>
  <inkml:trace contextRef="#ctx0" brushRef="#br0" timeOffset="615.92">27201 4711 0,'0'0'0,"0"0"0,-9 34 16,-16 26-16,-1 8 15,-17 17 1,1 0-16,-9 9 16,8-9-1,17-26-15,9-16 16,0-1-1,17-16-15,0-9 16,0-9 0,0 1-1,0-9-15,-8-9 16,-9-25-16,-35-34 16,1 0-1,0 17-15,-26 9 16,-17 33-1,-25 26-15,16 17 16,44 26 0,16-1-1,17 1-15,43 8 16,120 8 0,179 60-16</inkml:trace>
  <inkml:trace contextRef="#ctx0" brushRef="#br0" timeOffset="2393.48">8373 7008 0,'0'0'0,"0"0"0,8 0 16,35 17-16,34 8 15,42-8 1,18-8-16,16 8 16,18-9-1,34-8 1,43 0-16,42 0 16,17 9-1,86-9-15,8-9 16</inkml:trace>
  <inkml:trace contextRef="#ctx0" brushRef="#br0" timeOffset="4514.99">22336 6599 0,'0'0'0,"0"0"16,0 0-16,0 0 0,0 0 15,0 9 1,0 8-16,0 17 16,0 26-16,-9 8 15,1 0 1,-9-9-1,8-8 1,9-8-16,0-9 16,17-9-1,43 9-15,85-8 0,0-9 32,17-26-32,52 9 15,-52 0-15,17 0 31,43 9-31,-34-1 16,25 1-16,-8-1 16,26 9-1,25 0-15,-86 9 0,-16-1 32,8 1-32,-42-1 15,-52-16 1,-34-1-16,-8 1 15,-18-9 1,1 0-16,-1-9 16,-16-8-1,-9-25-15,-9-26 16,0-17 0,9-26-16,17-33 15,26-146 1</inkml:trace>
  <inkml:trace contextRef="#ctx0" brushRef="#br0" timeOffset="17674.18">3918 4967 0,'0'0'0,"0"0"0,0 0 0,8 0 16,18 25 0,16 26-16,10 34 15,-10 26 1,-16 8-16,-1 68 15,-16 17 1,-18 26-16,1 33 16,8-50-16,17 25 15,-8-68 1,-1-85 0,-8-25-16,-8-9 15,-10-17 1,-16-17-16,0-9 15,17-8 1</inkml:trace>
  <inkml:trace contextRef="#ctx0" brushRef="#br0" timeOffset="17967.32">3713 6565 0,'0'0'0,"17"68"0,25 94 0,10-9 16,-1-8-1,9 25 1,8-34-16,-17-60 16,-17-33-16,0-1 15,-8-16 1,0-1-16,-1-16 15,18-26 1,34-85 0,59-94-16,43-76 15,1-34-15,7 0 16</inkml:trace>
  <inkml:trace contextRef="#ctx0" brushRef="#br0" timeOffset="60805.94">15448 11898 0,'0'0'0,"34"-9"0,52 1 0,42-18 16,42-8-1,18-25 1,34-1 0,26-8-16,33 0 0,27 26 15,50 25 1,26 25-1,-51 26-15,8 9 16,-16-1 0,-52 1-1,-34-18-15,-43-8 16,-42-25 0,-43-9-16,-26-9 15,-25-25 1,0-17-16,-26 26 15</inkml:trace>
  <inkml:trace contextRef="#ctx0" brushRef="#br0" timeOffset="61141.83">19946 10690 0,'0'0'0,"26"9"0,68 42 0,68 42 15,-17 9 1,0-8 0,0-1-16,-25 18 15,-27-9 1,-41-26-16,-27-24 16,-16-18-16,-18 0 15,-59 8 1,-69 9-1,-16 0-15,16-17 16,18-8-16,25-18 16,34 1-1,26-1-15,0 1 16,8-9 0,1 17-16,-35 17 15,17-9 1</inkml:trace>
  <inkml:trace contextRef="#ctx0" brushRef="#br0" timeOffset="61670.59">16242 11328 0,'-9'-9'0,"-16"1"0,-9-18 15,0 9-15,8 0 16,9 0-1,0 9-15,-17 8 16,-26 0 0,-25 17-16,8 25 15,-9 26 1,-16 18-16,17-1 16,-18 0-1,1 8-15,16 9 16,35-8-1,17-26-15,17-9 16,9-8 0,33 0-16,52 17 15,85 9 1,94-26-16,60-17 16,0-17-1,-43-26-15,-51 9 16,85 9-16</inkml:trace>
  <inkml:trace contextRef="#ctx0" brushRef="#br0" timeOffset="62573.15">24606 8241 0,'0'0'16,"0"-9"-16,-8 1 0,-9-18 16,-9-16-16,-25-9 15,-35-9 1,-67 1-16,-1-1 16,-8 35-1,-51 16-15,-1 35 16,1 42-1,8 51-15,34 17 16,35 8 0,25 43-16,51 9 15,43-9 1,51 9-16,52-9 16,50 9-1,69-1-15,0-67 16,51-43-1,17-34-15,-8-43 16,-1-50-16,-33-69 16,-18-42-1,-51-51 1,-42-43-16,-69-67 16,-77 8-1,-102-18-15,-136-7 16,-189 67-16,-204 77 15,-162 195 1,-69 163 0,453-61-16</inkml:trace>
  <inkml:trace contextRef="#ctx0" brushRef="#br0" timeOffset="86762.27">23121 15104 0,'0'0'0,"0"0"0,0 0 16,0 0-16,0 0 15,0 0-15,0 0 16,0 0-1,0 0-15,0 0 16,0-9 0,-8 1-1,-1-1-15,-17-16 16,-16-9 0,8 0-16,8 17 15,0 0-15,-8 0 16,-25 0-1,-18 0 1,-9 17-16,-16 0 16,8 17-1,-8 17-15,-18 25 16,-8 18 0,-8 25-16,25 34 0,25 26 15,10 42 1,24 8-1,52-25-15,26 1 16,17-27 0,42-50-1,86-18-15,42-42 16,52-34 0,-44-42-16,-7-52 15,8-42 1,-94 9-16,-60-1 15,-34-17 1,-17-16-16,-42-18 16,-52 1-1,-43-1-15,-8 35 16,0 42 0,-34 16-16,9 27 15,-138-1 1</inkml:trace>
  <inkml:trace contextRef="#ctx0" brushRef="#br0" timeOffset="87725.92">23411 15240 0,'0'0'0,"0"0"0,0 0 16,0 0-16,0 0 15,0 0 1,0 0-1,0 0-15,0 0 0,0 0 16,0 0 0,0 0-16,17 0 15,43-9 1,8-16 0,-8 8-16,0 0 15,0-17 1,-1-26-16,-16-33 15,-17-18 1,-1 9 0,-8-17-16,-8-34 15,-26 9-15,-9 24 16,-16 10-16,-10-1 16,1 9-1,0 9 1,0 16-1,17 26-15,8 17 16,9 17 0,8 0-16,1 9 0,-1 8 31</inkml:trace>
  <inkml:trace contextRef="#ctx0" brushRef="#br0" timeOffset="88091.38">23420 14755 0,'0'0'0,"0"0"15,0 0 1,0 0-16,-9-8 0,1-18 16,-9 1-1,-9-43 1,-17-60-1,9-16-15,9 33 16,8 0 0,0-33-16,17 8 15,0 42 1,0 35-16,17 16 16,-9 9-1,1 17-15,8 0 16,0 0-1,17 17-15,85 0 16,78 26 0,42 8-16,17-9 15,94 1 1</inkml:trace>
  <inkml:trace contextRef="#ctx0" brushRef="#br0" timeOffset="91324.35">23625 7807 0,'-34'26'0,"-60"76"0,-60 34 0,-25 8 16,34 1-1,34 8-15,8 0 16,27 0 0,33 0-16,34-8 15,43-1 1,52-8-16,42 1 16,60-35-1,42-51-15,26-43 16,-8-42-1,-35-25-15,-25-27 16,-18-41 0,-7-26-16,-27-17 15,-25-34 1,-43-9-16,-59-8 16,-69-26-1,-102 18-15,-120 8 16,-144 59-1,-146 128 1,-102 170-16,264-8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09T23:55:00.7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5505 5672 0,'0'0'0,"0"0"0,0 0 0,-8 17 0,-1 0 16,0 18 0,-8 7-1,0 9-15,0 9 16,0-1-1,0-16 1,9 8-16,8 0 16,0-9-16,0 1 15,17-18 1,25 9 0,27-8-16,33-18 15,43-16 1,26-18-16,8 1 15,-8-1 1,16-8-16,27 0 16,-35 9-1,-8-9-15,-9 17 16,-34 17-16,-9 8 16,1 1-1,-26 8 1,-26-9-16,-25 1 15,-18-1 1,-8-8-16,-8-8 16,0-1-1,-1-33-15,1-43 16,-18-43-16,1-42 16,-18-136-1</inkml:trace>
  <inkml:trace contextRef="#ctx0" brushRef="#br0" timeOffset="2275.48">10250 5885 0,'-8'0'0,"-1"17"0,-8 17 0,-8 17 16,-1 9 0,9-1-16,0 1 15,8-18 1,9 1-16,0-1 16,26 1-1,8-1-15,43-16 16,17-1-1,0-16-15,17-18 16,17 1 0,0-9-16,-9 8 15,1-8 1,25 9-16,0 8 16,-8 0-1,-27 8-15,1 1 16,9-1-1,-9-8-15,-34-8 16,-1-1 0,-7 1-16,-9-1 15,-9-8 1,-9 0-16,-16 0 16,0 9-1,-9-1-15,0 1 16,-9-1-1,1-8-15,-1 0 16,1-8 0,-1-1-16,9-16 15,1-1 1,-1 1-16,-9-1 16,9-16-1,-8-1-15,-9-33 16,0 42-1</inkml:trace>
  <inkml:trace contextRef="#ctx0" brushRef="#br0" timeOffset="6551.13">12726 6616 0,'0'0'16,"0"0"-16,-9-8 0,9-1 15,0-8 1,0-8-16,0-9 15,0-9-15,17 1 16,9-9 0,42 0-1,9 8-15,-17 26 0,42 0 16,77 17 0,-17 26-16,-68-1 15,-43 1 1,1 16-1,-10 1 1,-16 16-16,-17 18 0,-9 25 16,0 0-1,0-17 1,0-17-16,0-8 16,8-9-1,18-9 1,33 1-16,35-1 15,9-8-15,-44-25 16,-7-9 0,-1 8-1,0-8-15,-25 0 0,-1 0 16,-16 0 0,-9 0-16,-9 17 15,-16 26 1,-18 8-1,-8 8-15,17 1 16,17-9 0,25 8-1,26 44-15,9 16 16,17 17 0,8-17-16,-17 8 15,-51 18 1,-51-1-16,-128 27 15,-69-18-15,-42 8 16</inkml:trace>
  <inkml:trace contextRef="#ctx0" brushRef="#br0" timeOffset="22018.56">7801 3861 0,'0'0'0,"0"0"0,0 0 15,0 0 1,0 0-16,0 0 16,-9 0-1,1 17-15,-18 43 16,-8 67-1,-26 1-15,-16-1 16,-10 43 0,9-25-16,26-52 15,9-41 1,7-10-16,18-16 16,9-18-1,8 1-15,0-18 16,8-33-1,18-44-15,0-7 16,-9 33 0,-9 26-16,1 26 15,-26 42 1,-26 59-16,0 9 16,9 9-1,8 51-15,9-35 16,9-67-1,8-26-15,0-17 16,17-9 0,51-16-1,69-43-15,-18-9 0,1-16 16,59 8 0,120 0-1</inkml:trace>
  <inkml:trace contextRef="#ctx0" brushRef="#br0" timeOffset="22678.63">12060 4142 0,'0'0'0,"0"0"0,-9 17 16,1 68-1,-26 76 1,-35 60-16,-16-42 15,-17-34-15,16-35 16,52-67 0,17-26-16,17-34 15,26-26-15,50-76 32,27-94-32,-43 77 15,-35 94 1,-16 16-16,-9 9 15,-9 9-15,1 8 16,-26 34 0,-26 59-1,0 26-15,9-8 16,17 8 0,34 26-16,34-26 0,60-34 15,68-34 1,103-43-1,110-25-15</inkml:trace>
  <inkml:trace contextRef="#ctx0" brushRef="#br0" timeOffset="26564">3952 9908 0,'0'0'16,"0"0"-16,0 0 0,0 0 0,0 0 31,-9 8-31,-42 35 16,-51 33 0,-44 18-16,1-1 15,9-8-15,8 0 16,-9 1-1,26-18 1,43 0-16,0 8 16,8-16-1,26-18-15,0 1 16,17-1 0,8 1-16,9 8 15,17 0 1,0 17-16,9 0 15,8 0 1,34 8-16,9 9 16,-17-8-16,-9 0 15,-17-9 1,-17 17 0,-42 8-16,-52 35 15,-17 8 1,9-34-16,-1-26 15,26-25-15,18-17 16,8-17 0,17-8-1,-1-1-15,10 1 16,8-9-16,0 0 16,0 0-1,0 0-15,34 0 16,17 8-1,1 18-15,24 42 16,27 85 0,-35 43-16,-59 42 15,-52 25-15,-8 1 32,-1-17-32,-24-9 15,16-8 1,60-69-1,68-67-15,-8-52 16</inkml:trace>
  <inkml:trace contextRef="#ctx0" brushRef="#br0" timeOffset="116657.53">4455 10835 0,'0'0'0,"0"0"0,0 0 0,0 0 15,0 0 1,0 0 0,0 0-16,9 0 15,33 8-15,86 9 16,9 0 0,85-8-1,51-18-15,120 1 16,59-18-16,-94-8 15</inkml:trace>
  <inkml:trace contextRef="#ctx0" brushRef="#br0" timeOffset="131371.71">10088 10741 0,'0'0'0,"0"-8"0,17-1 0,0 9 16,1 0-16,-10 0 16,1 17-1,-1 0-15,1 0 16,-1 9-1,1 33-15,-1 18 16,1 25 0,8-17-16,0-17 15,9-17 1,-1-26-16,1 1 16,25-9-1,60 8-15,43-8 16,-26-17-1,8-8-15,95-1 16,-44-8-16,18 9 16,26-1-1,25 9-15,17-8 16,-60 8 0,60 8-16,-76-8 15,-10 9 1,35 8-1,-111-9-15,-25 1 16,25-1-16,-26-16 16,-17-1-1,-17-25 1,-8-25-16,-9-35 16,-17 35-1</inkml:trace>
  <inkml:trace contextRef="#ctx0" brushRef="#br0" timeOffset="135303.41">4242 12289 0,'0'0'0,"8"0"16,27-9-16,58-8 0,112-25 16,0-9-1,77 0-15,51 0 16,-26 25 0,171 9-1,42 43-15,1 33 16,-103-8-1</inkml:trace>
  <inkml:trace contextRef="#ctx0" brushRef="#br0" timeOffset="150012.31">4259 12706 0,'0'0'16,"0"0"-16,0 0 0,0 0 15,0 0 1,0 0-16,0 0 16,-9 0-16,1 17 15,-1 8 1,-8 35-16,9 33 15,-9 35 1,0 33 0,17-50-16,0-43 15,8-34 1,1-8-16,8-1 16,17-8-16,0-8 15,26-9 1,34-9-16,17-8 15,17-17 1,0-8-16,8-10 16,18 1-1,-9 0 1,-17 9-16,26-1 16,8 9-1,-17 17-15,26 0 16,8 17-16,-17 0 15,-34 0 1,-34 0 0,-17 9-16,-18-1 15,-16 1 1,-17-9-16,-9 0 0,-9 0 31,1-9-31,-1 1 16</inkml:trace>
  <inkml:trace contextRef="#ctx0" brushRef="#br0" timeOffset="166285.07">4327 13003 0,'0'0'0,"-8"0"0,-1 0 16,-8 0-16,0-8 15,-9-1 1,1 1-16,-9 8 15,-9 0 1,-8 8 0,8 1-16,17 8 15,1 0 1,-9 0-16,-9 0 16,-8 25-16,-26 18 15,0 25 1,9 9-1,0-1-15,-1 1 16,27 16 0,8-8-16,8 0 15,9 0-15,8 0 16,1 17 0,8 26-16,0-9 15,0-17 1,8 0-1,27 0-15,7-8 16,9-9 0,1-17-1,24 0-15,10-8 16,8 8-16,25 0 16,18-17-16,16 0 15,18-17 1,17 0-1,-26-9-15,26 9 16,25-8 0,-25-9-16,17-9 15,17 1-15,17-18 32,17-8-32,-17 0 15,8-8 1,-8-1-16,9 1 15,16-1-15,1 9 16,16-8-16,18 8 31,0 0-31,0 0 16,8 0 0,-8-9-16,16-8 15,35-8 1,-25 8-16,16 0 15,0-9 1,-16-8-16,16-8 16,-8 8-1,-17 0-15,0 8 16,-1 18-16,1 8 16,17 8-1,17 1-15,-17 8 16,-9 8-1,9 26 1,-34-8-16,-18-9 16,-7 8-16,16 9 15,8 0 1,-7-17 0,7 9-16,-7-1 15,7-16-15,1-1 16,8-16-1,1-9 1,-1 0-16,-8-9 16,-1 1-16,-8-1 15,-8-8 1,25 0 0,-25-8-16,0-1 15,-1-8 1,-8-8-16,-8 8 15,0-9 1,-9-8-16,-17 0 16,8-17-1,9 9-15,9-1 16,-1 1 0,9-9-16,-16 8 15,7-25 1,-16-17-16,-26 17 0,-9 8 15,0 9 1,-8 0 0,-34 0-16,-18-17 15,1-17 1,-26 9 0,-43 25-16,-25 0 15,0-17 1,-9-26-16,-34 17 15,-8 9-15,-18 0 16,-25-8-16,-17-18 31,-35-16-31,-16 16 16,8 35-16,-25-1 16,-69 0-1,-8 1 1,25 8-16,-42 0 15,8 8 1,-26 9 0,18 9-16,42 25 15,-59 0-15,-1 8 16,-25 1-16,9 8 16,25 0-1,-17 0-15,43 0 16,-26 0-1,8 0 1,-8 0-16,9 8 16,42 9-16,-51 0 15,0-8 1,60 8 0,-34-9-16,-9 1 15,52-9 1,-44 0-16,1 0 15,0 17 1,-26 0-16,0-9 0,-17 9 16,0-8-1,-26-1 1,18 1 0,16 8-1,1-9-15,17 1 16,-9 8-1,8 8-15,-16-8 16,8 9 0,17-9-16,-34 0 15,26 0-15,-9-9 16,0 1 0,43-9-16,-35 17 15,9-9 1,1 1-16,7-1 15,35 1 1,0-1-16,-9-8 16,1 0-1,33-8-15,-34-1 16,1 9 0,50 0-1,-25 0-15,-26 0 16,9 0-1,26-8-15,-27-1 16,1 9 0,34 0-16,-17 0 15,-26 0 1,18 0-16,33 0 16,1 0-16,-26 0 15,8 0 1,26 0-1,-8-8-15,-35-1 16,9 9-16,34 0 16,-8 0-1,-35 0 1,9 0-16,34 9 16,-9-9-1,-16 0-15,-9 8 16,25 1-16,9-9 15,-25-9 1,-18 9 0,18-8-16,8-1 15,-35 9 1,-7 0-16,42 0 16,0-8-1,-35-9-15,10 8 16,25-8-1,-43 0-15,0 9 16,18-18-16,-1 9 16,-8 0-1,-17 9 1,25-9-16,-25-9 16,-9 9-1,34 9 1,-42-1-16,-17 1 0,25 16 15,-8 9 1,-9 0 0,-17 0-16,17-8 15,34-18 1,-42 1-16,8-9 16,26 8-1,-17 1-15,-18 8 16,1 0-1,-120 17-15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01:00.8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7144 12986 0,'0'0'0,"0"0"0,0 0 0,0 0 16,0-8-1,0-1-15,0 1 16,-9-1-16,9 1 15,-8-1 1,-9 1 0,-9 8-16,-17 0 15,-16 17-15,-18 0 16,-9 25 0,10 1-1,16-1-15,0 9 16,9 9-1,0-9-15,17 0 16,-1 0 0,18 0-16,0 0 15,0 0 1,0 0-16,9 0 16,8 0-1,0 0-15,17-8 0,8-1 16,9 1-1,18-1 1,7 9 0,10-8-16,7-1 15,1 9 1,9-8-16,8-9 16,16-9-1,18 1-15,18-18 16,16-16-16,0 8 15,0-9-15,-8 1 16,8 8 0,-17 0-1,-17 0 1,9 0-16,8 0 0,8-9 16,1-16-1,17-18 1,8-8-1,-17-8 1,0 8-16,0 0 0,-8 0 16,-9 0-1,0 0 1,9 0-16,-9 8 16,0-8-1,-8 0-15,-27 9 16,-16 8-16,-25 0 15,-27 8 1,1 1 0,-17-1-16,-9 0 15,-9 1 1,-16-1-16,-26-16 16,-52-18-1,-50-16-15,-18-1 0,-51 18 31,0 8-31,35 17 16,-44 0 0,-8-9-16,26 18 15,-17-1 1,-1 1-16,-33 8 0,8 8 31,0 9-31,-17 9 16,-26 16-1,-25 26-15,-43 51 16,-85 60-16,-9 50 16,85-16-1</inkml:trace>
  <inkml:trace contextRef="#ctx0" brushRef="#br0" timeOffset="3889.08">4037 13743 0,'0'0'0,"0"0"0,0 0 0,0 0 16,17 17 0,0-8-1,0 8 1,9 0-16,8 0 0,0 0 15,17 8 1,1-16 0,-10-1-1,9 9-15,1 0 16,-10-8 0,1-1-16,-17 1 15,-1-1 1,-16-8-16,-1 0 15,-8 0-15,-8 0 16,-9 0 0,-43 0-16,-43 9 15,-7 8 1,-1 0 0,8 0-16,26 0 15,35-9 1,8 1-16,16-1 15,10-8-15,8 0 16,0-8 0,34-1-1,34-16-15,35-1 16,8 1 0,8 16-16,-8 1 15,-8 8-15,-35 0 16,-17 8-1,-8 1-15,-18-1 16,-8 1 0,-8-1-16</inkml:trace>
  <inkml:trace contextRef="#ctx0" brushRef="#br0" timeOffset="38650.71">7357 14509 0,'0'0'0,"0"0"0,0 0 0,0 0 0,0 0 0,0 0 0</inkml:trace>
  <inkml:trace contextRef="#ctx0" brushRef="#br0" timeOffset="39485.22">8945 13854 0,'-9'0'0,"-8"-9"15,-9-8-15,-8 17 16,-25 0 0,-10 0-16,-16 17 15,-18 9 1,1 8-16,0 25 15,-18 18 1,18 8-16,-18 8 16,9 10-16,34-1 15,35-9 1,8 1-16,17-18 16,17 1-16,0-18 31,34 9-31,60 9 15,42-18 1,26-16-16,35-1 16,-1-16-16,0-9 15,43 0 1,-17 0 0,17-9-16,-17 1 15,26-9 1,8-17-16,0 0 15,0-17 1,-26-17-16,18 17 16,-35 0-16,-34 0 15,-17-9 1,-42 9-16,-52-8 0,-8-9 31,-9-9-15,-17-16-16,-17-18 15,-34 9 1,-42-8-16,-61-18 16,-42-8-1,-51 8-15,-44 18 16,-7 25 0,-43 34-16,-18 8 15,-33 18 1,-52 33-16,-25 52 15,-69 59 1,-16-9-16,127-33 16</inkml:trace>
  <inkml:trace contextRef="#ctx0" brushRef="#br0" timeOffset="46393.53">12939 14883 0,'0'0'0,"-9"0"15,1-9 1,-9 1-16,-9-1 0,-16-16 31,-18-1-31,9 9 16,8 0 0,-8 0-16,-26 0 0,-17 9 31,-8 8-31,-1 0 15,26 0 1,1 8-16,-35 9 16,8-8-1,-8-1-15,9 1 16,-1 8 0,-8 0-16,0 0 15,-17 0 1,17 0-16,9 8 15,-17 9 1,8 9-16,8-18 16,18 9-1,17 0-15,-1 0 16,1 17 0,-9 9-16,0 25 15,9 9 1,0 25-16,0 17 15,16-9 1,18-16-16,17 8 16,9-17-1,33-26-15,35 10 16,42-27 0,9-8-16,26-8 15,25-18 1,9-8-16,8 0 15,26-8 1,-9-18-16,18-16 16,16-9-1,0 0-15,9-9 16,-42 9 0,-18-8-16,43-1 15,-43 9 1,-25 0-16,-18 8 15,-8-16 1,-34-1-16,-43 1 16,-8-9-1,-17-34-15,-18-43 16,-51 1-16,-33-18 16,-61-25-1,-51 8 1,-42 35-16,-52 33 15,-59 43 1,-69 34-16,26 51 16,17 17-1</inkml:trace>
  <inkml:trace contextRef="#ctx0" brushRef="#br0" timeOffset="54845.77">15841 16796 0,'0'0'0,"0"0"16,0 0-16,0 0 16,0 0-16,0 0 15,0 0 1,0 0-1,0 0-15,-9 0 16,-25 9 0,-17-9-16,-26-9 15,-34 1 1,26-9 0,34 8-16,-18-8 0,-16-8 31,-17-1-31,-35 1 15,26-1-15,-17 9 16,-94 0 0,51 0-16,43 0 15,-34 9 1,17-1-16,43-8 16,59 9-1,17-1 1,9 1-16,9 8 15,33-17-15,52-9 16,17-8 0,-17 17-16,-43 0 15,-8 9 1,-9-1-16,-9 1 16,1-1-16,-1 9 15,1 0 1,-9 0-1,0 0-15,0 0 16,-17 17 0,-26 17-16,-25 17 15,-9-8 1,26-18-16,17-8 16,17 0-16,25 0 15,60 34 1,35 0-1,93-17-15,163 0 16</inkml:trace>
  <inkml:trace contextRef="#ctx0" brushRef="#br0" timeOffset="75547.1">21167 2245 0,'0'0'0,"0"0"0,0 0 16,-9 0-16,-8 17 15,-17 0-15,-9 17 16,-8 0 0,-34 17-1,-26 0 1,17-8-16,17 8 15,-17 34-15,-17 42 0,-34 18 16,0 25 15,17 43-31,0 42 16,-17 43-16,0 25 16,42-34-1,9 34-15,9 9 0,25-9 31,1 43-15,7-26-16,10 0 16,-1 43-1,9-26-15,0 0 16,-9 43-16,9-9 16,0-34-16,-9 26 31,0 25-31,9-42 15,0-1-15,9 10 16,8-10 0,-9 18-1,9-26-15,0 0 16,0 18 0,0-52-16,8 25 15,9 1-15,0-26 16,26 51-1,8 1 1,-9-44-16,10 69 16,-10-60-1,9-85-15,26-8 16,17 8 0,-17-51-16,-9-59 15,17 59 1,26-26-16,43 18 15,8 34 1,-69-86-16,53 9 16,75 51-1,-50-76-15,42-34 16,26-35 0,-25-33-16,59-9 15,-26 0 1,60 0-16,-17 8 15,0 1-15,52-26 16,-61-26 0,120 1-1,-51 8-15,-34 8 16,68-8-16,-94-42 16,162-103-1,-33 9-15,-155 76 16,171-50-1,-42-26 1,-112 0-16,95 0 16,-35-9-1,1-42-15,-35 42 16,0-50 0,-8-1-16,-9-25 15,-17-34 1,0-85-16,0-77 15,-68 68-15,59-51 16,-42 1 0,-26-52-1,0-51-15,-51 34 16,-8-25 0,-1-26-16,-16-8 15,-35-9-15,0-16 16,-16-1-1,-10-9-15,-8 44 16,-34 41 0,-51 18-1,-9 17-15,-8 0 16,-26-1 0,-76-7-16,-10 58 15,1 18 1,-60-34-16,-17 34 15,-43 34-15,-102-9 16,26 77 0,8 51-1,-77 0-15,-8 67 16,-44 10 0,-24 33-16,-18 43 15,-8 51 1,8 17-16,1 26 15,-1 16 1,-26 43-16,1 51 16,-26 17-16,9-8 15,-52 51 1,60 33 0,60 43-16,145-59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02:56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23616 3274 0,'0'0'0,"-8"0"0,-18 0 0,-145 34 0,69-17 15,-35 17-15,26 9 0,43 25 0,-60 51 32,-17 8-32,-9 10 0,26 24 31,52-8-31,-1 0 15,34 0 1,35-8-16,25-9 16,8-17-1,69 34-15,102 26 16,-42-86 0,8-50-16,60-18 15,-77-50 1,0-52-16,9-33 15,-35-9 1,-16-43 0,-35-25-16,-34-9 15,-42-16-15,-26 8 16,-18 25 0,-42-25-1,-25 25-15,-18 35 16,-76 8-1,-26 25-15,-51 43 16,-128 77 0,25 50-16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03:51.0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9730 12042 0,'0'0'16,"0"0"-16,0 0 0,0 0 16,0 0-1,0 17-15,-9 26 16,1 25-16,-1 8 16,1-25-1,-1 0 1,9 1-16,0-10 15,0 1 1,0-18-16,0 1 16,0-18-1,0 1-15,0-1 16,0-16-16,9-1 16,25-42-1,51-77 1,18-16-16,-10 25 15,-16 42 1,0 26-16,8 9 16,-16 16-1,-10 18-15,-16 25 16,-9 34 0,9 59-16,-17 9 15,-18-17 1,1-17-1,-9-8-15,0-17 16,8-18-16,1-25 16,-9-17-1</inkml:trace>
  <inkml:trace contextRef="#ctx0" brushRef="#br0" timeOffset="553.35">10805 11353 0,'0'0'0,"0"0"0,26-8 0,17-1 15,8 9 1,-9 0-16,1 9 16,-17 8-1,-1 0 1,1 25-16,-18 27 16,-8 24-1,-8-8-15,-18-25 16,1-9-1,8-17-15,0-9 16,8-16 0,9-1-16,17 1 15,51-1 1,77-16-16,26-18 16,43 1-1,127-18-15</inkml:trace>
  <inkml:trace contextRef="#ctx0" brushRef="#br0" timeOffset="16333">9167 13361 0,'0'0'15,"0"0"-15,0 0 0,8-9 16,26-17-16,17-25 15,35-17 1,-1-8-16,0 16 16,1 9-16,-18 9 15,-17 8 1,-25 17 0,-9 8-16,-8 9 15,-1 9-15,1 8 16,-18 25-1,-8 43 1,-26 43-16,-8-9 16,0-8-1,-17 25-15,8 0 16,26-26-16,8-33 16,9-35-1,9-16-15,-1-9 31</inkml:trace>
  <inkml:trace contextRef="#ctx0" brushRef="#br0" timeOffset="16571.97">8936 13633 0,'0'8'0,"34"43"0,52 60 16,59-1-1,34-33-15,43-35 0,85-25 16,69 9-1</inkml:trace>
  <inkml:trace contextRef="#ctx0" brushRef="#br0" timeOffset="40225.37">11198 14049 0,'0'0'0,"0"-17"15,17-17-15,17-8 16,-8-9 0,-1 17-1,1 8-15,-18 9 0,1 0 16,-1 17-1,1 0 1,0 34 0,-9 43-16,-18 42 15,-7 34 1,8-8-16,0-43 16,0-34-1,8-17-15,1-17 16,8-9-1,0-16-15,-9-1 16,9-8-16</inkml:trace>
  <inkml:trace contextRef="#ctx0" brushRef="#br0" timeOffset="40381.69">10874 14713 0,'0'0'0,"0"0"0,8 0 16,52 17-16,76 8 15,61-8 1,118 9-16</inkml:trace>
  <inkml:trace contextRef="#ctx0" brushRef="#br0" timeOffset="47443.47">7707 15478 0,'0'0'0,"0"0"16,0 9-16,0 16 15,-8 1 1,-1 8-16,0 17 16,1 34-1,-1 25-15,1-8 16,-1-25-1,9-26-15,0-17 16,0-9-16,0-16 16,9-1-1,-9-8 1,8-8-16,18-1 16,25-16-16,17-26 15,26-9 1,9-8-1,-18 17-15,18 0 16,16 0-16,9 17 31,-8 0-31,-1 17 16,26 9-16,9 8 16,-9 8-1,0 1-15,43 8 16,-26 0-1,17 0 1,43 0-16,-51-9 0,-26 1 16,26 16-1,-18-8 1,-50 9-16,8-9 16,17 0-1,0-9-15,-17 1 16,-35-9-16,-24-9 15,-1 1 1,17-1-16,9-16 16,-26-9-1,-8 0 1,-9 8 0,9-25-16,-9-17 0,0-8 31,26-43-31,51-154 15</inkml:trace>
  <inkml:trace contextRef="#ctx0" brushRef="#br0" timeOffset="48450.6">12854 14653 0,'0'0'0,"0"0"15,0 0-15,0 0 16,0 0 0,0 0-16,0 0 15,0 0-15,17-8 16,34-9-1,9-17 1,-1-17-16,27 0 16,-9 8-1,-26 18-15,-17 16 16,-8 9-16,-18 17 16,1 17-1,-26 34 1,-35 51-16,1 26 15,17-18 1,0-25-16,17 17 16,0-8-1,0-26-15,17-25 16,0-18 0,0 1-16,-9-9 15,9-17-15</inkml:trace>
  <inkml:trace contextRef="#ctx0" brushRef="#br0" timeOffset="48635">12649 15512 0,'0'0'0,"17"-8"0,77-1 16,34 9-16,60 34 16,68 34-1,85 17-15</inkml:trace>
  <inkml:trace contextRef="#ctx0" brushRef="#br0" timeOffset="61466.96">24973 3623 0,'0'0'16,"0"0"-16,0 0 0,0 0 0,0 0 16,0 0-1,0 0-15,-8 0 16,-1 0-1,-8 0-15,0 0 16,9 0 0,-1 0-16,0 0 15,1 0 1,-1 0-16,1 8 16,-1 1-1,1-1-15,-1 1 16,1-1-1,8-8 1,-9 0-16,1 0 16,-1 0-16,9 0 15,-8 0 1,-1 9 0,-8 8-16,-9 17 15,1 17 1,-18 26-16,-17 33 15,-8 9 1,8 26-16,9-9 16,17-17-16,17 17 15,0 34 1,17 0-16,0 0 16,0 26-1,8 8-15,1 9 16,-9 25-1,-9 17-15,-8 0 16,0 0 0,9 0-16,-18-17 15,0 0 1,1 18-16,-1-1 16,1-9-1,8 9 1,0-8-16,-1 17 15,10-1-15,-9-25 16,8 18 0,-8-10-16,0 9 15,9 1 1,-1-1 0,9-9-16,9-8 15,-1 9 1,1 8-16,-9 17 15,-9-8-15,9-9 16,-8 0 0,-1 9-16,9-18 15,0-7 1,0 7-16,9-8 16,8 0-1,-9-25 1,1 25-16,-9-17 15,-9 0 1,9-8-16,0-34 16,0-9-16,17-17 15,0-26 1,18-25 0,-1 1-16,17-10 15,9-16 1,16-9-16,10-17 0,8-17 15,8-26 1,18-16 0,-1-26-16,1-34 15,-1 0 1,9-9-16,9-25 16,8-43-1,-9-8 1,1-8-16,-1-35 15,-16 9 1,-26 0-16,-17-17 16,-26 8-16,-9-16 15,-7-1 1,-10 0 0,-8-8-16,-8-25 15,-1-18 1,-8-34-16,0 1 0,-8-9 31,-9-1-31,-9-7 16,-8-1-16,0-17 15,8 1 1,9-9 0,9-9-16,8-17 15,0 0 1,-9 1-16,1-1 15,-1 17 1,-17 1-16,-25-9 16,-9-1-16,1 10 15,16 7 1,17-24 0,9 59-16,-8-9 15,-18-8 1,0 34-16,-8 8 15,0 34-15,-9 9 16,-42-25 0,16 50-16,10 26 15,-10-17 1,10 42 0,-18 26-16,-17 17 0,8 43 31,9 25-31,-68 59 15,-162 60 1</inkml:trace>
  <inkml:trace contextRef="#ctx0" brushRef="#br0" timeOffset="68925.86">3132 6523 0,'0'0'0,"0"0"16,26 8-16,17 9 15,110 17-15,86 9 16,137-9 0,33 0-1</inkml:trace>
  <inkml:trace contextRef="#ctx0" brushRef="#br0" timeOffset="72454.83">12043 16227 0,'0'0'0,"0"0"0,0 8 15,0 9-15,0 17 16,0 17-16,-9 51 15,-8 0 1,-8 17-16,-10 17 16,1 9-1,0-35 1,0-42-16,17-33 0,0-10 31,8-8-31,1-8 0,-1-1 31,1-25-31,8-34 16,8-51 0,9 8-16,26 9 15,17-25 1,-18 8-16,-7 0 16,16 25-1,0 26-15,0 17 16,0 0-1,1 0-15,16 17 16,-8 9 0,-9 8-16,-26 17 15,10 17 1,7 42-16,-16 26 16,-18 51-1,-8 34-15,-8-34 16,8-85-1</inkml:trace>
  <inkml:trace contextRef="#ctx0" brushRef="#br0" timeOffset="80096.69">22336 7731 0,'0'0'0,"-9"-9"0,1 1 0,-18-1 16,-8 1-16,-34-9 15,-43 8 1,-9 9-16,-16 17 16,-69 17-1,9 9-15,-1 25 16,-24 8-1,24-8-15,9 9 16,9 8 0,43 0-16,25-9 15,0 18 1,34-9-16,34-9 16,18 10-1,25-1-15,34 8 16,26 1-1,25-18-15,43 9 16,26-17 0,33-17-16,27-8 15,-18-9 1,34-9-16,18 1 16,-1-1-1,9 1-15,18-1 16,-1-16-1,34-1-15,-8 1 16,51-9 0,8 0-1,-68 0-15,43 0 16,-17 0 0,17 0-16,8 8 15,-34 1-15,43-18 16,17 9-16,-17 9 15,9-9 1,-26 0 0,25 0-16,1 8 15,-86 1-15,68-9 16,18 8 0,-35-8-1,9-8-15,-35-1 16,18-16-1,-17-1-15,-34 9 16,8-8 0,-26-1-16,1 1 15,-1 8-15,-16-9 16,-52 1 0,-17-18-1,-8-8-15,-26 9 16,-34 8-1,-18-9-15,10-8 16,-9 9-16,-18-18 31,10-16-31,-18-1 16,-26 9 0,-7 9-16,-18 16 15,-18-25-15,-16 0 16,-34-9-1,-17-8-15,-18 9 16,-25 8-16,-51 0 16,-34 17-1,-35 0-15,-16 25 16,-18 9 0,-25 0-1,-9 17 1,-17 9-16,-8-9 15,-9 17 1,8 8-16,-8-8 16,-17 0-1,43 9-15,-9-9 16,9-17 0,-1-9-16,-7 1 15,24-9-15,-16 8 16,-9 1-1,-34-1-15,-43-8 16,-33 9 0,-52-1-1,-35 1-15,-58 33 16,-18 18-16,-35 25 16,-7 42-1,16 9-15,18 26 16,67 16-1,163-24-15</inkml:trace>
  <inkml:trace contextRef="#ctx0" brushRef="#br0" timeOffset="81032.57">13229 17077 0,'0'0'0,"0"0"0,0 0 15,0 0 1,0 0-16,0 8 15,-8 18 1,-1 8-16,-17 17 16,1 9-1,8-1-15,0-16 16,8-18 0,1 1-16,8-18 15,0 1 1,0-1-16,0 1 15,0-9-15,0-9 16,0-8 0,17-8-1,8-26 1,18-17-16,8-9 16,9 0-16,-9 9 15,9 26 1,0 8-1,-9 17-15,0 17 0,17 25 16,-8 18 0,0 8-1,-17 0-15,-9 9 16,-9-1 0,9 1-16,-17-35 15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05:29.3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10959 12816 0,'0'0'0,"0"0"0,0 0 16,0 0-16,0 0 0,8 0 31,27 0-31,24 0 0,35 9 16,17 8-1,-34 0 1,-9 0-1,26 8-15,-9 9 16,-16 0 0,-18 0-16,-8 9 15,-18 8 1,-16 8-16,-18 18 16,-16 8-1,-35 0-15,0 0 16,17-25-1,26-1-15,0 9 16,26 0 0,34 0-16,25 9 0,17-26 15,1-17 1,-35-17 0,-9 0-16,18-9 31,0 1-31,-17-1 15,-18 1-15,1-1 16,-18-8-16,1 0 16,-18 0-1,1 9 1,-18 8-16,9 8 16,-9 18-1,1 16-15,8 18 0,8 17 16,9-18-1,26 18 1,68 59 0,59 34-16,-42-60 15,-51-25 1,-9 69-16,-34-18 16,-76-17-16,-121 76 15,-7-16 1,-27 42-16</inkml:trace>
  <inkml:trace contextRef="#ctx0" brushRef="#br0" timeOffset="6021.17">13127 16422 0,'0'0'0,"0"0"0,0 0 15,0 0 1,0 0 0,0 0-16,0 0 15,-9-8 1,-25-1-16,-26 9 15,-42 0-15,-9 0 16,34 0 0,0 9-16,-17-9 15,1 8 1,16 1 0,-17-9-16,26 0 15,25-9-15,9 1 16,17-1-1,0 1 1,8-18 0,18-16-16,25-1 0,17 1 15,0-1 1,-17 17-16,-8 9 16,-18 9-1,1 8 1,-9 0-16,-17 0 15,-34 0-15,-18 25 16,-7 10 0,-1 16-1,0 0 1,17 8-16,18 1 16,16-9-1,35 0-15,25 17 16,8-17-1,44 8-15,33 18 16,-59-43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07:27.6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2680 2415 0,'0'0'0,"0"0"0,-9 0 0,1 17 16,-9 17-16,-9 26 15,-8 25 1,-17 76-16,8 61 15,26-69 1,-8 0-16,16 59 16,18-67-1,-1-86-15,9-25 16,0 9 0,17 0-16,18-9 15,7-9 1,52-16-1,68-9-15,9-9 16,43 1-16,33-18 16,35 9-1,17 0 1,25 17-16,9 17 16,-8-17-16,76 0 31,17 0-31,-17 0 0,43-8 15,9-1 1,-27 9 0,44 9-16,8 8 15,-51-17-15,-18 0 32,1-9-32,-26 9 15,-8 17 1,-26-17-16,-34-8 15,8 8-15,-8 0 16,-43-17 0,-51 0-16,-34-9 15,-17 0 1,-43 1-16,-51-1 16,-26 9-16,-17 0 15,-25 9 1,0-18-1,-18-8 1,1-25-16,-9-52 16,-9-50-16,1-145 15</inkml:trace>
  <inkml:trace contextRef="#ctx0" brushRef="#br0" timeOffset="3310.29">25511 5485 0,'0'0'0,"-9"0"0,1 0 15,-18 0-15,1 9 16,-9 8 0,-18 17-16,-24 8 15,-10 9 1,9 26 0,1 8-16,16-8 15,9 8 1,-1 0-16,18 8 15,17-8 1,9-8-16,16-9 16,18-9-16,16 1 15,52-18 1,51-8 0,18-42-16,16-35 15,0-16-15,-25-26 16,-35 0-1,-51 17 1,-25 8-16,-17-16 16,-35-18-1,-85-59-15,-119 0 16,-128 8-16,-86 43 16,34 68-1,69 51 1,-26 26-16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05:50.2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8228 9950 0,'0'0'0,"-9"0"0,-8 0 16,-34 0-16,-34-8 16,-26-1-1,34 1-15,43-1 16,-18 1 0,-50-9-16,-86 17 15,43 8 1,85 1-16,-42 8 15,-77 0 1,25 0 0,69-17-16,-26 0 15,-94 0 1,34 17-16,69 8 16,-69 18-1,-17 16-15,69-16 16,25 8-1,-17-9-15,9-16 16,-9 8 0,17 0-1,43-9-15,16 9 16,1 17 0,17 1-16,34 24 0,35 9 31,41 0-31,18-17 0,9 0 15,93 26 1,-25-26 0,-34-9-16,93 9 15,-42-17 1,60 0-16,8 0 16,0-25-1,43-1 1,-26 1-16,17-9 15,-42 0-15,50-17 0,-41 0 16,7-9 0,-8 1-1,-8-26 1,-1-17 0,-59 8-16,17-16 0,-60 8 31,-85 8-31,-26 1 15,-8 8-15,-9-9 16,-17-8 0,-8-8-1,-35-35-15,-59-25 16,-60-8 0,-43-10-16,-51 1 15,-9 26 1,-42 8-16,-17 25 15,34 26 1,-60-8-16,-34 16 16,-17 35-16,-60-1 15,17 1 1,9 42 0,-85 51-16,-35 68 15,154 0 1</inkml:trace>
  <inkml:trace contextRef="#ctx0" brushRef="#br0" timeOffset="6289.68">17215 8037 0,'0'0'0,"17"0"0,34 8 0,86-8 16,102 0 0,0-8-16,34-18 15,0-8 1,-34 0-16,-51 9 15,-43 8 1,-9 0-16,-59 8 16,-43 9-16,-17 0 31,-8 0-31,-60 0 16,-146-8-1,-135-1 1,-18 1-16,34 8 0,60 8 15,51 9 1,68 9 0,52-18-16,42 1 15,35-1 1,16 1 0,86 16-16,137 1 0,50-9 15,1-9 1,8 1-16,-34 8 15,-85-9 1,-60 9 0,-51-8-16,-43-9 15,-26 8 1,-170 43-16,-188 17 16,-26-25-1,35-1 1,76-16-16,86-18 0,85-8 31,60 0-31,42 0 16,69-17-16,213-17 15,120-8 1,-52 16-16,26 26 16,-94 9-1,-136-9 1,-60 8-16,-52-8 15,-110 17 1,-231 51-16,-111 17 16,52 0-16</inkml:trace>
  <inkml:trace contextRef="#ctx0" brushRef="#br0" timeOffset="14566.38">7724 9780 0,'0'0'0,"0"-8"0,0-9 0,-8-9 16,-1-16-16,-25-9 15,-26-9 1,-8 9 0,-26-9-16,0 18 15,17 16 1,-17 1-16,-8 8 15,-26 0-15,-17 25 16,-26 18 0,-17 8-1,-16 0-15,-1 8 16,26 1 0,8 8-16,9 0 15,25 0-15,9 9 16,9-1-1,33-8 1,9 0-16,9 9 16,8-9-1,1 8-15,7 1 16,10-9 0,8 0-16,8 0 15,17 17 1,18 0-16,34 0 0,33 9 31,10-18-15,16-8-16,18-8 15,-1 8-15,18-9 16,25 9 0,17-8-16,0-1 15,26-8-15,26 9 31,8-9-31,8 8 16,-8-8 0,9-8-16,16-1 15,26-8-15,-8-17 16,-17 0 0,-1-8-1,9-1-15,-25-8 16,-18-8-16,-25 8 15,-17-9 1,8-8 0,-34 0-16,-51 0 15,-25-8 1,-1-1-16,-25-8 16,-17 9-1,-18-1-15,-16-16 16,-26-9-1,-26-17-15,-34-43 16,-17 0 0,-8 26-16,-43-8 15,-26-1-15,0 1 16,-25 8 0,-26 25-1,-25 18-15,-9 16 16,-18 18-1,-50 8-15,-43 34 16,-51 17 0,-34 34-16,-44 42 15,-41 18-15,136-35 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08:35.1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2065 2994 0,'0'0'0,"0"25"0,9 18 0,8 42 15,0 8-15,9-25 16,-18-8-1,1-18-15,8 1 16,-17-1 0,0 9-1,0 9-15,17 8 16,0 0 0,17-9-16,0-7 15,0-10 1,1-16-16,16-1 15,17-16 1,17-9-16,35-9 16,16-8-16,-8 17 15,26 0 1,25 0-16,18 0 16,33 9-1,26 8-15,-8-9 16,-9 9-1,-17 9 1,-1-1-16,1 9 0,9 9 31,-1-9-31,-16-9 16,8 1 0,-26-9-16,26 0 15,8-9-15,-34-8 16,-25 0-1,-26 0 1,-25 0-16,-9 0 16,17 0-1,-9 9-15,-42-18 16,-9 1 0,-8-9-16,-17 0 15,-9 0 1,-8-9-16,-1 1 15,-8-18 1,-8-25-16,-9 0 16,-9 0-1,-8 0-15,-8 8 16,16 35 0</inkml:trace>
  <inkml:trace contextRef="#ctx0" brushRef="#br0" timeOffset="9392.12">20032 12204 0,'0'0'0,"-9"0"0,-17 17 15,1 0 1,-26 17-16,-26 8 16,-9 9-1,-16 9-15,-26 17 16,-26 25-1,18 8 1,8 18-16,-60 33 16,9 26-16,34-16 15,-18 33-15,1 0 16,51-60 0,43-8-1,25 0 1,26-8-16,26-34 15,76 8 1,60-9-16,86-16 0,33-43 16,61-34-1,-18-26 1,-68-16-16,8-26 16,-42-51-16,9-34 15,-44-9 1,-50-17-16,-60-25 31,-35-8-31,-59-18 16,-77-25-1,-60 0-15,-59 25 16,-43 17 0,-69 52-16,-59 84 15,-145 137 1,136 33-16</inkml:trace>
  <inkml:trace contextRef="#ctx0" brushRef="#br0" timeOffset="38001.62">22703 11311 0,'-9'0'0,"-8"0"0,-17 8 0,-34-8 16,0 17-1,16-8-15,-7 8 16,-44 17-16,-25 51 15,-8 43 1,25-9-16,17 34 16,-43 93-1,26-42-15,0 9 16,0 42 0,35 26-1,7 17-15,-16 16 16,0 26-16,25-67 15,-8 75 1,8-42-16,9-8 16,17-26-1,16-59 1,1-18-16,17-67 16,0-26-1,0-8-15,17-26 16,18-9-1,16-16-15,17-9 16,35-17-16,7 0 16,27-17-1,34-17-15,-26-26 16,-9-33 0,35-9-1,8-52-15,-17-50 16,-8-25-16,34-69 15,-9-76-15,-25-9 16,42-33 0,0-52-1,-8-25 1,-26 42-16,-42 77 16,-18-9-1,-25-34-15,-34 52 16,-9 41-1,-17 35 1,-43 51-16,-8 43 0,-43 50 16,-68 9-16,-60 68 31,-102 110-31,-120 154 16,35 93-1,42 68-15,85-50 0</inkml:trace>
  <inkml:trace contextRef="#ctx0" brushRef="#br0" timeOffset="49112.19">26578 10537 0,'0'0'0,"-17"0"0,-17 0 16,-35 9-16,-16 8 0,-9 17 15,-17 8 1,-34 9-16,-34 26 31,-26 8-31,0 8 0,-8 26 16,-1 34 0,1 26-1,0 42 1,33 26-16,27 25 15,-9 9 1,8-1-16,34 1 16,10-1-1,7 10-15,-8 7 16,9 9 0,16 18-16,10 24 15,-1 9-15,26-67 16,33-18-1,18-26 1,0-33-16,9-9 16,8 0-1,9 17-15,8-8 16,17 0 0,26-1-16,-9-59 15,9-42 1,68 42-16,9 0 15,-60-59 1,-9-26-16,77-17 16,0-26-1,-42-42-15,110-85 16,9-26 0,-85 35-16,119-103 15,-77-16 1,-110-9-16,59-52 15,51-118 1,-51 17-16,-85 76 16,-18-118-1,-16-10 1,-9 69-16,-8-8 16,-18-18-16,-25 51 15,-26 35 1,-8 16-16,-9 43 15,-17 8-15,-34 18 16,-8 58 0,8 35-1,-86-17-15,-59 43 16,-85 59 0,-43 34-16</inkml:trace>
  <inkml:trace contextRef="#ctx0" brushRef="#br0" timeOffset="50800.58">29360 11617 0,'0'0'0,"-8"0"0,-9 9 16,-35 8-16,-24 17 0,-18 17 31,-43 25-15,1 26-16,16-17 15,-8 9-15,-26 25 16,1 34 0,16 9-16,9 25 15,17 42 1,60-8-16,68-8 16,60-17-16,68-52 15,77-42 1,60-68-1,33-59-15,-7-60 16,-35-43 0,-34-33-16,-43-18 15,-68-34-15,-43-84 32,-76-1-32,-120-8 15,-94-9 1,-153 9-16,-171 51 15,127 170-15</inkml:trace>
  <inkml:trace contextRef="#ctx0" brushRef="#br0" timeOffset="53366.58">29326 16090 0,'0'0'0,"0"0"0,0-8 16,17-1-16,0-8 15,0-8 1,9-1-16,-1-16 15,-16 8-15,0 0 16,-18 0 0,-8 8-1,-26-8 1,1 0-16,-18 0 16,-17 0-1,-17 0-15,-25 0 16,-18 9-16,1 8 15,-52 0 1,9 8 0,33 35-16,-41 50 15,-1 43 1,26 43-16,17 42 16,34 17-1,34-8-15,51-1 16,60-16-1,60-34-15,77 16 16,85 9-16,26-42 16,16-60-1,1-43-15,8-25 16,-16-42 0,-27-69-1,-42-67-15,-85 16 16,-43-16-1,-52-52-15,-110-51 16,-137-50-16,-145 16 16,-136 60-1,-78 59-15,1 60 16,25 85 0,60 85-1,86 17-15</inkml:trace>
  <inkml:trace contextRef="#ctx0" brushRef="#br0" timeOffset="70576.91">31716 13803 0,'-9'-9'0,"-8"-33"0,0-18 16,0 26-1,0 9-15,9-1 16,-1 1 0,-8-1-16,-9 1 15,-16-9 1,-18-9-16,0 1 16,0-9-1,1-9 1,-1 0-16,0 18 15,17 8-15,1 0 16,-18 17 0,-17 8-16,-25 18 15,-18 25-15,-16 42 16,-9 26 0,17 9-1,8 17-15,1 8 16,16 8-1,18 9-15,0 43 16,16 17-16,35 8 16,17-9-1,34-8-15,51 1 16,9-35 0,17-60-1,51-16-15,0-26 16,26-26-1,51-25-15,-26-34 16,1-34 0,24-34-1,-33-59-15,-17-18 16,0-59-16,-43-34 16,-60 8-1,-42 1-15,-61-1 16,-59-8-1,-68 17-15,-77 51 16,-128 50-16,-128 95 31,-85 152-31,187 27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12:42.7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8774 14560 0,'0'0'0,"-9"-9"0,1 9 0,-9 0 15,-9 0 1,1 17-1,-10 26-15,-16 67 16,9 26 0,24-42-16,10-35 15,8 9-15,0 9 16,0-9 0,8-8-1,10-9-15,-1 8 16,8-16-1,9-18-15,1 1 16,-1-18-16,8 9 16,35-8-1,17-18 1,17 1-16,-17-1 16,-9 1-16,35-1 15,-1-8 1,9 0-16,-34 17 15,-34 0 1,8 17 0,-8 9-16,-17-1 15,-18-8 1,1-8-16,-9-1 16,-9 1-16,1-1 15,-1-8 1,-8-17-1,26-42-15,8-43 16,17-43 0,43-110-16,26-102 15</inkml:trace>
  <inkml:trace contextRef="#ctx0" brushRef="#br0" timeOffset="6076.05">14586 1267 0,'-8'0'0,"-9"9"0,-43 42 16,-17 17-16,17-17 16,9 0-1,0 34 1,-26 17-16,-34 34 15,-51 34 1,25-17-16,26 9 16,-25 8-16,-1 17 15,18-34 1,68-17 0,25 0-16,26 9 15,51 8-15,60 25 16,9-16-1,25 8 1,34 0-16,0 0 16,-8 0-16,8 0 15,0 9 1,-42-9 0,0 26-16,8 25 15,-17 25 1,-34 27-16,-60-18 15,-51 17 1,-35 0-16,-41 0 16,-18-8-1,-26-9-15,-17 0 16,-25-17-16,34-51 31,60-59-31,-1-18 16,35-33-16,26-18 15,7-16 1,18-9-16,26 0 16,8 0-1,60 9 1,60 8-16,-9 0 0,-17 17 16,8 8-1,9 60-15,-34 34 31,-34 51-31,-60 69 16,-68 101-16,-94 94 16,-51 67-16,-77 112 15,25 33-15,-17 85 16,44 111 0,195-459-1,564 1003 1,-359-1386-16,188 60 15</inkml:trace>
  <inkml:trace contextRef="#ctx0" brushRef="#br0" timeOffset="23709.45">9388 11898 0,'0'0'0,"0"0"0,0 0 15,0 0-15,0 0 16,0 0-1,0 0-15,-8 8 16,-9 60 0,-26 51-16,9 17 15,0 17 1,17 18-16,-9-1 16,9-60-1,9-42-15,-1-17 16,1-34-1</inkml:trace>
  <inkml:trace contextRef="#ctx0" brushRef="#br0" timeOffset="23961.28">8817 12782 0,'0'0'0,"0"0"0,0 0 16,0 0-1,0 0 1,0 0-16,0 0 15,0 0 1,0 0-16,0 0 16,0 9-1,17 8-15,8 17 16,35 8-16,8 1 16,9-1-1,0 1-15,-9-26 16,-34-17-1</inkml:trace>
  <inkml:trace contextRef="#ctx0" brushRef="#br0" timeOffset="26053.34">11053 14526 0,'0'0'16,"0"0"-16,0 17 0,0 0 16,-9 8-16,1 1 15,-1 8 1,-16 17 0,-1 8-16,-8 9 15,0 17 1,0 0-16,16 0 15,1 0-15,0-8 32,17-17-32,0-18 15,0-8 1,0-8-16,0-1 16,9-8-1,16 0-15,10-8 16,16-18-1,9 1-15,16-18 16,10-8-16,25-8 16,8-1-1,-8 9 1,-8 17-16,7 9 16,19 8-1,-1 8-15,-18 1 16,-24-1-1,-35 1-15,-25-1 16,-1 1 0,-16-1-16,-9-8 15,0 0 1,-9-8-16,1-9 16,-18-52-1,18-135-15,16-153 16</inkml:trace>
  <inkml:trace contextRef="#ctx0" brushRef="#br0" timeOffset="31693.68">17462 6021 0,'0'0'0,"0"0"15,0 0 1,0 0-16,0 0 0,-8 0 31,-26 17-31,-43 9 16,-42 42-16,-1 8 15,43 9 1,-25 17 0,-35 17-16,-8 26 15,26 0 1,50-9-16,-16 25 0,-9 43 15,26-42-15,8 0 16,17 25 15,9-34-31,17 17 16,17 25 0,26-25-16,17 18 15,33 33 1,1-26-16,-26-8 15,9 17 1,43 26-16,16 34 16,0-26-1,-25 0-15,-42-17 16,-27 26-16,-16-1 16,-1-16-1,1 0 1,-9-60-16,0 25 15,-9-25-15,1-68 16,-18-17 0,-25 9-1,-9-17-15,9-9 16,-9-26 0,9-16-16,8-18 15,9-16-15,17-9 16,9-9-1,16-8-15,9 0 16,17 17 0,0 0-16,-8 9 15,0 16 1,-9 52 0,-26 50-16,-42 43 15,-34 43 1,16 25-16,27 9 15,16 16 1,0 26-16,18 1 16,16-10-16,18 1 15,102 67 1,51-33 0,-34-51-16,69 33 15,8-33 1,42 25-16,52-8 15</inkml:trace>
  <inkml:trace contextRef="#ctx0" brushRef="#br0" timeOffset="54157.5">19562 8879 0,'0'0'0,"-8"0"0,-1 17 16,0 34-16,-8 25 16,9-8-16,-1 0 15,1 9 1,-1-1-16,1-16 16,-1-18-1,9 1 1,0-9-16,9-9 15,8 1 1,17 0-16,9-1 16,25-16-16,17-1 15,35-16-15,-9-1 16,8-8 0,26 0-1,17 17 1,-16 0-16,-1 17 0,25 0 15,-16 0 1,8 0 0,0 9-1,9-18-15,-17-8 16,-26 9-16,0-1 16,-17-8-1,-17 9 1,-26-9-16,-26 0 15,1-9-15,-17 1 16,8-9 0,0-17-16,-8-26 15,8-25 1,-17-9 0,-17 52-16</inkml:trace>
  <inkml:trace contextRef="#ctx0" brushRef="#br0" timeOffset="55354.33">22370 10852 0,'9'0'16,"25"0"-16,34 0 0,34 0 15,26-9 1,9-8-16,42 17 0,-17-8 31,9-1-31,68 1 16,17-9 0,26 8-16,17 9 15,8-8-15,34-9 16,-42 8-1,-26 1 1,-43 8-16,-50 0 16,-1 8-1,-42-8-15,-52 0 16,-34 0-16,-25 0 31,-18 0-31,1 0 16,-26-8-1,-77-9-15,-68-17 16,-77 8-16,-77 1 16,0 8-1,-42 17 1,-26 17-16,8 8 16,-59 9-16,34 9 0,59-1 31,-50 9-16,67-17-15,78-8 16,42-9-16,68-9 16,43-16-1,52 8 1,25 0-16,17-9 16,42-8-1,103 0-15,146 0 0,76 34 31,85 17-31,43-25 16,-94-18-16</inkml:trace>
  <inkml:trace contextRef="#ctx0" brushRef="#br0" timeOffset="59197.47">20168 8513 0,'0'0'0,"-8"0"0,-18-17 0,-25-17 16,-35-17-16,-25-9 15,26 9 1,34 17-16,17 17 16,0 0-1,-1 0 1,-7 17-16,-9 17 16,-9 43-1,9 50-15,8 43 16,9 60-16,17 51 15,0 67 1,17 35 0,0 0-16,-9 34 0,1 59 15,-9 17 1,17-51-16,17-42 31,0 17-15,0 8-16,0-42 15,0-60-15,0 85 0,0-42 16,-17-52 0,0-33-1,0-69-15,0-7 16,0-86 0,9-43-1,-1-16-15,1-18 16,-1 1-16,1-9 15,-1-9 1,-8 1 0,17-1-16,0 1 15,17 8 1,52 8-16,93 18 16,-17-9-1,171 8-15,85-8 0</inkml:trace>
  <inkml:trace contextRef="#ctx0" brushRef="#br0" timeOffset="60831.94">20134 11387 0,'0'0'0,"0"0"0,0 0 16,0 0-16,0 0 15,0 9-15,0 25 16,8 51 0,-8 26-1,-17-18-15,0-16 16,0 16-16,0 26 16,0 0-1,0-25 1,17-35-16,0-25 15,0-8 1,9-18-16,-9-8 16,0-17-1,-9-25-15,-8-35 16,-9 9 0,-25 17-16,-9 9 15,1 16 1,7 26-16,10 9 15,-1 16 1,-8 43-16,-9 17 16,17-8-1,26-35-15,9-8 16,16 9 0,9-9-16,9-8 15,42-1 1,52-16-16,8-9 15,-43 0 1,-51-9-16</inkml:trace>
  <inkml:trace contextRef="#ctx0" brushRef="#br0" timeOffset="61325.81">20706 12119 0,'0'0'0,"0"0"0,17 8 16,26 18-16,8-18 15,-9 1 1,1-18-16,-9 1 16,-8-18-1,-18 1-15,-8-1 16,-17 1 0,-34-9-16,-26 17 15,-17 25-15,-8 26 16,0 34-1,25 9 1,17-1-16,26-25 16,25-8-1,18 8-15,34 17 16,33-17 0,-7-17-1,16-25-15,69-9 16,16-26-16,-67 1 15,-69 16 1</inkml:trace>
  <inkml:trace contextRef="#ctx0" brushRef="#br0" timeOffset="61883.5">21576 12400 0,'0'0'0,"-17"0"16,-17 17-16,-9 0 15,-8 0-15,9 0 16,7 8 0,18-8-1,0 0-15,9-8 16,8-1 0,0-8-16,8 0 15,18-8 1,25-9-1,0 0-15,1 0 0,-10-9 16,-8 9 0,-8 0-1,-18 0 1,1 9-16,0 8 16,-9 0-16,0 0 15,-9 8 1,0 35-1,9 50-15,0 52 16,9-35-16,0-50 16,-18 16-16,-17 26 15,-16 9-15,-18-26 32,-8-9-17,-18-16-15,-33-17 16,-43-9-1,34-26-15,51-16 16,17-1-16,17-16 16,9-35-1,26 17 1</inkml:trace>
  <inkml:trace contextRef="#ctx0" brushRef="#br0" timeOffset="62232.97">22541 11396 0,'-9'0'0,"-33"25"0,-27 44 15,-25 50 1,1 8-16,16-25 16,8 17-1,27-8-15,16-26 16,26-9-1,26-16-15,25-18 16,17 1 0,18-17-16,-27-9 15</inkml:trace>
  <inkml:trace contextRef="#ctx0" brushRef="#br0" timeOffset="62681.93">23121 11855 0,'0'0'0,"0"0"16,0 17 0,9 17-16,-9 0 15,0 9 1,0-1-16,0 1 16,0-18-1,0 1-15,0-9 16,0-9-1,0 1-15,8-1 16,9-8 0,17-17-16,18-17 15,-1-25-15,9 8 16,-9 0 0,0 8-1,-8 1-15,-9 8 16,-17 25-1</inkml:trace>
  <inkml:trace contextRef="#ctx0" brushRef="#br0" timeOffset="62932.42">24154 11294 0,'0'0'0,"8"8"0,10 43 16,7 60-16,-33 68 16,-61 67-16,-50 18 15,-60-52 1,-95 1-1</inkml:trace>
  <inkml:trace contextRef="#ctx0" brushRef="#br0" timeOffset="87207.26">12401 11319 0,'0'0'0,"-8"0"15,-1 0-15,1 17 0,-18 9 16,-25 51-16,-26 50 15,-25 52 1,-9 8 0,34-9-1,26-16-15,-1 17 16,1 25 0,9-43-16,7-42 15,18-42-15,0-26 16,0-26-1,0-16-15,0-18 16,-17-33-16,-9-35 31,-8-16-31,17 16 16,17 35-16,0 16 16,8 9-1,1 0 1,8 17-16,-9 17 15,-16 43 1,-18 59-16,9 51 0,17 8 31,25-50-31,35-43 16,8-17 0,9-25-16,17-18 15,17-25-15,25-42 16,18-60-1,16-69 1,61-101-16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16:26.0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9312 4950 0,'0'0'0,"0"0"0,-9 0 0,1 0 15,-18 8-15,0-8 16,-16 0 0,-27 0-16,-24 0 15,16 17 1,17 9-16,-25 33 16,-35 60-1,35-8-15,16-1 16,-7 52-1,33 0-15,9-52 16,8 9 0,26 43-16,34-9 15,35-51 1,33-17 0,26-17-16,94-26 15,0-25-15,17-34 16,-9-42-1,-42-77-15,0-26 16,-17-8 0,-43-34-1,-69 8-15,-33 1 16,-77-9-16,-103 0 16,-102 25-1,-162 51-15,-171 111 16,-119 154-1,298-18-15</inkml:trace>
  <inkml:trace contextRef="#ctx0" brushRef="#br0" timeOffset="8881.66">20168 13224 0,'0'0'0,"0"0"0,0 0 0,-17-8 16,-17-9-16,-26-17 15,0-9 1,1 9-16,-10 0 31,1 0-15,25 0-16,9 17 15,9 0-15,-44 9 0,-50 8 32,-26 25-17,17 26-15,-9 26 16,-33 33-1,16 1-15,51-17 0,18 42 32,-17 51-32,42-17 15,51 17 1,35 26-16,8-60 16,86 8-1,84 1-15,44-43 16,8-51-1,17-60-15,0-42 16,-17-42-16,9-26 16,-77 8-1,-43-16-15,-17-35 16,-51-8 0,-52-17-1,-76-17-15,-103-26 16,-102 9-1,-187 34-15,41 59 16</inkml:trace>
  <inkml:trace contextRef="#ctx0" brushRef="#br0" timeOffset="11523.22">24180 11039 0,'0'0'0,"0"0"0,0 0 15,0 0-15,0 0 16,0 0 0,-18 0-16,-33 17 15,-85 25-15,-95 35 31,-33 16-31,-18 35 16,0 25-16,18 0 16,76-25-16,17 8 15,-42 34 1,68-34 0,77-17-16,16 0 15,35-34 1,34-17-16,120-8 15,127-43-15,44-77 16,136-59 0,-52-8-1,-110-10-15,8-41 16,-25-9 0,-103 25-16,-94 1 0,-42-9 15,-103-18 1,-196-50-1,-239 60 1,-274 178-16,317 51 16</inkml:trace>
  <inkml:trace contextRef="#ctx0" brushRef="#br0" timeOffset="17709.47">24939 10367 0,'0'0'0,"0"0"0,0-9 0,17 1 16,-8-1-1,-1 1-15,9-18 16,-8 1 0,-1-1-16,1 9 15,-1 0-15,-8 9 16,0-1 0,0 1-1,0-1-15,-8-16 16,-9-1-1,-34-16-15,-26-9 32,-26 8-32,10 18 15,16 8-15,-26 0 16,-33 17-16,-1 0 16,18 17-1,-9 17-15,-52 8 16,10 1-1,16-9-15,-34 17 16,26 0 0,9 0-1,-10 17-15,-7 8 16,33 10-16,35-10 16,-26 18-1,8-1-15,1 1 16,33-9-1,27-9-15,7 9 16,18 9 0,9-1-1,16 18-15,9 17 16,17-9-16,9-17 16,25 0-16,17 8 15,18 9 1,16-8-16,-8-1 15,25 1 1,27 17 0,7-9-16,26-17 0,18 8 15,-18-33 17,9 8-32,17 8 15,-26 1 1,-9 16-16,1 1 15,-26 8 1,0 17-16,-8 9 16,-1-18-16,1-8 15,-9 0 1,0 1 0,9-1-16,-9-9 15,-17 1-15,-18 8 16,10 8-1,-9-8 1,0 9-16,0 8 16,-9 0-16,-34-25 15,0 8 1,9 34 0,17-9-16,-17-25 15,8 35 1,0 24-16,9-33 15,-17-35 1,17 35-16,42 16 0,35-25 16,-43-42-1,17 0 1,51 42 0,-17-17-16,-42-26 15,-9-25 1,68-8-16,-26-18 0,-42-8 31,43 0-31,25-8 16,-59-9-1,-35-9-15,26-16 16,17-9 0,-17 0-16,-17-9 15,-26-16 1,-8-35-16,0-50 15,16-1 1,10-16-16,-9-52 16,-18 9-1,-7 8-15,-1-42 16,0-8 0,-8-35-16,-1-17 15,-16 1 1,-18-27-16,10 10 15,7 33 1,-8-8-16,0 8 16,-8 9-1,-9 9-15,0 8 16,-9-1 0,1-16-16,8 9 15,-17 16 1,0 9-16,0 25 15,-26 18 1,-43-18-16,-42 17 16,-17 43-1,-34 0-15,-43 17 16,-25 0 0,-1 0-16,1 26 15,-35-1-15,0 18 16,-16 7-1,-35-16 1,-17-8-16,-9 25 16,-25 51-16,-34 17 15,-34 8 1,-35 43 0,-33 43-1,118-18-15</inkml:trace>
  <inkml:trace contextRef="#ctx0" brushRef="#br0" timeOffset="23353.98">19630 14458 0,'0'0'0,"0"0"0,0 0 0,0 0 31,0 0-31,0 0 16,-8 0-1,-26 17-15,-35 17 16,-33 34-1,-26 8-15,17 9 16,17 0 0,17 17-16,18 17 15,16 0 1,17 1-16,18 7 16,8 1-16,25-9 15,18-9 1,8 1-1,18-9-15,16-9 16,9-8 0,-9-8-16,18-9 15,7-8 1,19-9-16,-10-17 16,0-26-16,-8 1 15,0-18 1,-8 1-16,-26-18 15,-18 9 1,-24 0 0,-10 9-16,-16-1 15,-1 1-15,-16-1 16,-26-16 0,-18-9-1,-7 0-15,-10 0 16,18-1-1,0 10 1,17 8-16,17 0 16,0 8-16,8 1 15,9 8 1,0 0 0,0 0-16,17 0 0,26 0 15,17 8 1,8 9-1,-8 9-15,-18-1 16,-8 10 0,-8 33-1,-35 51-15,-33 8 16,-9-25-16,8-17 0,9-8 16,17-18 15,17-33-31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17:40.9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3371 2806 0,'0'0'0,"0"0"0,0 0 0,0 0 15,-8 0-15,-1 0 16,-16 26-1,-27 34-15,-7 33 16,-1 1 0,26-26-1,17-17-15,8-17 16,1 8-16,-9 9 16,8 0-1,1 9 1,8-9-16,0-17 0,0-9 15,0 1 1,0-18-16,0 1 16,0-1-1,-9 1 1,-8 8-16,-17-9 16,-26 9-1,-42-8 1,-43-1-16,-9 1 15,-8-9 1,0 0-16,-1-17 16,10 0-1,25 0-15,8 0 16,9-9-16,0 9 16,17 0-1,9 0 1,17 0-16,17 9 15,8-1 1,9-8-16,8 9 16,9-1-1,17 1 1,-17 8-16,17 0 0,0 0 16,0 0-1,0 0-15,0 0 16,0 0-1,-8 0 1,-1 0-16,9-9 16,-26 1-1,9-9-15,-25-9 16,-1-16-16,-17-18 16,18-16-16,33-26 31,9 8-16,0 60-15</inkml:trace>
  <inkml:trace contextRef="#ctx0" brushRef="#br0" timeOffset="19944.06">22549 3342 0,'0'0'0,"0"0"0,-8 17 0,-1 17 16,9 17 0,0 26-16,17 8 0,9 17 31,8-9-16,9 1-15,8 0 16,9-18 0,25-16-16,17-18 15,35-25 1,25-8-16,17-18 16,9-8-1,17 0-15,8 0 16,-16 17-1,-1 0-15,-17 0 16,-42 17 0,-26 0-16,-17 9 15,-26-1 1,-34 1-16,-8-18 16,-9 1-16,-9-1 15,1-8 1,8-8-16,0-18 15,26-42 1,8-76 0,-8-43-16,-1-9 15,-16 0 1,-26 26-16,-9-119 16</inkml:trace>
  <inkml:trace contextRef="#ctx0" brushRef="#br0" timeOffset="25304.02">19630 4592 0,'0'0'0,"0"0"0,0 9 16,0-1-16,0 1 15,17-9 1,35 8-16,50-16 15,18-1 1,50-25-16,18 0 16,-26-8-16,-17-1 15,-25-8 1,-18 9 0,-25 8-16,-26 17 0,-17 0 31,-17 8-31,-8 9 0,-9 0 15,-26 0 1,-76 17 0,-94 34-16,-35 17 15,43-8-15,43-26 16,51-9 0,35-16-16,25-1 31,16-8-31,18 0 15,26-17 1,85-51-16,43-17 16,8 17-16,-9 26 15,-24 8 1,-36 17 0,-33 0-16,-26 8 0,-17 9 15,-8 0 1,-18 0-1,-59 34 1,-120 51-16,-59 17 16,16-17-16,35-34 15,77-25 1,67-18-16,27 1 16,16-9-16,35-17 31,85-17-31,94-34 15,8 0 1,-42 34-16,-60 17 16,-52 8-16,-42 9 15,-8 9 1</inkml:trace>
  <inkml:trace contextRef="#ctx0" brushRef="#br0" timeOffset="26035.24">20160 3674 0,'0'0'0,"0"8"16,-9 43-16,-17 26 15,-25 17 1,-34 25-16,-9-17 16,9-17-1,25-26-15,26-16 16,17-18 0,0-16-16,8-1 15,9 1 1,0-9-16,0-9 15,26-42 1,33-68-16,18-8 16,9 8-1,7-9-15,-33 34 16,8 9 0,9 26-16,9 16 15,-1 9 1,-8 26-16,-17 8 15,-18 17 1,-8 8-16,1 26 16,-10 26-1,-16 16-15,-9-16 16,-26-9 0,-42 0-16,-43-8 15,8-26 1,18-34-16,-17-26 15,16-16 1,35 8-16,34-9 16,17 18-1</inkml:trace>
  <inkml:trace contextRef="#ctx0" brushRef="#br0" timeOffset="26516.16">20987 3640 0,'0'0'0,"9"8"0,8 9 16,9 17 0,-18-8-16,1-9 15,-18 0 1,1 0-16,-1 0 15,1 0-15,-1 0 16,9 9 0,0-9-1,0 0 1,17 8-16,17 9 0,9-8 16,-17-18-1,25 1 1,34-18-16,-8-16 15,-17 8 1,-26 0-16,-9 17 16,-16 0-16,-1 0 31,1 0-31,-18 8 16,-8 26-1,-17 17-15,0 9 16,17-18-16,17-16 15,9-1-15,-1-16 16</inkml:trace>
  <inkml:trace contextRef="#ctx0" brushRef="#br0" timeOffset="26922.82">21969 3631 0,'0'0'0,"-17"9"0,-9 8 16,1 0-16,8 0 31,0-9-31,8 1 16,0-1-16,9 1 15,0 8 1,18 0-16,7 17 16,18 0-1,-1 0 1,1-8-16,-17-1 16,-18 1-16,1 8 15,-26 0 1,-34 8-16,8-16 15,9-18 1,17-8-16,0-17 16,0-17-1,8 17-15</inkml:trace>
  <inkml:trace contextRef="#ctx0" brushRef="#br0" timeOffset="27239.7">22532 3410 0,'0'0'0,"0"0"15,-8 17 1,-1 34-16,-16 17 16,-10 0-1,1 0-15,9-8 16,8-18-1,0-7-15,-1-10 16,10-8 0,8-8-16,0-1 15,0 1 1,26-1-16,16 1 16,1 8-1,0 8-15,-1 9 16,-16 17-1,-18-17-15</inkml:trace>
  <inkml:trace contextRef="#ctx0" brushRef="#br0" timeOffset="29293.7">21448 5349 0,'0'0'0,"0"0"0,0 17 16,17 34 0,0 17-16,1 0 15,-1 0 1,-9 17-16,1-8 15,-1 0 1,9-9-16,0-17 16,9-9-1,25 1-15,26-9 16,34-9 0,8-16-16,27-18 15,16 1-15,0-1 16,17 9-1,26 9-15,0-1 16,8 9 0,9 17-1,-26-8-15,-51 8 16,-34 0 0,-25-9-16,-35-16 15,-25-1 1,-18 1-1,1-18-15,-9-16 16,-9-77-16,1-77 16,16-25-1,26-111-15</inkml:trace>
  <inkml:trace contextRef="#ctx0" brushRef="#br0" timeOffset="31071.45">20364 6710 0,'0'0'0,"0"0"0,0 9 15,0 33-15,9 35 16,8 16-1,-8 18 1,8-1 0,-9 9-16,9-25 15,0-26 1,0-17-16,26-17 16,34-17-1,42-17 1,18-34-16,34-17 0,25-9 15,-25 1 1,25 8 0,0 8-1,-42 18-15,25 8 0,9 8 16,-52 9 0,-25 9-1,-17-1-15,-8 1 0,-18-1 16,-25-8 15,-18 0-31,1-8 16,8-26-1,-9-26-15,-16-33 0,-35-86 32,-50-136-32</inkml:trace>
  <inkml:trace contextRef="#ctx0" brushRef="#br0" timeOffset="32005.07">26134 8300 0,'0'0'0,"0"0"0,43-8 16,110-1 0,78-8-16,50 9 15,52 8-15,-34-9 16,34 9-1</inkml:trace>
  <inkml:trace contextRef="#ctx0" brushRef="#br0" timeOffset="33239.18">21491 9772 0,'0'0'0,"0"0"0,0 0 16,0 0-16,0 0 16,0 0-1,51 0-15,188-9 16,248-8-1,-69 17-15</inkml:trace>
  <inkml:trace contextRef="#ctx0" brushRef="#br0" timeOffset="39928.91">15115 9925 0,'0'0'0,"0"8"0,9 26 16,8 60 0,9 50-1,-18 9-15,1 9 16,-26 51-1,-26 42-15,-17 42 16,0 1-16,9-43 16,9 0-1,16-34 1,17-25-16,9-26 16,26-42-1,8-9-15,17-26 0,1-16 31,50 16-31,26-16 16,-26-18 0,9-7-16,43 24 15,8-8 1,-25 0-16,25 17 16,17-8-1,-25-1-15,-18 9 16,-8 9-1,9-9-15,-26 0 16,-26-26 0,-17-7-16,-16-18 15,-1-17 1,26-9-16,25-33 16,9-61-1,9-67-15,-1-51 16,1-76-1,25-61-15,-43 1 16,-17-17 0,-8-26-16,-8 26 15,-1-25 1,43-10-16,-9 35 16,-34 34-1,-16 34-15,-10 42 16,-8 86-1,-25 50-15,0 26 16,-9 34 0,0 17-16,0 17 15,-18 17 1,10 0-16</inkml:trace>
  <inkml:trace contextRef="#ctx0" brushRef="#br0" timeOffset="41673.3">16063 12238 0,'0'0'0,"0"0"0,0 0 0,25 8 31,35 9-31,0 9 16,-9 8 0,9-9-16,-18 9 15,1 1 1,0-1-16,-18 17 0,1 0 31,-26 8-31,-8 9 16,-18-8-16,-8-1 15,17-25 1,0-8 0,8-18-16,9 1 15,0-9 1,0 0-16,9-9 15,16 1 1,26 8-16,18 0 16,-10 17-1,-7 8-15,-18 1 16,-9 8 0,-16 17-16,-18 8 15,-33 35 1,-27 8-16,-24-17 15,-18-8 1,-26-18-16,-8-33 16,77-18-1</inkml:trace>
  <inkml:trace contextRef="#ctx0" brushRef="#br0" timeOffset="42499.18">15295 11711 0,'0'0'0,"0"0"0,0 0 15,0 0-15,8 8 0,26 9 16,18 0 0,33 0-1,26 9 1,17-9-16,43-9 15,25 9-15,26 0 16,42 0 0,-16 9-1,8 8 1,-34 8-16,-17 9 0,-1 9 31,-41-1-31,-18 1 16,128 59-16</inkml:trace>
  <inkml:trace contextRef="#ctx0" brushRef="#br0" timeOffset="43183.77">16404 10273 0,'0'0'0,"0"0"16,34 9-16,18 25 16,7 8-1,1 9-15,-9 0 16,-8 18-16,-18 24 31,-7 9-31,-36 26 16,-41 33-16,-52-8 15,-9-34 1,1-34 0,-35-16-16,26-44 0,51-25 31,26-8-31,26-1 0,7 1 31,18-1-31,35 0 16,110 1-1,94-1-15,42 18 16,10 8-16,-18 17 0,-26 9 16,103 16-1</inkml:trace>
  <inkml:trace contextRef="#ctx0" brushRef="#br0" timeOffset="45499.61">15201 11251 0,'0'0'0,"0"0"0,0 0 15,0 0-15,-9 0 16,1 0 0,8 0-16,0 0 15,-9-8 1,9-35-16,0-25 15,0-8-15,9 16 16,-1-16 0,1-18-1,-1-8 1,-8 0-16,-8 9 16,-1 7-16,1-7 15,-1-43 1,-8-17-16,9-9 15,8-33 1,0 7-16,0 18 16,8-17-1,9 0-15,0 26 16,17-18 0,9 17-16,0 26 15,-9 0 1,-17 68-16</inkml:trace>
  <inkml:trace contextRef="#ctx0" brushRef="#br0" timeOffset="47148.89">16293 10911 0,'0'-8'0,"43"-18"0,85-50 15,51-52 1,-34 9-16,-17 8 0,-8 9 16,-26 17 15,-35 26-31,-24 16 16,-18 26-1,-9 0-15,-25 17 16,-68 17-1,-60 34-15,-35 34 16,1 17 0,8-8-16,43-9 15,35-17 1,24-17-16,27-8 0,25-18 31,8 1-31,18-1 16,25-16-16,51-9 15,17-26-15,18-16 32,-9 8-32,-17 0 15,-26 17 1,-34 0-16,-8 17 16,-9 0-1,-9 0-15,-16 8 16,-26 35-1,-18 8-15,-24 17 16,-27 17 0,1 17-16,8-9 15,17-16 1,34-26-16,18-26 16,16-16-1,18-1-15,51-16 16,85-52-1,51-25-15,9-8 16,-17-1 0,-35 18-16,-50 16 15,-44 26 1,-33 17-16,-17 0 16,-1 17-16,-42 0 15,-68 17 1,-86 51-1,-43 51-15,1 26 16,51-26 0,68-34-16,42-26 15,44-25-15,8-17 16,17-8 0,51-9-16,111-51 15,60-43 1,-26 1-16,-16 8 15,-52 17 1,-52 34 0,-41 17-1,-18 17-15,-43 8 16,-111 60-16,-110 68 16,-26 9-1,25-26-15,78-17 16,76-42-16,51-35 15,26-16 1,25-18 0,86-33-16,103-43 15,50-18-15,-59 18 16,-77 26 0,-26 16-16,-51 26 15,-17 9 1,-59 25-16,-103 59 15,-52 26 1,-93 60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2-10T00:18:48.2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13297 2458 0,'0'0'0,"0"8"0,0 35 15,18 33 1,-10 43-16,1 43 0,-18 34 31,-17 8-15,1-17-16,-18 0 0,9-43 15,8-33 1,26-9 0,26-8-1,25-26-15,52-17 16,67-17 0,61-51-16,59-43 15,17-33-15,18-9 16,-1 8-1,26 9-15,17 8 16,8 18 0,61 25-1,7 17-15,-16 34 16,34 0 0,34 0-16,0 0 15,-8 17 1,-26 0-16,-9-9 15,-59 18 1,-61-34-16,-24-18 16,-35-17-1,-17-16-15,-60-18 16,-42 1 0,-35-18-16,-25-8 15,-26-8 1,-33-1-16,-44-42 15,-68-153 1</inkml:trace>
  <inkml:trace contextRef="#ctx0" brushRef="#br0" timeOffset="1439.63">5001 3878 0,'0'0'0,"35"0"0,76 0 16,25 0-16,35-8 15,68 8 1,-17 0-16,17-9 15,34 1 1,43 8-16,34 17 16,8-9-1,52 9-15,59 26 16,-8-9 0,-43 0-16,-17 8 15,9-8 1,0-8-16,-112-1 15,27-8 1,-69-8-16,-94-9 16,17-9-1,-59 1-15,-43 8 16,-43 0 0,-17-9-16,-17 1 15,-26-9 1,-59-17-16,-94-9 15,-69 9-15,-51 17 16,-17 17 0,-25 0-1,-9 0-15,0 0 16,-8-8 0,-18 8-16,9 8 15,60-8-15,17-17 16,25 0-1,35 9 1,-18 8-16,18 0 16,8 8-1,26 9 1,25 0-16,26 0 16,34 0-1,43-8-15,25-1 16,17 1-16,9-9 15,17 8-15,0 9 16,43 9 0,85 25-16,94 0 15,77-43 1,59-16 0,9-9-1,26-17-15,16 8 16,27 26-16,-10 0 15,1 34 1,-9 9 0,9 16-16,17 9 15,0-34-15,-43 0 16,8-17-16,-7-8 16</inkml:trace>
  <inkml:trace contextRef="#ctx0" brushRef="#br0" timeOffset="22448.13">4455 4992 0,'0'0'0,"0"0"0,0 0 0,0 0 16</inkml:trace>
  <inkml:trace contextRef="#ctx0" brushRef="#br0" timeOffset="23773.52">8194 4873 0,'0'0'0,"0"0"0,-18 0 16,-16 0-16,-17 9 15,-34-9 1,-18 17 0,-16 25-16,-60 18 15,8 25-15,-8 25 16,17 1-16,8-1 15,17 1 17,52-1-32,17 1 0,17-9 15,8-8 1,17-1 0,26 9-16,17-8 0,43-9 15,77 8 1,25-25-16,51-42 31,52-26-31,-9-34 16,25-34-16,-67-17 15,-35-17 1,9-34-16,-52-9 16,-50-42-1,-44-26 1,-59 1-16,-102-35 15,-103-25-15,-145 17 16,-120 59 0,-110 137-1,-180 144-15,333-9 16</inkml:trace>
  <inkml:trace contextRef="#ctx0" brushRef="#br0" timeOffset="26010.61">8424 7739 0,'0'0'0,"9"-8"0,8-1 15,8-8-15,26 0 32,1 0-32,-10 0 15,44 0 1,127 0-16,86 0 15,110-9-15,95 18 16,-103 8-16</inkml:trace>
  <inkml:trace contextRef="#ctx0" brushRef="#br0" timeOffset="28153.09">6043 8862 0,'0'0'0,"0"-9"0,42 1 16,35-9 0,26 0-16,25 0 15,51 0 1,68-9-16,9 1 16,35-1-1,42 26-15,51 0 16,8 0-16,52 26 15,68 16 1,26-8-16,17-8 16,8-18-1,-17-50 1,-136-18-16</inkml:trace>
  <inkml:trace contextRef="#ctx0" brushRef="#br0" timeOffset="30909.72">13007 8760 0,'-8'0'0,"-1"8"0,1 1 16,-18-1-16,-17 1 16,1-18-1,-1 1-15,-25-9 16,-18-9-16,1-8 16,0 0-1,-1 0-15,10 17 16,-10 0-1,1 0-15,-1 17 16,-7 9 0,7-1-1,9 9-15,-25 0 16,-9 17 0,17 0-16,-8 9 15,-9 8 1,8 25-16,9 9 15,1 17-15,33 0 32,26-8-32,8-9 15,26 0-15,17 8 16,17 10 0,9 7-16,25 1 15,26-1 1,43-8-1,33-25-15,52-26 16,43-17 0,25-26-16,17-16 15,35-1-15,67-16 16,1-18 0,-9 1-16,-34-9 15,-42 0 1,-78-17-1,-42-17-15,0-26 16,-60 1 0,-51-1-16,-26-25 15,-25 0-15,-35 25 16,-42 9 0,-60-34-16,-85-34 15,-77 34 1,-51 25-1,-52 18-15,-25 33 16,-34 43 0,-17 26-16,16 16 15,61 43-15,34 34 16,-9 35 0</inkml:trace>
  <inkml:trace contextRef="#ctx0" brushRef="#br0" timeOffset="32134.6">9747 9806 0,'0'0'0,"-9"-9"0,-16 1 16,-1-9-1,-8 0-15,-26 0 16,-17 0-1,-16 8-15,-27 9 16,1 0 0,-26 17-16,-9 9 15,9 8 1,-26 17-16,0 17 16,26 0-1,9 17-15,25 8 16,0-8-1,17 9-15,26 8 16,16 9 0,18-1-16,26 9 15,16 17 1,18 0-16,25-17 16,34 0-1,44 17-15,24-16 16,35-18-1,42-26-15,35-16 16,42-9-16,9-17 16,8-17-1,9-9-15,34 1 16,-17-1 0,17 1-16,43-9 15,-35-9 1,-25-16-1,9-9-15,-1-9 16,-33-16 0,-27-9-16,-42 8 15,-68-8-15,-34 9 16,-18-10 0,-33-7-16,-44-1 15,-24-8 1,-27-25-1,-25-26-15,-60-26 16,-51 1 0,-43 7-16,-33 1 15,-52 26-15,-77 16 32,-60 35-32,-8 25 0,-51 25 15,-69 9 1,-34 26-1,-42 8-15,-35 34 16,-34 34 0,248-17-1</inkml:trace>
  <inkml:trace contextRef="#ctx0" brushRef="#br0" timeOffset="38087.4">15295 10316 0,'0'0'0,"0"0"0,0 0 0,-9 0 16,-17 0-1,-25 0-15,-8 17 16,-10 0 0,10 8-16,16-16 15,26-1 1,17 1-16,8-1 15,52 1 1,77-1 0,76-16-16,0-9 15,9 8 1,26-16-16,-52-1 16,-25 1-1,-43 8-15,-43 8 16,-51 9-1,-17 0-15,-42 17 16,-52 34-16,-68 43 16,-77 34-16,-34 8 15,-68 51 1,-1 25 0,69-25-16,51-16 15,77-18 1,26-43-16,51-67 15,34-18 1,17-16 0,25-52-16,78-93 15,84-102 1,10-26-16,-35 18 16,0-18-1,0 17-15,-42 52 16,-52 59-1,-34 51-15,-8 42 16,-18 18 0,1 16-16,-18 26 15,-8 85-15,-8 85 32,25 43-32,17 17 15,17-1-15,8-16 16,1 16-1,8-16-15,-34-111 16,-8-34 0,-18-25-16,-8-18 15,-17-16 1,-26-26-16,-42-68 16,-35-119-1,-16-77-15,33-17 16,9-33-1,9-52-15</inkml:trace>
  <inkml:trace contextRef="#ctx0" brushRef="#br0" timeOffset="64270.15">18905 4941 0,'0'0'0,"0"9"0,17 59 16,9 51 0,-18-9-16,-16 18 15,-9 84 1,-1-16-16,-7 8 0,-9 43 16,0-9-1,-1 9-15,18-52 16,0-59-1,17-17-15,0-51 32,17-34-32,26-42 15,34-35 1,34-59-16,42-102 16,1 9-16,-26-1 15,-17-17 1,-34 69-1,-9 25-15,-17 8 16,-17 26 0,-8 26-16,-17 25 15,-1 17 1,1 8-16</inkml:trace>
  <inkml:trace contextRef="#ctx0" brushRef="#br0" timeOffset="65399.72">18162 3887 0,'0'0'0,"-8"8"0,-1 52 16,-16 67-16,-27 86 16,-33 93-1,-17 77-15,16-43 16,27 0-1,7 68 1,18-59-16,26-34 16,8-1-1,17-50-15,0-94 16,-9-102-16</inkml:trace>
  <inkml:trace contextRef="#ctx0" brushRef="#br0" timeOffset="65731.66">20919 4958 0,'-8'51'0,"-9"170"0,-35 162 16,-42 34-16,-25 8 15,8-34 1,26-25-16,33-103 15,27-101 1,16-17-16,9-86 16</inkml:trace>
  <inkml:trace contextRef="#ctx0" brushRef="#br0" timeOffset="66035.64">22421 5843 0,'-8'8'0,"-26"69"0,-43 135 15,-17 60 1,0 1-16,-17-35 16,9-43-1,16 1-15,27-86 16,16-50-16,26-43 16</inkml:trace>
  <inkml:trace contextRef="#ctx0" brushRef="#br0" timeOffset="66270.22">21781 6242 0,'9'9'0,"50"42"0,95 59 0,0-33 15,25-18 1,34 1 0,-85-35-16,-59-25 15,-35-8-15</inkml:trace>
  <inkml:trace contextRef="#ctx0" brushRef="#br0" timeOffset="66902.34">24948 5528 0,'-9'0'0,"-8"-9"0,-34 1 15,-43 8-15,0-9 16,-8 1 0,-1-18-16,9 9 15,18 0 1,7 0-16,18 9 15,8 8 1,1 25-16,-1 26 0,-8 51 31,17 60-15,8 0-16,0 42 16,-8 0-16,-17 0 15,-17 26 1,25-77-16,9-43 15,0 1 1,8-26-16,9-26 16,17-16-1,0-18 1,26 1-16,42-1 16,0-16-1,-8-9-15,43 0 16,42-9-1,-9 1-15,-50-1 16,-35 1 0,-26-1-16,18-16 15,-9 8 1</inkml:trace>
  <inkml:trace contextRef="#ctx0" brushRef="#br0" timeOffset="67153.14">23941 6353 0,'0'0'0,"17"8"0,34 35 0,26 8 15,-18-9 1,-16 1 0,0-18-16,-1 1 15,-7-18 1,-1-8-16,-17 0 16</inkml:trace>
  <inkml:trace contextRef="#ctx0" brushRef="#br0" timeOffset="67536.77">23335 4924 0,'0'0'0,"-9"9"16,-8 50-16,-26 86 16,-8 59-1,-17 59-15,-9 10 0,-8 24 16,25 18-1,34-17 1,9 67-16,17-76 16,0-42-1,0-17-15,0-171 16</inkml:trace>
  <inkml:trace contextRef="#ctx0" brushRef="#br0" timeOffset="67856">26441 4082 0,'0'26'0,"0"195"0,-17 221 15,-17 26-15,-26 17 16,-34 16-1,1 10-15,41-1 16,44-34 0,8-85-16</inkml:trace>
  <inkml:trace contextRef="#ctx0" brushRef="#br0" timeOffset="70924.14">6085 8972 0,'0'0'0,"0"0"0,-17-8 0,-34-1 31,-34-16-31,-35-26 16,9 0-1,26 8-15,-9 9 16,0 0 0,34 17-16,1 17 15,-18 34 1,0 26-16,17 59 0,-8 42 16,17 35-1,8 25 1,26-8-16,9 25 15,-1 25 1,1 27 0,-10 24-16,-7-25 0,-1 0 31,-8 1-15,0-35-16,0-26 15,8-59-15,9-42 16,17-43-16,0-17 31,9-25-31,8-9 16,25 8-1,27-16-15,50 8 16,35 0-16,8 0 16,-25 8-16,-86-16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49A25B-064F-4940-8CEE-34D7920B25F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DA96D1-356A-4D34-AE7A-0DFABF1C9C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226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29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2.xml"/><Relationship Id="rId4" Type="http://schemas.openxmlformats.org/officeDocument/2006/relationships/image" Target="../media/image1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customXml" Target="../ink/ink13.xml"/><Relationship Id="rId4" Type="http://schemas.openxmlformats.org/officeDocument/2006/relationships/image" Target="../media/image1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4.xml"/><Relationship Id="rId4" Type="http://schemas.openxmlformats.org/officeDocument/2006/relationships/image" Target="../media/image1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customXml" Target="../ink/ink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8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CSE 332 Winter 2026</a:t>
            </a:r>
            <a:br>
              <a:rPr lang="en-US" dirty="0"/>
            </a:br>
            <a:r>
              <a:rPr lang="en-US" dirty="0"/>
              <a:t>Lecture 15: Graphs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625729"/>
            <a:ext cx="7044346" cy="3888478"/>
            <a:chOff x="0" y="3020093"/>
            <a:chExt cx="7044346" cy="388847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314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514600"/>
                <a:ext cx="2651623" cy="400110"/>
              </a:xfrm>
              <a:prstGeom prst="rect">
                <a:avLst/>
              </a:prstGeom>
              <a:blipFill>
                <a:blip r:embed="rId3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2939326"/>
                <a:ext cx="3120470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F64E0-3961-CFDA-3271-06B48D4D0B4D}"/>
              </a:ext>
            </a:extLst>
          </p:cNvPr>
          <p:cNvGrpSpPr/>
          <p:nvPr/>
        </p:nvGrpSpPr>
        <p:grpSpPr>
          <a:xfrm>
            <a:off x="1524000" y="2625729"/>
            <a:ext cx="7044346" cy="3888478"/>
            <a:chOff x="1524000" y="2625729"/>
            <a:chExt cx="7044346" cy="3888478"/>
          </a:xfrm>
        </p:grpSpPr>
        <p:grpSp>
          <p:nvGrpSpPr>
            <p:cNvPr id="2070" name="Group 2069"/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17" name="Straight Connector 16"/>
              <p:cNvCxnSpPr>
                <a:stCxn id="5" idx="7"/>
                <a:endCxn id="4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>
                <a:stCxn id="44" idx="6"/>
                <a:endCxn id="4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5" idx="4"/>
                <a:endCxn id="4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>
                <a:stCxn id="47" idx="3"/>
                <a:endCxn id="4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>
                <a:stCxn id="50" idx="2"/>
                <a:endCxn id="4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>
                <a:stCxn id="47" idx="5"/>
                <a:endCxn id="5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47" idx="7"/>
                <a:endCxn id="4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>
                <a:stCxn id="50" idx="6"/>
                <a:endCxn id="5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>
                <a:stCxn id="51" idx="1"/>
                <a:endCxn id="4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>
                <a:stCxn id="54" idx="2"/>
                <a:endCxn id="4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51" idx="0"/>
                <a:endCxn id="54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>
                <a:stCxn id="53" idx="1"/>
                <a:endCxn id="54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53" idx="3"/>
                <a:endCxn id="5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44" idx="4"/>
                <a:endCxn id="4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" name="Oval 4"/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45" name="Oval 44"/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5017AB7-164A-F3E8-2283-B6D8043EC3F1}"/>
                </a:ext>
              </a:extLst>
            </p:cNvPr>
            <p:cNvCxnSpPr>
              <a:cxnSpLocks/>
              <a:stCxn id="51" idx="7"/>
              <a:endCxn id="54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F03C30C-4DA2-F5A0-18BB-7C9D45A12607}"/>
                </a:ext>
              </a:extLst>
            </p:cNvPr>
            <p:cNvCxnSpPr>
              <a:cxnSpLocks/>
              <a:stCxn id="50" idx="3"/>
              <a:endCxn id="4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9874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Graphs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4</a:t>
            </a:fld>
            <a:endParaRPr lang="en-US"/>
          </a:p>
        </p:txBody>
      </p:sp>
      <p:grpSp>
        <p:nvGrpSpPr>
          <p:cNvPr id="2070" name="Group 2069"/>
          <p:cNvGrpSpPr/>
          <p:nvPr/>
        </p:nvGrpSpPr>
        <p:grpSpPr>
          <a:xfrm>
            <a:off x="1524000" y="2743200"/>
            <a:ext cx="7044346" cy="4072018"/>
            <a:chOff x="0" y="2862182"/>
            <a:chExt cx="7044346" cy="4072018"/>
          </a:xfrm>
        </p:grpSpPr>
        <p:cxnSp>
          <p:nvCxnSpPr>
            <p:cNvPr id="17" name="Straight Connector 16"/>
            <p:cNvCxnSpPr>
              <a:stCxn id="5" idx="7"/>
              <a:endCxn id="4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44" idx="6"/>
              <a:endCxn id="4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5" idx="4"/>
              <a:endCxn id="4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47" idx="3"/>
              <a:endCxn id="4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50" idx="2"/>
              <a:endCxn id="4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47" idx="5"/>
              <a:endCxn id="5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7" idx="7"/>
              <a:endCxn id="4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50" idx="6"/>
              <a:endCxn id="5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>
              <a:stCxn id="51" idx="1"/>
              <a:endCxn id="4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54" idx="2"/>
              <a:endCxn id="4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51" idx="0"/>
              <a:endCxn id="54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53" idx="1"/>
              <a:endCxn id="54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53" idx="3"/>
              <a:endCxn id="5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7" name="TextBox 2056"/>
            <p:cNvSpPr txBox="1"/>
            <p:nvPr/>
          </p:nvSpPr>
          <p:spPr>
            <a:xfrm>
              <a:off x="886366" y="333144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6095562" y="409903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895875" y="65648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047348" y="5905158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004912" y="47172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119679" y="44627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582463" y="3299181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3058462" y="554633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064048" y="385317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051034" y="522425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885966" y="640439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2830979" y="286218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256634" y="509652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69" name="Straight Connector 68"/>
            <p:cNvCxnSpPr>
              <a:stCxn id="44" idx="4"/>
              <a:endCxn id="4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1414258" y="42624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Oval 44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7" name="Oval 4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0" name="Oval 49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3" name="Oval 52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54" name="Oval 53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67" name="TextBox 2066"/>
              <p:cNvSpPr txBox="1"/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/>
                  <a:t>Definition: </a:t>
                </a:r>
                <a14:m>
                  <m:oMath xmlns:m="http://schemas.openxmlformats.org/officeDocument/2006/math">
                    <m:r>
                      <a:rPr lang="en-US" sz="4000" i="1">
                        <a:latin typeface="Cambria Math"/>
                      </a:rPr>
                      <m:t>𝐺</m:t>
                    </m:r>
                    <m:r>
                      <a:rPr lang="en-US" sz="4000" i="1">
                        <a:latin typeface="Cambria Math"/>
                      </a:rPr>
                      <m:t>=(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𝑉</m:t>
                    </m:r>
                    <m:r>
                      <a:rPr lang="en-US" sz="4000" i="1">
                        <a:latin typeface="Cambria Math"/>
                      </a:rPr>
                      <m:t>,</m:t>
                    </m:r>
                    <m:r>
                      <a:rPr lang="en-US" sz="40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  <m:r>
                      <a:rPr lang="en-US" sz="4000" i="1">
                        <a:latin typeface="Cambria Math"/>
                      </a:rPr>
                      <m:t>)</m:t>
                    </m:r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2067" name="TextBox 2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6310" y="1295402"/>
                <a:ext cx="4802981" cy="707886"/>
              </a:xfrm>
              <a:prstGeom prst="rect">
                <a:avLst/>
              </a:prstGeom>
              <a:blipFill>
                <a:blip r:embed="rId2"/>
                <a:stretch>
                  <a:fillRect l="-4222" t="-12281" r="-2111" b="-36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68" name="TextBox 2067"/>
          <p:cNvSpPr txBox="1"/>
          <p:nvPr/>
        </p:nvSpPr>
        <p:spPr>
          <a:xfrm>
            <a:off x="6639846" y="1058920"/>
            <a:ext cx="2097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Vertices/Nodes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990052" y="1847846"/>
            <a:ext cx="908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Edges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00B050"/>
                        </a:solidFill>
                        <a:latin typeface="Cambria Math"/>
                      </a:rPr>
                      <m:t>𝑤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</m:e>
                    </m:d>
                    <m:r>
                      <a:rPr lang="en-US" sz="3200" i="1">
                        <a:latin typeface="Cambria Math"/>
                      </a:rPr>
                      <m:t>=</m:t>
                    </m:r>
                  </m:oMath>
                </a14:m>
                <a:r>
                  <a:rPr lang="en-US" sz="4000" dirty="0"/>
                  <a:t> </a:t>
                </a:r>
                <a:r>
                  <a:rPr lang="en-US" sz="4000" dirty="0">
                    <a:solidFill>
                      <a:srgbClr val="00B050"/>
                    </a:solidFill>
                  </a:rPr>
                  <a:t>weight</a:t>
                </a:r>
                <a:r>
                  <a:rPr lang="en-US" sz="4000" dirty="0"/>
                  <a:t> of </a:t>
                </a:r>
                <a:r>
                  <a:rPr lang="en-US" sz="4000" dirty="0">
                    <a:solidFill>
                      <a:srgbClr val="FF0000"/>
                    </a:solidFill>
                  </a:rPr>
                  <a:t>edge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rgbClr val="FF0000"/>
                        </a:solidFill>
                        <a:latin typeface="Cambria Math"/>
                      </a:rPr>
                      <m:t>𝑒</m:t>
                    </m:r>
                  </m:oMath>
                </a14:m>
                <a:endParaRPr lang="en-US" sz="4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6650" y="1981200"/>
                <a:ext cx="5047151" cy="707886"/>
              </a:xfrm>
              <a:prstGeom prst="rect">
                <a:avLst/>
              </a:prstGeom>
              <a:blipFill>
                <a:blip r:embed="rId3"/>
                <a:stretch>
                  <a:fillRect l="-251" t="-14286" b="-35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69" name="TextBox 2068"/>
              <p:cNvSpPr txBox="1"/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𝑉</m:t>
                      </m:r>
                      <m:r>
                        <a:rPr lang="en-US" sz="200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={1,2,3,4,5,6,7,8,9}</m:t>
                      </m:r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69" name="TextBox 20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22224" y="2789982"/>
                <a:ext cx="2651623" cy="400110"/>
              </a:xfrm>
              <a:prstGeom prst="rect">
                <a:avLst/>
              </a:prstGeom>
              <a:blipFill>
                <a:blip r:embed="rId4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/>
              <p:cNvSpPr txBox="1"/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𝐸</m:t>
                      </m:r>
                      <m:r>
                        <a:rPr lang="en-US" sz="200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={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,(1,3)</m:t>
                      </m:r>
                      <m:r>
                        <a:rPr lang="en-US" sz="2000" i="1">
                          <a:solidFill>
                            <a:srgbClr val="FF0000"/>
                          </a:solidFill>
                          <a:latin typeface="Cambria Math"/>
                        </a:rPr>
                        <m:t>,…}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3" name="Text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3214708"/>
                <a:ext cx="3120470" cy="400110"/>
              </a:xfrm>
              <a:prstGeom prst="rect">
                <a:avLst/>
              </a:prstGeom>
              <a:blipFill>
                <a:blip r:embed="rId5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5300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1270-E0F8-A2B4-DC31-E1498BB4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Graph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15C73-AF4A-DFE5-A3D1-D1EC818DC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367570" cy="4525963"/>
          </a:xfrm>
        </p:spPr>
        <p:txBody>
          <a:bodyPr>
            <a:normAutofit/>
          </a:bodyPr>
          <a:lstStyle/>
          <a:p>
            <a:r>
              <a:rPr lang="en-US" dirty="0"/>
              <a:t>Adjacent/Neighbors</a:t>
            </a:r>
          </a:p>
          <a:p>
            <a:pPr lvl="1"/>
            <a:r>
              <a:rPr lang="en-US" dirty="0"/>
              <a:t>Nodes are adjacent/neighbors if they share an edge</a:t>
            </a:r>
          </a:p>
          <a:p>
            <a:r>
              <a:rPr lang="en-US" dirty="0"/>
              <a:t>Degree</a:t>
            </a:r>
          </a:p>
          <a:p>
            <a:pPr lvl="1"/>
            <a:r>
              <a:rPr lang="en-US" dirty="0"/>
              <a:t>Number of edges “touching” a vertex</a:t>
            </a:r>
          </a:p>
          <a:p>
            <a:r>
              <a:rPr lang="en-US" dirty="0"/>
              <a:t>Indegree</a:t>
            </a:r>
          </a:p>
          <a:p>
            <a:pPr lvl="1"/>
            <a:r>
              <a:rPr lang="en-US" dirty="0"/>
              <a:t>Number of incoming edges</a:t>
            </a:r>
          </a:p>
          <a:p>
            <a:r>
              <a:rPr lang="en-US" dirty="0"/>
              <a:t>Outdegree</a:t>
            </a:r>
          </a:p>
          <a:p>
            <a:pPr lvl="1"/>
            <a:r>
              <a:rPr lang="en-US" dirty="0"/>
              <a:t>Number of outgoing edges</a:t>
            </a:r>
          </a:p>
          <a:p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77077EB-8563-0C5E-9AF2-6FB42457C3F5}"/>
              </a:ext>
            </a:extLst>
          </p:cNvPr>
          <p:cNvGrpSpPr/>
          <p:nvPr/>
        </p:nvGrpSpPr>
        <p:grpSpPr>
          <a:xfrm>
            <a:off x="7848600" y="846138"/>
            <a:ext cx="4301146" cy="2374232"/>
            <a:chOff x="0" y="3020093"/>
            <a:chExt cx="7044346" cy="3888478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1C421F4-A457-DB86-1FD3-32D14A13BE0A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6D50B3-9D94-894A-AEF4-03C92A6437D5}"/>
                </a:ext>
              </a:extLst>
            </p:cNvPr>
            <p:cNvCxnSpPr>
              <a:stCxn id="20" idx="6"/>
              <a:endCxn id="23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F6F2AEC7-7C95-AF77-5085-BC18C20FED6C}"/>
                </a:ext>
              </a:extLst>
            </p:cNvPr>
            <p:cNvCxnSpPr>
              <a:stCxn id="19" idx="4"/>
              <a:endCxn id="21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91F591-A554-8D39-D9B1-E0EE5E18BBEA}"/>
                </a:ext>
              </a:extLst>
            </p:cNvPr>
            <p:cNvCxnSpPr>
              <a:stCxn id="22" idx="3"/>
              <a:endCxn id="21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DDE6CD8-5778-FAA9-5C53-CE46081CD71E}"/>
                </a:ext>
              </a:extLst>
            </p:cNvPr>
            <p:cNvCxnSpPr>
              <a:stCxn id="24" idx="2"/>
              <a:endCxn id="21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877BBA0-F365-074C-3764-5C12DEEB2E8F}"/>
                </a:ext>
              </a:extLst>
            </p:cNvPr>
            <p:cNvCxnSpPr>
              <a:stCxn id="22" idx="5"/>
              <a:endCxn id="24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0203ADB-430A-D65F-9723-DAA04ACAFB9C}"/>
                </a:ext>
              </a:extLst>
            </p:cNvPr>
            <p:cNvCxnSpPr>
              <a:stCxn id="22" idx="7"/>
              <a:endCxn id="23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68AE7B9-7053-F6F9-A0D3-5A043D505A2D}"/>
                </a:ext>
              </a:extLst>
            </p:cNvPr>
            <p:cNvCxnSpPr>
              <a:stCxn id="24" idx="6"/>
              <a:endCxn id="25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75ACCEC-0E1D-BF87-4D29-C9EFE7A95074}"/>
                </a:ext>
              </a:extLst>
            </p:cNvPr>
            <p:cNvCxnSpPr>
              <a:stCxn id="25" idx="1"/>
              <a:endCxn id="23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ADBF4-FB3C-D330-300D-00B6AF377E53}"/>
                </a:ext>
              </a:extLst>
            </p:cNvPr>
            <p:cNvCxnSpPr>
              <a:stCxn id="27" idx="2"/>
              <a:endCxn id="23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FFB4587-1690-02D4-BA3C-A0099E7358D5}"/>
                </a:ext>
              </a:extLst>
            </p:cNvPr>
            <p:cNvCxnSpPr>
              <a:stCxn id="25" idx="0"/>
              <a:endCxn id="27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C13D604-B112-B9D1-2FB0-D426EB51FDB5}"/>
                </a:ext>
              </a:extLst>
            </p:cNvPr>
            <p:cNvCxnSpPr>
              <a:stCxn id="26" idx="1"/>
              <a:endCxn id="27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E8B21677-B01D-DF4C-8F76-B4A4CCE81DFF}"/>
                </a:ext>
              </a:extLst>
            </p:cNvPr>
            <p:cNvCxnSpPr>
              <a:stCxn id="26" idx="3"/>
              <a:endCxn id="25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A2EE3B9-2788-3830-4E73-9DF1652682FE}"/>
                </a:ext>
              </a:extLst>
            </p:cNvPr>
            <p:cNvCxnSpPr>
              <a:stCxn id="20" idx="4"/>
              <a:endCxn id="21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02ECF91-9510-823B-C909-5F0EB0CA3147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8B09655-F346-B1A3-1410-FB8E825C8643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9E88022-25E7-86C7-8B92-34447DB1CB81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EB710F6-6934-006D-D44B-6C316E606C8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2B6EF87-9ED8-0DE9-D60E-95BDFA88858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1E8C970-DD24-1453-11B9-B8ACAA2F93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75E1A8BB-249C-43D9-96A3-202B7BEE668A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A1B0CD1-8132-C3B4-B8C7-CDDC25E0B19D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56E15FE-2AC2-BAA6-9B20-EDB3AA8EE9EF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49BC2B0C-3F8F-E385-9C36-453724DCBB67}"/>
              </a:ext>
            </a:extLst>
          </p:cNvPr>
          <p:cNvGrpSpPr/>
          <p:nvPr/>
        </p:nvGrpSpPr>
        <p:grpSpPr>
          <a:xfrm>
            <a:off x="7752750" y="3494747"/>
            <a:ext cx="4385159" cy="2420607"/>
            <a:chOff x="1524000" y="2625729"/>
            <a:chExt cx="7044346" cy="3888478"/>
          </a:xfrm>
        </p:grpSpPr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D1311A56-0703-B4CB-4DF3-E964A1EBFC91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F08BE01B-5DBC-5EE1-D933-A8EB34AAAF91}"/>
                  </a:ext>
                </a:extLst>
              </p:cNvPr>
              <p:cNvCxnSpPr>
                <a:stCxn id="94" idx="7"/>
                <a:endCxn id="95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58838333-99B5-EDB2-E636-E37A3041178D}"/>
                  </a:ext>
                </a:extLst>
              </p:cNvPr>
              <p:cNvCxnSpPr>
                <a:stCxn id="95" idx="6"/>
                <a:endCxn id="98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C90C3336-FD01-DDE1-F0D0-03F55BFFCE28}"/>
                  </a:ext>
                </a:extLst>
              </p:cNvPr>
              <p:cNvCxnSpPr>
                <a:stCxn id="94" idx="4"/>
                <a:endCxn id="96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12F9B32-568D-6074-BFD1-06C1C822970C}"/>
                  </a:ext>
                </a:extLst>
              </p:cNvPr>
              <p:cNvCxnSpPr>
                <a:stCxn id="97" idx="3"/>
                <a:endCxn id="96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4927DFB4-FE48-C8DF-70F7-FA2E1E749276}"/>
                  </a:ext>
                </a:extLst>
              </p:cNvPr>
              <p:cNvCxnSpPr>
                <a:stCxn id="99" idx="2"/>
                <a:endCxn id="96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5F6211A5-2B55-D230-16B2-2AD51EA7A0D9}"/>
                  </a:ext>
                </a:extLst>
              </p:cNvPr>
              <p:cNvCxnSpPr>
                <a:stCxn id="97" idx="5"/>
                <a:endCxn id="99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AC54169-CBFA-C7E2-BC2E-33184A527D9D}"/>
                  </a:ext>
                </a:extLst>
              </p:cNvPr>
              <p:cNvCxnSpPr>
                <a:stCxn id="97" idx="7"/>
                <a:endCxn id="98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2ECDD1BC-741B-9CAD-1105-09E397EE3B17}"/>
                  </a:ext>
                </a:extLst>
              </p:cNvPr>
              <p:cNvCxnSpPr>
                <a:stCxn id="99" idx="6"/>
                <a:endCxn id="100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0CE11B8-8F5D-C7A3-14F8-FBE2BD41B155}"/>
                  </a:ext>
                </a:extLst>
              </p:cNvPr>
              <p:cNvCxnSpPr>
                <a:stCxn id="100" idx="1"/>
                <a:endCxn id="98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4D4A98BB-84E0-53EA-CAB6-B34746A23FB1}"/>
                  </a:ext>
                </a:extLst>
              </p:cNvPr>
              <p:cNvCxnSpPr>
                <a:stCxn id="102" idx="2"/>
                <a:endCxn id="98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3DFE9DAC-A92C-CC96-A200-12881D3F5556}"/>
                  </a:ext>
                </a:extLst>
              </p:cNvPr>
              <p:cNvCxnSpPr>
                <a:stCxn id="100" idx="0"/>
                <a:endCxn id="102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253C9770-FA50-C8A2-029D-50072B26B7AA}"/>
                  </a:ext>
                </a:extLst>
              </p:cNvPr>
              <p:cNvCxnSpPr>
                <a:stCxn id="101" idx="1"/>
                <a:endCxn id="102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368074D-3071-983E-D9B7-5D8BED13FAD1}"/>
                  </a:ext>
                </a:extLst>
              </p:cNvPr>
              <p:cNvCxnSpPr>
                <a:stCxn id="101" idx="3"/>
                <a:endCxn id="100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3DDF72EC-73F5-C92E-7376-748E30BB74C1}"/>
                  </a:ext>
                </a:extLst>
              </p:cNvPr>
              <p:cNvCxnSpPr>
                <a:stCxn id="95" idx="4"/>
                <a:endCxn id="96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F5FC2285-020A-878E-90CE-2ACC450330A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8AA52F75-BA01-66A5-EF54-E52D90EDD432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0E6879E-1525-AA65-2114-574042CBEEB6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7" name="Oval 96">
                <a:extLst>
                  <a:ext uri="{FF2B5EF4-FFF2-40B4-BE49-F238E27FC236}">
                    <a16:creationId xmlns:a16="http://schemas.microsoft.com/office/drawing/2014/main" id="{BDC3F494-6211-1948-0CDB-6CD123A25C3C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3BE19C25-5170-64E5-46A0-C59958E021A7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B48AE5A-C4EE-BA50-885A-F30C09797C9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587E7852-F9BC-8B04-BCFA-082683DAC53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101" name="Oval 100">
                <a:extLst>
                  <a:ext uri="{FF2B5EF4-FFF2-40B4-BE49-F238E27FC236}">
                    <a16:creationId xmlns:a16="http://schemas.microsoft.com/office/drawing/2014/main" id="{FE98C314-CBA0-EA5B-6C6F-13F8858E0BB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C9C4FAAE-5AE5-4514-0BA9-55334F0335B1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A80272A-3CC3-702F-8EA2-DA7404D25FFB}"/>
                </a:ext>
              </a:extLst>
            </p:cNvPr>
            <p:cNvCxnSpPr>
              <a:cxnSpLocks/>
              <a:stCxn id="100" idx="7"/>
              <a:endCxn id="102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9F2BA105-F684-B473-14DF-7C5E0517E06F}"/>
                </a:ext>
              </a:extLst>
            </p:cNvPr>
            <p:cNvCxnSpPr>
              <a:cxnSpLocks/>
              <a:stCxn id="99" idx="3"/>
              <a:endCxn id="96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17876D7-3E50-C0D2-CFE8-1F2A0E354DFF}"/>
                  </a:ext>
                </a:extLst>
              </p14:cNvPr>
              <p14:cNvContentPartPr/>
              <p14:nvPr/>
            </p14:nvContentPartPr>
            <p14:xfrm>
              <a:off x="350280" y="817560"/>
              <a:ext cx="8674200" cy="39556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17876D7-3E50-C0D2-CFE8-1F2A0E354DF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0920" y="808200"/>
                <a:ext cx="8692920" cy="397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130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Complete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an edge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72" t="-6410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571923" y="4916821"/>
            <a:ext cx="29083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Undirected Graph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3899919" y="4920228"/>
            <a:ext cx="31354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</a:t>
            </a:r>
          </a:p>
          <a:p>
            <a:r>
              <a:rPr lang="en-US" sz="2800" dirty="0"/>
              <a:t>Directed Graph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FBE9801-D0B3-6EF8-63EA-B9DCCBFB1CE6}"/>
              </a:ext>
            </a:extLst>
          </p:cNvPr>
          <p:cNvGrpSpPr/>
          <p:nvPr/>
        </p:nvGrpSpPr>
        <p:grpSpPr>
          <a:xfrm>
            <a:off x="718434" y="3206160"/>
            <a:ext cx="1729793" cy="1622043"/>
            <a:chOff x="1378834" y="3116577"/>
            <a:chExt cx="1729793" cy="1622043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37F504-B85A-1520-E7F4-8989BE84231C}"/>
                </a:ext>
              </a:extLst>
            </p:cNvPr>
            <p:cNvGrpSpPr/>
            <p:nvPr/>
          </p:nvGrpSpPr>
          <p:grpSpPr>
            <a:xfrm>
              <a:off x="1378834" y="3116577"/>
              <a:ext cx="1729793" cy="1622043"/>
              <a:chOff x="-388725" y="3020093"/>
              <a:chExt cx="2833027" cy="2656555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5E1BD8B7-4CC3-76C2-B59D-BB8E9AB4F6AB}"/>
                  </a:ext>
                </a:extLst>
              </p:cNvPr>
              <p:cNvCxnSpPr>
                <a:cxnSpLocks/>
                <a:stCxn id="85" idx="6"/>
                <a:endCxn id="86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70A5863F-100D-A240-865D-33C97E04E063}"/>
                  </a:ext>
                </a:extLst>
              </p:cNvPr>
              <p:cNvCxnSpPr>
                <a:cxnSpLocks/>
                <a:stCxn id="86" idx="4"/>
                <a:endCxn id="88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ECEE1F91-DED4-E4D4-2B84-54D4FDE1057A}"/>
                  </a:ext>
                </a:extLst>
              </p:cNvPr>
              <p:cNvCxnSpPr>
                <a:cxnSpLocks/>
                <a:stCxn id="85" idx="4"/>
                <a:endCxn id="87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9DFEBBBC-BC80-BAFB-02A9-944572FA7FA8}"/>
                  </a:ext>
                </a:extLst>
              </p:cNvPr>
              <p:cNvCxnSpPr>
                <a:cxnSpLocks/>
                <a:stCxn id="88" idx="2"/>
                <a:endCxn id="87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F75438BD-A475-6206-0EF0-890B3A937474}"/>
                  </a:ext>
                </a:extLst>
              </p:cNvPr>
              <p:cNvCxnSpPr>
                <a:cxnSpLocks/>
                <a:stCxn id="86" idx="3"/>
                <a:endCxn id="87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33C72C6-1468-0C1C-DAFA-E75622DA098E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C6235E6-E60A-062C-E312-5D5F0758C46F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266721D1-8A4C-2F76-CAA9-FEE941202C62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A11DC63D-5D3B-50C2-0184-D0A5C0983F41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2E320C1-342B-2917-1FF6-23EADE44AF82}"/>
                </a:ext>
              </a:extLst>
            </p:cNvPr>
            <p:cNvCxnSpPr>
              <a:cxnSpLocks/>
              <a:stCxn id="85" idx="5"/>
              <a:endCxn id="88" idx="1"/>
            </p:cNvCxnSpPr>
            <p:nvPr/>
          </p:nvCxnSpPr>
          <p:spPr>
            <a:xfrm>
              <a:off x="1672101" y="3384074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FCA9F77F-1A5A-D413-FF40-26A41279BB85}"/>
              </a:ext>
            </a:extLst>
          </p:cNvPr>
          <p:cNvGrpSpPr/>
          <p:nvPr/>
        </p:nvGrpSpPr>
        <p:grpSpPr>
          <a:xfrm>
            <a:off x="3940430" y="3110592"/>
            <a:ext cx="1729793" cy="1622043"/>
            <a:chOff x="8610600" y="3884345"/>
            <a:chExt cx="1729793" cy="162204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85E6465E-23D4-7A78-2D90-033B0364F71F}"/>
                </a:ext>
              </a:extLst>
            </p:cNvPr>
            <p:cNvGrpSpPr/>
            <p:nvPr/>
          </p:nvGrpSpPr>
          <p:grpSpPr>
            <a:xfrm>
              <a:off x="8610600" y="3884345"/>
              <a:ext cx="1729793" cy="1622043"/>
              <a:chOff x="-388725" y="3020093"/>
              <a:chExt cx="2833027" cy="2656555"/>
            </a:xfrm>
          </p:grpSpPr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DD0BA37-2B83-48D8-E26B-B217259C66A7}"/>
                  </a:ext>
                </a:extLst>
              </p:cNvPr>
              <p:cNvCxnSpPr>
                <a:cxnSpLocks/>
                <a:stCxn id="74" idx="6"/>
                <a:endCxn id="75" idx="2"/>
              </p:cNvCxnSpPr>
              <p:nvPr/>
            </p:nvCxnSpPr>
            <p:spPr>
              <a:xfrm>
                <a:off x="166749" y="3276727"/>
                <a:ext cx="1764268" cy="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F9CF37D2-E27F-7A71-AA33-5320E9514E61}"/>
                  </a:ext>
                </a:extLst>
              </p:cNvPr>
              <p:cNvCxnSpPr>
                <a:cxnSpLocks/>
                <a:stCxn id="75" idx="4"/>
                <a:endCxn id="77" idx="0"/>
              </p:cNvCxnSpPr>
              <p:nvPr/>
            </p:nvCxnSpPr>
            <p:spPr>
              <a:xfrm>
                <a:off x="2187651" y="3533361"/>
                <a:ext cx="16" cy="160181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54B9CD13-FF66-A5D2-1F8C-EA4244CE544E}"/>
                  </a:ext>
                </a:extLst>
              </p:cNvPr>
              <p:cNvCxnSpPr>
                <a:cxnSpLocks/>
                <a:stCxn id="74" idx="4"/>
                <a:endCxn id="76" idx="0"/>
              </p:cNvCxnSpPr>
              <p:nvPr/>
            </p:nvCxnSpPr>
            <p:spPr>
              <a:xfrm flipH="1">
                <a:off x="-132091" y="3533361"/>
                <a:ext cx="42206" cy="163001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BAAAAFF1-1B6F-502F-3C12-C0947F002D01}"/>
                  </a:ext>
                </a:extLst>
              </p:cNvPr>
              <p:cNvCxnSpPr>
                <a:cxnSpLocks/>
                <a:stCxn id="77" idx="2"/>
                <a:endCxn id="76" idx="6"/>
              </p:cNvCxnSpPr>
              <p:nvPr/>
            </p:nvCxnSpPr>
            <p:spPr>
              <a:xfrm flipH="1">
                <a:off x="124543" y="5391811"/>
                <a:ext cx="1806490" cy="2820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B2F468B2-2AA2-16F2-91D4-FBD14E916986}"/>
                  </a:ext>
                </a:extLst>
              </p:cNvPr>
              <p:cNvCxnSpPr>
                <a:cxnSpLocks/>
                <a:stCxn id="75" idx="3"/>
                <a:endCxn id="76" idx="7"/>
              </p:cNvCxnSpPr>
              <p:nvPr/>
            </p:nvCxnSpPr>
            <p:spPr>
              <a:xfrm flipH="1">
                <a:off x="49377" y="3458195"/>
                <a:ext cx="1956808" cy="178035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FBBC902-CBD4-4CB0-72AA-AE5F4733DCCB}"/>
                  </a:ext>
                </a:extLst>
              </p:cNvPr>
              <p:cNvSpPr/>
              <p:nvPr/>
            </p:nvSpPr>
            <p:spPr>
              <a:xfrm>
                <a:off x="-346519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4FC3465-BB6F-A32D-08ED-ABA63E4E3C5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32A27BB-C4B2-C204-190D-230D1EDFACFD}"/>
                  </a:ext>
                </a:extLst>
              </p:cNvPr>
              <p:cNvSpPr/>
              <p:nvPr/>
            </p:nvSpPr>
            <p:spPr>
              <a:xfrm>
                <a:off x="-388725" y="516338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DC3F8BBE-8F1A-CB36-09BD-AAC71BEE1AFE}"/>
                  </a:ext>
                </a:extLst>
              </p:cNvPr>
              <p:cNvSpPr/>
              <p:nvPr/>
            </p:nvSpPr>
            <p:spPr>
              <a:xfrm>
                <a:off x="1931034" y="513517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</p:grp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943D3B1D-6E15-D403-70FD-A1D85F4CE5E3}"/>
                </a:ext>
              </a:extLst>
            </p:cNvPr>
            <p:cNvCxnSpPr>
              <a:cxnSpLocks/>
              <a:stCxn id="74" idx="5"/>
              <a:endCxn id="77" idx="1"/>
            </p:cNvCxnSpPr>
            <p:nvPr/>
          </p:nvCxnSpPr>
          <p:spPr>
            <a:xfrm>
              <a:off x="8903867" y="4151842"/>
              <a:ext cx="1169029" cy="106982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DEF3C5F-5BD2-C41A-AD2D-7FDA50A70D73}"/>
              </a:ext>
            </a:extLst>
          </p:cNvPr>
          <p:cNvSpPr txBox="1"/>
          <p:nvPr/>
        </p:nvSpPr>
        <p:spPr>
          <a:xfrm>
            <a:off x="7293345" y="5015796"/>
            <a:ext cx="30088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Complete Directed Non-simple Graph</a:t>
            </a: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32359349-EE97-3770-8BAC-38168D0EF38B}"/>
              </a:ext>
            </a:extLst>
          </p:cNvPr>
          <p:cNvGrpSpPr/>
          <p:nvPr/>
        </p:nvGrpSpPr>
        <p:grpSpPr>
          <a:xfrm>
            <a:off x="7932896" y="3188940"/>
            <a:ext cx="1729793" cy="1622043"/>
            <a:chOff x="7333856" y="3206160"/>
            <a:chExt cx="1729793" cy="1622043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FA94A04F-CBDC-2DFF-3B03-A6FD1C79CAF6}"/>
                </a:ext>
              </a:extLst>
            </p:cNvPr>
            <p:cNvGrpSpPr/>
            <p:nvPr/>
          </p:nvGrpSpPr>
          <p:grpSpPr>
            <a:xfrm>
              <a:off x="7333856" y="3206160"/>
              <a:ext cx="1729793" cy="1622043"/>
              <a:chOff x="8610600" y="3884345"/>
              <a:chExt cx="1729793" cy="1622043"/>
            </a:xfrm>
          </p:grpSpPr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CE6C9A5B-FF03-AA04-A4AE-24D89402B256}"/>
                  </a:ext>
                </a:extLst>
              </p:cNvPr>
              <p:cNvGrpSpPr/>
              <p:nvPr/>
            </p:nvGrpSpPr>
            <p:grpSpPr>
              <a:xfrm>
                <a:off x="8610600" y="3884345"/>
                <a:ext cx="1729793" cy="1622043"/>
                <a:chOff x="-388725" y="3020093"/>
                <a:chExt cx="2833027" cy="2656555"/>
              </a:xfrm>
            </p:grpSpPr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10B5200E-1448-31F4-AA7A-88645C9AD2BD}"/>
                    </a:ext>
                  </a:extLst>
                </p:cNvPr>
                <p:cNvCxnSpPr>
                  <a:cxnSpLocks/>
                  <a:stCxn id="102" idx="6"/>
                  <a:endCxn id="103" idx="2"/>
                </p:cNvCxnSpPr>
                <p:nvPr/>
              </p:nvCxnSpPr>
              <p:spPr>
                <a:xfrm>
                  <a:off x="166749" y="3276727"/>
                  <a:ext cx="1764268" cy="0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D0C0BF86-1F58-EDBC-66CF-FE1283DDCE59}"/>
                    </a:ext>
                  </a:extLst>
                </p:cNvPr>
                <p:cNvCxnSpPr>
                  <a:cxnSpLocks/>
                  <a:stCxn id="103" idx="4"/>
                  <a:endCxn id="105" idx="0"/>
                </p:cNvCxnSpPr>
                <p:nvPr/>
              </p:nvCxnSpPr>
              <p:spPr>
                <a:xfrm>
                  <a:off x="2187651" y="3533361"/>
                  <a:ext cx="16" cy="1601816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8EDC5ECE-C857-8E84-F3DE-369A603DE929}"/>
                    </a:ext>
                  </a:extLst>
                </p:cNvPr>
                <p:cNvCxnSpPr>
                  <a:cxnSpLocks/>
                  <a:stCxn id="102" idx="4"/>
                  <a:endCxn id="104" idx="0"/>
                </p:cNvCxnSpPr>
                <p:nvPr/>
              </p:nvCxnSpPr>
              <p:spPr>
                <a:xfrm flipH="1">
                  <a:off x="-132091" y="3533361"/>
                  <a:ext cx="42206" cy="1630019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CE939F5E-DEAF-A9A8-7B5D-E05002EB01D4}"/>
                    </a:ext>
                  </a:extLst>
                </p:cNvPr>
                <p:cNvCxnSpPr>
                  <a:cxnSpLocks/>
                  <a:stCxn id="105" idx="2"/>
                  <a:endCxn id="104" idx="6"/>
                </p:cNvCxnSpPr>
                <p:nvPr/>
              </p:nvCxnSpPr>
              <p:spPr>
                <a:xfrm flipH="1">
                  <a:off x="124543" y="5391811"/>
                  <a:ext cx="1806490" cy="28203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214D2943-F575-CC14-FDFC-39D72AABD608}"/>
                    </a:ext>
                  </a:extLst>
                </p:cNvPr>
                <p:cNvCxnSpPr>
                  <a:cxnSpLocks/>
                  <a:stCxn id="103" idx="3"/>
                  <a:endCxn id="104" idx="7"/>
                </p:cNvCxnSpPr>
                <p:nvPr/>
              </p:nvCxnSpPr>
              <p:spPr>
                <a:xfrm flipH="1">
                  <a:off x="49377" y="3458195"/>
                  <a:ext cx="1956808" cy="1780351"/>
                </a:xfrm>
                <a:prstGeom prst="line">
                  <a:avLst/>
                </a:prstGeom>
                <a:ln w="57150">
                  <a:solidFill>
                    <a:srgbClr val="FF0000"/>
                  </a:solidFill>
                  <a:headEnd type="triangl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B21E3DC6-38B7-146E-1A6C-437B5A9E20EA}"/>
                    </a:ext>
                  </a:extLst>
                </p:cNvPr>
                <p:cNvSpPr/>
                <p:nvPr/>
              </p:nvSpPr>
              <p:spPr>
                <a:xfrm>
                  <a:off x="-346519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1</a:t>
                  </a:r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4ED45FA7-5323-F739-FF16-46247FADD7CB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2</a:t>
                  </a:r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57E6E620-E580-606F-5183-439E2E75E879}"/>
                    </a:ext>
                  </a:extLst>
                </p:cNvPr>
                <p:cNvSpPr/>
                <p:nvPr/>
              </p:nvSpPr>
              <p:spPr>
                <a:xfrm>
                  <a:off x="-388725" y="5163380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3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299B76C7-479F-7E2A-8439-49539F65348C}"/>
                    </a:ext>
                  </a:extLst>
                </p:cNvPr>
                <p:cNvSpPr/>
                <p:nvPr/>
              </p:nvSpPr>
              <p:spPr>
                <a:xfrm>
                  <a:off x="1931034" y="5135177"/>
                  <a:ext cx="513268" cy="513268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4</a:t>
                  </a:r>
                </a:p>
              </p:txBody>
            </p:sp>
          </p:grp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E849EE9E-1689-9D70-42AC-4990CC1047BC}"/>
                  </a:ext>
                </a:extLst>
              </p:cNvPr>
              <p:cNvCxnSpPr>
                <a:cxnSpLocks/>
                <a:stCxn id="102" idx="5"/>
                <a:endCxn id="105" idx="1"/>
              </p:cNvCxnSpPr>
              <p:nvPr/>
            </p:nvCxnSpPr>
            <p:spPr>
              <a:xfrm>
                <a:off x="8903867" y="4151842"/>
                <a:ext cx="1169029" cy="1069829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Connector: Curved 108">
              <a:extLst>
                <a:ext uri="{FF2B5EF4-FFF2-40B4-BE49-F238E27FC236}">
                  <a16:creationId xmlns:a16="http://schemas.microsoft.com/office/drawing/2014/main" id="{EAB280D5-8B38-1A02-1A1E-6AAFBCBDFF3C}"/>
                </a:ext>
              </a:extLst>
            </p:cNvPr>
            <p:cNvCxnSpPr>
              <a:cxnSpLocks/>
              <a:stCxn id="102" idx="2"/>
              <a:endCxn id="102" idx="0"/>
            </p:cNvCxnSpPr>
            <p:nvPr/>
          </p:nvCxnSpPr>
          <p:spPr>
            <a:xfrm rot="10800000" flipH="1">
              <a:off x="7359626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or: Curved 112">
              <a:extLst>
                <a:ext uri="{FF2B5EF4-FFF2-40B4-BE49-F238E27FC236}">
                  <a16:creationId xmlns:a16="http://schemas.microsoft.com/office/drawing/2014/main" id="{EC8AAE19-B417-E8DA-AF16-7D2A38B228B3}"/>
                </a:ext>
              </a:extLst>
            </p:cNvPr>
            <p:cNvCxnSpPr>
              <a:cxnSpLocks/>
              <a:stCxn id="103" idx="6"/>
              <a:endCxn id="103" idx="0"/>
            </p:cNvCxnSpPr>
            <p:nvPr/>
          </p:nvCxnSpPr>
          <p:spPr>
            <a:xfrm flipH="1" flipV="1">
              <a:off x="8906943" y="3206160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: Curved 115">
              <a:extLst>
                <a:ext uri="{FF2B5EF4-FFF2-40B4-BE49-F238E27FC236}">
                  <a16:creationId xmlns:a16="http://schemas.microsoft.com/office/drawing/2014/main" id="{DEDD00C3-0088-64FE-A5C8-A608B44F7253}"/>
                </a:ext>
              </a:extLst>
            </p:cNvPr>
            <p:cNvCxnSpPr>
              <a:cxnSpLocks/>
              <a:stCxn id="105" idx="6"/>
              <a:endCxn id="105" idx="4"/>
            </p:cNvCxnSpPr>
            <p:nvPr/>
          </p:nvCxnSpPr>
          <p:spPr>
            <a:xfrm flipH="1">
              <a:off x="8906953" y="465428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Connector: Curved 118">
              <a:extLst>
                <a:ext uri="{FF2B5EF4-FFF2-40B4-BE49-F238E27FC236}">
                  <a16:creationId xmlns:a16="http://schemas.microsoft.com/office/drawing/2014/main" id="{81CBC10A-9968-CBFF-40CB-013C222F0918}"/>
                </a:ext>
              </a:extLst>
            </p:cNvPr>
            <p:cNvCxnSpPr>
              <a:cxnSpLocks/>
              <a:stCxn id="104" idx="4"/>
              <a:endCxn id="104" idx="2"/>
            </p:cNvCxnSpPr>
            <p:nvPr/>
          </p:nvCxnSpPr>
          <p:spPr>
            <a:xfrm rot="5400000" flipH="1">
              <a:off x="7333856" y="4671507"/>
              <a:ext cx="156696" cy="156696"/>
            </a:xfrm>
            <a:prstGeom prst="curvedConnector4">
              <a:avLst>
                <a:gd name="adj1" fmla="val -145888"/>
                <a:gd name="adj2" fmla="val 245888"/>
              </a:avLst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BBB05CC-0E56-3863-F1A2-9298544BD7C6}"/>
                  </a:ext>
                </a:extLst>
              </p14:cNvPr>
              <p14:cNvContentPartPr/>
              <p14:nvPr/>
            </p14:nvContentPartPr>
            <p14:xfrm>
              <a:off x="556200" y="1166400"/>
              <a:ext cx="8584920" cy="4859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BBB05CC-0E56-3863-F1A2-9298544BD7C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6840" y="1157040"/>
                <a:ext cx="8603640" cy="487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6869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Path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7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1687612"/>
            <a:ext cx="4600060" cy="2787240"/>
            <a:chOff x="0" y="2862182"/>
            <a:chExt cx="7044346" cy="4268266"/>
          </a:xfrm>
        </p:grpSpPr>
        <p:cxnSp>
          <p:nvCxnSpPr>
            <p:cNvPr id="6" name="Straight Connector 5"/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42" idx="2"/>
              <a:endCxn id="38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0" idx="0"/>
              <a:endCxn id="42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41" idx="1"/>
              <a:endCxn id="42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/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F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 </a:t>
                </a:r>
                <a:r>
                  <a:rPr lang="en-US" sz="2800" dirty="0">
                    <a:solidFill>
                      <a:srgbClr val="7030A0"/>
                    </a:solidFill>
                  </a:rPr>
                  <a:t>sequence of nodes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,…, 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solidFill>
                              <a:srgbClr val="7030A0"/>
                            </a:solidFill>
                            <a:latin typeface="Cambria Math"/>
                          </a:rPr>
                          <m:t>𝑘</m:t>
                        </m:r>
                      </m:sub>
                    </m:sSub>
                    <m:r>
                      <a:rPr lang="en-US" sz="2800" i="1">
                        <a:solidFill>
                          <a:srgbClr val="7030A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rgbClr val="7030A0"/>
                    </a:solidFill>
                  </a:rPr>
                  <a:t> </a:t>
                </a:r>
                <a:endParaRPr lang="en-US" sz="2800" dirty="0"/>
              </a:p>
              <a:p>
                <a:r>
                  <a:rPr lang="en-US" sz="2800" dirty="0" err="1"/>
                  <a:t>s.t.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∀1≤</m:t>
                    </m:r>
                    <m:r>
                      <a:rPr lang="en-US" sz="2800" i="1">
                        <a:latin typeface="Cambria Math"/>
                      </a:rPr>
                      <m:t>𝑖</m:t>
                    </m:r>
                    <m:r>
                      <a:rPr lang="en-US" sz="2800" i="1">
                        <a:latin typeface="Cambria Math"/>
                      </a:rPr>
                      <m:t>≤</m:t>
                    </m:r>
                    <m:r>
                      <a:rPr lang="en-US" sz="2800" i="1">
                        <a:latin typeface="Cambria Math"/>
                      </a:rPr>
                      <m:t>𝑘</m:t>
                    </m:r>
                    <m:r>
                      <a:rPr lang="en-US" sz="2800" i="1">
                        <a:latin typeface="Cambria Math"/>
                      </a:rPr>
                      <m:t>−1</m:t>
                    </m:r>
                  </m:oMath>
                </a14:m>
                <a:r>
                  <a:rPr lang="en-US" sz="28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28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FF0000"/>
                                </a:solidFill>
                                <a:latin typeface="Cambria Math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∈</m:t>
                    </m:r>
                    <m:r>
                      <a:rPr lang="en-US" sz="2800" i="1">
                        <a:solidFill>
                          <a:srgbClr val="FF0000"/>
                        </a:solidFill>
                        <a:latin typeface="Cambria Math"/>
                      </a:rPr>
                      <m:t>𝐸</m:t>
                    </m:r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101" y="1135560"/>
                <a:ext cx="5492466" cy="954107"/>
              </a:xfrm>
              <a:prstGeom prst="rect">
                <a:avLst/>
              </a:prstGeom>
              <a:blipFill>
                <a:blip r:embed="rId2"/>
                <a:stretch>
                  <a:fillRect l="-2074" t="-5195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/>
          <p:cNvSpPr txBox="1"/>
          <p:nvPr/>
        </p:nvSpPr>
        <p:spPr>
          <a:xfrm>
            <a:off x="1783389" y="4800601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Simple Path:</a:t>
            </a:r>
          </a:p>
          <a:p>
            <a:r>
              <a:rPr lang="en-US" sz="2800" dirty="0"/>
              <a:t>A path in which each node appears at most once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59680" y="4800600"/>
            <a:ext cx="41083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/>
              <a:t>Cycle:</a:t>
            </a:r>
          </a:p>
          <a:p>
            <a:r>
              <a:rPr lang="en-US" sz="2800" dirty="0"/>
              <a:t>A path which starts and ends in the same place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914D8A9-D600-12FC-46E5-FB55F93E5343}"/>
                  </a:ext>
                </a:extLst>
              </p14:cNvPr>
              <p14:cNvContentPartPr/>
              <p14:nvPr/>
            </p14:nvContentPartPr>
            <p14:xfrm>
              <a:off x="1216800" y="1699200"/>
              <a:ext cx="2031120" cy="222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914D8A9-D600-12FC-46E5-FB55F93E53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7440" y="1689840"/>
                <a:ext cx="2049840" cy="224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4982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215D6656-97E9-3618-6378-5C748F0A961A}"/>
                  </a:ext>
                </a:extLst>
              </p14:cNvPr>
              <p14:cNvContentPartPr/>
              <p14:nvPr/>
            </p14:nvContentPartPr>
            <p14:xfrm>
              <a:off x="2571840" y="939960"/>
              <a:ext cx="5586120" cy="17697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215D6656-97E9-3618-6378-5C748F0A96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2480" y="930600"/>
                <a:ext cx="5604840" cy="178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7997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(Strongly)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954107"/>
              </a:xfrm>
              <a:prstGeom prst="rect">
                <a:avLst/>
              </a:prstGeom>
              <a:blipFill>
                <a:blip r:embed="rId2"/>
                <a:stretch>
                  <a:fillRect l="-1855" t="-6579" b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7066996" y="2971845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37F504-B85A-1520-E7F4-8989BE84231C}"/>
              </a:ext>
            </a:extLst>
          </p:cNvPr>
          <p:cNvGrpSpPr/>
          <p:nvPr/>
        </p:nvGrpSpPr>
        <p:grpSpPr>
          <a:xfrm>
            <a:off x="1616182" y="3116577"/>
            <a:ext cx="4301146" cy="2374232"/>
            <a:chOff x="0" y="3020093"/>
            <a:chExt cx="7044346" cy="3888478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E1BD8B7-4CC3-76C2-B59D-BB8E9AB4F6AB}"/>
                </a:ext>
              </a:extLst>
            </p:cNvPr>
            <p:cNvCxnSpPr>
              <a:stCxn id="85" idx="7"/>
              <a:endCxn id="86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0A5863F-100D-A240-865D-33C97E04E063}"/>
                </a:ext>
              </a:extLst>
            </p:cNvPr>
            <p:cNvCxnSpPr>
              <a:stCxn id="86" idx="6"/>
              <a:endCxn id="89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ECEE1F91-DED4-E4D4-2B84-54D4FDE1057A}"/>
                </a:ext>
              </a:extLst>
            </p:cNvPr>
            <p:cNvCxnSpPr>
              <a:stCxn id="85" idx="4"/>
              <a:endCxn id="87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FEBBBC-BC80-BAFB-02A9-944572FA7FA8}"/>
                </a:ext>
              </a:extLst>
            </p:cNvPr>
            <p:cNvCxnSpPr>
              <a:stCxn id="88" idx="3"/>
              <a:endCxn id="87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4ECCA56-B715-95D0-83A6-60AF5A7297FF}"/>
                </a:ext>
              </a:extLst>
            </p:cNvPr>
            <p:cNvCxnSpPr>
              <a:stCxn id="90" idx="2"/>
              <a:endCxn id="87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590685-BC32-4A6F-5A37-D6428C971D84}"/>
                </a:ext>
              </a:extLst>
            </p:cNvPr>
            <p:cNvCxnSpPr>
              <a:stCxn id="88" idx="5"/>
              <a:endCxn id="90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2BE66F-CBDB-9CEF-9F06-ADB5F68BD1CB}"/>
                </a:ext>
              </a:extLst>
            </p:cNvPr>
            <p:cNvCxnSpPr>
              <a:stCxn id="88" idx="7"/>
              <a:endCxn id="89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D1E064-189B-F03C-1A06-B7A4627BCB55}"/>
                </a:ext>
              </a:extLst>
            </p:cNvPr>
            <p:cNvCxnSpPr>
              <a:stCxn id="90" idx="6"/>
              <a:endCxn id="91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8FDEE05-0F64-09AD-162E-CEBA1DE2EEA0}"/>
                </a:ext>
              </a:extLst>
            </p:cNvPr>
            <p:cNvCxnSpPr>
              <a:stCxn id="91" idx="1"/>
              <a:endCxn id="89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C6570-6D5A-48F4-4C13-5FEA4B295FA6}"/>
                </a:ext>
              </a:extLst>
            </p:cNvPr>
            <p:cNvCxnSpPr>
              <a:stCxn id="93" idx="2"/>
              <a:endCxn id="89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A429117-4959-566E-2650-71AFD0E1BBAA}"/>
                </a:ext>
              </a:extLst>
            </p:cNvPr>
            <p:cNvCxnSpPr>
              <a:stCxn id="91" idx="0"/>
              <a:endCxn id="93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2EDC6FD-F830-449D-BEA8-3A01CC00C88D}"/>
                </a:ext>
              </a:extLst>
            </p:cNvPr>
            <p:cNvCxnSpPr>
              <a:stCxn id="92" idx="1"/>
              <a:endCxn id="93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54325B0E-E771-8B2A-813B-1C9C414A2711}"/>
                </a:ext>
              </a:extLst>
            </p:cNvPr>
            <p:cNvCxnSpPr>
              <a:stCxn id="92" idx="3"/>
              <a:endCxn id="91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F75438BD-A475-6206-0EF0-890B3A937474}"/>
                </a:ext>
              </a:extLst>
            </p:cNvPr>
            <p:cNvCxnSpPr>
              <a:stCxn id="86" idx="4"/>
              <a:endCxn id="87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33C72C6-1468-0C1C-DAFA-E75622DA098E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5C6235E6-E60A-062C-E312-5D5F0758C46F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266721D1-8A4C-2F76-CAA9-FEE941202C62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A11DC63D-5D3B-50C2-0184-D0A5C0983F41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A85C5B94-C7C8-EF44-98C4-BE12B03F5982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B2B540B4-CB17-9AE6-4BB0-4C37019F579D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3EC8594-8ABF-2A8A-5F6C-A051BCCEB0DB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EDAF14-D53E-75A5-E285-6B0F2B4BACC2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A3638133-CC72-9171-3757-AEDA085786C7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E0F26B5-366A-711E-D723-7F1979D24DA8}"/>
              </a:ext>
            </a:extLst>
          </p:cNvPr>
          <p:cNvSpPr txBox="1"/>
          <p:nvPr/>
        </p:nvSpPr>
        <p:spPr>
          <a:xfrm>
            <a:off x="2548407" y="5745189"/>
            <a:ext cx="17565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Connected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CCB78-25D1-DA64-D181-C086C657BD95}"/>
              </a:ext>
            </a:extLst>
          </p:cNvPr>
          <p:cNvSpPr txBox="1"/>
          <p:nvPr/>
        </p:nvSpPr>
        <p:spPr>
          <a:xfrm>
            <a:off x="7493777" y="5776040"/>
            <a:ext cx="38466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(strongly) Connected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21DD256-E978-28B9-A82A-262C1C514429}"/>
                  </a:ext>
                </a:extLst>
              </p14:cNvPr>
              <p14:cNvContentPartPr/>
              <p14:nvPr/>
            </p14:nvContentPartPr>
            <p14:xfrm>
              <a:off x="6913440" y="2684880"/>
              <a:ext cx="1859040" cy="1430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21DD256-E978-28B9-A82A-262C1C5144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04080" y="2675520"/>
                <a:ext cx="1877760" cy="144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253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Weakly Connected Graph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s.t.</a:t>
                </a:r>
                <a:r>
                  <a:rPr lang="en-US" sz="2800" dirty="0"/>
                  <a:t> for any pair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800" i="1">
                        <a:latin typeface="Cambria Math"/>
                      </a:rPr>
                      <m:t>∈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</m:oMath>
                </a14:m>
                <a:r>
                  <a:rPr lang="en-US" sz="2800" dirty="0"/>
                  <a:t> there is a path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8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 ignoring direction of edges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1BF1141-E287-AF7C-AFF5-2F8E9B62CA1A}"/>
              </a:ext>
            </a:extLst>
          </p:cNvPr>
          <p:cNvGrpSpPr/>
          <p:nvPr/>
        </p:nvGrpSpPr>
        <p:grpSpPr>
          <a:xfrm>
            <a:off x="1345045" y="3509073"/>
            <a:ext cx="4385159" cy="2420607"/>
            <a:chOff x="1524000" y="2625729"/>
            <a:chExt cx="7044346" cy="3888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EE66EC6-58BA-8B7F-F97E-CEC5873CDDC7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89AFC12B-39C3-99AC-053B-CE2CCA14BA75}"/>
                  </a:ext>
                </a:extLst>
              </p:cNvPr>
              <p:cNvCxnSpPr>
                <a:stCxn id="22" idx="7"/>
                <a:endCxn id="23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90AF04E6-0506-14DD-C1B8-061A0C100FEC}"/>
                  </a:ext>
                </a:extLst>
              </p:cNvPr>
              <p:cNvCxnSpPr>
                <a:stCxn id="23" idx="6"/>
                <a:endCxn id="26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BE6AEB8A-3153-8E0D-0156-6F98D5335F49}"/>
                  </a:ext>
                </a:extLst>
              </p:cNvPr>
              <p:cNvCxnSpPr>
                <a:stCxn id="22" idx="4"/>
                <a:endCxn id="24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D5F06FF-1FBB-51C9-D087-2A0EB822B04D}"/>
                  </a:ext>
                </a:extLst>
              </p:cNvPr>
              <p:cNvCxnSpPr>
                <a:stCxn id="25" idx="3"/>
                <a:endCxn id="24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45098F52-2824-8AA8-3922-992FB49EB3E5}"/>
                  </a:ext>
                </a:extLst>
              </p:cNvPr>
              <p:cNvCxnSpPr>
                <a:stCxn id="27" idx="2"/>
                <a:endCxn id="24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DA475DF4-532D-38A5-63C3-9BA7C3D6939C}"/>
                  </a:ext>
                </a:extLst>
              </p:cNvPr>
              <p:cNvCxnSpPr>
                <a:stCxn id="25" idx="5"/>
                <a:endCxn id="27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564BD50-F8D5-5D5A-95EF-5568D430D039}"/>
                  </a:ext>
                </a:extLst>
              </p:cNvPr>
              <p:cNvCxnSpPr>
                <a:stCxn id="25" idx="7"/>
                <a:endCxn id="26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047C31DA-8F2A-8F23-C636-D1342B4A7DF4}"/>
                  </a:ext>
                </a:extLst>
              </p:cNvPr>
              <p:cNvCxnSpPr>
                <a:stCxn id="27" idx="6"/>
                <a:endCxn id="28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4EEA4FB5-ABAC-FB0F-FE78-8BE2B901BF66}"/>
                  </a:ext>
                </a:extLst>
              </p:cNvPr>
              <p:cNvCxnSpPr>
                <a:stCxn id="28" idx="1"/>
                <a:endCxn id="26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05BF0B6-60ED-3C2A-9FB3-DC753FC6FAA6}"/>
                  </a:ext>
                </a:extLst>
              </p:cNvPr>
              <p:cNvCxnSpPr>
                <a:stCxn id="30" idx="2"/>
                <a:endCxn id="26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9746BAB-BB1E-C2B2-520A-A86FCCB55CE7}"/>
                  </a:ext>
                </a:extLst>
              </p:cNvPr>
              <p:cNvCxnSpPr>
                <a:stCxn id="28" idx="0"/>
                <a:endCxn id="30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4AC7CFD-ECC5-6018-3782-7B088AECD37C}"/>
                  </a:ext>
                </a:extLst>
              </p:cNvPr>
              <p:cNvCxnSpPr>
                <a:stCxn id="29" idx="1"/>
                <a:endCxn id="30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29AEBB05-4F00-801A-D566-A93053A1D101}"/>
                  </a:ext>
                </a:extLst>
              </p:cNvPr>
              <p:cNvCxnSpPr>
                <a:stCxn id="29" idx="3"/>
                <a:endCxn id="28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EFB02D6-9344-FD5B-8B88-9AC79699BFFE}"/>
                  </a:ext>
                </a:extLst>
              </p:cNvPr>
              <p:cNvCxnSpPr>
                <a:stCxn id="23" idx="4"/>
                <a:endCxn id="24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1DAE3905-1B05-6124-AB53-61458D9EB977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3C3D966A-9151-52E6-017F-2694581BB748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62A45554-D79D-45C9-7301-93F33FFEF2C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BF1C4A5-87DC-6397-F7B4-E8B6A536313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BE2669F6-C388-5DB3-8B7C-276BF872A7B8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E4EA7AE-E274-5D22-6F89-0AB74F01887D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CADFF9D3-A17E-83D3-E0AB-24C0F47B6A00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8057FAA4-BCDD-0947-760F-FCDFF8FAB60B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9D5AA22-30A7-9811-FE6C-6EDEA48BC1E3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CF2B64D-2DF1-BB32-71E0-C22A56E4E2ED}"/>
                </a:ext>
              </a:extLst>
            </p:cNvPr>
            <p:cNvCxnSpPr>
              <a:cxnSpLocks/>
              <a:stCxn id="28" idx="7"/>
              <a:endCxn id="30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ACE29F38-5950-0CEC-28BD-9BE87A22D3DB}"/>
                </a:ext>
              </a:extLst>
            </p:cNvPr>
            <p:cNvCxnSpPr>
              <a:cxnSpLocks/>
              <a:stCxn id="27" idx="3"/>
              <a:endCxn id="24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EE1BE191-9ADF-A0F9-9404-022D8FA417F2}"/>
              </a:ext>
            </a:extLst>
          </p:cNvPr>
          <p:cNvSpPr txBox="1"/>
          <p:nvPr/>
        </p:nvSpPr>
        <p:spPr>
          <a:xfrm>
            <a:off x="2038851" y="6080427"/>
            <a:ext cx="29007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Weakly Connected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84C5F6F-58DE-3FC1-BB80-93719F85BC73}"/>
              </a:ext>
            </a:extLst>
          </p:cNvPr>
          <p:cNvGrpSpPr/>
          <p:nvPr/>
        </p:nvGrpSpPr>
        <p:grpSpPr>
          <a:xfrm>
            <a:off x="6788205" y="3626901"/>
            <a:ext cx="4385159" cy="2420607"/>
            <a:chOff x="1524000" y="2625729"/>
            <a:chExt cx="7044346" cy="388847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8CB4F3E-CB23-97A6-EFAF-F9BD45269D39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82DF5C0A-E8F2-69C9-D8DE-36C592DB1F35}"/>
                  </a:ext>
                </a:extLst>
              </p:cNvPr>
              <p:cNvCxnSpPr>
                <a:stCxn id="65" idx="7"/>
                <a:endCxn id="66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636BDB3A-6A37-BF11-EE32-6CDC3F572EC1}"/>
                  </a:ext>
                </a:extLst>
              </p:cNvPr>
              <p:cNvCxnSpPr>
                <a:stCxn id="66" idx="6"/>
                <a:endCxn id="69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00D29429-F6EA-7784-1BA6-CCC4A20D5296}"/>
                  </a:ext>
                </a:extLst>
              </p:cNvPr>
              <p:cNvCxnSpPr>
                <a:stCxn id="65" idx="4"/>
                <a:endCxn id="67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9F6D26E9-C424-E5E0-5828-DC247F0AE23F}"/>
                  </a:ext>
                </a:extLst>
              </p:cNvPr>
              <p:cNvCxnSpPr>
                <a:stCxn id="68" idx="5"/>
                <a:endCxn id="70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AE300FF0-365B-494E-20E5-01CB17669309}"/>
                  </a:ext>
                </a:extLst>
              </p:cNvPr>
              <p:cNvCxnSpPr>
                <a:stCxn id="70" idx="6"/>
                <a:endCxn id="71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1B2ACCC7-4379-03F2-199D-6BA7A3ABBDB0}"/>
                  </a:ext>
                </a:extLst>
              </p:cNvPr>
              <p:cNvCxnSpPr>
                <a:stCxn id="71" idx="0"/>
                <a:endCxn id="73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5EFA6315-8521-AC29-8B30-A0CA8E3B459C}"/>
                  </a:ext>
                </a:extLst>
              </p:cNvPr>
              <p:cNvCxnSpPr>
                <a:stCxn id="72" idx="1"/>
                <a:endCxn id="73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95F159AA-0EEA-ADC5-8921-C9C56BA6C0DF}"/>
                  </a:ext>
                </a:extLst>
              </p:cNvPr>
              <p:cNvCxnSpPr>
                <a:stCxn id="72" idx="3"/>
                <a:endCxn id="71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67F9E7C5-BC15-996A-D145-12AEB7E95473}"/>
                  </a:ext>
                </a:extLst>
              </p:cNvPr>
              <p:cNvCxnSpPr>
                <a:stCxn id="66" idx="4"/>
                <a:endCxn id="67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7CF46F7D-3C0A-7812-5BC4-CD5BDEA859BB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941D961C-8CE3-DBC7-EE64-675C6FF1BF1B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64CF45A4-1E9B-24B3-185C-1ADC7D62BEFF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55B9325F-60F2-4882-622D-1D708738D72E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5458B5D4-3984-6FCD-0CF4-D6AD24A192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3C8E179C-59A4-27DB-665D-DC9BAB2B8C9B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00B9E416-A418-F46B-9E32-E1B19FA507A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90DCD95A-6DC3-DEE9-8A08-6540DC6B46EA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BB8AC4A4-A928-9D1A-72E3-E11A496D8848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AEFFE30-A635-FC0A-A611-D53C6175AA53}"/>
                </a:ext>
              </a:extLst>
            </p:cNvPr>
            <p:cNvCxnSpPr>
              <a:cxnSpLocks/>
              <a:stCxn id="71" idx="7"/>
              <a:endCxn id="73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5CD567A0-55DE-E659-0F5F-1C52C0C2E415}"/>
              </a:ext>
            </a:extLst>
          </p:cNvPr>
          <p:cNvSpPr txBox="1"/>
          <p:nvPr/>
        </p:nvSpPr>
        <p:spPr>
          <a:xfrm>
            <a:off x="7482011" y="6198255"/>
            <a:ext cx="3524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Not Weakly Connected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85F0487-B085-B39B-3491-3E12C5444971}"/>
                  </a:ext>
                </a:extLst>
              </p14:cNvPr>
              <p14:cNvContentPartPr/>
              <p14:nvPr/>
            </p14:nvContentPartPr>
            <p14:xfrm>
              <a:off x="1087560" y="1105200"/>
              <a:ext cx="9445680" cy="485604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85F0487-B085-B39B-3491-3E12C54449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78200" y="1095840"/>
                <a:ext cx="9464400" cy="487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156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3AC3-3AA8-E27B-FB78-7759EBA9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Density, Data Structures, Efficiency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maximum number of edges in a graph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Undirected and simple: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|(|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|−1)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Directed and simple: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|(|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|−1)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Direct and non-simple (but no duplicates):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If the graph is connected, the minimum number of edges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dense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lang="en-US" dirty="0"/>
                  <a:t> we say the graph is </a:t>
                </a:r>
                <a:r>
                  <a:rPr lang="en-US" b="1" dirty="0"/>
                  <a:t>sparse</a:t>
                </a:r>
                <a:endParaRPr lang="en-US" dirty="0"/>
              </a:p>
              <a:p>
                <a:r>
                  <a:rPr lang="en-US" dirty="0"/>
                  <a:t>Because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is not always near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we do not typically substitute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dirty="0"/>
                  <a:t> in running times, but leave it as a separate variable</a:t>
                </a:r>
              </a:p>
              <a:p>
                <a:pPr lvl="1"/>
                <a:r>
                  <a:rPr lang="en-US" dirty="0"/>
                  <a:t>However,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155EE9-7CE2-D431-734A-223076BAE2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54B64D8-A375-9CCA-734A-51624C32F430}"/>
                  </a:ext>
                </a:extLst>
              </p14:cNvPr>
              <p14:cNvContentPartPr/>
              <p14:nvPr/>
            </p14:nvContentPartPr>
            <p14:xfrm>
              <a:off x="1367280" y="217440"/>
              <a:ext cx="9577440" cy="518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54B64D8-A375-9CCA-734A-51624C32F43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7920" y="208080"/>
                <a:ext cx="9596160" cy="52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6574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Graph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/>
                      </a:rPr>
                      <m:t>𝐺</m:t>
                    </m:r>
                    <m:r>
                      <a:rPr lang="en-US" sz="2800" i="1">
                        <a:latin typeface="Cambria Math"/>
                      </a:rPr>
                      <m:t>=(</m:t>
                    </m:r>
                    <m:r>
                      <a:rPr lang="en-US" sz="2800" i="1">
                        <a:latin typeface="Cambria Math"/>
                      </a:rPr>
                      <m:t>𝑉</m:t>
                    </m:r>
                    <m:r>
                      <a:rPr lang="en-US" sz="2800" i="1">
                        <a:latin typeface="Cambria Math"/>
                      </a:rPr>
                      <m:t>,</m:t>
                    </m:r>
                    <m:r>
                      <a:rPr lang="en-US" sz="2800" i="1">
                        <a:latin typeface="Cambria Math"/>
                      </a:rPr>
                      <m:t>𝐸</m:t>
                    </m:r>
                    <m:r>
                      <a:rPr lang="en-US" sz="2800" i="1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is a tree if it is undirect, connected, and has no cycles (i.e. is acyclic).</a:t>
                </a:r>
              </a:p>
              <a:p>
                <a:r>
                  <a:rPr lang="en-US" sz="2800" dirty="0"/>
                  <a:t>Often one node is identified as the “root”</a:t>
                </a:r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9217" y="1600201"/>
                <a:ext cx="6841446" cy="1384995"/>
              </a:xfrm>
              <a:prstGeom prst="rect">
                <a:avLst/>
              </a:prstGeom>
              <a:blipFill>
                <a:blip r:embed="rId2"/>
                <a:stretch>
                  <a:fillRect l="-1872" t="-4405" b="-114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Box 77">
            <a:extLst>
              <a:ext uri="{FF2B5EF4-FFF2-40B4-BE49-F238E27FC236}">
                <a16:creationId xmlns:a16="http://schemas.microsoft.com/office/drawing/2014/main" id="{CB26A4FB-1FF3-22E3-008F-C86C19A60FCA}"/>
              </a:ext>
            </a:extLst>
          </p:cNvPr>
          <p:cNvSpPr txBox="1"/>
          <p:nvPr/>
        </p:nvSpPr>
        <p:spPr>
          <a:xfrm>
            <a:off x="1347968" y="5626650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Tree</a:t>
            </a:r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A5759540-9AC3-0DDB-F03A-ACDE045114E3}"/>
              </a:ext>
            </a:extLst>
          </p:cNvPr>
          <p:cNvGrpSpPr/>
          <p:nvPr/>
        </p:nvGrpSpPr>
        <p:grpSpPr>
          <a:xfrm>
            <a:off x="222637" y="3116577"/>
            <a:ext cx="4301146" cy="2374232"/>
            <a:chOff x="0" y="3020093"/>
            <a:chExt cx="7044346" cy="3888478"/>
          </a:xfrm>
        </p:grpSpPr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579F93B-7403-10DF-E95E-AAEF3BA6A367}"/>
                </a:ext>
              </a:extLst>
            </p:cNvPr>
            <p:cNvCxnSpPr>
              <a:stCxn id="118" idx="7"/>
              <a:endCxn id="119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BD78E9FC-207A-E53D-7517-EEF9FF99AAF2}"/>
                </a:ext>
              </a:extLst>
            </p:cNvPr>
            <p:cNvCxnSpPr>
              <a:stCxn id="118" idx="4"/>
              <a:endCxn id="120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486C4985-38E1-46D6-CB4D-A6A98BD9ED77}"/>
                </a:ext>
              </a:extLst>
            </p:cNvPr>
            <p:cNvCxnSpPr>
              <a:stCxn id="121" idx="3"/>
              <a:endCxn id="120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6D22C930-0352-6899-1E98-8A3AA06731A6}"/>
                </a:ext>
              </a:extLst>
            </p:cNvPr>
            <p:cNvCxnSpPr>
              <a:stCxn id="121" idx="5"/>
              <a:endCxn id="123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26F78A95-92D3-3C83-2D08-884970B4C01A}"/>
                </a:ext>
              </a:extLst>
            </p:cNvPr>
            <p:cNvCxnSpPr>
              <a:stCxn id="121" idx="7"/>
              <a:endCxn id="122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29927E5-909C-C044-BEFF-60F1FEE460A4}"/>
                </a:ext>
              </a:extLst>
            </p:cNvPr>
            <p:cNvCxnSpPr>
              <a:stCxn id="126" idx="2"/>
              <a:endCxn id="122" idx="5"/>
            </p:cNvCxnSpPr>
            <p:nvPr/>
          </p:nvCxnSpPr>
          <p:spPr>
            <a:xfrm flipH="1" flipV="1">
              <a:off x="4392601" y="3510585"/>
              <a:ext cx="913997" cy="49520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423522A-4F24-8A79-8AED-C46B27D17E35}"/>
                </a:ext>
              </a:extLst>
            </p:cNvPr>
            <p:cNvCxnSpPr>
              <a:stCxn id="124" idx="0"/>
              <a:endCxn id="126" idx="3"/>
            </p:cNvCxnSpPr>
            <p:nvPr/>
          </p:nvCxnSpPr>
          <p:spPr>
            <a:xfrm flipV="1">
              <a:off x="5257801" y="4187258"/>
              <a:ext cx="123963" cy="19514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E7937C5B-8522-FE68-C63F-72C9C051B3D7}"/>
                </a:ext>
              </a:extLst>
            </p:cNvPr>
            <p:cNvCxnSpPr>
              <a:stCxn id="125" idx="1"/>
              <a:endCxn id="126" idx="5"/>
            </p:cNvCxnSpPr>
            <p:nvPr/>
          </p:nvCxnSpPr>
          <p:spPr>
            <a:xfrm flipH="1" flipV="1">
              <a:off x="5744700" y="4187258"/>
              <a:ext cx="861544" cy="67486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6C4D89C-3C85-56BA-4BFC-56F1024D1EBA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49B2B4FA-C1C9-855B-2015-97144E4F2FAB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51D38388-C86D-1D9F-3601-C3BD0D65BAAE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4DB4CA7F-D981-B1C6-AD3C-CD1E9E7E4C56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78C583B9-6AFF-9308-7CA5-EB8DD9BA17F8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3057C619-BB2D-5ED4-80D6-6576D285508F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269B7C16-C0D7-3D0C-6AB3-4D7B9EBFF8B7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CC7ABB57-BAD7-A7C2-0130-69898A09FBD7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3C278552-0929-7F80-E4A2-BC45124A87DB}"/>
                </a:ext>
              </a:extLst>
            </p:cNvPr>
            <p:cNvSpPr/>
            <p:nvPr/>
          </p:nvSpPr>
          <p:spPr>
            <a:xfrm>
              <a:off x="5306598" y="374915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56204DC0-5532-D2DD-0951-4ED40E184A8D}"/>
              </a:ext>
            </a:extLst>
          </p:cNvPr>
          <p:cNvSpPr txBox="1"/>
          <p:nvPr/>
        </p:nvSpPr>
        <p:spPr>
          <a:xfrm>
            <a:off x="7891433" y="6056177"/>
            <a:ext cx="2908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 Rooted Tree</a:t>
            </a:r>
          </a:p>
        </p:txBody>
      </p: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B85FD0C-A578-1C23-26A0-A573C8E06253}"/>
              </a:ext>
            </a:extLst>
          </p:cNvPr>
          <p:cNvGrpSpPr/>
          <p:nvPr/>
        </p:nvGrpSpPr>
        <p:grpSpPr>
          <a:xfrm>
            <a:off x="7972595" y="3069482"/>
            <a:ext cx="1931460" cy="2875894"/>
            <a:chOff x="1975975" y="3234315"/>
            <a:chExt cx="3163313" cy="4710092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50C46145-3AED-D952-D22E-5CD74086CFE4}"/>
                </a:ext>
              </a:extLst>
            </p:cNvPr>
            <p:cNvCxnSpPr>
              <a:cxnSpLocks/>
              <a:stCxn id="137" idx="4"/>
              <a:endCxn id="138" idx="0"/>
            </p:cNvCxnSpPr>
            <p:nvPr/>
          </p:nvCxnSpPr>
          <p:spPr>
            <a:xfrm flipH="1">
              <a:off x="2232609" y="6436506"/>
              <a:ext cx="18769" cy="705341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FBDAA7A-E23D-7B4C-9341-DEC0ABC0901B}"/>
                </a:ext>
              </a:extLst>
            </p:cNvPr>
            <p:cNvCxnSpPr>
              <a:cxnSpLocks/>
              <a:stCxn id="137" idx="0"/>
              <a:endCxn id="139" idx="4"/>
            </p:cNvCxnSpPr>
            <p:nvPr/>
          </p:nvCxnSpPr>
          <p:spPr>
            <a:xfrm flipH="1" flipV="1">
              <a:off x="2242545" y="5375694"/>
              <a:ext cx="8833" cy="547544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3ABF3FBD-AAF8-E87C-0AE3-3C7987960345}"/>
                </a:ext>
              </a:extLst>
            </p:cNvPr>
            <p:cNvCxnSpPr>
              <a:cxnSpLocks/>
              <a:stCxn id="140" idx="3"/>
              <a:endCxn id="139" idx="7"/>
            </p:cNvCxnSpPr>
            <p:nvPr/>
          </p:nvCxnSpPr>
          <p:spPr>
            <a:xfrm flipH="1">
              <a:off x="2424013" y="3672417"/>
              <a:ext cx="533541" cy="1265175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53F4EC0-D1D9-B03F-5C30-B3D5412FCFB0}"/>
                </a:ext>
              </a:extLst>
            </p:cNvPr>
            <p:cNvCxnSpPr>
              <a:cxnSpLocks/>
              <a:stCxn id="140" idx="4"/>
              <a:endCxn id="142" idx="0"/>
            </p:cNvCxnSpPr>
            <p:nvPr/>
          </p:nvCxnSpPr>
          <p:spPr>
            <a:xfrm flipH="1">
              <a:off x="3113923" y="3747583"/>
              <a:ext cx="25099" cy="1221204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344D2C2C-BFA5-F796-EEBA-B1BE3FD52820}"/>
                </a:ext>
              </a:extLst>
            </p:cNvPr>
            <p:cNvCxnSpPr>
              <a:cxnSpLocks/>
              <a:stCxn id="140" idx="5"/>
              <a:endCxn id="141" idx="1"/>
            </p:cNvCxnSpPr>
            <p:nvPr/>
          </p:nvCxnSpPr>
          <p:spPr>
            <a:xfrm>
              <a:off x="3320490" y="3672417"/>
              <a:ext cx="478336" cy="1281176"/>
            </a:xfrm>
            <a:prstGeom prst="line">
              <a:avLst/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7B95E0A-9DDF-6B65-B8CC-4BA742F228DA}"/>
                </a:ext>
              </a:extLst>
            </p:cNvPr>
            <p:cNvCxnSpPr>
              <a:cxnSpLocks/>
              <a:stCxn id="145" idx="0"/>
              <a:endCxn id="141" idx="4"/>
            </p:cNvCxnSpPr>
            <p:nvPr/>
          </p:nvCxnSpPr>
          <p:spPr>
            <a:xfrm flipH="1" flipV="1">
              <a:off x="3980294" y="5391695"/>
              <a:ext cx="244352" cy="899002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83EB0404-14D3-1B52-3A0F-886A0478956C}"/>
                </a:ext>
              </a:extLst>
            </p:cNvPr>
            <p:cNvCxnSpPr>
              <a:stCxn id="143" idx="0"/>
              <a:endCxn id="145" idx="3"/>
            </p:cNvCxnSpPr>
            <p:nvPr/>
          </p:nvCxnSpPr>
          <p:spPr>
            <a:xfrm flipV="1">
              <a:off x="3816291" y="6728800"/>
              <a:ext cx="226887" cy="702339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C045A29-1865-0404-CBBC-2A9A656F44C8}"/>
                </a:ext>
              </a:extLst>
            </p:cNvPr>
            <p:cNvCxnSpPr>
              <a:cxnSpLocks/>
              <a:stCxn id="144" idx="0"/>
              <a:endCxn id="145" idx="5"/>
            </p:cNvCxnSpPr>
            <p:nvPr/>
          </p:nvCxnSpPr>
          <p:spPr>
            <a:xfrm flipH="1" flipV="1">
              <a:off x="4406115" y="6728800"/>
              <a:ext cx="476539" cy="60277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C3DAB289-ACE3-40AF-161A-F60C3F5C8E6D}"/>
                </a:ext>
              </a:extLst>
            </p:cNvPr>
            <p:cNvSpPr/>
            <p:nvPr/>
          </p:nvSpPr>
          <p:spPr>
            <a:xfrm>
              <a:off x="1994744" y="592323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DF763AAF-F20B-3CCC-54B3-571FE59D285C}"/>
                </a:ext>
              </a:extLst>
            </p:cNvPr>
            <p:cNvSpPr/>
            <p:nvPr/>
          </p:nvSpPr>
          <p:spPr>
            <a:xfrm>
              <a:off x="1975975" y="714184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3AC2FA7B-BA61-4C22-2789-214F7D17EA4F}"/>
                </a:ext>
              </a:extLst>
            </p:cNvPr>
            <p:cNvSpPr/>
            <p:nvPr/>
          </p:nvSpPr>
          <p:spPr>
            <a:xfrm>
              <a:off x="1985911" y="4862426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A38AE445-8301-A81B-8E6A-74DCDE903058}"/>
                </a:ext>
              </a:extLst>
            </p:cNvPr>
            <p:cNvSpPr/>
            <p:nvPr/>
          </p:nvSpPr>
          <p:spPr>
            <a:xfrm>
              <a:off x="2882388" y="32343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3634F20-61B8-01BA-265B-6D53BFED478F}"/>
                </a:ext>
              </a:extLst>
            </p:cNvPr>
            <p:cNvSpPr/>
            <p:nvPr/>
          </p:nvSpPr>
          <p:spPr>
            <a:xfrm>
              <a:off x="3723660" y="487842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F0FE370C-E9B0-5F3C-D304-503B3A904DC1}"/>
                </a:ext>
              </a:extLst>
            </p:cNvPr>
            <p:cNvSpPr/>
            <p:nvPr/>
          </p:nvSpPr>
          <p:spPr>
            <a:xfrm>
              <a:off x="2857289" y="4968787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E4375051-9540-4F0A-98CC-A806591EFAC1}"/>
                </a:ext>
              </a:extLst>
            </p:cNvPr>
            <p:cNvSpPr/>
            <p:nvPr/>
          </p:nvSpPr>
          <p:spPr>
            <a:xfrm>
              <a:off x="3559657" y="743113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85A1BCB-B54D-AFFF-3E9E-3D242BD2890D}"/>
                </a:ext>
              </a:extLst>
            </p:cNvPr>
            <p:cNvSpPr/>
            <p:nvPr/>
          </p:nvSpPr>
          <p:spPr>
            <a:xfrm>
              <a:off x="4626020" y="733157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C99D7300-F782-0F13-A601-B867BFB18170}"/>
                </a:ext>
              </a:extLst>
            </p:cNvPr>
            <p:cNvSpPr/>
            <p:nvPr/>
          </p:nvSpPr>
          <p:spPr>
            <a:xfrm>
              <a:off x="3968012" y="6290698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C4A3B6D-DFCB-7273-1E32-92EE856068AB}"/>
                  </a:ext>
                </a:extLst>
              </p14:cNvPr>
              <p14:cNvContentPartPr/>
              <p14:nvPr/>
            </p14:nvContentPartPr>
            <p14:xfrm>
              <a:off x="1336680" y="1695960"/>
              <a:ext cx="8456040" cy="4320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C4A3B6D-DFCB-7273-1E32-92EE856068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27320" y="1686600"/>
                <a:ext cx="8474760" cy="433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13796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A9EB-3564-53B5-9F5A-0BB00FBC5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F3BC2-F184-F17D-BECB-3D65CD01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Idea: Nodes with edges between them</a:t>
            </a:r>
          </a:p>
          <a:p>
            <a:pPr lvl="1"/>
            <a:r>
              <a:rPr lang="en-US" dirty="0"/>
              <a:t>Directed or undirected</a:t>
            </a:r>
          </a:p>
          <a:p>
            <a:pPr lvl="1"/>
            <a:r>
              <a:rPr lang="en-US" dirty="0"/>
              <a:t>Weighted or unweighted</a:t>
            </a:r>
          </a:p>
          <a:p>
            <a:r>
              <a:rPr lang="en-US" dirty="0"/>
              <a:t>Operations we’ll need:</a:t>
            </a:r>
          </a:p>
          <a:p>
            <a:pPr lvl="1"/>
            <a:r>
              <a:rPr lang="en-US" dirty="0" err="1"/>
              <a:t>addEdge</a:t>
            </a:r>
            <a:r>
              <a:rPr lang="en-US" dirty="0"/>
              <a:t>: an in a new edge between preexisting nodes</a:t>
            </a:r>
          </a:p>
          <a:p>
            <a:pPr lvl="1"/>
            <a:r>
              <a:rPr lang="en-US" dirty="0" err="1"/>
              <a:t>removeEdge</a:t>
            </a:r>
            <a:r>
              <a:rPr lang="en-US" dirty="0"/>
              <a:t>: remove an edge</a:t>
            </a:r>
          </a:p>
          <a:p>
            <a:pPr lvl="1"/>
            <a:r>
              <a:rPr lang="en-US" dirty="0"/>
              <a:t>exists: Check if a particular edge exists</a:t>
            </a:r>
          </a:p>
          <a:p>
            <a:pPr lvl="1"/>
            <a:r>
              <a:rPr lang="en-US" dirty="0" err="1"/>
              <a:t>getNeighbors</a:t>
            </a:r>
            <a:r>
              <a:rPr lang="en-US" dirty="0"/>
              <a:t>: give a list of all neighbors of a given node</a:t>
            </a:r>
          </a:p>
          <a:p>
            <a:pPr lvl="2"/>
            <a:r>
              <a:rPr lang="en-US" dirty="0"/>
              <a:t>For a directed graph, we also might want </a:t>
            </a:r>
            <a:r>
              <a:rPr lang="en-US" dirty="0" err="1"/>
              <a:t>getNeighborsIncoming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C4483C5-2684-533E-BD26-42D7B4EFED76}"/>
                  </a:ext>
                </a:extLst>
              </p14:cNvPr>
              <p14:cNvContentPartPr/>
              <p14:nvPr/>
            </p14:nvContentPartPr>
            <p14:xfrm>
              <a:off x="918720" y="1389960"/>
              <a:ext cx="8597520" cy="4399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C4483C5-2684-533E-BD26-42D7B4EFED7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9360" y="1380600"/>
                <a:ext cx="8616240" cy="441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2877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Data Structure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14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1524000" y="1246118"/>
            <a:ext cx="4600060" cy="2539233"/>
            <a:chOff x="0" y="3020093"/>
            <a:chExt cx="7044346" cy="3888478"/>
          </a:xfrm>
        </p:grpSpPr>
        <p:cxnSp>
          <p:nvCxnSpPr>
            <p:cNvPr id="6" name="Straight Connector 5"/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42" idx="2"/>
              <a:endCxn id="38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>
              <a:stCxn id="40" idx="0"/>
              <a:endCxn id="42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>
              <a:stCxn id="41" idx="1"/>
              <a:endCxn id="42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36" name="Oval 35"/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0" name="Oval 39"/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1" name="Oval 40"/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2" name="Oval 41"/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p:sp>
        <p:nvSpPr>
          <p:cNvPr id="43" name="Rectangle 42"/>
          <p:cNvSpPr/>
          <p:nvPr/>
        </p:nvSpPr>
        <p:spPr>
          <a:xfrm>
            <a:off x="7374272" y="1219201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4272" y="1806230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74272" y="2393259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4272" y="2980288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4272" y="3567317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74272" y="4154346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4272" y="4741375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74272" y="5328404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74272" y="5915433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5572" y="121920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72601" y="121829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85571" y="18062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72600" y="180532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9629" y="18053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5570" y="239234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72599" y="239143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59628" y="239143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47358" y="239325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0584" y="298028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77613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64642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0584" y="35562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77613" y="355530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64642" y="355530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52372" y="35571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0583" y="416237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77612" y="416146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64641" y="416146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0584" y="474137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77613" y="474046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64642" y="474046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46657" y="474940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90584" y="532749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77613" y="532658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64642" y="5326581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5569" y="591543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72598" y="591452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2"/>
                <a:stretch>
                  <a:fillRect l="-1980" t="-1600" r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DA5903-3571-D3F9-7AF6-CB63926F186F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9DA5903-3571-D3F9-7AF6-CB63926F1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D3C44F4-26F7-19F5-B65F-0B4C05BF0239}"/>
                  </a:ext>
                </a:extLst>
              </p14:cNvPr>
              <p14:cNvContentPartPr/>
              <p14:nvPr/>
            </p14:nvContentPartPr>
            <p14:xfrm>
              <a:off x="1401120" y="529560"/>
              <a:ext cx="9755640" cy="61084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D3C44F4-26F7-19F5-B65F-0B4C05BF02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91760" y="520200"/>
                <a:ext cx="9774360" cy="612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1178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List (Weighted)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15</a:t>
            </a:fld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7374272" y="1219201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74272" y="1806230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74272" y="2393259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74272" y="2980288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74272" y="3567317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74272" y="4154346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74272" y="4741375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74272" y="5328404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74272" y="5915433"/>
            <a:ext cx="587029" cy="5870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85572" y="121920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(10)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72601" y="121829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(12)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85571" y="18062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(10)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72600" y="180532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59629" y="18053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85570" y="239234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(12)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672599" y="239143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59628" y="239143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847358" y="239325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(1)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090584" y="298028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77613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(7)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64642" y="298028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90584" y="355621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77613" y="3555309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/>
              <a:t>(7)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64642" y="355530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(5)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52372" y="3557130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90583" y="416237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(1)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677612" y="4161468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  <a:p>
            <a:pPr algn="ctr"/>
            <a:r>
              <a:rPr lang="en-US" dirty="0"/>
              <a:t>(3)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64641" y="416146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(6)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090584" y="474137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(5)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77613" y="4740464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  <a:p>
            <a:pPr algn="ctr"/>
            <a:r>
              <a:rPr lang="en-US" dirty="0"/>
              <a:t>(6)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264642" y="474046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46657" y="4749407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  <a:p>
            <a:pPr algn="ctr"/>
            <a:r>
              <a:rPr lang="en-US" dirty="0"/>
              <a:t>(11)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90584" y="532749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  <a:p>
            <a:pPr algn="ctr"/>
            <a:r>
              <a:rPr lang="en-US" dirty="0"/>
              <a:t>(8)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677613" y="5326582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(9)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64642" y="5326581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  <a:p>
            <a:pPr algn="ctr"/>
            <a:r>
              <a:rPr lang="en-US" dirty="0"/>
              <a:t>(2)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085569" y="591543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  <a:p>
            <a:pPr algn="ctr"/>
            <a:r>
              <a:rPr lang="en-US" dirty="0"/>
              <a:t>(11)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672598" y="5914523"/>
            <a:ext cx="587029" cy="587029"/>
          </a:xfrm>
          <a:prstGeom prst="rect">
            <a:avLst/>
          </a:prstGeom>
          <a:solidFill>
            <a:srgbClr val="FF5050"/>
          </a:solidFill>
          <a:ln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  <a:p>
            <a:pPr algn="ctr"/>
            <a:r>
              <a:rPr lang="en-US"/>
              <a:t>(2)</a:t>
            </a:r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D19F696-5548-15EA-EAB6-8A6E02CA8B19}"/>
              </a:ext>
            </a:extLst>
          </p:cNvPr>
          <p:cNvGrpSpPr/>
          <p:nvPr/>
        </p:nvGrpSpPr>
        <p:grpSpPr>
          <a:xfrm>
            <a:off x="1524000" y="1143000"/>
            <a:ext cx="4600060" cy="2787240"/>
            <a:chOff x="0" y="2862182"/>
            <a:chExt cx="7044346" cy="4268266"/>
          </a:xfrm>
        </p:grpSpPr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53DE259D-9034-9B3D-5EC4-DDD8E2DDC8F5}"/>
                </a:ext>
              </a:extLst>
            </p:cNvPr>
            <p:cNvCxnSpPr>
              <a:stCxn id="153" idx="7"/>
              <a:endCxn id="154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600F064A-9EA6-2346-9FD2-6D7C878741F6}"/>
                </a:ext>
              </a:extLst>
            </p:cNvPr>
            <p:cNvCxnSpPr>
              <a:stCxn id="154" idx="6"/>
              <a:endCxn id="157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0754BF9-F23A-64E4-9FC9-D8C00C7BF946}"/>
                </a:ext>
              </a:extLst>
            </p:cNvPr>
            <p:cNvCxnSpPr>
              <a:stCxn id="153" idx="4"/>
              <a:endCxn id="155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BA6F304E-20EE-84AA-387B-778C945E958C}"/>
                </a:ext>
              </a:extLst>
            </p:cNvPr>
            <p:cNvCxnSpPr>
              <a:stCxn id="156" idx="3"/>
              <a:endCxn id="155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B40A342-7886-3842-E103-4EE1B48F9158}"/>
                </a:ext>
              </a:extLst>
            </p:cNvPr>
            <p:cNvCxnSpPr>
              <a:stCxn id="158" idx="2"/>
              <a:endCxn id="155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53F2A868-BB12-BF4F-B8C3-E46D41E28D92}"/>
                </a:ext>
              </a:extLst>
            </p:cNvPr>
            <p:cNvCxnSpPr>
              <a:stCxn id="156" idx="5"/>
              <a:endCxn id="158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2C2CD981-8616-F667-62EF-DB0103A9E88F}"/>
                </a:ext>
              </a:extLst>
            </p:cNvPr>
            <p:cNvCxnSpPr>
              <a:stCxn id="156" idx="7"/>
              <a:endCxn id="157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762BEFD1-E5FB-315B-AF38-F2D298BEDCFF}"/>
                </a:ext>
              </a:extLst>
            </p:cNvPr>
            <p:cNvCxnSpPr>
              <a:stCxn id="158" idx="6"/>
              <a:endCxn id="159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CF8DBD37-0CD6-E31F-4C9A-532CD6185060}"/>
                </a:ext>
              </a:extLst>
            </p:cNvPr>
            <p:cNvCxnSpPr>
              <a:stCxn id="159" idx="1"/>
              <a:endCxn id="157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44C237A-6AAB-6817-E6B9-534CCEB7CFCA}"/>
                </a:ext>
              </a:extLst>
            </p:cNvPr>
            <p:cNvCxnSpPr>
              <a:stCxn id="161" idx="2"/>
              <a:endCxn id="157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7517E6B9-5FAD-1D92-1585-BCC74F25EB25}"/>
                </a:ext>
              </a:extLst>
            </p:cNvPr>
            <p:cNvCxnSpPr>
              <a:stCxn id="159" idx="0"/>
              <a:endCxn id="161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180BF92C-AE8E-5157-E223-D4D83DAA35C1}"/>
                </a:ext>
              </a:extLst>
            </p:cNvPr>
            <p:cNvCxnSpPr>
              <a:stCxn id="160" idx="1"/>
              <a:endCxn id="161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F363BD5-5FDA-E77C-8DEA-CC5C0E195765}"/>
                </a:ext>
              </a:extLst>
            </p:cNvPr>
            <p:cNvCxnSpPr>
              <a:stCxn id="160" idx="3"/>
              <a:endCxn id="159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E071D5E-15D2-5AF2-53D8-731A74F0CF08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518557C3-85CC-BEF6-F48F-88C8BA0C1A9B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55F019B-1C59-1125-9827-21B16E49DB73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0CF82939-6E09-13CC-D97F-E560BA7843D7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98494BD-6655-8F50-4790-9A0BBB60C681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CFA7B874-2677-8E34-798E-8179ACD4FD40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8F2F83A0-B969-19D8-5ABE-7FD1DE889918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F95F8570-0D82-9501-E9AE-75D60BA6E19C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53B783E-FF23-6B52-438F-674A468879E4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0A893A4E-4EB6-B07D-B0D4-EE0196BAE491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9B8F87E7-4A5E-FF90-5FBD-706547EB4B56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A2AB894E-2934-FDB6-4D23-436B6C4566B9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6B4BF10C-B938-B868-6846-217819D9C43C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1A55DDF5-D54E-B68D-2B1A-F2F79A1A54D9}"/>
                </a:ext>
              </a:extLst>
            </p:cNvPr>
            <p:cNvCxnSpPr>
              <a:stCxn id="154" idx="4"/>
              <a:endCxn id="155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95C80263-D548-6F68-09D4-4D3420440F4A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D9488D2-B8EF-8FDB-44AE-CB1A83360F25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6963990B-CD15-ACFE-15D8-27B89352DE7E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486583D9-0D6B-4722-E14B-49D47452CC06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A8B5BB0-6947-0F92-05DA-19F7129D50F9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23139458-4DB4-9D74-38A4-CE1D0EAAE6B9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D337E16-1EBE-88D1-EF21-7F2563787DEF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653DFFF2-181E-3C12-F6D4-333170CB7DE0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B8F22F5D-6223-4D66-9A1E-0C966266F488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7500B587-7CCC-AE36-EFC0-7B1F312CE49C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09F0509-CE27-F1CC-E53E-D4ED982DE55A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709F0509-CE27-F1CC-E53E-D4ED982DE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0B161E-1F73-15E4-3E7D-EC4F2E75C535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deg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func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D0B161E-1F73-15E4-3E7D-EC4F2E75C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 r="-8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966B4E-F8D7-242F-1C08-9D83F63D4FF8}"/>
                  </a:ext>
                </a:extLst>
              </p14:cNvPr>
              <p14:cNvContentPartPr/>
              <p14:nvPr/>
            </p14:nvContentPartPr>
            <p14:xfrm>
              <a:off x="7875000" y="1099080"/>
              <a:ext cx="719280" cy="833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966B4E-F8D7-242F-1C08-9D83F63D4F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65640" y="1089720"/>
                <a:ext cx="738000" cy="85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840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16</a:t>
            </a:fld>
            <a:endParaRPr lang="en-US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1A7F7DB-774F-DDB4-BC89-6AFAFF167796}"/>
              </a:ext>
            </a:extLst>
          </p:cNvPr>
          <p:cNvGrpSpPr/>
          <p:nvPr/>
        </p:nvGrpSpPr>
        <p:grpSpPr>
          <a:xfrm>
            <a:off x="7572412" y="1567190"/>
            <a:ext cx="4261557" cy="4144421"/>
            <a:chOff x="6939843" y="1796152"/>
            <a:chExt cx="2935140" cy="2854463"/>
          </a:xfrm>
        </p:grpSpPr>
        <p:sp>
          <p:nvSpPr>
            <p:cNvPr id="43" name="Rectangle 42"/>
            <p:cNvSpPr/>
            <p:nvPr/>
          </p:nvSpPr>
          <p:spPr>
            <a:xfrm>
              <a:off x="6939843" y="209019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6939843" y="2383713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939843" y="266172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939843" y="294452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939843" y="323793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6939843" y="3510186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6939843" y="377474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6939843" y="406851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6939843" y="434678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grpSp>
          <p:nvGrpSpPr>
            <p:cNvPr id="3" name="Group 2"/>
            <p:cNvGrpSpPr/>
            <p:nvPr/>
          </p:nvGrpSpPr>
          <p:grpSpPr>
            <a:xfrm>
              <a:off x="7233357" y="1796152"/>
              <a:ext cx="2641626" cy="298875"/>
              <a:chOff x="5709357" y="1796152"/>
              <a:chExt cx="2641626" cy="298875"/>
            </a:xfrm>
          </p:grpSpPr>
          <p:sp>
            <p:nvSpPr>
              <p:cNvPr id="85" name="Rectangle 84"/>
              <p:cNvSpPr/>
              <p:nvPr/>
            </p:nvSpPr>
            <p:spPr>
              <a:xfrm>
                <a:off x="5709357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6" name="Rectangle 85"/>
              <p:cNvSpPr/>
              <p:nvPr/>
            </p:nvSpPr>
            <p:spPr>
              <a:xfrm>
                <a:off x="6002871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87" name="Rectangle 86"/>
              <p:cNvSpPr/>
              <p:nvPr/>
            </p:nvSpPr>
            <p:spPr>
              <a:xfrm>
                <a:off x="6296385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88" name="Rectangle 87"/>
              <p:cNvSpPr/>
              <p:nvPr/>
            </p:nvSpPr>
            <p:spPr>
              <a:xfrm>
                <a:off x="658989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89" name="Rectangle 88"/>
              <p:cNvSpPr/>
              <p:nvPr/>
            </p:nvSpPr>
            <p:spPr>
              <a:xfrm>
                <a:off x="6883413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7176927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91" name="Rectangle 90"/>
              <p:cNvSpPr/>
              <p:nvPr/>
            </p:nvSpPr>
            <p:spPr>
              <a:xfrm>
                <a:off x="7470441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2" name="Rectangle 91"/>
              <p:cNvSpPr/>
              <p:nvPr/>
            </p:nvSpPr>
            <p:spPr>
              <a:xfrm>
                <a:off x="7763955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93" name="Rectangle 92"/>
              <p:cNvSpPr/>
              <p:nvPr/>
            </p:nvSpPr>
            <p:spPr>
              <a:xfrm>
                <a:off x="805746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</p:grpSp>
        <p:sp>
          <p:nvSpPr>
            <p:cNvPr id="95" name="Rectangle 94"/>
            <p:cNvSpPr/>
            <p:nvPr/>
          </p:nvSpPr>
          <p:spPr>
            <a:xfrm>
              <a:off x="7233357" y="211209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7526871" y="211209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7820385" y="2111562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811389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8407413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8700927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8994441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9287955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958146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Rectangle 104"/>
            <p:cNvSpPr/>
            <p:nvPr/>
          </p:nvSpPr>
          <p:spPr>
            <a:xfrm>
              <a:off x="7233357" y="237725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06" name="Rectangle 105"/>
            <p:cNvSpPr/>
            <p:nvPr/>
          </p:nvSpPr>
          <p:spPr>
            <a:xfrm>
              <a:off x="7526871" y="237725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7820385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811389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8407413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8700927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8994441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9287955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958146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233357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7526871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7820385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8113899" y="2669761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8407413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8700927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8994441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9287955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9581469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5" name="Rectangle 124"/>
            <p:cNvSpPr/>
            <p:nvPr/>
          </p:nvSpPr>
          <p:spPr>
            <a:xfrm>
              <a:off x="7233357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6" name="Rectangle 125"/>
            <p:cNvSpPr/>
            <p:nvPr/>
          </p:nvSpPr>
          <p:spPr>
            <a:xfrm>
              <a:off x="7526871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7" name="Rectangle 126"/>
            <p:cNvSpPr/>
            <p:nvPr/>
          </p:nvSpPr>
          <p:spPr>
            <a:xfrm>
              <a:off x="7820385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811389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8407413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0" name="Rectangle 129"/>
            <p:cNvSpPr/>
            <p:nvPr/>
          </p:nvSpPr>
          <p:spPr>
            <a:xfrm>
              <a:off x="8700927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1" name="Rectangle 130"/>
            <p:cNvSpPr/>
            <p:nvPr/>
          </p:nvSpPr>
          <p:spPr>
            <a:xfrm>
              <a:off x="8994441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Rectangle 131"/>
            <p:cNvSpPr/>
            <p:nvPr/>
          </p:nvSpPr>
          <p:spPr>
            <a:xfrm>
              <a:off x="9287955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958146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5" name="Rectangle 134"/>
            <p:cNvSpPr/>
            <p:nvPr/>
          </p:nvSpPr>
          <p:spPr>
            <a:xfrm>
              <a:off x="7233357" y="322897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7526871" y="3228970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>
              <a:off x="7820385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8113899" y="322843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8407413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8700927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8994441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9287955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9581469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5" name="Rectangle 144"/>
            <p:cNvSpPr/>
            <p:nvPr/>
          </p:nvSpPr>
          <p:spPr>
            <a:xfrm>
              <a:off x="7233357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6" name="Rectangle 145"/>
            <p:cNvSpPr/>
            <p:nvPr/>
          </p:nvSpPr>
          <p:spPr>
            <a:xfrm>
              <a:off x="7526871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7820385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8113899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8407413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8700927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8994441" y="349306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9287955" y="349306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9581469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7233357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7526871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7" name="Rectangle 156"/>
            <p:cNvSpPr/>
            <p:nvPr/>
          </p:nvSpPr>
          <p:spPr>
            <a:xfrm>
              <a:off x="7820385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8113899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8407413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0" name="Rectangle 159"/>
            <p:cNvSpPr/>
            <p:nvPr/>
          </p:nvSpPr>
          <p:spPr>
            <a:xfrm>
              <a:off x="8700927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1" name="Rectangle 160"/>
            <p:cNvSpPr/>
            <p:nvPr/>
          </p:nvSpPr>
          <p:spPr>
            <a:xfrm>
              <a:off x="8994441" y="378610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Rectangle 161"/>
            <p:cNvSpPr/>
            <p:nvPr/>
          </p:nvSpPr>
          <p:spPr>
            <a:xfrm>
              <a:off x="9287955" y="378610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9581469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65" name="Rectangle 164"/>
            <p:cNvSpPr/>
            <p:nvPr/>
          </p:nvSpPr>
          <p:spPr>
            <a:xfrm>
              <a:off x="7233357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6" name="Rectangle 165"/>
            <p:cNvSpPr/>
            <p:nvPr/>
          </p:nvSpPr>
          <p:spPr>
            <a:xfrm>
              <a:off x="7526871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Rectangle 166"/>
            <p:cNvSpPr/>
            <p:nvPr/>
          </p:nvSpPr>
          <p:spPr>
            <a:xfrm>
              <a:off x="7820385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13899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407413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8700927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8994441" y="405126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9287955" y="405126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9581469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5" name="Rectangle 174"/>
            <p:cNvSpPr/>
            <p:nvPr/>
          </p:nvSpPr>
          <p:spPr>
            <a:xfrm>
              <a:off x="7233357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6" name="Rectangle 175"/>
            <p:cNvSpPr/>
            <p:nvPr/>
          </p:nvSpPr>
          <p:spPr>
            <a:xfrm>
              <a:off x="7526871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7820385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11389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407413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8700927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8994441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9287955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958146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8700927" y="2657973"/>
              <a:ext cx="293514" cy="265162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1D50B7B-3100-C794-83B3-651BDC5F3DB5}"/>
              </a:ext>
            </a:extLst>
          </p:cNvPr>
          <p:cNvGrpSpPr/>
          <p:nvPr/>
        </p:nvGrpSpPr>
        <p:grpSpPr>
          <a:xfrm>
            <a:off x="1524000" y="1246118"/>
            <a:ext cx="4600060" cy="2539233"/>
            <a:chOff x="0" y="3020093"/>
            <a:chExt cx="7044346" cy="388847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3342EE-A9B2-FA6C-73D4-46AB375F0854}"/>
                </a:ext>
              </a:extLst>
            </p:cNvPr>
            <p:cNvCxnSpPr>
              <a:stCxn id="67" idx="7"/>
              <a:endCxn id="68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D91CB77-4C51-BFDB-275E-23A95C506138}"/>
                </a:ext>
              </a:extLst>
            </p:cNvPr>
            <p:cNvCxnSpPr>
              <a:stCxn id="68" idx="6"/>
              <a:endCxn id="71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BCF58B5-ECF0-F95A-3D8E-C1FF823F9D9C}"/>
                </a:ext>
              </a:extLst>
            </p:cNvPr>
            <p:cNvCxnSpPr>
              <a:stCxn id="67" idx="4"/>
              <a:endCxn id="69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0012D5-F9F9-6C25-7F84-273687242B73}"/>
                </a:ext>
              </a:extLst>
            </p:cNvPr>
            <p:cNvCxnSpPr>
              <a:stCxn id="70" idx="3"/>
              <a:endCxn id="69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16B8498-7F38-B175-608F-5EACB1DC882D}"/>
                </a:ext>
              </a:extLst>
            </p:cNvPr>
            <p:cNvCxnSpPr>
              <a:stCxn id="72" idx="2"/>
              <a:endCxn id="69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622185-67AE-8746-83C4-9430F0B601B1}"/>
                </a:ext>
              </a:extLst>
            </p:cNvPr>
            <p:cNvCxnSpPr>
              <a:stCxn id="70" idx="5"/>
              <a:endCxn id="72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5DCB21F-5EFD-8B37-9029-945FB9DCD116}"/>
                </a:ext>
              </a:extLst>
            </p:cNvPr>
            <p:cNvCxnSpPr>
              <a:stCxn id="70" idx="7"/>
              <a:endCxn id="71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F30A11C-A644-608E-EE8D-8169A2CBE13E}"/>
                </a:ext>
              </a:extLst>
            </p:cNvPr>
            <p:cNvCxnSpPr>
              <a:stCxn id="72" idx="6"/>
              <a:endCxn id="73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536144-ADFE-4E2B-0E88-0B75DA8A2636}"/>
                </a:ext>
              </a:extLst>
            </p:cNvPr>
            <p:cNvCxnSpPr>
              <a:stCxn id="73" idx="1"/>
              <a:endCxn id="71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32896E5-4865-638B-963D-3F36DDC7066A}"/>
                </a:ext>
              </a:extLst>
            </p:cNvPr>
            <p:cNvCxnSpPr>
              <a:stCxn id="75" idx="2"/>
              <a:endCxn id="71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4325C00-F967-9FE5-EEC3-96943F31E68D}"/>
                </a:ext>
              </a:extLst>
            </p:cNvPr>
            <p:cNvCxnSpPr>
              <a:stCxn id="73" idx="0"/>
              <a:endCxn id="75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0DA5262-2679-9A04-1545-443C541D5549}"/>
                </a:ext>
              </a:extLst>
            </p:cNvPr>
            <p:cNvCxnSpPr>
              <a:stCxn id="74" idx="1"/>
              <a:endCxn id="75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D583069-4000-75DF-D600-CD6DF4A08E4A}"/>
                </a:ext>
              </a:extLst>
            </p:cNvPr>
            <p:cNvCxnSpPr>
              <a:stCxn id="74" idx="3"/>
              <a:endCxn id="73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D16408F-FB91-869A-9BF7-8700A532C2CD}"/>
                </a:ext>
              </a:extLst>
            </p:cNvPr>
            <p:cNvCxnSpPr>
              <a:stCxn id="68" idx="4"/>
              <a:endCxn id="69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075E689-1532-32F5-D97D-16160EE5DF90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C49BF0B-5924-64AD-3493-7900DF244C30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CE1177-4B0A-2EF3-CBE7-03AEBA8FB126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77C052A-E54F-19DA-8B07-AFD851537FB9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5B67BCC-2BD0-A862-35D2-10179B59465B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6BC8E41-DAB6-A248-2348-C7CDEC8BF557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294341-350D-16C6-4C8B-5EDE404D8260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AD7798D-D1F8-988C-F9BD-C2195897EC66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80C5C2A-FCF2-7A58-5811-CC6F91457247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(?)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?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(?)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?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A351083-39A1-D8E9-ACB6-84925E81F5D6}"/>
                  </a:ext>
                </a:extLst>
              </p14:cNvPr>
              <p14:cNvContentPartPr/>
              <p14:nvPr/>
            </p14:nvContentPartPr>
            <p14:xfrm>
              <a:off x="1127520" y="1028880"/>
              <a:ext cx="10920600" cy="5250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A351083-39A1-D8E9-ACB6-84925E81F5D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18160" y="1019520"/>
                <a:ext cx="10939320" cy="52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0105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17</a:t>
            </a:fld>
            <a:endParaRPr lang="en-US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1D50B7B-3100-C794-83B3-651BDC5F3DB5}"/>
              </a:ext>
            </a:extLst>
          </p:cNvPr>
          <p:cNvGrpSpPr/>
          <p:nvPr/>
        </p:nvGrpSpPr>
        <p:grpSpPr>
          <a:xfrm>
            <a:off x="1524000" y="1246118"/>
            <a:ext cx="4600060" cy="2539233"/>
            <a:chOff x="0" y="3020093"/>
            <a:chExt cx="7044346" cy="3888478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F3342EE-A9B2-FA6C-73D4-46AB375F0854}"/>
                </a:ext>
              </a:extLst>
            </p:cNvPr>
            <p:cNvCxnSpPr>
              <a:stCxn id="67" idx="7"/>
              <a:endCxn id="68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0D91CB77-4C51-BFDB-275E-23A95C506138}"/>
                </a:ext>
              </a:extLst>
            </p:cNvPr>
            <p:cNvCxnSpPr>
              <a:stCxn id="68" idx="6"/>
              <a:endCxn id="71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3BCF58B5-ECF0-F95A-3D8E-C1FF823F9D9C}"/>
                </a:ext>
              </a:extLst>
            </p:cNvPr>
            <p:cNvCxnSpPr>
              <a:stCxn id="67" idx="4"/>
              <a:endCxn id="69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0012D5-F9F9-6C25-7F84-273687242B73}"/>
                </a:ext>
              </a:extLst>
            </p:cNvPr>
            <p:cNvCxnSpPr>
              <a:stCxn id="70" idx="3"/>
              <a:endCxn id="69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16B8498-7F38-B175-608F-5EACB1DC882D}"/>
                </a:ext>
              </a:extLst>
            </p:cNvPr>
            <p:cNvCxnSpPr>
              <a:stCxn id="72" idx="2"/>
              <a:endCxn id="69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C0622185-67AE-8746-83C4-9430F0B601B1}"/>
                </a:ext>
              </a:extLst>
            </p:cNvPr>
            <p:cNvCxnSpPr>
              <a:stCxn id="70" idx="5"/>
              <a:endCxn id="72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5DCB21F-5EFD-8B37-9029-945FB9DCD116}"/>
                </a:ext>
              </a:extLst>
            </p:cNvPr>
            <p:cNvCxnSpPr>
              <a:stCxn id="70" idx="7"/>
              <a:endCxn id="71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F30A11C-A644-608E-EE8D-8169A2CBE13E}"/>
                </a:ext>
              </a:extLst>
            </p:cNvPr>
            <p:cNvCxnSpPr>
              <a:stCxn id="72" idx="6"/>
              <a:endCxn id="73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5536144-ADFE-4E2B-0E88-0B75DA8A2636}"/>
                </a:ext>
              </a:extLst>
            </p:cNvPr>
            <p:cNvCxnSpPr>
              <a:stCxn id="73" idx="1"/>
              <a:endCxn id="71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532896E5-4865-638B-963D-3F36DDC7066A}"/>
                </a:ext>
              </a:extLst>
            </p:cNvPr>
            <p:cNvCxnSpPr>
              <a:stCxn id="75" idx="2"/>
              <a:endCxn id="71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D4325C00-F967-9FE5-EEC3-96943F31E68D}"/>
                </a:ext>
              </a:extLst>
            </p:cNvPr>
            <p:cNvCxnSpPr>
              <a:stCxn id="73" idx="0"/>
              <a:endCxn id="75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A0DA5262-2679-9A04-1545-443C541D5549}"/>
                </a:ext>
              </a:extLst>
            </p:cNvPr>
            <p:cNvCxnSpPr>
              <a:stCxn id="74" idx="1"/>
              <a:endCxn id="75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D583069-4000-75DF-D600-CD6DF4A08E4A}"/>
                </a:ext>
              </a:extLst>
            </p:cNvPr>
            <p:cNvCxnSpPr>
              <a:stCxn id="74" idx="3"/>
              <a:endCxn id="73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D16408F-FB91-869A-9BF7-8700A532C2CD}"/>
                </a:ext>
              </a:extLst>
            </p:cNvPr>
            <p:cNvCxnSpPr>
              <a:stCxn id="68" idx="4"/>
              <a:endCxn id="69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075E689-1532-32F5-D97D-16160EE5DF90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0C49BF0B-5924-64AD-3493-7900DF244C30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8CE1177-4B0A-2EF3-CBE7-03AEBA8FB126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77C052A-E54F-19DA-8B07-AFD851537FB9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5B67BCC-2BD0-A862-35D2-10179B59465B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6BC8E41-DAB6-A248-2348-C7CDEC8BF557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B5294341-350D-16C6-4C8B-5EDE404D8260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4AD7798D-D1F8-988C-F9BD-C2195897EC66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280C5C2A-FCF2-7A58-5811-CC6F91457247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7064DDF-8436-4E12-4E3C-42EF46279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05F24138-8109-0E8D-9A94-B2DAAB47463C}"/>
              </a:ext>
            </a:extLst>
          </p:cNvPr>
          <p:cNvGrpSpPr/>
          <p:nvPr/>
        </p:nvGrpSpPr>
        <p:grpSpPr>
          <a:xfrm>
            <a:off x="7572412" y="1567190"/>
            <a:ext cx="4261557" cy="4144421"/>
            <a:chOff x="6939843" y="1796152"/>
            <a:chExt cx="2935140" cy="28544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3BEDE1C-162E-FF38-9E93-924FD9538E69}"/>
                </a:ext>
              </a:extLst>
            </p:cNvPr>
            <p:cNvSpPr/>
            <p:nvPr/>
          </p:nvSpPr>
          <p:spPr>
            <a:xfrm>
              <a:off x="6939843" y="209019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592046-7BDE-0391-1A02-3FA66A4A546D}"/>
                </a:ext>
              </a:extLst>
            </p:cNvPr>
            <p:cNvSpPr/>
            <p:nvPr/>
          </p:nvSpPr>
          <p:spPr>
            <a:xfrm>
              <a:off x="6939843" y="2383713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6DB79B1-4142-F7C1-4F13-7BD223503D72}"/>
                </a:ext>
              </a:extLst>
            </p:cNvPr>
            <p:cNvSpPr/>
            <p:nvPr/>
          </p:nvSpPr>
          <p:spPr>
            <a:xfrm>
              <a:off x="6939843" y="266172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F0E4E52-D602-9393-EE4D-D1DFE19278E5}"/>
                </a:ext>
              </a:extLst>
            </p:cNvPr>
            <p:cNvSpPr/>
            <p:nvPr/>
          </p:nvSpPr>
          <p:spPr>
            <a:xfrm>
              <a:off x="6939843" y="294452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DC6BD2E-9E6F-019F-C7F4-986D4F0FF75C}"/>
                </a:ext>
              </a:extLst>
            </p:cNvPr>
            <p:cNvSpPr/>
            <p:nvPr/>
          </p:nvSpPr>
          <p:spPr>
            <a:xfrm>
              <a:off x="6939843" y="323793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5C63C2-47CE-DA48-0A30-604376BFE54F}"/>
                </a:ext>
              </a:extLst>
            </p:cNvPr>
            <p:cNvSpPr/>
            <p:nvPr/>
          </p:nvSpPr>
          <p:spPr>
            <a:xfrm>
              <a:off x="6939843" y="3510186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51C2C80-FE73-E919-26DC-4602CCC0AB47}"/>
                </a:ext>
              </a:extLst>
            </p:cNvPr>
            <p:cNvSpPr/>
            <p:nvPr/>
          </p:nvSpPr>
          <p:spPr>
            <a:xfrm>
              <a:off x="6939843" y="377474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78B1666-1646-40EC-830B-4B739BC8DD5B}"/>
                </a:ext>
              </a:extLst>
            </p:cNvPr>
            <p:cNvSpPr/>
            <p:nvPr/>
          </p:nvSpPr>
          <p:spPr>
            <a:xfrm>
              <a:off x="6939843" y="406851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38D820F-7A95-7569-160C-3C2EB05286DF}"/>
                </a:ext>
              </a:extLst>
            </p:cNvPr>
            <p:cNvSpPr/>
            <p:nvPr/>
          </p:nvSpPr>
          <p:spPr>
            <a:xfrm>
              <a:off x="6939843" y="434678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295B66B-7A96-DE75-5BC3-A559065430F6}"/>
                </a:ext>
              </a:extLst>
            </p:cNvPr>
            <p:cNvGrpSpPr/>
            <p:nvPr/>
          </p:nvGrpSpPr>
          <p:grpSpPr>
            <a:xfrm>
              <a:off x="7233357" y="1796152"/>
              <a:ext cx="2641626" cy="298875"/>
              <a:chOff x="5709357" y="1796152"/>
              <a:chExt cx="2641626" cy="298875"/>
            </a:xfrm>
          </p:grpSpPr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0B6CBBF9-159E-053D-5A51-E98D01348AE8}"/>
                  </a:ext>
                </a:extLst>
              </p:cNvPr>
              <p:cNvSpPr/>
              <p:nvPr/>
            </p:nvSpPr>
            <p:spPr>
              <a:xfrm>
                <a:off x="5709357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5F2DA22A-8ACA-486D-50A0-01BB3128699E}"/>
                  </a:ext>
                </a:extLst>
              </p:cNvPr>
              <p:cNvSpPr/>
              <p:nvPr/>
            </p:nvSpPr>
            <p:spPr>
              <a:xfrm>
                <a:off x="6002871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90892587-A746-94BC-D132-2678B6F53363}"/>
                  </a:ext>
                </a:extLst>
              </p:cNvPr>
              <p:cNvSpPr/>
              <p:nvPr/>
            </p:nvSpPr>
            <p:spPr>
              <a:xfrm>
                <a:off x="6296385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2CAFDCF4-7A23-2421-32B7-4DEAE473D683}"/>
                  </a:ext>
                </a:extLst>
              </p:cNvPr>
              <p:cNvSpPr/>
              <p:nvPr/>
            </p:nvSpPr>
            <p:spPr>
              <a:xfrm>
                <a:off x="658989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BD3D173D-6EAC-3302-D38E-460DA3E77D0A}"/>
                  </a:ext>
                </a:extLst>
              </p:cNvPr>
              <p:cNvSpPr/>
              <p:nvPr/>
            </p:nvSpPr>
            <p:spPr>
              <a:xfrm>
                <a:off x="6883413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8446EA45-5253-383C-330D-64E537492699}"/>
                  </a:ext>
                </a:extLst>
              </p:cNvPr>
              <p:cNvSpPr/>
              <p:nvPr/>
            </p:nvSpPr>
            <p:spPr>
              <a:xfrm>
                <a:off x="7176927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3ADB3227-882F-D751-7B50-6830E2201E16}"/>
                  </a:ext>
                </a:extLst>
              </p:cNvPr>
              <p:cNvSpPr/>
              <p:nvPr/>
            </p:nvSpPr>
            <p:spPr>
              <a:xfrm>
                <a:off x="7470441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7905CB36-005A-8678-1B61-29A02DB834C8}"/>
                  </a:ext>
                </a:extLst>
              </p:cNvPr>
              <p:cNvSpPr/>
              <p:nvPr/>
            </p:nvSpPr>
            <p:spPr>
              <a:xfrm>
                <a:off x="7763955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F7034F8C-2A37-5209-3C20-D91BFE3DF3DC}"/>
                  </a:ext>
                </a:extLst>
              </p:cNvPr>
              <p:cNvSpPr/>
              <p:nvPr/>
            </p:nvSpPr>
            <p:spPr>
              <a:xfrm>
                <a:off x="805746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411BA86-E8CB-776D-2759-FF65D7544E35}"/>
                </a:ext>
              </a:extLst>
            </p:cNvPr>
            <p:cNvSpPr/>
            <p:nvPr/>
          </p:nvSpPr>
          <p:spPr>
            <a:xfrm>
              <a:off x="7233357" y="211209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9E1AED3-C978-77C8-718B-51E3122DE9B7}"/>
                </a:ext>
              </a:extLst>
            </p:cNvPr>
            <p:cNvSpPr/>
            <p:nvPr/>
          </p:nvSpPr>
          <p:spPr>
            <a:xfrm>
              <a:off x="7526871" y="211209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FA8999E-7289-EA98-A2CB-35D9BAD4EBC4}"/>
                </a:ext>
              </a:extLst>
            </p:cNvPr>
            <p:cNvSpPr/>
            <p:nvPr/>
          </p:nvSpPr>
          <p:spPr>
            <a:xfrm>
              <a:off x="7820385" y="2111562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3A61119-53D3-B881-2BA0-2FEEBB606CE2}"/>
                </a:ext>
              </a:extLst>
            </p:cNvPr>
            <p:cNvSpPr/>
            <p:nvPr/>
          </p:nvSpPr>
          <p:spPr>
            <a:xfrm>
              <a:off x="811389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6206A82-976A-D001-E70B-6145CC1B3C77}"/>
                </a:ext>
              </a:extLst>
            </p:cNvPr>
            <p:cNvSpPr/>
            <p:nvPr/>
          </p:nvSpPr>
          <p:spPr>
            <a:xfrm>
              <a:off x="8407413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BF37149-D5D9-5046-7C31-1CB01803E7D4}"/>
                </a:ext>
              </a:extLst>
            </p:cNvPr>
            <p:cNvSpPr/>
            <p:nvPr/>
          </p:nvSpPr>
          <p:spPr>
            <a:xfrm>
              <a:off x="8700927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ED1AC1D2-0249-4049-5D2A-B2E2DA96E066}"/>
                </a:ext>
              </a:extLst>
            </p:cNvPr>
            <p:cNvSpPr/>
            <p:nvPr/>
          </p:nvSpPr>
          <p:spPr>
            <a:xfrm>
              <a:off x="8994441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CD6231-77F2-6038-4C47-B64CCD06A09E}"/>
                </a:ext>
              </a:extLst>
            </p:cNvPr>
            <p:cNvSpPr/>
            <p:nvPr/>
          </p:nvSpPr>
          <p:spPr>
            <a:xfrm>
              <a:off x="9287955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6F0C9FB-7CBF-2B7A-5621-B2D951B4095A}"/>
                </a:ext>
              </a:extLst>
            </p:cNvPr>
            <p:cNvSpPr/>
            <p:nvPr/>
          </p:nvSpPr>
          <p:spPr>
            <a:xfrm>
              <a:off x="958146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F67F544-B237-CFFE-8D86-67B3F437C05A}"/>
                </a:ext>
              </a:extLst>
            </p:cNvPr>
            <p:cNvSpPr/>
            <p:nvPr/>
          </p:nvSpPr>
          <p:spPr>
            <a:xfrm>
              <a:off x="7233357" y="237725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5EC77FF-EF1D-B6CD-61E8-CA5D6CE49AC9}"/>
                </a:ext>
              </a:extLst>
            </p:cNvPr>
            <p:cNvSpPr/>
            <p:nvPr/>
          </p:nvSpPr>
          <p:spPr>
            <a:xfrm>
              <a:off x="7526871" y="237725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902CF4E-3318-84C9-746B-074DCE3D587F}"/>
                </a:ext>
              </a:extLst>
            </p:cNvPr>
            <p:cNvSpPr/>
            <p:nvPr/>
          </p:nvSpPr>
          <p:spPr>
            <a:xfrm>
              <a:off x="7820385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55EF377-C4B3-3717-0CEB-60F6A5F0D21A}"/>
                </a:ext>
              </a:extLst>
            </p:cNvPr>
            <p:cNvSpPr/>
            <p:nvPr/>
          </p:nvSpPr>
          <p:spPr>
            <a:xfrm>
              <a:off x="811389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AB0D630-6E8B-6C9C-2EDC-9B77B3007F06}"/>
                </a:ext>
              </a:extLst>
            </p:cNvPr>
            <p:cNvSpPr/>
            <p:nvPr/>
          </p:nvSpPr>
          <p:spPr>
            <a:xfrm>
              <a:off x="8407413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F5AA962-1C31-9072-553C-FCF783351ADE}"/>
                </a:ext>
              </a:extLst>
            </p:cNvPr>
            <p:cNvSpPr/>
            <p:nvPr/>
          </p:nvSpPr>
          <p:spPr>
            <a:xfrm>
              <a:off x="8700927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3D2B5DE-72B5-1577-FEB1-C838026F2D27}"/>
                </a:ext>
              </a:extLst>
            </p:cNvPr>
            <p:cNvSpPr/>
            <p:nvPr/>
          </p:nvSpPr>
          <p:spPr>
            <a:xfrm>
              <a:off x="8994441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95E4625-B29D-90BD-EC69-D25E5D4666C4}"/>
                </a:ext>
              </a:extLst>
            </p:cNvPr>
            <p:cNvSpPr/>
            <p:nvPr/>
          </p:nvSpPr>
          <p:spPr>
            <a:xfrm>
              <a:off x="9287955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21790D2B-D11E-B0BE-37F1-0C23259823DF}"/>
                </a:ext>
              </a:extLst>
            </p:cNvPr>
            <p:cNvSpPr/>
            <p:nvPr/>
          </p:nvSpPr>
          <p:spPr>
            <a:xfrm>
              <a:off x="958146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4C12EEBF-6286-3F7E-7997-D9486C83FE40}"/>
                </a:ext>
              </a:extLst>
            </p:cNvPr>
            <p:cNvSpPr/>
            <p:nvPr/>
          </p:nvSpPr>
          <p:spPr>
            <a:xfrm>
              <a:off x="7233357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FB23445-F548-9521-8A86-403C24DC6593}"/>
                </a:ext>
              </a:extLst>
            </p:cNvPr>
            <p:cNvSpPr/>
            <p:nvPr/>
          </p:nvSpPr>
          <p:spPr>
            <a:xfrm>
              <a:off x="7526871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21DFB15B-8AF5-99A6-3D93-CA584F341EAD}"/>
                </a:ext>
              </a:extLst>
            </p:cNvPr>
            <p:cNvSpPr/>
            <p:nvPr/>
          </p:nvSpPr>
          <p:spPr>
            <a:xfrm>
              <a:off x="7820385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528B84B-F081-7AB9-C898-F1580B1C1864}"/>
                </a:ext>
              </a:extLst>
            </p:cNvPr>
            <p:cNvSpPr/>
            <p:nvPr/>
          </p:nvSpPr>
          <p:spPr>
            <a:xfrm>
              <a:off x="8113899" y="2669761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5E39C1AA-A4DA-C5C0-F037-3EE6E05036B3}"/>
                </a:ext>
              </a:extLst>
            </p:cNvPr>
            <p:cNvSpPr/>
            <p:nvPr/>
          </p:nvSpPr>
          <p:spPr>
            <a:xfrm>
              <a:off x="8407413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2E89DD73-B290-8532-6504-EC8F0F2A9BB9}"/>
                </a:ext>
              </a:extLst>
            </p:cNvPr>
            <p:cNvSpPr/>
            <p:nvPr/>
          </p:nvSpPr>
          <p:spPr>
            <a:xfrm>
              <a:off x="8700927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3262E8E-6BAB-717B-C121-C340ED4F9B6B}"/>
                </a:ext>
              </a:extLst>
            </p:cNvPr>
            <p:cNvSpPr/>
            <p:nvPr/>
          </p:nvSpPr>
          <p:spPr>
            <a:xfrm>
              <a:off x="8994441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E0915E8-8969-2A1F-C316-9D12F842A7E8}"/>
                </a:ext>
              </a:extLst>
            </p:cNvPr>
            <p:cNvSpPr/>
            <p:nvPr/>
          </p:nvSpPr>
          <p:spPr>
            <a:xfrm>
              <a:off x="9287955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E1911B69-191C-9A75-EE43-964E59EFCFEA}"/>
                </a:ext>
              </a:extLst>
            </p:cNvPr>
            <p:cNvSpPr/>
            <p:nvPr/>
          </p:nvSpPr>
          <p:spPr>
            <a:xfrm>
              <a:off x="9581469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015F67B-D4C4-E3F1-6D19-800626619D46}"/>
                </a:ext>
              </a:extLst>
            </p:cNvPr>
            <p:cNvSpPr/>
            <p:nvPr/>
          </p:nvSpPr>
          <p:spPr>
            <a:xfrm>
              <a:off x="7233357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4B00D37-B87F-D591-EE13-97A2B61EB7F1}"/>
                </a:ext>
              </a:extLst>
            </p:cNvPr>
            <p:cNvSpPr/>
            <p:nvPr/>
          </p:nvSpPr>
          <p:spPr>
            <a:xfrm>
              <a:off x="7526871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9B97067-B0CA-CA55-0258-0363DC57A738}"/>
                </a:ext>
              </a:extLst>
            </p:cNvPr>
            <p:cNvSpPr/>
            <p:nvPr/>
          </p:nvSpPr>
          <p:spPr>
            <a:xfrm>
              <a:off x="7820385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83AE19C3-3BD7-B1D0-A20B-857728649CD3}"/>
                </a:ext>
              </a:extLst>
            </p:cNvPr>
            <p:cNvSpPr/>
            <p:nvPr/>
          </p:nvSpPr>
          <p:spPr>
            <a:xfrm>
              <a:off x="811389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B08D9A26-A031-9465-AD6B-CDEA0EAA865B}"/>
                </a:ext>
              </a:extLst>
            </p:cNvPr>
            <p:cNvSpPr/>
            <p:nvPr/>
          </p:nvSpPr>
          <p:spPr>
            <a:xfrm>
              <a:off x="8407413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47B4E70-4956-F378-3697-9C2DE49C7910}"/>
                </a:ext>
              </a:extLst>
            </p:cNvPr>
            <p:cNvSpPr/>
            <p:nvPr/>
          </p:nvSpPr>
          <p:spPr>
            <a:xfrm>
              <a:off x="8700927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150F985B-C270-B43C-674F-DD56C5493563}"/>
                </a:ext>
              </a:extLst>
            </p:cNvPr>
            <p:cNvSpPr/>
            <p:nvPr/>
          </p:nvSpPr>
          <p:spPr>
            <a:xfrm>
              <a:off x="8994441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3066248C-F07E-2FCD-34F1-80F05AAEBB0E}"/>
                </a:ext>
              </a:extLst>
            </p:cNvPr>
            <p:cNvSpPr/>
            <p:nvPr/>
          </p:nvSpPr>
          <p:spPr>
            <a:xfrm>
              <a:off x="9287955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DC5D651-4FF2-DA88-A28E-B066F36D2F8E}"/>
                </a:ext>
              </a:extLst>
            </p:cNvPr>
            <p:cNvSpPr/>
            <p:nvPr/>
          </p:nvSpPr>
          <p:spPr>
            <a:xfrm>
              <a:off x="958146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7310B719-47A1-842F-FDD0-646F1E329E50}"/>
                </a:ext>
              </a:extLst>
            </p:cNvPr>
            <p:cNvSpPr/>
            <p:nvPr/>
          </p:nvSpPr>
          <p:spPr>
            <a:xfrm>
              <a:off x="7233357" y="322897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9E5A75B4-A437-F887-930F-C6F1A4122658}"/>
                </a:ext>
              </a:extLst>
            </p:cNvPr>
            <p:cNvSpPr/>
            <p:nvPr/>
          </p:nvSpPr>
          <p:spPr>
            <a:xfrm>
              <a:off x="7526871" y="3228970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C514CD3F-BE62-89AA-2DA6-A6B0B774685E}"/>
                </a:ext>
              </a:extLst>
            </p:cNvPr>
            <p:cNvSpPr/>
            <p:nvPr/>
          </p:nvSpPr>
          <p:spPr>
            <a:xfrm>
              <a:off x="7820385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F637B4AF-C48A-C908-F719-5E09B85A290D}"/>
                </a:ext>
              </a:extLst>
            </p:cNvPr>
            <p:cNvSpPr/>
            <p:nvPr/>
          </p:nvSpPr>
          <p:spPr>
            <a:xfrm>
              <a:off x="8113899" y="322843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7D1AD1C8-559B-5E89-7299-8940E5958881}"/>
                </a:ext>
              </a:extLst>
            </p:cNvPr>
            <p:cNvSpPr/>
            <p:nvPr/>
          </p:nvSpPr>
          <p:spPr>
            <a:xfrm>
              <a:off x="8407413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346021F1-B36D-53B9-226E-5B8968337FF3}"/>
                </a:ext>
              </a:extLst>
            </p:cNvPr>
            <p:cNvSpPr/>
            <p:nvPr/>
          </p:nvSpPr>
          <p:spPr>
            <a:xfrm>
              <a:off x="8700927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C5A89DDD-FFBD-BA9C-30F3-265215DBE999}"/>
                </a:ext>
              </a:extLst>
            </p:cNvPr>
            <p:cNvSpPr/>
            <p:nvPr/>
          </p:nvSpPr>
          <p:spPr>
            <a:xfrm>
              <a:off x="8994441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69FC2EF3-3F99-D034-15CD-CED561F0D468}"/>
                </a:ext>
              </a:extLst>
            </p:cNvPr>
            <p:cNvSpPr/>
            <p:nvPr/>
          </p:nvSpPr>
          <p:spPr>
            <a:xfrm>
              <a:off x="9287955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096C9FB3-C3B3-006A-D938-1E0F87A2FC17}"/>
                </a:ext>
              </a:extLst>
            </p:cNvPr>
            <p:cNvSpPr/>
            <p:nvPr/>
          </p:nvSpPr>
          <p:spPr>
            <a:xfrm>
              <a:off x="9581469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952B2BA1-FDA9-66CC-1D6C-C661B58CA220}"/>
                </a:ext>
              </a:extLst>
            </p:cNvPr>
            <p:cNvSpPr/>
            <p:nvPr/>
          </p:nvSpPr>
          <p:spPr>
            <a:xfrm>
              <a:off x="7233357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D016FDBD-A9D6-9E06-7834-58C1182145EB}"/>
                </a:ext>
              </a:extLst>
            </p:cNvPr>
            <p:cNvSpPr/>
            <p:nvPr/>
          </p:nvSpPr>
          <p:spPr>
            <a:xfrm>
              <a:off x="7526871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F74BE5B5-078C-2288-D641-A7EE095F60BE}"/>
                </a:ext>
              </a:extLst>
            </p:cNvPr>
            <p:cNvSpPr/>
            <p:nvPr/>
          </p:nvSpPr>
          <p:spPr>
            <a:xfrm>
              <a:off x="7820385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92F102C-1442-78BD-119D-741777BC2B80}"/>
                </a:ext>
              </a:extLst>
            </p:cNvPr>
            <p:cNvSpPr/>
            <p:nvPr/>
          </p:nvSpPr>
          <p:spPr>
            <a:xfrm>
              <a:off x="8113899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0CB2AB59-42A3-02A6-155F-B54B23BE4C71}"/>
                </a:ext>
              </a:extLst>
            </p:cNvPr>
            <p:cNvSpPr/>
            <p:nvPr/>
          </p:nvSpPr>
          <p:spPr>
            <a:xfrm>
              <a:off x="8407413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B309B349-3402-EC71-A6A2-341E3456E746}"/>
                </a:ext>
              </a:extLst>
            </p:cNvPr>
            <p:cNvSpPr/>
            <p:nvPr/>
          </p:nvSpPr>
          <p:spPr>
            <a:xfrm>
              <a:off x="8700927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BFDF31AD-315F-C9F1-63CB-0BAA1B5A9B12}"/>
                </a:ext>
              </a:extLst>
            </p:cNvPr>
            <p:cNvSpPr/>
            <p:nvPr/>
          </p:nvSpPr>
          <p:spPr>
            <a:xfrm>
              <a:off x="8994441" y="349306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10A4BE9B-BF10-3C39-7B2E-1E3BB794205E}"/>
                </a:ext>
              </a:extLst>
            </p:cNvPr>
            <p:cNvSpPr/>
            <p:nvPr/>
          </p:nvSpPr>
          <p:spPr>
            <a:xfrm>
              <a:off x="9287955" y="349306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10B6BB57-E71B-AA95-E8AA-1C11211476FA}"/>
                </a:ext>
              </a:extLst>
            </p:cNvPr>
            <p:cNvSpPr/>
            <p:nvPr/>
          </p:nvSpPr>
          <p:spPr>
            <a:xfrm>
              <a:off x="9581469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03540A32-CA4A-4B2C-9727-FCEBACE3D35B}"/>
                </a:ext>
              </a:extLst>
            </p:cNvPr>
            <p:cNvSpPr/>
            <p:nvPr/>
          </p:nvSpPr>
          <p:spPr>
            <a:xfrm>
              <a:off x="7233357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F644BB0-FD07-9D15-74C5-870B7E3D6790}"/>
                </a:ext>
              </a:extLst>
            </p:cNvPr>
            <p:cNvSpPr/>
            <p:nvPr/>
          </p:nvSpPr>
          <p:spPr>
            <a:xfrm>
              <a:off x="7526871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A79F36F5-4F28-E1D6-AA76-6162D8E1AE82}"/>
                </a:ext>
              </a:extLst>
            </p:cNvPr>
            <p:cNvSpPr/>
            <p:nvPr/>
          </p:nvSpPr>
          <p:spPr>
            <a:xfrm>
              <a:off x="7820385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F61781B7-22DA-3BB2-98A8-2AF991952025}"/>
                </a:ext>
              </a:extLst>
            </p:cNvPr>
            <p:cNvSpPr/>
            <p:nvPr/>
          </p:nvSpPr>
          <p:spPr>
            <a:xfrm>
              <a:off x="8113899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919113C0-F95D-7C7B-1D19-7F8F504C2F5E}"/>
                </a:ext>
              </a:extLst>
            </p:cNvPr>
            <p:cNvSpPr/>
            <p:nvPr/>
          </p:nvSpPr>
          <p:spPr>
            <a:xfrm>
              <a:off x="8407413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9288655-5878-70F4-9853-2079EE3A604C}"/>
                </a:ext>
              </a:extLst>
            </p:cNvPr>
            <p:cNvSpPr/>
            <p:nvPr/>
          </p:nvSpPr>
          <p:spPr>
            <a:xfrm>
              <a:off x="8700927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D1E62A57-A03B-53C5-F1AC-5D6FA9AEF9E5}"/>
                </a:ext>
              </a:extLst>
            </p:cNvPr>
            <p:cNvSpPr/>
            <p:nvPr/>
          </p:nvSpPr>
          <p:spPr>
            <a:xfrm>
              <a:off x="8994441" y="378610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4B2D91C-2A2C-CB5D-E624-1924C1DDB93F}"/>
                </a:ext>
              </a:extLst>
            </p:cNvPr>
            <p:cNvSpPr/>
            <p:nvPr/>
          </p:nvSpPr>
          <p:spPr>
            <a:xfrm>
              <a:off x="9287955" y="378610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CA504059-64F6-482E-C9DB-A3F3B277ED29}"/>
                </a:ext>
              </a:extLst>
            </p:cNvPr>
            <p:cNvSpPr/>
            <p:nvPr/>
          </p:nvSpPr>
          <p:spPr>
            <a:xfrm>
              <a:off x="9581469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369297AF-D2B9-461D-26A8-FF0C47389EC5}"/>
                </a:ext>
              </a:extLst>
            </p:cNvPr>
            <p:cNvSpPr/>
            <p:nvPr/>
          </p:nvSpPr>
          <p:spPr>
            <a:xfrm>
              <a:off x="7233357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8A2BDEB0-DAF1-789E-D728-C51880FA110F}"/>
                </a:ext>
              </a:extLst>
            </p:cNvPr>
            <p:cNvSpPr/>
            <p:nvPr/>
          </p:nvSpPr>
          <p:spPr>
            <a:xfrm>
              <a:off x="7526871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2DEF8D40-790B-080E-4B92-5229AF8F0144}"/>
                </a:ext>
              </a:extLst>
            </p:cNvPr>
            <p:cNvSpPr/>
            <p:nvPr/>
          </p:nvSpPr>
          <p:spPr>
            <a:xfrm>
              <a:off x="7820385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CF92D234-9AAD-AFAE-8D74-30F92CF982C6}"/>
                </a:ext>
              </a:extLst>
            </p:cNvPr>
            <p:cNvSpPr/>
            <p:nvPr/>
          </p:nvSpPr>
          <p:spPr>
            <a:xfrm>
              <a:off x="8113899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53DFF053-C17B-9554-D194-EEE573FD992E}"/>
                </a:ext>
              </a:extLst>
            </p:cNvPr>
            <p:cNvSpPr/>
            <p:nvPr/>
          </p:nvSpPr>
          <p:spPr>
            <a:xfrm>
              <a:off x="8407413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CABED3E4-FA5C-D4A2-7B36-FACCE1DAA527}"/>
                </a:ext>
              </a:extLst>
            </p:cNvPr>
            <p:cNvSpPr/>
            <p:nvPr/>
          </p:nvSpPr>
          <p:spPr>
            <a:xfrm>
              <a:off x="8700927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20B2ABA7-A6C8-EE0F-C036-96BCADBFF2E2}"/>
                </a:ext>
              </a:extLst>
            </p:cNvPr>
            <p:cNvSpPr/>
            <p:nvPr/>
          </p:nvSpPr>
          <p:spPr>
            <a:xfrm>
              <a:off x="8994441" y="405126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66601ABF-2BEA-F4C5-FD20-BDEA7EE20B75}"/>
                </a:ext>
              </a:extLst>
            </p:cNvPr>
            <p:cNvSpPr/>
            <p:nvPr/>
          </p:nvSpPr>
          <p:spPr>
            <a:xfrm>
              <a:off x="9287955" y="405126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5C3BE22A-F23C-58FD-D4AF-3ABF673656A9}"/>
                </a:ext>
              </a:extLst>
            </p:cNvPr>
            <p:cNvSpPr/>
            <p:nvPr/>
          </p:nvSpPr>
          <p:spPr>
            <a:xfrm>
              <a:off x="9581469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0C97010D-850D-0E00-431F-EF8F3E160F9B}"/>
                </a:ext>
              </a:extLst>
            </p:cNvPr>
            <p:cNvSpPr/>
            <p:nvPr/>
          </p:nvSpPr>
          <p:spPr>
            <a:xfrm>
              <a:off x="7233357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BEAE6B6F-99D7-A7AC-C708-9F90578DC4A8}"/>
                </a:ext>
              </a:extLst>
            </p:cNvPr>
            <p:cNvSpPr/>
            <p:nvPr/>
          </p:nvSpPr>
          <p:spPr>
            <a:xfrm>
              <a:off x="7526871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BB65FDC9-507A-64A5-B94D-A79944413342}"/>
                </a:ext>
              </a:extLst>
            </p:cNvPr>
            <p:cNvSpPr/>
            <p:nvPr/>
          </p:nvSpPr>
          <p:spPr>
            <a:xfrm>
              <a:off x="7820385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88A8C969-37FD-E522-5D79-BBA9B468E068}"/>
                </a:ext>
              </a:extLst>
            </p:cNvPr>
            <p:cNvSpPr/>
            <p:nvPr/>
          </p:nvSpPr>
          <p:spPr>
            <a:xfrm>
              <a:off x="811389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92085C9-0F8E-3089-4650-6CFE8C9A25AD}"/>
                </a:ext>
              </a:extLst>
            </p:cNvPr>
            <p:cNvSpPr/>
            <p:nvPr/>
          </p:nvSpPr>
          <p:spPr>
            <a:xfrm>
              <a:off x="8407413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BBF9E504-E1BC-AAC3-1A2F-1788ACACC4EA}"/>
                </a:ext>
              </a:extLst>
            </p:cNvPr>
            <p:cNvSpPr/>
            <p:nvPr/>
          </p:nvSpPr>
          <p:spPr>
            <a:xfrm>
              <a:off x="8700927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AEC1B7DA-6965-D182-3A3F-7F96AEA222ED}"/>
                </a:ext>
              </a:extLst>
            </p:cNvPr>
            <p:cNvSpPr/>
            <p:nvPr/>
          </p:nvSpPr>
          <p:spPr>
            <a:xfrm>
              <a:off x="8994441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9879EB31-BEBD-B17C-D6FC-4E3881FCC7A6}"/>
                </a:ext>
              </a:extLst>
            </p:cNvPr>
            <p:cNvSpPr/>
            <p:nvPr/>
          </p:nvSpPr>
          <p:spPr>
            <a:xfrm>
              <a:off x="9287955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68A8D64A-AB39-208A-2E2E-992161F1F5B7}"/>
                </a:ext>
              </a:extLst>
            </p:cNvPr>
            <p:cNvSpPr/>
            <p:nvPr/>
          </p:nvSpPr>
          <p:spPr>
            <a:xfrm>
              <a:off x="958146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4DC3593-A585-0E23-D961-05E472C600B9}"/>
                </a:ext>
              </a:extLst>
            </p:cNvPr>
            <p:cNvSpPr/>
            <p:nvPr/>
          </p:nvSpPr>
          <p:spPr>
            <a:xfrm>
              <a:off x="8700927" y="2657973"/>
              <a:ext cx="293514" cy="265162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0818206-B7D3-03F4-91B7-8726DE02D0FD}"/>
                  </a:ext>
                </a:extLst>
              </p14:cNvPr>
              <p14:cNvContentPartPr/>
              <p14:nvPr/>
            </p14:nvContentPartPr>
            <p14:xfrm>
              <a:off x="3945240" y="4613760"/>
              <a:ext cx="780840" cy="1442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0818206-B7D3-03F4-91B7-8726DE02D0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35880" y="4604400"/>
                <a:ext cx="799560" cy="146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4732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Adjacency Matrix (weighted)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/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noFill/>
              <a:ln>
                <a:solidFill>
                  <a:srgbClr val="FF33CC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b="0" dirty="0">
                    <a:solidFill>
                      <a:srgbClr val="FF33CC"/>
                    </a:solidFill>
                  </a:rPr>
                  <a:t> </a:t>
                </a:r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solidFill>
                              <a:srgbClr val="FF33CC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rgbClr val="FF33CC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>
                    <a:solidFill>
                      <a:srgbClr val="FF33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285591A-507D-7AE7-1116-86739111E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006" y="4897409"/>
                <a:ext cx="1506887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33CC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ACFD0F0-CAEA-3F3D-4355-8F6A6099BAF2}"/>
              </a:ext>
            </a:extLst>
          </p:cNvPr>
          <p:cNvGrpSpPr/>
          <p:nvPr/>
        </p:nvGrpSpPr>
        <p:grpSpPr>
          <a:xfrm>
            <a:off x="1524000" y="1143000"/>
            <a:ext cx="4600060" cy="2787240"/>
            <a:chOff x="0" y="2862182"/>
            <a:chExt cx="7044346" cy="4268266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03DEDC3-8A71-12E6-C383-365BED1D0704}"/>
                </a:ext>
              </a:extLst>
            </p:cNvPr>
            <p:cNvCxnSpPr>
              <a:stCxn id="34" idx="7"/>
              <a:endCxn id="35" idx="2"/>
            </p:cNvCxnSpPr>
            <p:nvPr/>
          </p:nvCxnSpPr>
          <p:spPr>
            <a:xfrm flipV="1">
              <a:off x="438102" y="3276727"/>
              <a:ext cx="1492916" cy="96260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0D13497-D3B5-06B8-BA9A-196C3F3CFA4C}"/>
                </a:ext>
              </a:extLst>
            </p:cNvPr>
            <p:cNvCxnSpPr>
              <a:stCxn id="35" idx="6"/>
              <a:endCxn id="38" idx="2"/>
            </p:cNvCxnSpPr>
            <p:nvPr/>
          </p:nvCxnSpPr>
          <p:spPr>
            <a:xfrm>
              <a:off x="2444286" y="3276727"/>
              <a:ext cx="1510213" cy="5239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E80AC92-7DA0-5EB1-D6CE-1E8BA2CB5025}"/>
                </a:ext>
              </a:extLst>
            </p:cNvPr>
            <p:cNvCxnSpPr>
              <a:stCxn id="34" idx="4"/>
              <a:endCxn id="36" idx="1"/>
            </p:cNvCxnSpPr>
            <p:nvPr/>
          </p:nvCxnSpPr>
          <p:spPr>
            <a:xfrm>
              <a:off x="256634" y="4677433"/>
              <a:ext cx="857899" cy="104625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9893485-66AB-41D4-CF14-FB8728D94384}"/>
                </a:ext>
              </a:extLst>
            </p:cNvPr>
            <p:cNvCxnSpPr>
              <a:stCxn id="37" idx="3"/>
              <a:endCxn id="36" idx="7"/>
            </p:cNvCxnSpPr>
            <p:nvPr/>
          </p:nvCxnSpPr>
          <p:spPr>
            <a:xfrm flipH="1">
              <a:off x="1477469" y="4930617"/>
              <a:ext cx="1172042" cy="79307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88FF82B-B6A8-E4C4-C963-B485543BCF62}"/>
                </a:ext>
              </a:extLst>
            </p:cNvPr>
            <p:cNvCxnSpPr>
              <a:stCxn id="39" idx="2"/>
              <a:endCxn id="36" idx="5"/>
            </p:cNvCxnSpPr>
            <p:nvPr/>
          </p:nvCxnSpPr>
          <p:spPr>
            <a:xfrm flipH="1" flipV="1">
              <a:off x="1477469" y="6086626"/>
              <a:ext cx="1369411" cy="56531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EC1AEF-3C5A-1795-38D8-7A50C4715784}"/>
                </a:ext>
              </a:extLst>
            </p:cNvPr>
            <p:cNvCxnSpPr>
              <a:stCxn id="37" idx="5"/>
              <a:endCxn id="39" idx="0"/>
            </p:cNvCxnSpPr>
            <p:nvPr/>
          </p:nvCxnSpPr>
          <p:spPr>
            <a:xfrm>
              <a:off x="3012447" y="4930617"/>
              <a:ext cx="91067" cy="146468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3E99C1B-E24F-309C-8930-89C0B541DFD1}"/>
                </a:ext>
              </a:extLst>
            </p:cNvPr>
            <p:cNvCxnSpPr>
              <a:stCxn id="37" idx="7"/>
              <a:endCxn id="38" idx="3"/>
            </p:cNvCxnSpPr>
            <p:nvPr/>
          </p:nvCxnSpPr>
          <p:spPr>
            <a:xfrm flipV="1">
              <a:off x="3012447" y="3510585"/>
              <a:ext cx="1017218" cy="105709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B7B7152-5659-CA66-3DC9-869D534DC20E}"/>
                </a:ext>
              </a:extLst>
            </p:cNvPr>
            <p:cNvCxnSpPr>
              <a:stCxn id="39" idx="6"/>
              <a:endCxn id="40" idx="3"/>
            </p:cNvCxnSpPr>
            <p:nvPr/>
          </p:nvCxnSpPr>
          <p:spPr>
            <a:xfrm flipV="1">
              <a:off x="3360148" y="6576771"/>
              <a:ext cx="1716185" cy="7516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FBF6DE-D4F3-74B3-F635-3EAC0B9133B7}"/>
                </a:ext>
              </a:extLst>
            </p:cNvPr>
            <p:cNvCxnSpPr>
              <a:stCxn id="40" idx="1"/>
              <a:endCxn id="38" idx="4"/>
            </p:cNvCxnSpPr>
            <p:nvPr/>
          </p:nvCxnSpPr>
          <p:spPr>
            <a:xfrm flipH="1" flipV="1">
              <a:off x="4211133" y="3585751"/>
              <a:ext cx="865200" cy="2628084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405ACC5-E2D3-52BE-EB40-DF5A49484DDE}"/>
                </a:ext>
              </a:extLst>
            </p:cNvPr>
            <p:cNvCxnSpPr>
              <a:stCxn id="42" idx="2"/>
              <a:endCxn id="38" idx="5"/>
            </p:cNvCxnSpPr>
            <p:nvPr/>
          </p:nvCxnSpPr>
          <p:spPr>
            <a:xfrm flipH="1" flipV="1">
              <a:off x="4392599" y="3510584"/>
              <a:ext cx="893790" cy="495206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F6380E6-3FDA-E358-FB09-F29C47E60825}"/>
                </a:ext>
              </a:extLst>
            </p:cNvPr>
            <p:cNvCxnSpPr>
              <a:stCxn id="40" idx="0"/>
              <a:endCxn id="42" idx="3"/>
            </p:cNvCxnSpPr>
            <p:nvPr/>
          </p:nvCxnSpPr>
          <p:spPr>
            <a:xfrm flipV="1">
              <a:off x="5257802" y="4187257"/>
              <a:ext cx="103754" cy="19514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A87A88A-409D-8D94-92EF-A3CA1A4D9C2F}"/>
                </a:ext>
              </a:extLst>
            </p:cNvPr>
            <p:cNvCxnSpPr>
              <a:stCxn id="41" idx="1"/>
              <a:endCxn id="42" idx="5"/>
            </p:cNvCxnSpPr>
            <p:nvPr/>
          </p:nvCxnSpPr>
          <p:spPr>
            <a:xfrm flipH="1" flipV="1">
              <a:off x="5724490" y="4187257"/>
              <a:ext cx="881755" cy="67487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6CB830C-4010-0F6D-CA49-A03849EE150A}"/>
                </a:ext>
              </a:extLst>
            </p:cNvPr>
            <p:cNvCxnSpPr>
              <a:stCxn id="41" idx="3"/>
              <a:endCxn id="40" idx="6"/>
            </p:cNvCxnSpPr>
            <p:nvPr/>
          </p:nvCxnSpPr>
          <p:spPr>
            <a:xfrm flipH="1">
              <a:off x="5514435" y="5225062"/>
              <a:ext cx="1091809" cy="117024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1D52A1-F216-4E52-3B19-7DFF0E176116}"/>
                </a:ext>
              </a:extLst>
            </p:cNvPr>
            <p:cNvSpPr txBox="1"/>
            <p:nvPr/>
          </p:nvSpPr>
          <p:spPr>
            <a:xfrm>
              <a:off x="767228" y="3195081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10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A021CB0-78A1-941A-85AF-73FD3BC82E39}"/>
                </a:ext>
              </a:extLst>
            </p:cNvPr>
            <p:cNvSpPr txBox="1"/>
            <p:nvPr/>
          </p:nvSpPr>
          <p:spPr>
            <a:xfrm>
              <a:off x="6095562" y="4099030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2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8B11E92-FCF0-7B03-799F-5C45C46FB499}"/>
                </a:ext>
              </a:extLst>
            </p:cNvPr>
            <p:cNvSpPr txBox="1"/>
            <p:nvPr/>
          </p:nvSpPr>
          <p:spPr>
            <a:xfrm>
              <a:off x="3895875" y="656486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6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920580-31C5-D681-D472-7CB082553E09}"/>
                </a:ext>
              </a:extLst>
            </p:cNvPr>
            <p:cNvSpPr txBox="1"/>
            <p:nvPr/>
          </p:nvSpPr>
          <p:spPr>
            <a:xfrm>
              <a:off x="6047348" y="5905158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E6DA40A-FBEB-EA6E-6D79-F18C272C5E6C}"/>
                </a:ext>
              </a:extLst>
            </p:cNvPr>
            <p:cNvSpPr txBox="1"/>
            <p:nvPr/>
          </p:nvSpPr>
          <p:spPr>
            <a:xfrm>
              <a:off x="5255801" y="459535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2202B9-C6D8-1DC9-E3C3-1B4219FD9E53}"/>
                </a:ext>
              </a:extLst>
            </p:cNvPr>
            <p:cNvSpPr txBox="1"/>
            <p:nvPr/>
          </p:nvSpPr>
          <p:spPr>
            <a:xfrm>
              <a:off x="4119679" y="446277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5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A28D2EB-E2B9-B81C-731B-E1B186DB6FC9}"/>
                </a:ext>
              </a:extLst>
            </p:cNvPr>
            <p:cNvSpPr txBox="1"/>
            <p:nvPr/>
          </p:nvSpPr>
          <p:spPr>
            <a:xfrm>
              <a:off x="4582463" y="3299181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9769688-4212-57E0-B979-91690162228C}"/>
                </a:ext>
              </a:extLst>
            </p:cNvPr>
            <p:cNvSpPr txBox="1"/>
            <p:nvPr/>
          </p:nvSpPr>
          <p:spPr>
            <a:xfrm>
              <a:off x="3058462" y="5546336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52D6641-22D1-96ED-B8FF-BC87203F7117}"/>
                </a:ext>
              </a:extLst>
            </p:cNvPr>
            <p:cNvSpPr txBox="1"/>
            <p:nvPr/>
          </p:nvSpPr>
          <p:spPr>
            <a:xfrm>
              <a:off x="3064048" y="3778529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7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3F7DC8D-E02F-E016-85C4-79B772C00490}"/>
                </a:ext>
              </a:extLst>
            </p:cNvPr>
            <p:cNvSpPr txBox="1"/>
            <p:nvPr/>
          </p:nvSpPr>
          <p:spPr>
            <a:xfrm>
              <a:off x="2051034" y="5224258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3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C20B16-5381-A254-5556-B6D4501B5116}"/>
                </a:ext>
              </a:extLst>
            </p:cNvPr>
            <p:cNvSpPr txBox="1"/>
            <p:nvPr/>
          </p:nvSpPr>
          <p:spPr>
            <a:xfrm>
              <a:off x="1885966" y="6404395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81AD04-A3AE-9309-DFF4-EF3D9FE20F1C}"/>
                </a:ext>
              </a:extLst>
            </p:cNvPr>
            <p:cNvSpPr txBox="1"/>
            <p:nvPr/>
          </p:nvSpPr>
          <p:spPr>
            <a:xfrm>
              <a:off x="2830979" y="2862182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8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4350CB-BC96-454D-1F32-9D4A085A1324}"/>
                </a:ext>
              </a:extLst>
            </p:cNvPr>
            <p:cNvSpPr txBox="1"/>
            <p:nvPr/>
          </p:nvSpPr>
          <p:spPr>
            <a:xfrm>
              <a:off x="256634" y="5096526"/>
              <a:ext cx="641186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12</a:t>
              </a:r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34BAA6F-E4FA-01D2-F81D-B9E528E7C8FB}"/>
                </a:ext>
              </a:extLst>
            </p:cNvPr>
            <p:cNvCxnSpPr>
              <a:stCxn id="35" idx="4"/>
              <a:endCxn id="36" idx="0"/>
            </p:cNvCxnSpPr>
            <p:nvPr/>
          </p:nvCxnSpPr>
          <p:spPr>
            <a:xfrm flipH="1">
              <a:off x="1296001" y="3533361"/>
              <a:ext cx="891651" cy="211516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52282C8-F2F7-45DF-CCA9-6ECABF092DF1}"/>
                </a:ext>
              </a:extLst>
            </p:cNvPr>
            <p:cNvSpPr txBox="1"/>
            <p:nvPr/>
          </p:nvSpPr>
          <p:spPr>
            <a:xfrm>
              <a:off x="1414258" y="4262423"/>
              <a:ext cx="461990" cy="565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00B050"/>
                  </a:solidFill>
                </a:rPr>
                <a:t>9</a:t>
              </a: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BCD5587-B982-D447-D64F-888A5676E718}"/>
                </a:ext>
              </a:extLst>
            </p:cNvPr>
            <p:cNvSpPr/>
            <p:nvPr/>
          </p:nvSpPr>
          <p:spPr>
            <a:xfrm>
              <a:off x="0" y="416416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85891CD-0431-39DE-BEC0-93F30DF20BE4}"/>
                </a:ext>
              </a:extLst>
            </p:cNvPr>
            <p:cNvSpPr/>
            <p:nvPr/>
          </p:nvSpPr>
          <p:spPr>
            <a:xfrm>
              <a:off x="1931018" y="302009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3D48CA4F-80A5-D018-7F37-89E1A32D888F}"/>
                </a:ext>
              </a:extLst>
            </p:cNvPr>
            <p:cNvSpPr/>
            <p:nvPr/>
          </p:nvSpPr>
          <p:spPr>
            <a:xfrm>
              <a:off x="1039367" y="5648524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220B665-2751-C1E6-D211-A728A19C7160}"/>
                </a:ext>
              </a:extLst>
            </p:cNvPr>
            <p:cNvSpPr/>
            <p:nvPr/>
          </p:nvSpPr>
          <p:spPr>
            <a:xfrm>
              <a:off x="2574345" y="4492515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19D09CA-9AB0-12FB-2963-943D2B7BA8D9}"/>
                </a:ext>
              </a:extLst>
            </p:cNvPr>
            <p:cNvSpPr/>
            <p:nvPr/>
          </p:nvSpPr>
          <p:spPr>
            <a:xfrm>
              <a:off x="3954499" y="307248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BB5E38A-97F6-1782-B853-200D66499393}"/>
                </a:ext>
              </a:extLst>
            </p:cNvPr>
            <p:cNvSpPr/>
            <p:nvPr/>
          </p:nvSpPr>
          <p:spPr>
            <a:xfrm>
              <a:off x="2846880" y="6395303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2BE4707-E84E-A8F1-278A-779689EB8E12}"/>
                </a:ext>
              </a:extLst>
            </p:cNvPr>
            <p:cNvSpPr/>
            <p:nvPr/>
          </p:nvSpPr>
          <p:spPr>
            <a:xfrm>
              <a:off x="5001167" y="6138669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25256ABF-7D43-EFB9-D701-A07B680CB27B}"/>
                </a:ext>
              </a:extLst>
            </p:cNvPr>
            <p:cNvSpPr/>
            <p:nvPr/>
          </p:nvSpPr>
          <p:spPr>
            <a:xfrm>
              <a:off x="6531078" y="4786960"/>
              <a:ext cx="513268" cy="51326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DAFED39-706A-A91E-BFFD-A74F814C4C10}"/>
                </a:ext>
              </a:extLst>
            </p:cNvPr>
            <p:cNvSpPr/>
            <p:nvPr/>
          </p:nvSpPr>
          <p:spPr>
            <a:xfrm>
              <a:off x="5286390" y="3749156"/>
              <a:ext cx="513267" cy="51326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FB8B3D-BAAC-3A35-6028-01D2A3E24765}"/>
                  </a:ext>
                </a:extLst>
              </p:cNvPr>
              <p:cNvSpPr txBox="1"/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u="sng" dirty="0"/>
                  <a:t>Time/Space Tradeoffs</a:t>
                </a:r>
              </a:p>
              <a:p>
                <a:r>
                  <a:rPr lang="en-US" sz="2400" dirty="0"/>
                  <a:t>Space to represent: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Add Edge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Remove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 if Edge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Exists: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(incoming):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Get Neighbors (outgoing):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1FB8B3D-BAAC-3A35-6028-01D2A3E24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49" y="3869510"/>
                <a:ext cx="4928325" cy="3046988"/>
              </a:xfrm>
              <a:prstGeom prst="rect">
                <a:avLst/>
              </a:prstGeom>
              <a:blipFill>
                <a:blip r:embed="rId4"/>
                <a:stretch>
                  <a:fillRect l="-1980" t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2A8B9FD3-0952-DF9D-2B9F-7B7432FB3F78}"/>
              </a:ext>
            </a:extLst>
          </p:cNvPr>
          <p:cNvGrpSpPr/>
          <p:nvPr/>
        </p:nvGrpSpPr>
        <p:grpSpPr>
          <a:xfrm>
            <a:off x="7572412" y="1567190"/>
            <a:ext cx="4261557" cy="4144421"/>
            <a:chOff x="6939843" y="1796152"/>
            <a:chExt cx="2935140" cy="2854463"/>
          </a:xfrm>
        </p:grpSpPr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20B040A-D691-CEA4-F502-F81661DEB89B}"/>
                </a:ext>
              </a:extLst>
            </p:cNvPr>
            <p:cNvSpPr/>
            <p:nvPr/>
          </p:nvSpPr>
          <p:spPr>
            <a:xfrm>
              <a:off x="6939843" y="209019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E635869D-F69A-D822-C45F-FC53CEED4D41}"/>
                </a:ext>
              </a:extLst>
            </p:cNvPr>
            <p:cNvSpPr/>
            <p:nvPr/>
          </p:nvSpPr>
          <p:spPr>
            <a:xfrm>
              <a:off x="6939843" y="2383713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33C46242-AD63-61EC-FCDE-053AFD4EFBD6}"/>
                </a:ext>
              </a:extLst>
            </p:cNvPr>
            <p:cNvSpPr/>
            <p:nvPr/>
          </p:nvSpPr>
          <p:spPr>
            <a:xfrm>
              <a:off x="6939843" y="266172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843E1B2-7C34-670F-5824-A6FFE5F4FA87}"/>
                </a:ext>
              </a:extLst>
            </p:cNvPr>
            <p:cNvSpPr/>
            <p:nvPr/>
          </p:nvSpPr>
          <p:spPr>
            <a:xfrm>
              <a:off x="6939843" y="294452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4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A558606-9D8A-BDC0-460F-2BB3D0103A95}"/>
                </a:ext>
              </a:extLst>
            </p:cNvPr>
            <p:cNvSpPr/>
            <p:nvPr/>
          </p:nvSpPr>
          <p:spPr>
            <a:xfrm>
              <a:off x="6939843" y="3237939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D481FD5C-1E85-7056-FBEB-C38843522486}"/>
                </a:ext>
              </a:extLst>
            </p:cNvPr>
            <p:cNvSpPr/>
            <p:nvPr/>
          </p:nvSpPr>
          <p:spPr>
            <a:xfrm>
              <a:off x="6939843" y="3510186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E53BDB2-10C4-C7B8-7AA6-9752A3AF065C}"/>
                </a:ext>
              </a:extLst>
            </p:cNvPr>
            <p:cNvSpPr/>
            <p:nvPr/>
          </p:nvSpPr>
          <p:spPr>
            <a:xfrm>
              <a:off x="6939843" y="377474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E5577C13-E466-8541-4DC9-A7B736FE950C}"/>
                </a:ext>
              </a:extLst>
            </p:cNvPr>
            <p:cNvSpPr/>
            <p:nvPr/>
          </p:nvSpPr>
          <p:spPr>
            <a:xfrm>
              <a:off x="6939843" y="4068510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16F37A4-3CB4-10D7-5954-A6A0BB8257B7}"/>
                </a:ext>
              </a:extLst>
            </p:cNvPr>
            <p:cNvSpPr/>
            <p:nvPr/>
          </p:nvSpPr>
          <p:spPr>
            <a:xfrm>
              <a:off x="6939843" y="4346788"/>
              <a:ext cx="293514" cy="2935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07F16E3A-4C68-2C93-5D37-C20E9645A1E6}"/>
                </a:ext>
              </a:extLst>
            </p:cNvPr>
            <p:cNvGrpSpPr/>
            <p:nvPr/>
          </p:nvGrpSpPr>
          <p:grpSpPr>
            <a:xfrm>
              <a:off x="7233357" y="1796152"/>
              <a:ext cx="2641626" cy="298875"/>
              <a:chOff x="5709357" y="1796152"/>
              <a:chExt cx="2641626" cy="298875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46D00E4C-B1AC-AF7F-34FE-7CF342C6A807}"/>
                  </a:ext>
                </a:extLst>
              </p:cNvPr>
              <p:cNvSpPr/>
              <p:nvPr/>
            </p:nvSpPr>
            <p:spPr>
              <a:xfrm>
                <a:off x="5709357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C18CA2D0-E13D-8A75-0AFB-6835D86B5FF8}"/>
                  </a:ext>
                </a:extLst>
              </p:cNvPr>
              <p:cNvSpPr/>
              <p:nvPr/>
            </p:nvSpPr>
            <p:spPr>
              <a:xfrm>
                <a:off x="6002871" y="1796685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8536A049-CE2F-B6B4-D47D-5C4417DDF072}"/>
                  </a:ext>
                </a:extLst>
              </p:cNvPr>
              <p:cNvSpPr/>
              <p:nvPr/>
            </p:nvSpPr>
            <p:spPr>
              <a:xfrm>
                <a:off x="6296385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5700AAA3-D817-1DBB-C3CB-FC83847ACF28}"/>
                  </a:ext>
                </a:extLst>
              </p:cNvPr>
              <p:cNvSpPr/>
              <p:nvPr/>
            </p:nvSpPr>
            <p:spPr>
              <a:xfrm>
                <a:off x="658989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4</a:t>
                </a:r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1A765714-6374-659E-7D29-DEA5E83E48D2}"/>
                  </a:ext>
                </a:extLst>
              </p:cNvPr>
              <p:cNvSpPr/>
              <p:nvPr/>
            </p:nvSpPr>
            <p:spPr>
              <a:xfrm>
                <a:off x="6883413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5</a:t>
                </a:r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D8A123CF-4E5D-CA02-3A48-9BEA462D2137}"/>
                  </a:ext>
                </a:extLst>
              </p:cNvPr>
              <p:cNvSpPr/>
              <p:nvPr/>
            </p:nvSpPr>
            <p:spPr>
              <a:xfrm>
                <a:off x="7176927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6</a:t>
                </a:r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621B422B-9ED9-F643-3001-1FD93D901CF1}"/>
                  </a:ext>
                </a:extLst>
              </p:cNvPr>
              <p:cNvSpPr/>
              <p:nvPr/>
            </p:nvSpPr>
            <p:spPr>
              <a:xfrm>
                <a:off x="7470441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2AE2285F-30A9-2C91-0262-FB6E59DDAD67}"/>
                  </a:ext>
                </a:extLst>
              </p:cNvPr>
              <p:cNvSpPr/>
              <p:nvPr/>
            </p:nvSpPr>
            <p:spPr>
              <a:xfrm>
                <a:off x="7763955" y="1801513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8DF7DD9A-01EB-25E5-8F09-BE7A9E2FB71D}"/>
                  </a:ext>
                </a:extLst>
              </p:cNvPr>
              <p:cNvSpPr/>
              <p:nvPr/>
            </p:nvSpPr>
            <p:spPr>
              <a:xfrm>
                <a:off x="8057469" y="1796152"/>
                <a:ext cx="293514" cy="293514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A3A13CEA-8590-E485-026B-2592CBFDEBE2}"/>
                </a:ext>
              </a:extLst>
            </p:cNvPr>
            <p:cNvSpPr/>
            <p:nvPr/>
          </p:nvSpPr>
          <p:spPr>
            <a:xfrm>
              <a:off x="7233357" y="211209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982245A8-3E5D-0665-B1A2-0FE17E4B3211}"/>
                </a:ext>
              </a:extLst>
            </p:cNvPr>
            <p:cNvSpPr/>
            <p:nvPr/>
          </p:nvSpPr>
          <p:spPr>
            <a:xfrm>
              <a:off x="7526871" y="211209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8F7A5DB8-3769-FD0B-9893-6F8DD59EA977}"/>
                </a:ext>
              </a:extLst>
            </p:cNvPr>
            <p:cNvSpPr/>
            <p:nvPr/>
          </p:nvSpPr>
          <p:spPr>
            <a:xfrm>
              <a:off x="7820385" y="2111562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A354EF1-9926-5A03-C1DF-053566DDF832}"/>
                </a:ext>
              </a:extLst>
            </p:cNvPr>
            <p:cNvSpPr/>
            <p:nvPr/>
          </p:nvSpPr>
          <p:spPr>
            <a:xfrm>
              <a:off x="811389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57E048A-6E6A-C52D-EA4B-ACB2C95A1F40}"/>
                </a:ext>
              </a:extLst>
            </p:cNvPr>
            <p:cNvSpPr/>
            <p:nvPr/>
          </p:nvSpPr>
          <p:spPr>
            <a:xfrm>
              <a:off x="8407413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9CFFA454-3905-508D-B84A-CC2CC3B7BD0D}"/>
                </a:ext>
              </a:extLst>
            </p:cNvPr>
            <p:cNvSpPr/>
            <p:nvPr/>
          </p:nvSpPr>
          <p:spPr>
            <a:xfrm>
              <a:off x="8700927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3695419-F2A9-293F-2804-1582D9DDEAAB}"/>
                </a:ext>
              </a:extLst>
            </p:cNvPr>
            <p:cNvSpPr/>
            <p:nvPr/>
          </p:nvSpPr>
          <p:spPr>
            <a:xfrm>
              <a:off x="8994441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74E8090A-0BF5-B9D5-EB08-246526DFE04A}"/>
                </a:ext>
              </a:extLst>
            </p:cNvPr>
            <p:cNvSpPr/>
            <p:nvPr/>
          </p:nvSpPr>
          <p:spPr>
            <a:xfrm>
              <a:off x="9287955" y="211102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60A9F269-4522-94BE-5F2E-214C85D5BFE7}"/>
                </a:ext>
              </a:extLst>
            </p:cNvPr>
            <p:cNvSpPr/>
            <p:nvPr/>
          </p:nvSpPr>
          <p:spPr>
            <a:xfrm>
              <a:off x="9581469" y="211156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3B831239-46C0-130B-06A1-8FFD40535148}"/>
                </a:ext>
              </a:extLst>
            </p:cNvPr>
            <p:cNvSpPr/>
            <p:nvPr/>
          </p:nvSpPr>
          <p:spPr>
            <a:xfrm>
              <a:off x="7233357" y="237725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10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11A15AD-944F-B69B-D8D0-CB05688AC44D}"/>
                </a:ext>
              </a:extLst>
            </p:cNvPr>
            <p:cNvSpPr/>
            <p:nvPr/>
          </p:nvSpPr>
          <p:spPr>
            <a:xfrm>
              <a:off x="7526871" y="237725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30FE4655-6A00-0E45-56CB-995DE7BAFFE7}"/>
                </a:ext>
              </a:extLst>
            </p:cNvPr>
            <p:cNvSpPr/>
            <p:nvPr/>
          </p:nvSpPr>
          <p:spPr>
            <a:xfrm>
              <a:off x="7820385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90337FFB-B02E-210D-B991-2D7414F55D07}"/>
                </a:ext>
              </a:extLst>
            </p:cNvPr>
            <p:cNvSpPr/>
            <p:nvPr/>
          </p:nvSpPr>
          <p:spPr>
            <a:xfrm>
              <a:off x="811389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599A13A-E040-718F-1BF8-920BBD894F53}"/>
                </a:ext>
              </a:extLst>
            </p:cNvPr>
            <p:cNvSpPr/>
            <p:nvPr/>
          </p:nvSpPr>
          <p:spPr>
            <a:xfrm>
              <a:off x="8407413" y="237672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DD4514AB-3181-C394-C7FE-523BD8A86AF6}"/>
                </a:ext>
              </a:extLst>
            </p:cNvPr>
            <p:cNvSpPr/>
            <p:nvPr/>
          </p:nvSpPr>
          <p:spPr>
            <a:xfrm>
              <a:off x="8700927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5FFC4C39-13B6-4EE7-0CD2-789669898353}"/>
                </a:ext>
              </a:extLst>
            </p:cNvPr>
            <p:cNvSpPr/>
            <p:nvPr/>
          </p:nvSpPr>
          <p:spPr>
            <a:xfrm>
              <a:off x="8994441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17E82FDF-8449-2FDA-4243-A67148A34190}"/>
                </a:ext>
              </a:extLst>
            </p:cNvPr>
            <p:cNvSpPr/>
            <p:nvPr/>
          </p:nvSpPr>
          <p:spPr>
            <a:xfrm>
              <a:off x="9287955" y="237619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E7A36F0E-40BA-348F-F623-35DB3C9C4B99}"/>
                </a:ext>
              </a:extLst>
            </p:cNvPr>
            <p:cNvSpPr/>
            <p:nvPr/>
          </p:nvSpPr>
          <p:spPr>
            <a:xfrm>
              <a:off x="9581469" y="2376724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3E677215-ED50-700C-2C0E-6AE5B9B82DF8}"/>
                </a:ext>
              </a:extLst>
            </p:cNvPr>
            <p:cNvSpPr/>
            <p:nvPr/>
          </p:nvSpPr>
          <p:spPr>
            <a:xfrm>
              <a:off x="7233357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12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7E5DF689-B965-D205-D37B-F1E9F8F46B64}"/>
                </a:ext>
              </a:extLst>
            </p:cNvPr>
            <p:cNvSpPr/>
            <p:nvPr/>
          </p:nvSpPr>
          <p:spPr>
            <a:xfrm>
              <a:off x="7526871" y="267029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1A296B77-E128-BEA7-24E2-9321156AAF47}"/>
                </a:ext>
              </a:extLst>
            </p:cNvPr>
            <p:cNvSpPr/>
            <p:nvPr/>
          </p:nvSpPr>
          <p:spPr>
            <a:xfrm>
              <a:off x="7820385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9D2F262E-71A7-FD7A-A0C9-76D9346161A7}"/>
                </a:ext>
              </a:extLst>
            </p:cNvPr>
            <p:cNvSpPr/>
            <p:nvPr/>
          </p:nvSpPr>
          <p:spPr>
            <a:xfrm>
              <a:off x="8113899" y="2669761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4FB3173-D01B-8071-816F-472E9B0888D4}"/>
                </a:ext>
              </a:extLst>
            </p:cNvPr>
            <p:cNvSpPr/>
            <p:nvPr/>
          </p:nvSpPr>
          <p:spPr>
            <a:xfrm>
              <a:off x="8407413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CEC4F9C7-9CD3-8D07-89AF-189D70CF6BE5}"/>
                </a:ext>
              </a:extLst>
            </p:cNvPr>
            <p:cNvSpPr/>
            <p:nvPr/>
          </p:nvSpPr>
          <p:spPr>
            <a:xfrm>
              <a:off x="8700927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37B25563-E875-6F5C-F7AF-A130AAA41A1E}"/>
                </a:ext>
              </a:extLst>
            </p:cNvPr>
            <p:cNvSpPr/>
            <p:nvPr/>
          </p:nvSpPr>
          <p:spPr>
            <a:xfrm>
              <a:off x="8994441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CE90BA0D-F4D4-922F-9D3B-AA6ED277C444}"/>
                </a:ext>
              </a:extLst>
            </p:cNvPr>
            <p:cNvSpPr/>
            <p:nvPr/>
          </p:nvSpPr>
          <p:spPr>
            <a:xfrm>
              <a:off x="9287955" y="266922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D624605-69AE-399F-CEE6-4233C89C54D2}"/>
                </a:ext>
              </a:extLst>
            </p:cNvPr>
            <p:cNvSpPr/>
            <p:nvPr/>
          </p:nvSpPr>
          <p:spPr>
            <a:xfrm>
              <a:off x="9581469" y="266976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C89E9568-88D9-F39E-E18D-A0BA276EBEAD}"/>
                </a:ext>
              </a:extLst>
            </p:cNvPr>
            <p:cNvSpPr/>
            <p:nvPr/>
          </p:nvSpPr>
          <p:spPr>
            <a:xfrm>
              <a:off x="7233357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49914660-6881-65EE-60DE-1B92F8660C3E}"/>
                </a:ext>
              </a:extLst>
            </p:cNvPr>
            <p:cNvSpPr/>
            <p:nvPr/>
          </p:nvSpPr>
          <p:spPr>
            <a:xfrm>
              <a:off x="7526871" y="293545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9E8E80E8-30C9-B9B4-ED3A-1B5544A54C8C}"/>
                </a:ext>
              </a:extLst>
            </p:cNvPr>
            <p:cNvSpPr/>
            <p:nvPr/>
          </p:nvSpPr>
          <p:spPr>
            <a:xfrm>
              <a:off x="7820385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65B3EE-50D9-C7B6-6846-D39D21763D79}"/>
                </a:ext>
              </a:extLst>
            </p:cNvPr>
            <p:cNvSpPr/>
            <p:nvPr/>
          </p:nvSpPr>
          <p:spPr>
            <a:xfrm>
              <a:off x="811389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374DF524-DD18-18D3-2654-BD12ABBFF614}"/>
                </a:ext>
              </a:extLst>
            </p:cNvPr>
            <p:cNvSpPr/>
            <p:nvPr/>
          </p:nvSpPr>
          <p:spPr>
            <a:xfrm>
              <a:off x="8407413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E1235047-D44E-015E-7EB3-998E060D99BE}"/>
                </a:ext>
              </a:extLst>
            </p:cNvPr>
            <p:cNvSpPr/>
            <p:nvPr/>
          </p:nvSpPr>
          <p:spPr>
            <a:xfrm>
              <a:off x="8700927" y="293492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7F71730-990E-1C7F-EF0C-667176BA317B}"/>
                </a:ext>
              </a:extLst>
            </p:cNvPr>
            <p:cNvSpPr/>
            <p:nvPr/>
          </p:nvSpPr>
          <p:spPr>
            <a:xfrm>
              <a:off x="8994441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FFA3E394-B504-D1DC-C3DC-6F87FF52C0FE}"/>
                </a:ext>
              </a:extLst>
            </p:cNvPr>
            <p:cNvSpPr/>
            <p:nvPr/>
          </p:nvSpPr>
          <p:spPr>
            <a:xfrm>
              <a:off x="9287955" y="293439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6BBBDC82-8F76-D6EB-4BFF-D1C07FAB43B2}"/>
                </a:ext>
              </a:extLst>
            </p:cNvPr>
            <p:cNvSpPr/>
            <p:nvPr/>
          </p:nvSpPr>
          <p:spPr>
            <a:xfrm>
              <a:off x="9581469" y="293492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A5B2D63F-4BFB-4928-13DA-4CD20A316A94}"/>
                </a:ext>
              </a:extLst>
            </p:cNvPr>
            <p:cNvSpPr/>
            <p:nvPr/>
          </p:nvSpPr>
          <p:spPr>
            <a:xfrm>
              <a:off x="7233357" y="3228970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38506921-4BCB-193E-D6E7-ED1229A0A9C4}"/>
                </a:ext>
              </a:extLst>
            </p:cNvPr>
            <p:cNvSpPr/>
            <p:nvPr/>
          </p:nvSpPr>
          <p:spPr>
            <a:xfrm>
              <a:off x="7526871" y="3228970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40C4518-BC4D-89B0-14EB-90ECE897CCDA}"/>
                </a:ext>
              </a:extLst>
            </p:cNvPr>
            <p:cNvSpPr/>
            <p:nvPr/>
          </p:nvSpPr>
          <p:spPr>
            <a:xfrm>
              <a:off x="7820385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89FBFF86-7CFD-6BAA-67FB-E9CF4FFA8FAE}"/>
                </a:ext>
              </a:extLst>
            </p:cNvPr>
            <p:cNvSpPr/>
            <p:nvPr/>
          </p:nvSpPr>
          <p:spPr>
            <a:xfrm>
              <a:off x="8113899" y="3228437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76CE0A94-87B6-E067-064B-813FB6BBF06C}"/>
                </a:ext>
              </a:extLst>
            </p:cNvPr>
            <p:cNvSpPr/>
            <p:nvPr/>
          </p:nvSpPr>
          <p:spPr>
            <a:xfrm>
              <a:off x="8407413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009584B1-0B0C-8B3A-616C-54ADDDA2514C}"/>
                </a:ext>
              </a:extLst>
            </p:cNvPr>
            <p:cNvSpPr/>
            <p:nvPr/>
          </p:nvSpPr>
          <p:spPr>
            <a:xfrm>
              <a:off x="8700927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3824CAE7-E2AB-2364-0CB3-ADAB6D88FABE}"/>
                </a:ext>
              </a:extLst>
            </p:cNvPr>
            <p:cNvSpPr/>
            <p:nvPr/>
          </p:nvSpPr>
          <p:spPr>
            <a:xfrm>
              <a:off x="8994441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CB11E18-F06E-C0C0-9BC5-1CFCCACD006E}"/>
                </a:ext>
              </a:extLst>
            </p:cNvPr>
            <p:cNvSpPr/>
            <p:nvPr/>
          </p:nvSpPr>
          <p:spPr>
            <a:xfrm>
              <a:off x="9287955" y="3227904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4C65895C-86DA-1023-D15F-6172D98E9B09}"/>
                </a:ext>
              </a:extLst>
            </p:cNvPr>
            <p:cNvSpPr/>
            <p:nvPr/>
          </p:nvSpPr>
          <p:spPr>
            <a:xfrm>
              <a:off x="9581469" y="3228437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5D80DF42-C609-E1A4-1EAB-48571B96D2DE}"/>
                </a:ext>
              </a:extLst>
            </p:cNvPr>
            <p:cNvSpPr/>
            <p:nvPr/>
          </p:nvSpPr>
          <p:spPr>
            <a:xfrm>
              <a:off x="7233357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90617654-A906-3357-FBFD-6944EA87FB3C}"/>
                </a:ext>
              </a:extLst>
            </p:cNvPr>
            <p:cNvSpPr/>
            <p:nvPr/>
          </p:nvSpPr>
          <p:spPr>
            <a:xfrm>
              <a:off x="7526871" y="3494132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76C6C56A-3C91-CABE-7424-12B8E3224E2C}"/>
                </a:ext>
              </a:extLst>
            </p:cNvPr>
            <p:cNvSpPr/>
            <p:nvPr/>
          </p:nvSpPr>
          <p:spPr>
            <a:xfrm>
              <a:off x="7820385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9E23314-210A-2DA1-1864-DA4A387DCC56}"/>
                </a:ext>
              </a:extLst>
            </p:cNvPr>
            <p:cNvSpPr/>
            <p:nvPr/>
          </p:nvSpPr>
          <p:spPr>
            <a:xfrm>
              <a:off x="8113899" y="3493599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7A3382D8-40C2-D247-ADDE-0EF2C3571970}"/>
                </a:ext>
              </a:extLst>
            </p:cNvPr>
            <p:cNvSpPr/>
            <p:nvPr/>
          </p:nvSpPr>
          <p:spPr>
            <a:xfrm>
              <a:off x="8407413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FCE50D8F-92CF-05E2-EB62-805981D4239F}"/>
                </a:ext>
              </a:extLst>
            </p:cNvPr>
            <p:cNvSpPr/>
            <p:nvPr/>
          </p:nvSpPr>
          <p:spPr>
            <a:xfrm>
              <a:off x="8700927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35869B93-1DEE-3053-80DF-465350599508}"/>
                </a:ext>
              </a:extLst>
            </p:cNvPr>
            <p:cNvSpPr/>
            <p:nvPr/>
          </p:nvSpPr>
          <p:spPr>
            <a:xfrm>
              <a:off x="8994441" y="349306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9FFADA9E-92FF-0C87-DAE2-2B3DC62C89A1}"/>
                </a:ext>
              </a:extLst>
            </p:cNvPr>
            <p:cNvSpPr/>
            <p:nvPr/>
          </p:nvSpPr>
          <p:spPr>
            <a:xfrm>
              <a:off x="9287955" y="349306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0780218-0012-0AD6-0781-940F2B4F3D89}"/>
                </a:ext>
              </a:extLst>
            </p:cNvPr>
            <p:cNvSpPr/>
            <p:nvPr/>
          </p:nvSpPr>
          <p:spPr>
            <a:xfrm>
              <a:off x="9581469" y="349359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4435889-6ECD-93DC-ED45-5D97BC80D4AE}"/>
                </a:ext>
              </a:extLst>
            </p:cNvPr>
            <p:cNvSpPr/>
            <p:nvPr/>
          </p:nvSpPr>
          <p:spPr>
            <a:xfrm>
              <a:off x="7233357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F2C1055A-64B0-F49B-BF5C-B61010588AD5}"/>
                </a:ext>
              </a:extLst>
            </p:cNvPr>
            <p:cNvSpPr/>
            <p:nvPr/>
          </p:nvSpPr>
          <p:spPr>
            <a:xfrm>
              <a:off x="7526871" y="3787169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BD20EEB-CF82-4200-F4FD-AD63E7118DE4}"/>
                </a:ext>
              </a:extLst>
            </p:cNvPr>
            <p:cNvSpPr/>
            <p:nvPr/>
          </p:nvSpPr>
          <p:spPr>
            <a:xfrm>
              <a:off x="7820385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35EBCF2B-29BC-BFA8-DE41-F76662E47820}"/>
                </a:ext>
              </a:extLst>
            </p:cNvPr>
            <p:cNvSpPr/>
            <p:nvPr/>
          </p:nvSpPr>
          <p:spPr>
            <a:xfrm>
              <a:off x="8113899" y="3786636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9718F445-42DB-E1FA-7FC7-62B81423434E}"/>
                </a:ext>
              </a:extLst>
            </p:cNvPr>
            <p:cNvSpPr/>
            <p:nvPr/>
          </p:nvSpPr>
          <p:spPr>
            <a:xfrm>
              <a:off x="8407413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DB535213-1BB8-A5C8-C07C-E5FF60AF4E77}"/>
                </a:ext>
              </a:extLst>
            </p:cNvPr>
            <p:cNvSpPr/>
            <p:nvPr/>
          </p:nvSpPr>
          <p:spPr>
            <a:xfrm>
              <a:off x="8700927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436A88BB-4F98-0EA2-B588-91299E8E4805}"/>
                </a:ext>
              </a:extLst>
            </p:cNvPr>
            <p:cNvSpPr/>
            <p:nvPr/>
          </p:nvSpPr>
          <p:spPr>
            <a:xfrm>
              <a:off x="8994441" y="3786103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BADB46B8-3969-05C1-A14D-50C6D311500D}"/>
                </a:ext>
              </a:extLst>
            </p:cNvPr>
            <p:cNvSpPr/>
            <p:nvPr/>
          </p:nvSpPr>
          <p:spPr>
            <a:xfrm>
              <a:off x="9287955" y="3786103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61DC2207-3388-7603-368C-455C0767150C}"/>
                </a:ext>
              </a:extLst>
            </p:cNvPr>
            <p:cNvSpPr/>
            <p:nvPr/>
          </p:nvSpPr>
          <p:spPr>
            <a:xfrm>
              <a:off x="9581469" y="3786636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E65F2E02-3647-7E7D-1E97-9CA6D6C5ECFF}"/>
                </a:ext>
              </a:extLst>
            </p:cNvPr>
            <p:cNvSpPr/>
            <p:nvPr/>
          </p:nvSpPr>
          <p:spPr>
            <a:xfrm>
              <a:off x="7233357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C2822572-67A5-3244-5576-C070DBD56629}"/>
                </a:ext>
              </a:extLst>
            </p:cNvPr>
            <p:cNvSpPr/>
            <p:nvPr/>
          </p:nvSpPr>
          <p:spPr>
            <a:xfrm>
              <a:off x="7526871" y="405233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E1D23C74-83F6-98B4-6FCC-9F73A8739E7D}"/>
                </a:ext>
              </a:extLst>
            </p:cNvPr>
            <p:cNvSpPr/>
            <p:nvPr/>
          </p:nvSpPr>
          <p:spPr>
            <a:xfrm>
              <a:off x="7820385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E273F2E9-A7D4-F5A2-DE4E-2112721DC9E1}"/>
                </a:ext>
              </a:extLst>
            </p:cNvPr>
            <p:cNvSpPr/>
            <p:nvPr/>
          </p:nvSpPr>
          <p:spPr>
            <a:xfrm>
              <a:off x="8113899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19635530-1731-C417-EFDD-F79BD4102F1D}"/>
                </a:ext>
              </a:extLst>
            </p:cNvPr>
            <p:cNvSpPr/>
            <p:nvPr/>
          </p:nvSpPr>
          <p:spPr>
            <a:xfrm>
              <a:off x="8407413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59578B0C-4826-0BCB-4F4D-8AB33DFE8FE0}"/>
                </a:ext>
              </a:extLst>
            </p:cNvPr>
            <p:cNvSpPr/>
            <p:nvPr/>
          </p:nvSpPr>
          <p:spPr>
            <a:xfrm>
              <a:off x="8700927" y="405179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46BB244F-8C9F-3C3A-6190-C77EBC879DF5}"/>
                </a:ext>
              </a:extLst>
            </p:cNvPr>
            <p:cNvSpPr/>
            <p:nvPr/>
          </p:nvSpPr>
          <p:spPr>
            <a:xfrm>
              <a:off x="8994441" y="405126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9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54806C63-CA0B-1415-C26C-550597AB0AB2}"/>
                </a:ext>
              </a:extLst>
            </p:cNvPr>
            <p:cNvSpPr/>
            <p:nvPr/>
          </p:nvSpPr>
          <p:spPr>
            <a:xfrm>
              <a:off x="9287955" y="4051265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35AE33C8-EA03-7C5E-AB28-232B0AA5533E}"/>
                </a:ext>
              </a:extLst>
            </p:cNvPr>
            <p:cNvSpPr/>
            <p:nvPr/>
          </p:nvSpPr>
          <p:spPr>
            <a:xfrm>
              <a:off x="9581469" y="4051798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F9983296-660F-C205-11B9-24606012248A}"/>
                </a:ext>
              </a:extLst>
            </p:cNvPr>
            <p:cNvSpPr/>
            <p:nvPr/>
          </p:nvSpPr>
          <p:spPr>
            <a:xfrm>
              <a:off x="7233357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6A12B6CF-8B85-2377-E69D-9FF7D38256B9}"/>
                </a:ext>
              </a:extLst>
            </p:cNvPr>
            <p:cNvSpPr/>
            <p:nvPr/>
          </p:nvSpPr>
          <p:spPr>
            <a:xfrm>
              <a:off x="7526871" y="4357101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465344EC-2A68-3228-FB7C-2C900D196EB1}"/>
                </a:ext>
              </a:extLst>
            </p:cNvPr>
            <p:cNvSpPr/>
            <p:nvPr/>
          </p:nvSpPr>
          <p:spPr>
            <a:xfrm>
              <a:off x="7820385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F163B6FA-996A-FB9B-E6CB-707F416E200A}"/>
                </a:ext>
              </a:extLst>
            </p:cNvPr>
            <p:cNvSpPr/>
            <p:nvPr/>
          </p:nvSpPr>
          <p:spPr>
            <a:xfrm>
              <a:off x="811389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280970B2-26E7-E1E3-4E0A-988A0D59A812}"/>
                </a:ext>
              </a:extLst>
            </p:cNvPr>
            <p:cNvSpPr/>
            <p:nvPr/>
          </p:nvSpPr>
          <p:spPr>
            <a:xfrm>
              <a:off x="8407413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A78B5C94-8CAB-4BAD-C744-35F1F7826633}"/>
                </a:ext>
              </a:extLst>
            </p:cNvPr>
            <p:cNvSpPr/>
            <p:nvPr/>
          </p:nvSpPr>
          <p:spPr>
            <a:xfrm>
              <a:off x="8700927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91BCF726-3FD5-82A8-DB8C-1598381C944E}"/>
                </a:ext>
              </a:extLst>
            </p:cNvPr>
            <p:cNvSpPr/>
            <p:nvPr/>
          </p:nvSpPr>
          <p:spPr>
            <a:xfrm>
              <a:off x="8994441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11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B310B0C0-D862-1B81-867C-8FC4BA4A9495}"/>
                </a:ext>
              </a:extLst>
            </p:cNvPr>
            <p:cNvSpPr/>
            <p:nvPr/>
          </p:nvSpPr>
          <p:spPr>
            <a:xfrm>
              <a:off x="9287955" y="4356035"/>
              <a:ext cx="293514" cy="293514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2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1D4E0400-AD84-4DF9-AE42-62E258ADB510}"/>
                </a:ext>
              </a:extLst>
            </p:cNvPr>
            <p:cNvSpPr/>
            <p:nvPr/>
          </p:nvSpPr>
          <p:spPr>
            <a:xfrm>
              <a:off x="9581469" y="4356568"/>
              <a:ext cx="293514" cy="29351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3A6A84B5-A1EB-78EF-2457-FCDA8393B030}"/>
                </a:ext>
              </a:extLst>
            </p:cNvPr>
            <p:cNvSpPr/>
            <p:nvPr/>
          </p:nvSpPr>
          <p:spPr>
            <a:xfrm>
              <a:off x="8700927" y="2657973"/>
              <a:ext cx="293514" cy="265162"/>
            </a:xfrm>
            <a:prstGeom prst="rect">
              <a:avLst/>
            </a:prstGeom>
            <a:solidFill>
              <a:srgbClr val="FF5050"/>
            </a:solidFill>
            <a:ln>
              <a:solidFill>
                <a:srgbClr val="CC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EF0F42B-6719-9C18-8A4D-62B08E0380BF}"/>
                  </a:ext>
                </a:extLst>
              </p14:cNvPr>
              <p14:cNvContentPartPr/>
              <p14:nvPr/>
            </p14:nvContentPartPr>
            <p14:xfrm>
              <a:off x="878760" y="869400"/>
              <a:ext cx="8505360" cy="1494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EF0F42B-6719-9C18-8A4D-62B08E0380B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69400" y="860040"/>
                <a:ext cx="8524080" cy="1513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756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5D8CA-9965-F96E-527A-B3B96E0A9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206F4-AEBA-AFF0-5435-30521973FE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57808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Adjacency List:</a:t>
                </a:r>
              </a:p>
              <a:p>
                <a:pPr lvl="1"/>
                <a:r>
                  <a:rPr lang="en-US" dirty="0"/>
                  <a:t>Less memory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Operations with running time linear in degree of source node</a:t>
                </a:r>
              </a:p>
              <a:p>
                <a:pPr lvl="2"/>
                <a:r>
                  <a:rPr lang="en-US" dirty="0"/>
                  <a:t>Add an edge</a:t>
                </a:r>
              </a:p>
              <a:p>
                <a:pPr lvl="2"/>
                <a:r>
                  <a:rPr lang="en-US" dirty="0"/>
                  <a:t>Remove an edge</a:t>
                </a:r>
              </a:p>
              <a:p>
                <a:pPr lvl="2"/>
                <a:r>
                  <a:rPr lang="en-US" dirty="0"/>
                  <a:t>Check for edge</a:t>
                </a:r>
              </a:p>
              <a:p>
                <a:pPr lvl="2"/>
                <a:r>
                  <a:rPr lang="en-US" dirty="0"/>
                  <a:t>Get neighbors</a:t>
                </a:r>
              </a:p>
              <a:p>
                <a:r>
                  <a:rPr lang="en-US" dirty="0"/>
                  <a:t>Adjacency Matrix:</a:t>
                </a:r>
              </a:p>
              <a:p>
                <a:pPr lvl="1"/>
                <a:r>
                  <a:rPr lang="en-US" dirty="0"/>
                  <a:t>Similar amount of memory when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Constant time operations:</a:t>
                </a:r>
              </a:p>
              <a:p>
                <a:pPr lvl="2"/>
                <a:r>
                  <a:rPr lang="en-US" dirty="0"/>
                  <a:t>Add an edge</a:t>
                </a:r>
              </a:p>
              <a:p>
                <a:pPr lvl="2"/>
                <a:r>
                  <a:rPr lang="en-US" dirty="0"/>
                  <a:t>Remove an edge</a:t>
                </a:r>
              </a:p>
              <a:p>
                <a:pPr lvl="2"/>
                <a:r>
                  <a:rPr lang="en-US" dirty="0"/>
                  <a:t>Check for an edge</a:t>
                </a:r>
              </a:p>
              <a:p>
                <a:pPr lvl="1"/>
                <a:r>
                  <a:rPr lang="en-US" dirty="0"/>
                  <a:t>Operations running with linear time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>
                    <a:solidFill>
                      <a:srgbClr val="FF0000"/>
                    </a:solidFill>
                  </a:rPr>
                  <a:t>Get neighbors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206F4-AEBA-AFF0-5435-30521973FE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57808"/>
              </a:xfrm>
              <a:blipFill>
                <a:blip r:embed="rId2"/>
                <a:stretch>
                  <a:fillRect l="-928" t="-3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F1998-AC84-2B98-EFCA-7D0342965B19}"/>
                  </a:ext>
                </a:extLst>
              </p:cNvPr>
              <p:cNvSpPr txBox="1"/>
              <p:nvPr/>
            </p:nvSpPr>
            <p:spPr>
              <a:xfrm>
                <a:off x="6974378" y="3369973"/>
                <a:ext cx="4912822" cy="2246769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Adjacency List is more common in practice: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Most graphs have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p>
                      <m:sSupPr>
                        <m:ctrlP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Saves memory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Most nodes will have small degree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Getting neighbors is a common operation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solidFill>
                      <a:schemeClr val="accent5">
                        <a:lumMod val="75000"/>
                      </a:schemeClr>
                    </a:solidFill>
                  </a:rPr>
                  <a:t>Adjacency Matrix may be better if the graph is “dense” or if its edges change a lot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0F1998-AC84-2B98-EFCA-7D0342965B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378" y="3369973"/>
                <a:ext cx="4912822" cy="2246769"/>
              </a:xfrm>
              <a:prstGeom prst="rect">
                <a:avLst/>
              </a:prstGeom>
              <a:blipFill>
                <a:blip r:embed="rId3"/>
                <a:stretch>
                  <a:fillRect l="-1114" t="-1351" r="-1114" b="-3784"/>
                </a:stretch>
              </a:blipFill>
              <a:ln>
                <a:solidFill>
                  <a:srgbClr val="0070C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7A4E36A-F68B-360B-AB88-EDD28E6EB19F}"/>
                  </a:ext>
                </a:extLst>
              </p14:cNvPr>
              <p14:cNvContentPartPr/>
              <p14:nvPr/>
            </p14:nvContentPartPr>
            <p14:xfrm>
              <a:off x="1668240" y="2826000"/>
              <a:ext cx="5276160" cy="1289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7A4E36A-F68B-360B-AB88-EDD28E6EB19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58880" y="2816640"/>
                <a:ext cx="5294880" cy="130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771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Breadth-First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all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neighbors of neighbors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…</a:t>
                </a:r>
              </a:p>
              <a:p>
                <a:r>
                  <a:rPr lang="en-US" dirty="0"/>
                  <a:t>Visits every node reachable from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in order of distance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How long is the shortest path?</a:t>
                </a:r>
              </a:p>
              <a:p>
                <a:pPr lvl="1"/>
                <a:r>
                  <a:rPr lang="en-US" dirty="0"/>
                  <a:t>Is the graph connected?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9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20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5E60E83-EF60-B160-6395-F34703A2E2C9}"/>
              </a:ext>
            </a:extLst>
          </p:cNvPr>
          <p:cNvGrpSpPr/>
          <p:nvPr/>
        </p:nvGrpSpPr>
        <p:grpSpPr>
          <a:xfrm>
            <a:off x="6934200" y="4047495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A2187964-E870-5C20-5011-7EF331D8B442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4CFC0412-9146-E934-F4DC-D43CAC4D8DE1}"/>
                  </a:ext>
                </a:extLst>
              </p:cNvPr>
              <p:cNvCxnSpPr>
                <a:stCxn id="49" idx="7"/>
                <a:endCxn id="50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208726BF-EB96-6CE6-3CBC-9B19B9874C5E}"/>
                  </a:ext>
                </a:extLst>
              </p:cNvPr>
              <p:cNvCxnSpPr>
                <a:stCxn id="50" idx="6"/>
                <a:endCxn id="53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0D3345FA-E452-9557-2472-ED7C1E1FF6F5}"/>
                  </a:ext>
                </a:extLst>
              </p:cNvPr>
              <p:cNvCxnSpPr>
                <a:stCxn id="49" idx="4"/>
                <a:endCxn id="51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6F20CE6-12E8-B8CD-4C6D-6E08BB48B8DD}"/>
                  </a:ext>
                </a:extLst>
              </p:cNvPr>
              <p:cNvCxnSpPr>
                <a:stCxn id="52" idx="3"/>
                <a:endCxn id="51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48E65BF8-0C38-878D-43F0-DCA1382ECE78}"/>
                  </a:ext>
                </a:extLst>
              </p:cNvPr>
              <p:cNvCxnSpPr>
                <a:stCxn id="54" idx="2"/>
                <a:endCxn id="51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FFE8A7D6-FA04-569D-7C8B-00D1000D5562}"/>
                  </a:ext>
                </a:extLst>
              </p:cNvPr>
              <p:cNvCxnSpPr>
                <a:stCxn id="52" idx="5"/>
                <a:endCxn id="54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F8CFF62-24F6-E065-106D-CA91FC2FD082}"/>
                  </a:ext>
                </a:extLst>
              </p:cNvPr>
              <p:cNvCxnSpPr>
                <a:stCxn id="52" idx="7"/>
                <a:endCxn id="53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244733C-FCCA-2B14-53BE-1D266F25D9A6}"/>
                  </a:ext>
                </a:extLst>
              </p:cNvPr>
              <p:cNvCxnSpPr>
                <a:stCxn id="54" idx="6"/>
                <a:endCxn id="55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FCAA9FF4-A914-088F-BC91-64DF4D401A0C}"/>
                  </a:ext>
                </a:extLst>
              </p:cNvPr>
              <p:cNvCxnSpPr>
                <a:stCxn id="55" idx="1"/>
                <a:endCxn id="53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EC444822-6EFB-DDAD-2CFA-EF917A222B88}"/>
                  </a:ext>
                </a:extLst>
              </p:cNvPr>
              <p:cNvCxnSpPr>
                <a:stCxn id="57" idx="2"/>
                <a:endCxn id="53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0A959733-B4ED-BA28-9EDF-61445BDDEFA8}"/>
                  </a:ext>
                </a:extLst>
              </p:cNvPr>
              <p:cNvCxnSpPr>
                <a:stCxn id="55" idx="0"/>
                <a:endCxn id="5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C8F4AA5D-0263-91BE-E34B-3CCF5E6D33A9}"/>
                  </a:ext>
                </a:extLst>
              </p:cNvPr>
              <p:cNvCxnSpPr>
                <a:stCxn id="56" idx="1"/>
                <a:endCxn id="5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7ACB732B-4621-C7D4-11BA-682F7277548D}"/>
                  </a:ext>
                </a:extLst>
              </p:cNvPr>
              <p:cNvCxnSpPr>
                <a:stCxn id="56" idx="3"/>
                <a:endCxn id="55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3753FED-EBEF-C50C-C21C-755E93539BEA}"/>
                  </a:ext>
                </a:extLst>
              </p:cNvPr>
              <p:cNvCxnSpPr>
                <a:stCxn id="50" idx="4"/>
                <a:endCxn id="51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1B5F7B4A-9EC8-F78B-2346-A30082F4B6EE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BF6D25DC-D0D4-04D2-6803-B09D9B9393B3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D85C94E-8822-4B5A-41C5-2476C6E729DD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79FB71B-E579-7B2A-783E-A82ED8BEA553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20B4334-C074-8A41-9DB1-8ED01D36B502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7ED46E86-17A7-C404-82BA-A842355628A9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29461C-16BC-CC4C-AFAC-1E5547FEB92D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B2094438-55C6-D79E-8879-4351A8143ED1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C98B4E5-D147-0466-56D0-8ED4B68409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0932EFF-C21A-C8FB-6275-23E9BF2E34BA}"/>
                </a:ext>
              </a:extLst>
            </p:cNvPr>
            <p:cNvCxnSpPr>
              <a:cxnSpLocks/>
              <a:stCxn id="55" idx="7"/>
              <a:endCxn id="5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739BBA3-18B2-BF36-7317-ED47E1F53C5D}"/>
                </a:ext>
              </a:extLst>
            </p:cNvPr>
            <p:cNvCxnSpPr>
              <a:cxnSpLocks/>
              <a:stCxn id="54" idx="3"/>
              <a:endCxn id="51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82359-9E2F-4CA5-2AE2-58A64A7C5BB5}"/>
                  </a:ext>
                </a:extLst>
              </p14:cNvPr>
              <p14:cNvContentPartPr/>
              <p14:nvPr/>
            </p14:nvContentPartPr>
            <p14:xfrm>
              <a:off x="743400" y="1077840"/>
              <a:ext cx="10776240" cy="5501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82359-9E2F-4CA5-2AE2-58A64A7C5BB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4040" y="1068480"/>
                <a:ext cx="10794960" cy="552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4278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21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194496" y="414158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bfs</a:t>
            </a:r>
            <a:r>
              <a:rPr lang="en-US" sz="2800" dirty="0"/>
              <a:t>(graph, s){</a:t>
            </a:r>
          </a:p>
          <a:p>
            <a:r>
              <a:rPr lang="en-US" sz="2800" dirty="0"/>
              <a:t>	found = new Queue();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found.enqueue</a:t>
            </a:r>
            <a:r>
              <a:rPr lang="en-US" sz="2800" dirty="0"/>
              <a:t>(s);</a:t>
            </a:r>
          </a:p>
          <a:p>
            <a:r>
              <a:rPr lang="en-US" sz="2800" dirty="0"/>
              <a:t>	mark s as “visited”;</a:t>
            </a:r>
          </a:p>
          <a:p>
            <a:r>
              <a:rPr lang="en-US" sz="2800" dirty="0"/>
              <a:t>	While (!</a:t>
            </a:r>
            <a:r>
              <a:rPr lang="en-US" sz="2800" dirty="0" err="1"/>
              <a:t>found.isEmpty</a:t>
            </a:r>
            <a:r>
              <a:rPr lang="en-US" sz="2800" dirty="0"/>
              <a:t>()){</a:t>
            </a:r>
          </a:p>
          <a:p>
            <a:r>
              <a:rPr lang="en-US" sz="2800" dirty="0"/>
              <a:t>		current = </a:t>
            </a:r>
            <a:r>
              <a:rPr lang="en-US" sz="2800" dirty="0" err="1"/>
              <a:t>found.dequeue</a:t>
            </a:r>
            <a:r>
              <a:rPr lang="en-US" sz="2800" dirty="0"/>
              <a:t>();</a:t>
            </a:r>
          </a:p>
          <a:p>
            <a:r>
              <a:rPr lang="en-US" sz="2800" dirty="0"/>
              <a:t>		for (v : neighbors(current)){</a:t>
            </a:r>
          </a:p>
          <a:p>
            <a:r>
              <a:rPr lang="en-US" sz="2800" dirty="0"/>
              <a:t>			if (! v marked “visited”){</a:t>
            </a:r>
          </a:p>
          <a:p>
            <a:r>
              <a:rPr lang="en-US" sz="2800" dirty="0"/>
              <a:t>				mark v as “visited”;</a:t>
            </a:r>
          </a:p>
          <a:p>
            <a:r>
              <a:rPr lang="en-US" sz="2800" dirty="0"/>
              <a:t>				</a:t>
            </a:r>
            <a:r>
              <a:rPr lang="en-US" sz="2800" dirty="0" err="1"/>
              <a:t>found.enqueue</a:t>
            </a:r>
            <a:r>
              <a:rPr lang="en-US" sz="2800" dirty="0"/>
              <a:t>(v);</a:t>
            </a:r>
          </a:p>
          <a:p>
            <a:r>
              <a:rPr lang="en-US" sz="2800" dirty="0"/>
              <a:t>			}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	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5DE2EC2-2F8B-20FE-8951-E2BD5C549C1C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FB1968D4-0ECC-068E-765A-3DF8DE21145C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027EFB9C-1AD6-9281-AA30-5BE0BBE83EAC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3C7B5A33-2C67-775A-F9F8-9849005F705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EE578285-E842-D666-EFFF-FAC536B41CA6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56344E26-0374-B29A-3047-F12847819446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6777E69-513F-8E97-420E-4508C3786C63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E6D715E8-E960-3FE6-7B4F-3ED4B6D49FDA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36249CD4-F9C0-5A68-8D91-891A4FA839E0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1204DB22-82A3-0118-6481-472F7A6AF3F1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0D26EFBD-31D4-049E-B188-F35998D684F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10849E95-CB0E-ABD6-850A-E61EBDEFACAA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28AD1B02-958A-B3BD-72CC-9B0590B340F7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88B0F441-A7E2-FA9E-92EB-30933184D3BE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A0B411A-7680-5A59-15AD-2CE231F51725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B8A6D9A-B0B6-1AB8-DA09-FDB8212801F7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64BFE18-A20F-D4C8-0B8F-13C5DDCAC640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7ECD6AE-5FC3-1D62-3146-0E728A59E99C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C9B2643-4AE7-7327-D66E-875DFE9D352B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D2A84FF5-BE60-6F0B-E7E8-AC31F8FD91F1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725E181-533F-9D89-A8B9-60FC2F93CD5E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89257CE-86BE-EB39-0021-0B5F58AB7E2C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95D391F7-C135-F995-9D25-9947220935E2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34A9BCF0-A3F7-F8A4-C80C-FD60E28E095D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150E87BD-E051-DE7A-3950-ABE1A2CEA1DE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9BE6BC-AF01-B341-278E-F84FB764CC8F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0182084-CD52-8859-188D-BB9EC0EBC053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/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blipFill>
                <a:blip r:embed="rId2"/>
                <a:stretch>
                  <a:fillRect l="-304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A09B1C6-4D66-1528-624D-7C9BA2484F68}"/>
                  </a:ext>
                </a:extLst>
              </p14:cNvPr>
              <p14:cNvContentPartPr/>
              <p14:nvPr/>
            </p14:nvContentPartPr>
            <p14:xfrm>
              <a:off x="3072600" y="456120"/>
              <a:ext cx="6489720" cy="55756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A09B1C6-4D66-1528-624D-7C9BA2484F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63240" y="446760"/>
                <a:ext cx="6508440" cy="55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8067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D05F-C10D-73F2-3AAF-B8AAB9DD5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1F6E3-1E1C-389A-3D32-70E8B4176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BFS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7A8FB-87E9-42BB-242D-130E7ED85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22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CCEEAC-E880-DF09-6135-7C01E27E4241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6276158-6B56-5EE5-454D-32D594DA2D2C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DE43658A-6801-2571-7530-9AA11228C177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8E211B02-015E-6922-7CDD-068B8C54CC0F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9CF0AEE-A6BD-78A8-8EEE-0B5A39B33842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12C0F42F-C28F-250C-1958-E5AC4FE42850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634093F-EE6F-C669-FE3A-AF945D2AD134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79E027-21B1-054D-9738-7EF4D2A0BDFB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D2038395-21D8-A667-972E-997AC6903A89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FD48B10B-E978-627F-9514-B1B25A84F582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DCB3D303-EC1B-8250-1055-F48573DBE13B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97CCE582-10D0-7A15-F3F6-B09DEA0359F7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268AAB3-5B13-39EE-2F1F-53D30AC034B8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B78E5386-86CE-D617-90EF-EAD8279A2E0A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6F99451C-AE63-5E1C-E1BD-FEB87FFAA7A7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88B72F7-4129-44A9-E1F8-39C89254D088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201477F3-3180-1902-A2FA-2D8E1673ECAD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4FAE1F2F-4002-F2F3-F0F3-4A612BDD7BEB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2B692062-6D5B-310B-1ACD-CBA2A6DA3DE7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5E73BE4D-BFFB-501E-2C00-21B9A94DA8B0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19EB58D-4261-0693-E850-234F78F4A2FB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605E6156-1A2C-AA73-1828-0CD4A6672AC2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0C762268-E61C-E487-F6BC-DD5CE47F463E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975D0144-C081-6602-51D2-BE452FBAD372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6C44689B-63FE-0289-FF3A-C260CCC89AAF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FC54619-9A23-FC24-BAFA-E64A864EA055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50D4763-E070-4F7A-07CD-63D6D5B5680D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549A85-396E-4DD3-B156-C50E133349BF}"/>
              </a:ext>
            </a:extLst>
          </p:cNvPr>
          <p:cNvSpPr txBox="1"/>
          <p:nvPr/>
        </p:nvSpPr>
        <p:spPr>
          <a:xfrm>
            <a:off x="311300" y="4450870"/>
            <a:ext cx="510543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DC8385-3149-ADA1-65A8-6FC96A3503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555495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8E78528F-B481-501B-80C8-3ACEF731F1AB}"/>
              </a:ext>
            </a:extLst>
          </p:cNvPr>
          <p:cNvGrpSpPr/>
          <p:nvPr/>
        </p:nvGrpSpPr>
        <p:grpSpPr>
          <a:xfrm>
            <a:off x="5742926" y="5619404"/>
            <a:ext cx="6036209" cy="647348"/>
            <a:chOff x="5742926" y="5619404"/>
            <a:chExt cx="6036209" cy="64734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08B7A96-F20F-58E9-9395-737B04B7460B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B55E0C5-A13E-712E-C130-6D7FE34C5699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5066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9" y="117543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dirty="0"/>
              <a:t>Find Distance (unweighted)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23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506979" y="197326"/>
            <a:ext cx="86868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int </a:t>
            </a:r>
            <a:r>
              <a:rPr lang="en-US" sz="2400" dirty="0" err="1"/>
              <a:t>findDistance</a:t>
            </a:r>
            <a:r>
              <a:rPr lang="en-US" sz="2400" dirty="0"/>
              <a:t>(graph, s, t){</a:t>
            </a:r>
          </a:p>
          <a:p>
            <a:r>
              <a:rPr lang="en-US" sz="2400" dirty="0"/>
              <a:t>	found = new Queue();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layer = 0;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found.enqueue</a:t>
            </a:r>
            <a:r>
              <a:rPr lang="en-US" sz="2400" dirty="0"/>
              <a:t>(s);</a:t>
            </a:r>
          </a:p>
          <a:p>
            <a:r>
              <a:rPr lang="en-US" sz="2400" dirty="0"/>
              <a:t>	mark s as “visited”;</a:t>
            </a:r>
          </a:p>
          <a:p>
            <a:r>
              <a:rPr lang="en-US" sz="2400" dirty="0"/>
              <a:t>	While (!</a:t>
            </a:r>
            <a:r>
              <a:rPr lang="en-US" sz="2400" dirty="0" err="1"/>
              <a:t>found.isEmpty</a:t>
            </a:r>
            <a:r>
              <a:rPr lang="en-US" sz="2400" dirty="0"/>
              <a:t>()){</a:t>
            </a:r>
          </a:p>
          <a:p>
            <a:r>
              <a:rPr lang="en-US" sz="2400" dirty="0"/>
              <a:t>		current = </a:t>
            </a:r>
            <a:r>
              <a:rPr lang="en-US" sz="2400" dirty="0" err="1"/>
              <a:t>found.dequeue</a:t>
            </a:r>
            <a:r>
              <a:rPr lang="en-US" sz="2400" dirty="0"/>
              <a:t>();</a:t>
            </a:r>
          </a:p>
          <a:p>
            <a:r>
              <a:rPr lang="en-US" sz="2400" dirty="0"/>
              <a:t>		</a:t>
            </a:r>
            <a:r>
              <a:rPr lang="en-US" sz="2400" dirty="0">
                <a:solidFill>
                  <a:srgbClr val="FF0000"/>
                </a:solidFill>
              </a:rPr>
              <a:t>layer = depth of current;</a:t>
            </a:r>
          </a:p>
          <a:p>
            <a:r>
              <a:rPr lang="en-US" sz="2400" dirty="0"/>
              <a:t>		for (v : neighbors(current)){</a:t>
            </a:r>
          </a:p>
          <a:p>
            <a:r>
              <a:rPr lang="en-US" sz="2400" dirty="0"/>
              <a:t>			if (! v marked “visited”){</a:t>
            </a:r>
          </a:p>
          <a:p>
            <a:r>
              <a:rPr lang="en-US" sz="2400" dirty="0"/>
              <a:t>				mark v as “visited”;</a:t>
            </a:r>
          </a:p>
          <a:p>
            <a:r>
              <a:rPr lang="en-US" sz="2400" dirty="0"/>
              <a:t>				</a:t>
            </a:r>
            <a:r>
              <a:rPr lang="en-US" sz="2400" dirty="0">
                <a:solidFill>
                  <a:srgbClr val="FF0000"/>
                </a:solidFill>
              </a:rPr>
              <a:t>depth of v = layer + 1;</a:t>
            </a:r>
          </a:p>
          <a:p>
            <a:r>
              <a:rPr lang="en-US" sz="2400" dirty="0"/>
              <a:t>				</a:t>
            </a:r>
            <a:r>
              <a:rPr lang="en-US" sz="2400" dirty="0" err="1"/>
              <a:t>found.enqueue</a:t>
            </a:r>
            <a:r>
              <a:rPr lang="en-US" sz="2400" dirty="0"/>
              <a:t>(v);</a:t>
            </a:r>
          </a:p>
          <a:p>
            <a:r>
              <a:rPr lang="en-US" sz="2400" dirty="0"/>
              <a:t>			}</a:t>
            </a:r>
          </a:p>
          <a:p>
            <a:r>
              <a:rPr lang="en-US" sz="2400" dirty="0"/>
              <a:t>		}</a:t>
            </a:r>
          </a:p>
          <a:p>
            <a:r>
              <a:rPr lang="en-US" sz="2400" dirty="0"/>
              <a:t>	}</a:t>
            </a:r>
          </a:p>
          <a:p>
            <a:r>
              <a:rPr lang="en-US" sz="2400" dirty="0"/>
              <a:t>	</a:t>
            </a:r>
            <a:r>
              <a:rPr lang="en-US" sz="2400" dirty="0">
                <a:solidFill>
                  <a:srgbClr val="FF0000"/>
                </a:solidFill>
              </a:rPr>
              <a:t>return depth of t;</a:t>
            </a:r>
            <a:r>
              <a:rPr lang="en-US" sz="2400" dirty="0"/>
              <a:t>	</a:t>
            </a:r>
          </a:p>
          <a:p>
            <a:r>
              <a:rPr lang="en-US" sz="2400" dirty="0"/>
              <a:t>}			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1EF236-31C1-EF76-BCC3-71E806C76908}"/>
              </a:ext>
            </a:extLst>
          </p:cNvPr>
          <p:cNvSpPr txBox="1"/>
          <p:nvPr/>
        </p:nvSpPr>
        <p:spPr>
          <a:xfrm>
            <a:off x="197532" y="4632030"/>
            <a:ext cx="5007570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when it’s seen, remember its “layer” depth!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18904D-A23D-F7E7-77F7-9C5654D8606A}"/>
              </a:ext>
            </a:extLst>
          </p:cNvPr>
          <p:cNvGrpSpPr/>
          <p:nvPr/>
        </p:nvGrpSpPr>
        <p:grpSpPr>
          <a:xfrm>
            <a:off x="508737" y="1745062"/>
            <a:ext cx="4385159" cy="2420607"/>
            <a:chOff x="1524000" y="2625729"/>
            <a:chExt cx="7044346" cy="38884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575207F-5479-5963-8004-40032CDB5E54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27288E00-3423-BF9C-8CF8-84F095D826DE}"/>
                  </a:ext>
                </a:extLst>
              </p:cNvPr>
              <p:cNvCxnSpPr>
                <a:stCxn id="23" idx="7"/>
                <a:endCxn id="24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086EFE9-D906-8A68-FB16-D547CEC30E1E}"/>
                  </a:ext>
                </a:extLst>
              </p:cNvPr>
              <p:cNvCxnSpPr>
                <a:stCxn id="24" idx="6"/>
                <a:endCxn id="27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E1C25311-7C68-C36D-4476-CA0FCCD69244}"/>
                  </a:ext>
                </a:extLst>
              </p:cNvPr>
              <p:cNvCxnSpPr>
                <a:stCxn id="23" idx="4"/>
                <a:endCxn id="25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11F5BADE-4A56-92F9-58BC-B486B8F7E070}"/>
                  </a:ext>
                </a:extLst>
              </p:cNvPr>
              <p:cNvCxnSpPr>
                <a:stCxn id="26" idx="3"/>
                <a:endCxn id="25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027FA524-C0FB-0934-FA57-17F9C7BAE186}"/>
                  </a:ext>
                </a:extLst>
              </p:cNvPr>
              <p:cNvCxnSpPr>
                <a:stCxn id="28" idx="2"/>
                <a:endCxn id="25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D6C19D-2D8E-F3D1-9BEE-4E9B9E6A8587}"/>
                  </a:ext>
                </a:extLst>
              </p:cNvPr>
              <p:cNvCxnSpPr>
                <a:stCxn id="26" idx="5"/>
                <a:endCxn id="28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8AC7CFD8-7844-11BF-72E2-7FAC5E5D51D9}"/>
                  </a:ext>
                </a:extLst>
              </p:cNvPr>
              <p:cNvCxnSpPr>
                <a:stCxn id="26" idx="7"/>
                <a:endCxn id="27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3E77900-A6CF-C297-A6B7-E676DEBA1211}"/>
                  </a:ext>
                </a:extLst>
              </p:cNvPr>
              <p:cNvCxnSpPr>
                <a:stCxn id="28" idx="6"/>
                <a:endCxn id="29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B7C4C5DD-3870-F3AC-A444-916129C761B5}"/>
                  </a:ext>
                </a:extLst>
              </p:cNvPr>
              <p:cNvCxnSpPr>
                <a:stCxn id="29" idx="1"/>
                <a:endCxn id="27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E4629D72-BBBE-5AB8-F371-E489B421A452}"/>
                  </a:ext>
                </a:extLst>
              </p:cNvPr>
              <p:cNvCxnSpPr>
                <a:stCxn id="47" idx="2"/>
                <a:endCxn id="27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B49FB4E7-4DAE-BB0C-3685-407F9B1895F4}"/>
                  </a:ext>
                </a:extLst>
              </p:cNvPr>
              <p:cNvCxnSpPr>
                <a:stCxn id="29" idx="0"/>
                <a:endCxn id="47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rgbClr val="FF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BB8579B-0572-EE4C-4590-561529CC3161}"/>
                  </a:ext>
                </a:extLst>
              </p:cNvPr>
              <p:cNvCxnSpPr>
                <a:stCxn id="30" idx="1"/>
                <a:endCxn id="47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AA6E8E87-D0F7-BDA0-AF78-72DC2CE9C860}"/>
                  </a:ext>
                </a:extLst>
              </p:cNvPr>
              <p:cNvCxnSpPr>
                <a:stCxn id="30" idx="3"/>
                <a:endCxn id="29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FAEE3F55-268C-5144-5B98-2EACFC0C0CBF}"/>
                  </a:ext>
                </a:extLst>
              </p:cNvPr>
              <p:cNvCxnSpPr>
                <a:stCxn id="24" idx="4"/>
                <a:endCxn id="25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0798340-7B35-17BE-0B33-CE06FADA2E92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C4A65DA6-774E-0FE3-4D06-3E93383C728E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22B91480-4C85-A081-2FE2-963A3BCE0382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F7EAA21-792F-41EE-AC55-1B1D748CF362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2DC5204-758E-422C-7620-F2CB8AD543FC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FDDC74CF-E5BF-4989-DE6D-842F332C8CC3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98920CAB-73F8-6071-7659-A84EA68DAF39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9BCDA8-36C9-7E40-A352-11256FF278A8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3EE2D146-DAEA-00BE-7C60-D185B4C0F610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06595CC-A5D9-7851-3D09-0246DF1C7A83}"/>
                </a:ext>
              </a:extLst>
            </p:cNvPr>
            <p:cNvCxnSpPr>
              <a:cxnSpLocks/>
              <a:stCxn id="29" idx="7"/>
              <a:endCxn id="47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CF675CA-0FA6-3D2C-63D0-79A0D2101294}"/>
                </a:ext>
              </a:extLst>
            </p:cNvPr>
            <p:cNvCxnSpPr>
              <a:cxnSpLocks/>
              <a:stCxn id="28" idx="3"/>
              <a:endCxn id="25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rgbClr val="FF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947596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B25D7-46D9-7A29-F433-24525C179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94C9A-430C-4F98-53B0-13383F31D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Distance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695E1-647D-3F68-CEE1-900FDB3C2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71CF9C8-0EB1-808E-6937-D55B88045794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8F90165-D1B4-25ED-6027-B1D8D91EE9D3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29E0C23-FF86-8EEA-0144-7F272DDA62DA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B72EC391-05A6-3506-01A9-C2240D8025FA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628E4B48-5E79-8886-A44D-E01E16E84D82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E3AD71E1-1C59-0A4D-1288-BBEDA337FC0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0E9AA0F-ADE4-9C34-B251-AA94C1E4D969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4BBAB7B5-32E7-5BE9-45F7-DB5CA05855A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69923C17-F588-E260-DA4D-9DD9DB3AC4BF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B4A147D0-1973-BE93-04D0-EB87C7536397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AD4C1515-5592-C525-E1D4-F74FBB371676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AD2E1FE1-CF43-DE17-8F21-E99B186E23E4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7337B2B6-D1B5-2ADD-1D67-90C812AA100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ED31D3F-F699-E76A-12EF-2E5FFDAC476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27782D1-F1CA-DBD2-6D2A-ADFD9A47BCEA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A48AB834-1C74-3268-B430-3C841684F3A3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602BDAA-33D3-2325-0A07-9333ED85B614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10F59170-6D6B-9F34-58B4-B2B4A00B9E69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A7B830C2-CE9A-EDEA-A05C-CCA2204272A4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27D1A3C8-9983-4585-689C-0D3660B95854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BC78DA5-AD48-1ECA-69C8-B139F0C4FFB5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B03EF8D6-5A76-3E86-D7D2-E4D69A21FFD1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1BC16755-D9DF-713A-5A59-479D6312958F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539DE575-94DD-7B30-F122-E85E687337BE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C67B488D-93A5-DD1E-1B6A-1BD8D6397406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5E829E4-58A1-6BFF-7D14-C1A6DFE3A306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0E878FE-B3E8-3C5C-1F67-E780ED29F4E1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BA5A57-FBDF-C6BD-B65C-BE270C865080}"/>
              </a:ext>
            </a:extLst>
          </p:cNvPr>
          <p:cNvSpPr txBox="1"/>
          <p:nvPr/>
        </p:nvSpPr>
        <p:spPr>
          <a:xfrm>
            <a:off x="32803" y="3973607"/>
            <a:ext cx="698473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update current layer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layer to be current layer + 1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018B9F0-016C-4A88-CD0A-06B9EFF961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720483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9FC32378-B7BA-966F-E93B-2D3957A6733E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0FBA9DE-AFF7-CB66-1D65-61892F4009DC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C82495-D6C1-0C18-036B-6069D1519417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770933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8D23-AC6D-8027-7A1B-98072E8AC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70DF-BF7D-48BD-FEE1-60E43966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Shortest Path -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0496A-1D94-8392-BA33-24C185AA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25</a:t>
            </a:fld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90AFFE2-0C44-3C78-0EBE-F2B9CB2409CA}"/>
              </a:ext>
            </a:extLst>
          </p:cNvPr>
          <p:cNvGrpSpPr/>
          <p:nvPr/>
        </p:nvGrpSpPr>
        <p:grpSpPr>
          <a:xfrm>
            <a:off x="474420" y="1517187"/>
            <a:ext cx="4385159" cy="2420607"/>
            <a:chOff x="1524000" y="2625729"/>
            <a:chExt cx="7044346" cy="3888478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A9F1D6C-ACE7-BC5B-F569-9A70CE937B0D}"/>
                </a:ext>
              </a:extLst>
            </p:cNvPr>
            <p:cNvGrpSpPr/>
            <p:nvPr/>
          </p:nvGrpSpPr>
          <p:grpSpPr>
            <a:xfrm>
              <a:off x="1524000" y="2625729"/>
              <a:ext cx="7044346" cy="3888478"/>
              <a:chOff x="0" y="3020093"/>
              <a:chExt cx="7044346" cy="3888478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C783CA8C-3E94-0E3C-6D96-3CFC2A7358EE}"/>
                  </a:ext>
                </a:extLst>
              </p:cNvPr>
              <p:cNvCxnSpPr>
                <a:stCxn id="88" idx="7"/>
                <a:endCxn id="89" idx="2"/>
              </p:cNvCxnSpPr>
              <p:nvPr/>
            </p:nvCxnSpPr>
            <p:spPr>
              <a:xfrm flipV="1">
                <a:off x="438102" y="3276727"/>
                <a:ext cx="1492916" cy="96260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1B3D5AA-F1D7-3368-4383-D4FCE55D019C}"/>
                  </a:ext>
                </a:extLst>
              </p:cNvPr>
              <p:cNvCxnSpPr>
                <a:stCxn id="89" idx="6"/>
                <a:endCxn id="92" idx="2"/>
              </p:cNvCxnSpPr>
              <p:nvPr/>
            </p:nvCxnSpPr>
            <p:spPr>
              <a:xfrm>
                <a:off x="2444286" y="3276727"/>
                <a:ext cx="1510213" cy="52390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3944A9A2-D1AF-CDD7-0D84-91FA7A11CFD4}"/>
                  </a:ext>
                </a:extLst>
              </p:cNvPr>
              <p:cNvCxnSpPr>
                <a:stCxn id="88" idx="4"/>
                <a:endCxn id="90" idx="1"/>
              </p:cNvCxnSpPr>
              <p:nvPr/>
            </p:nvCxnSpPr>
            <p:spPr>
              <a:xfrm>
                <a:off x="256634" y="4677433"/>
                <a:ext cx="857899" cy="1046257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6FA77429-45D1-E595-4393-DA0258546472}"/>
                  </a:ext>
                </a:extLst>
              </p:cNvPr>
              <p:cNvCxnSpPr>
                <a:stCxn id="91" idx="3"/>
                <a:endCxn id="90" idx="7"/>
              </p:cNvCxnSpPr>
              <p:nvPr/>
            </p:nvCxnSpPr>
            <p:spPr>
              <a:xfrm flipH="1">
                <a:off x="1477469" y="4930617"/>
                <a:ext cx="1172042" cy="79307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05B3C426-52C7-742A-D3B2-A93F30C3D91D}"/>
                  </a:ext>
                </a:extLst>
              </p:cNvPr>
              <p:cNvCxnSpPr>
                <a:stCxn id="93" idx="2"/>
                <a:endCxn id="90" idx="5"/>
              </p:cNvCxnSpPr>
              <p:nvPr/>
            </p:nvCxnSpPr>
            <p:spPr>
              <a:xfrm flipH="1" flipV="1">
                <a:off x="1477469" y="6086626"/>
                <a:ext cx="1369411" cy="5653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D4B8B381-111A-FD41-7E22-8F44EC30EFD6}"/>
                  </a:ext>
                </a:extLst>
              </p:cNvPr>
              <p:cNvCxnSpPr>
                <a:stCxn id="91" idx="5"/>
                <a:endCxn id="93" idx="0"/>
              </p:cNvCxnSpPr>
              <p:nvPr/>
            </p:nvCxnSpPr>
            <p:spPr>
              <a:xfrm>
                <a:off x="3012447" y="4930617"/>
                <a:ext cx="91067" cy="146468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03ED18C9-0F58-FE0A-224C-2588174AFB81}"/>
                  </a:ext>
                </a:extLst>
              </p:cNvPr>
              <p:cNvCxnSpPr>
                <a:stCxn id="91" idx="7"/>
                <a:endCxn id="92" idx="3"/>
              </p:cNvCxnSpPr>
              <p:nvPr/>
            </p:nvCxnSpPr>
            <p:spPr>
              <a:xfrm flipV="1">
                <a:off x="3012447" y="3510585"/>
                <a:ext cx="1017218" cy="105709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57BFEEB3-97C2-AEF0-9428-FBF57DE0453A}"/>
                  </a:ext>
                </a:extLst>
              </p:cNvPr>
              <p:cNvCxnSpPr>
                <a:stCxn id="93" idx="6"/>
                <a:endCxn id="94" idx="3"/>
              </p:cNvCxnSpPr>
              <p:nvPr/>
            </p:nvCxnSpPr>
            <p:spPr>
              <a:xfrm flipV="1">
                <a:off x="3360148" y="6576771"/>
                <a:ext cx="1716185" cy="75166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42064E52-216B-91FC-4B46-2311B61F7132}"/>
                  </a:ext>
                </a:extLst>
              </p:cNvPr>
              <p:cNvCxnSpPr>
                <a:stCxn id="94" idx="1"/>
                <a:endCxn id="92" idx="4"/>
              </p:cNvCxnSpPr>
              <p:nvPr/>
            </p:nvCxnSpPr>
            <p:spPr>
              <a:xfrm flipH="1" flipV="1">
                <a:off x="4211133" y="3585751"/>
                <a:ext cx="865200" cy="262808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27927D8-F995-BC9D-2E12-CA5E5A93084B}"/>
                  </a:ext>
                </a:extLst>
              </p:cNvPr>
              <p:cNvCxnSpPr>
                <a:stCxn id="96" idx="2"/>
                <a:endCxn id="92" idx="5"/>
              </p:cNvCxnSpPr>
              <p:nvPr/>
            </p:nvCxnSpPr>
            <p:spPr>
              <a:xfrm flipH="1" flipV="1">
                <a:off x="4392601" y="3510585"/>
                <a:ext cx="913997" cy="495205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64708231-BFB6-80B8-9507-7F4B9B28CD2E}"/>
                  </a:ext>
                </a:extLst>
              </p:cNvPr>
              <p:cNvCxnSpPr>
                <a:stCxn id="94" idx="0"/>
                <a:endCxn id="96" idx="3"/>
              </p:cNvCxnSpPr>
              <p:nvPr/>
            </p:nvCxnSpPr>
            <p:spPr>
              <a:xfrm flipV="1">
                <a:off x="5257801" y="4187258"/>
                <a:ext cx="123963" cy="195141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22C6D9FE-7480-CF62-2F8F-F3263512D305}"/>
                  </a:ext>
                </a:extLst>
              </p:cNvPr>
              <p:cNvCxnSpPr>
                <a:stCxn id="95" idx="1"/>
                <a:endCxn id="96" idx="5"/>
              </p:cNvCxnSpPr>
              <p:nvPr/>
            </p:nvCxnSpPr>
            <p:spPr>
              <a:xfrm flipH="1" flipV="1">
                <a:off x="5744700" y="4187258"/>
                <a:ext cx="861544" cy="674868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4FDF33F4-50FF-57CE-0D0C-B81049DC5328}"/>
                  </a:ext>
                </a:extLst>
              </p:cNvPr>
              <p:cNvCxnSpPr>
                <a:stCxn id="95" idx="3"/>
                <a:endCxn id="94" idx="6"/>
              </p:cNvCxnSpPr>
              <p:nvPr/>
            </p:nvCxnSpPr>
            <p:spPr>
              <a:xfrm flipH="1">
                <a:off x="5514435" y="5225062"/>
                <a:ext cx="1091809" cy="1170241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945C8B4B-4F12-5223-18DA-B771717B2568}"/>
                  </a:ext>
                </a:extLst>
              </p:cNvPr>
              <p:cNvCxnSpPr>
                <a:stCxn id="89" idx="4"/>
                <a:endCxn id="90" idx="0"/>
              </p:cNvCxnSpPr>
              <p:nvPr/>
            </p:nvCxnSpPr>
            <p:spPr>
              <a:xfrm flipH="1">
                <a:off x="1296001" y="3533361"/>
                <a:ext cx="891651" cy="211516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73BB55AC-6552-DF0B-125E-970A40257AF6}"/>
                  </a:ext>
                </a:extLst>
              </p:cNvPr>
              <p:cNvSpPr/>
              <p:nvPr/>
            </p:nvSpPr>
            <p:spPr>
              <a:xfrm>
                <a:off x="0" y="4164165"/>
                <a:ext cx="513268" cy="513268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6F004A88-0014-17C5-23B1-58339851F5A5}"/>
                  </a:ext>
                </a:extLst>
              </p:cNvPr>
              <p:cNvSpPr/>
              <p:nvPr/>
            </p:nvSpPr>
            <p:spPr>
              <a:xfrm>
                <a:off x="1931018" y="3020093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2</a:t>
                </a: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CBCF41E3-C342-A8F8-BC70-760CC907982E}"/>
                  </a:ext>
                </a:extLst>
              </p:cNvPr>
              <p:cNvSpPr/>
              <p:nvPr/>
            </p:nvSpPr>
            <p:spPr>
              <a:xfrm>
                <a:off x="1039367" y="5648524"/>
                <a:ext cx="513268" cy="513268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3</a:t>
                </a: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79E00AAD-1B6F-C063-FD03-8C1542D5362D}"/>
                  </a:ext>
                </a:extLst>
              </p:cNvPr>
              <p:cNvSpPr/>
              <p:nvPr/>
            </p:nvSpPr>
            <p:spPr>
              <a:xfrm>
                <a:off x="2574345" y="4492515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934C4B80-D7E1-B1EA-8093-43F2C630458F}"/>
                  </a:ext>
                </a:extLst>
              </p:cNvPr>
              <p:cNvSpPr/>
              <p:nvPr/>
            </p:nvSpPr>
            <p:spPr>
              <a:xfrm>
                <a:off x="3954499" y="307248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E006F4F3-7154-9957-1607-30309B9D7EB4}"/>
                  </a:ext>
                </a:extLst>
              </p:cNvPr>
              <p:cNvSpPr/>
              <p:nvPr/>
            </p:nvSpPr>
            <p:spPr>
              <a:xfrm>
                <a:off x="2846880" y="6395303"/>
                <a:ext cx="513268" cy="513268"/>
              </a:xfrm>
              <a:prstGeom prst="ellipse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6483AC7E-DC22-645B-FD39-9AFE24B91B57}"/>
                  </a:ext>
                </a:extLst>
              </p:cNvPr>
              <p:cNvSpPr/>
              <p:nvPr/>
            </p:nvSpPr>
            <p:spPr>
              <a:xfrm>
                <a:off x="5001167" y="6138669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7</a:t>
                </a:r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DBAB79B6-ED59-E70B-252B-FCF83693C674}"/>
                  </a:ext>
                </a:extLst>
              </p:cNvPr>
              <p:cNvSpPr/>
              <p:nvPr/>
            </p:nvSpPr>
            <p:spPr>
              <a:xfrm>
                <a:off x="6531078" y="4786960"/>
                <a:ext cx="513268" cy="513268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9</a:t>
                </a: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9E9BD361-1CAC-81E4-D04E-77489843E897}"/>
                  </a:ext>
                </a:extLst>
              </p:cNvPr>
              <p:cNvSpPr/>
              <p:nvPr/>
            </p:nvSpPr>
            <p:spPr>
              <a:xfrm>
                <a:off x="5306598" y="3749156"/>
                <a:ext cx="513268" cy="513268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8</a:t>
                </a:r>
              </a:p>
            </p:txBody>
          </p:sp>
        </p:grp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94D02E-26D0-E33C-9762-F65088F5CF48}"/>
                </a:ext>
              </a:extLst>
            </p:cNvPr>
            <p:cNvCxnSpPr>
              <a:cxnSpLocks/>
              <a:stCxn id="94" idx="7"/>
              <a:endCxn id="96" idx="4"/>
            </p:cNvCxnSpPr>
            <p:nvPr/>
          </p:nvCxnSpPr>
          <p:spPr>
            <a:xfrm flipV="1">
              <a:off x="6963269" y="3868060"/>
              <a:ext cx="123963" cy="195141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09AC4CD-7B2F-C50E-B425-B8853CD4FAB6}"/>
                </a:ext>
              </a:extLst>
            </p:cNvPr>
            <p:cNvCxnSpPr>
              <a:cxnSpLocks/>
              <a:stCxn id="93" idx="3"/>
              <a:endCxn id="90" idx="4"/>
            </p:cNvCxnSpPr>
            <p:nvPr/>
          </p:nvCxnSpPr>
          <p:spPr>
            <a:xfrm flipH="1" flipV="1">
              <a:off x="2820001" y="5767428"/>
              <a:ext cx="1626045" cy="67161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E7E310-EA56-B238-8799-0C3977E917EB}"/>
              </a:ext>
            </a:extLst>
          </p:cNvPr>
          <p:cNvSpPr txBox="1"/>
          <p:nvPr/>
        </p:nvSpPr>
        <p:spPr>
          <a:xfrm>
            <a:off x="32803" y="4480684"/>
            <a:ext cx="760785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For each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add that neighbor to a queue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that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set neighbor’s previous to be the current node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3DF76A7-1AE5-FE32-B9BA-55D479F06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31411"/>
              </p:ext>
            </p:extLst>
          </p:nvPr>
        </p:nvGraphicFramePr>
        <p:xfrm>
          <a:off x="6820603" y="1399839"/>
          <a:ext cx="3977241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330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1014152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1996759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Previous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D38CD5B-5A6B-D249-71C9-53138DD93CBB}"/>
              </a:ext>
            </a:extLst>
          </p:cNvPr>
          <p:cNvGrpSpPr/>
          <p:nvPr/>
        </p:nvGrpSpPr>
        <p:grpSpPr>
          <a:xfrm>
            <a:off x="5742926" y="5486396"/>
            <a:ext cx="6036209" cy="647348"/>
            <a:chOff x="5742926" y="5619404"/>
            <a:chExt cx="6036209" cy="64734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9E0C2FE-17B8-0CDF-F2EE-54A2FDB66321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1EE25D8-B172-B4CA-EC39-BD6F91CBDA5B}"/>
                </a:ext>
              </a:extLst>
            </p:cNvPr>
            <p:cNvSpPr txBox="1"/>
            <p:nvPr/>
          </p:nvSpPr>
          <p:spPr>
            <a:xfrm>
              <a:off x="5742926" y="5765866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Queue: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94837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354B8-6E56-5819-01C5-30E4EDBFB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1ADA-B56B-195F-9841-4F69B5159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81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Depth-First Search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Input: a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Behavior: Start with node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visit one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all nodes reachable from that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/>
                      </a:rPr>
                      <m:t>𝑠</m:t>
                    </m:r>
                  </m:oMath>
                </a14:m>
                <a:r>
                  <a:rPr lang="en-US" dirty="0"/>
                  <a:t>, then another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,…</a:t>
                </a:r>
              </a:p>
              <a:p>
                <a:pPr lvl="1"/>
                <a:r>
                  <a:rPr lang="en-US" dirty="0"/>
                  <a:t>Before moving on to the second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, visit everything reachable from the first neighbor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Does the graph have a cycle?</a:t>
                </a:r>
              </a:p>
              <a:p>
                <a:pPr lvl="1"/>
                <a:r>
                  <a:rPr lang="en-US" dirty="0"/>
                  <a:t>A </a:t>
                </a:r>
                <a:r>
                  <a:rPr lang="en-US" b="1" dirty="0"/>
                  <a:t>topological sort </a:t>
                </a:r>
                <a:r>
                  <a:rPr lang="en-US" dirty="0"/>
                  <a:t>of the graph.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6857667" y="446454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5044C-10BD-AEE9-D583-6E3F278B41F7}"/>
              </a:ext>
            </a:extLst>
          </p:cNvPr>
          <p:cNvSpPr txBox="1"/>
          <p:nvPr/>
        </p:nvSpPr>
        <p:spPr>
          <a:xfrm>
            <a:off x="8096239" y="374744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37F514-BD71-389A-276B-9053B381D8E4}"/>
              </a:ext>
            </a:extLst>
          </p:cNvPr>
          <p:cNvSpPr txBox="1"/>
          <p:nvPr/>
        </p:nvSpPr>
        <p:spPr>
          <a:xfrm>
            <a:off x="9338044" y="37988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7298B3-A661-E800-FF4D-E8EEBF644EAB}"/>
              </a:ext>
            </a:extLst>
          </p:cNvPr>
          <p:cNvSpPr txBox="1"/>
          <p:nvPr/>
        </p:nvSpPr>
        <p:spPr>
          <a:xfrm>
            <a:off x="10242843" y="415589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8D756-6925-39E6-93AD-CDD831F97A7D}"/>
              </a:ext>
            </a:extLst>
          </p:cNvPr>
          <p:cNvSpPr txBox="1"/>
          <p:nvPr/>
        </p:nvSpPr>
        <p:spPr>
          <a:xfrm>
            <a:off x="10287000" y="6248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F2CDBA-DA7A-3C1A-5713-45F18AC0DC23}"/>
              </a:ext>
            </a:extLst>
          </p:cNvPr>
          <p:cNvSpPr txBox="1"/>
          <p:nvPr/>
        </p:nvSpPr>
        <p:spPr>
          <a:xfrm>
            <a:off x="7421000" y="58179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5030A1-83AA-A3BB-CB2D-2CE9A3C9892E}"/>
              </a:ext>
            </a:extLst>
          </p:cNvPr>
          <p:cNvSpPr txBox="1"/>
          <p:nvPr/>
        </p:nvSpPr>
        <p:spPr>
          <a:xfrm>
            <a:off x="8429267" y="473316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52F29-0A79-210D-2DF8-9579B15BE792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EB8E3F-6751-1E82-7583-8F80C26138DF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3A9D27-8499-DCAD-BB09-C5811A2BD9B8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F20D4D-C2AE-E63F-6C7C-DE9BDBED70C7}"/>
                    </a:ext>
                  </a:extLst>
                </p:cNvPr>
                <p:cNvCxnSpPr>
                  <a:stCxn id="58" idx="7"/>
                  <a:endCxn id="59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02F690A-F0D8-CEFB-E093-724538ADFB0B}"/>
                    </a:ext>
                  </a:extLst>
                </p:cNvPr>
                <p:cNvCxnSpPr>
                  <a:stCxn id="59" idx="6"/>
                  <a:endCxn id="62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52C7ABA-BBB6-2678-6598-C7D0CEA71D55}"/>
                    </a:ext>
                  </a:extLst>
                </p:cNvPr>
                <p:cNvCxnSpPr>
                  <a:stCxn id="58" idx="4"/>
                  <a:endCxn id="60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9662FE4-23A3-CBB5-86C2-A01319284309}"/>
                    </a:ext>
                  </a:extLst>
                </p:cNvPr>
                <p:cNvCxnSpPr>
                  <a:stCxn id="61" idx="3"/>
                  <a:endCxn id="60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BCAFCEF6-1E10-BE11-39F3-D367EC560DB9}"/>
                    </a:ext>
                  </a:extLst>
                </p:cNvPr>
                <p:cNvCxnSpPr>
                  <a:stCxn id="63" idx="2"/>
                  <a:endCxn id="60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32A12C4-8001-3670-1EDB-F2EFBDB7661E}"/>
                    </a:ext>
                  </a:extLst>
                </p:cNvPr>
                <p:cNvCxnSpPr>
                  <a:stCxn id="61" idx="5"/>
                  <a:endCxn id="6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BFE5E66-3D07-C865-EB56-C97B22695E90}"/>
                    </a:ext>
                  </a:extLst>
                </p:cNvPr>
                <p:cNvCxnSpPr>
                  <a:cxnSpLocks/>
                  <a:stCxn id="59" idx="5"/>
                  <a:endCxn id="64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324CD16-9A95-C1EA-83C5-7A9080A0385E}"/>
                    </a:ext>
                  </a:extLst>
                </p:cNvPr>
                <p:cNvCxnSpPr>
                  <a:cxnSpLocks/>
                  <a:stCxn id="66" idx="4"/>
                  <a:endCxn id="64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EE0805D-E768-31B1-8BF9-AAD97F21580B}"/>
                    </a:ext>
                  </a:extLst>
                </p:cNvPr>
                <p:cNvCxnSpPr>
                  <a:stCxn id="66" idx="2"/>
                  <a:endCxn id="62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6C691D0-D9B7-B74F-D15F-4D0CDB0BB571}"/>
                    </a:ext>
                  </a:extLst>
                </p:cNvPr>
                <p:cNvCxnSpPr>
                  <a:stCxn id="65" idx="1"/>
                  <a:endCxn id="6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28A2562-2B96-4380-2649-D2603A892492}"/>
                    </a:ext>
                  </a:extLst>
                </p:cNvPr>
                <p:cNvCxnSpPr>
                  <a:stCxn id="65" idx="3"/>
                  <a:endCxn id="64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677C7EE-6C4E-FD2F-87D9-ABDBFACDFE6D}"/>
                    </a:ext>
                  </a:extLst>
                </p:cNvPr>
                <p:cNvCxnSpPr>
                  <a:stCxn id="59" idx="4"/>
                  <a:endCxn id="60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856A7F-12C5-19F0-FCB2-420F4354598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C5968D7-2907-9113-8FF6-CC4B379CC23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BE19AF-9821-7DB2-BABD-9828DF2FDA2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6C0888B-D28A-7C05-A7DC-C42BD35E4A46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F6BA200-2A32-4B42-FDB6-8BC54E2290CC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0A11247-2014-BBA9-F784-829C0D1A56DD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6FA3B9B-58B9-D650-AE52-EB3C4C14EBF2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5EA0F88-7B97-1BA7-DF0F-7D545939207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909E842-3B88-2325-732B-830110DB65F8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34E73A-0E2E-C169-BBC8-1336F0573A3C}"/>
                  </a:ext>
                </a:extLst>
              </p:cNvPr>
              <p:cNvCxnSpPr>
                <a:cxnSpLocks/>
                <a:stCxn id="63" idx="3"/>
                <a:endCxn id="60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5250A6-491F-63A7-7A2B-12750046089E}"/>
                </a:ext>
              </a:extLst>
            </p:cNvPr>
            <p:cNvCxnSpPr>
              <a:cxnSpLocks/>
              <a:stCxn id="63" idx="6"/>
              <a:endCxn id="64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E2D8E6EA-0503-E96D-3170-C01DCD7AB07A}"/>
              </a:ext>
            </a:extLst>
          </p:cNvPr>
          <p:cNvSpPr txBox="1"/>
          <p:nvPr/>
        </p:nvSpPr>
        <p:spPr>
          <a:xfrm>
            <a:off x="8915400" y="6488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D60BBF5-CA85-7FBF-F087-281820EF990C}"/>
                  </a:ext>
                </a:extLst>
              </p14:cNvPr>
              <p14:cNvContentPartPr/>
              <p14:nvPr/>
            </p14:nvContentPartPr>
            <p14:xfrm>
              <a:off x="2802240" y="1695960"/>
              <a:ext cx="7995240" cy="47581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D60BBF5-CA85-7FBF-F087-281820EF99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2880" y="1686600"/>
                <a:ext cx="8013960" cy="4776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5696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" y="192802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DFS (non-recursive)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28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194496" y="414158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s){</a:t>
            </a:r>
          </a:p>
          <a:p>
            <a:r>
              <a:rPr lang="en-US" sz="2800" dirty="0"/>
              <a:t>	found = new </a:t>
            </a:r>
            <a:r>
              <a:rPr lang="en-US" sz="2800" dirty="0">
                <a:solidFill>
                  <a:srgbClr val="FF0000"/>
                </a:solidFill>
              </a:rPr>
              <a:t>Stack();</a:t>
            </a:r>
          </a:p>
          <a:p>
            <a:r>
              <a:rPr lang="en-US" sz="2800" dirty="0"/>
              <a:t>	</a:t>
            </a:r>
            <a:r>
              <a:rPr lang="en-US" sz="2800" dirty="0" err="1"/>
              <a:t>found.</a:t>
            </a:r>
            <a:r>
              <a:rPr lang="en-US" sz="2800" dirty="0" err="1">
                <a:solidFill>
                  <a:srgbClr val="FF0000"/>
                </a:solidFill>
              </a:rPr>
              <a:t>pop</a:t>
            </a:r>
            <a:r>
              <a:rPr lang="en-US" sz="2800" dirty="0"/>
              <a:t>(s);</a:t>
            </a:r>
          </a:p>
          <a:p>
            <a:r>
              <a:rPr lang="en-US" sz="2800" dirty="0"/>
              <a:t>	mark s as “visited”;</a:t>
            </a:r>
          </a:p>
          <a:p>
            <a:r>
              <a:rPr lang="en-US" sz="2800" dirty="0"/>
              <a:t>	While (!</a:t>
            </a:r>
            <a:r>
              <a:rPr lang="en-US" sz="2800" dirty="0" err="1"/>
              <a:t>found.isEmpty</a:t>
            </a:r>
            <a:r>
              <a:rPr lang="en-US" sz="2800" dirty="0"/>
              <a:t>()){</a:t>
            </a:r>
          </a:p>
          <a:p>
            <a:r>
              <a:rPr lang="en-US" sz="2800" dirty="0"/>
              <a:t>		current = </a:t>
            </a:r>
            <a:r>
              <a:rPr lang="en-US" sz="2800" dirty="0" err="1"/>
              <a:t>found.</a:t>
            </a:r>
            <a:r>
              <a:rPr lang="en-US" sz="2800" dirty="0" err="1">
                <a:solidFill>
                  <a:srgbClr val="FF0000"/>
                </a:solidFill>
              </a:rPr>
              <a:t>pop</a:t>
            </a:r>
            <a:r>
              <a:rPr lang="en-US" sz="2800" dirty="0"/>
              <a:t>();</a:t>
            </a:r>
          </a:p>
          <a:p>
            <a:r>
              <a:rPr lang="en-US" sz="2800" dirty="0"/>
              <a:t>		for (v : neighbors(current)){</a:t>
            </a:r>
          </a:p>
          <a:p>
            <a:r>
              <a:rPr lang="en-US" sz="2800" dirty="0"/>
              <a:t>			if (! v marked “visited”){</a:t>
            </a:r>
          </a:p>
          <a:p>
            <a:r>
              <a:rPr lang="en-US" sz="2800" dirty="0"/>
              <a:t>				mark v as “visited”;</a:t>
            </a:r>
          </a:p>
          <a:p>
            <a:r>
              <a:rPr lang="en-US" sz="2800" dirty="0"/>
              <a:t>				</a:t>
            </a:r>
            <a:r>
              <a:rPr lang="en-US" sz="2800" dirty="0" err="1"/>
              <a:t>found.</a:t>
            </a:r>
            <a:r>
              <a:rPr lang="en-US" sz="2800" dirty="0" err="1">
                <a:solidFill>
                  <a:srgbClr val="FF0000"/>
                </a:solidFill>
              </a:rPr>
              <a:t>push</a:t>
            </a:r>
            <a:r>
              <a:rPr lang="en-US" sz="2800" dirty="0"/>
              <a:t>(v);</a:t>
            </a:r>
          </a:p>
          <a:p>
            <a:r>
              <a:rPr lang="en-US" sz="2800" dirty="0"/>
              <a:t>			}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	</a:t>
            </a:r>
          </a:p>
          <a:p>
            <a:r>
              <a:rPr lang="en-US" sz="2800" dirty="0"/>
              <a:t>}		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/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rgbClr val="FF0000"/>
                    </a:solidFill>
                  </a:rPr>
                  <a:t>Running time: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  <m:r>
                          <a:rPr lang="en-US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</m:d>
                      </m:e>
                    </m:d>
                  </m:oMath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7685445-E91C-3488-3626-7813352F0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36" y="4880066"/>
                <a:ext cx="4201535" cy="523220"/>
              </a:xfrm>
              <a:prstGeom prst="rect">
                <a:avLst/>
              </a:prstGeom>
              <a:blipFill>
                <a:blip r:embed="rId2"/>
                <a:stretch>
                  <a:fillRect l="-3048" t="-11765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D167D64F-2B9B-C508-9920-F4C797F21EB0}"/>
              </a:ext>
            </a:extLst>
          </p:cNvPr>
          <p:cNvGrpSpPr/>
          <p:nvPr/>
        </p:nvGrpSpPr>
        <p:grpSpPr>
          <a:xfrm>
            <a:off x="458009" y="1810946"/>
            <a:ext cx="4385159" cy="2420607"/>
            <a:chOff x="6934200" y="4047495"/>
            <a:chExt cx="4385159" cy="24206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EB4602C-F8FA-0BEB-8FE7-9313A55D49DE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428ECE3-E802-FBEF-B3D5-CD698D64CB87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0AA8EDDA-EF25-A891-2159-ACF5BA3BF792}"/>
                    </a:ext>
                  </a:extLst>
                </p:cNvPr>
                <p:cNvCxnSpPr>
                  <a:stCxn id="22" idx="7"/>
                  <a:endCxn id="23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E4C8B1BE-4C56-F3E0-A02B-7C706F314D60}"/>
                    </a:ext>
                  </a:extLst>
                </p:cNvPr>
                <p:cNvCxnSpPr>
                  <a:stCxn id="23" idx="6"/>
                  <a:endCxn id="26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A8305019-2BC0-97E3-1F92-EDD4342693C3}"/>
                    </a:ext>
                  </a:extLst>
                </p:cNvPr>
                <p:cNvCxnSpPr>
                  <a:stCxn id="22" idx="4"/>
                  <a:endCxn id="24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9A7DDCB0-6B6D-7535-D256-3BB4CE470188}"/>
                    </a:ext>
                  </a:extLst>
                </p:cNvPr>
                <p:cNvCxnSpPr>
                  <a:stCxn id="25" idx="3"/>
                  <a:endCxn id="24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67A901E-9F9B-1300-02B3-BA3CB0B18A0C}"/>
                    </a:ext>
                  </a:extLst>
                </p:cNvPr>
                <p:cNvCxnSpPr>
                  <a:stCxn id="27" idx="2"/>
                  <a:endCxn id="24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F7727986-1A72-95EB-D5B4-51667991A7B8}"/>
                    </a:ext>
                  </a:extLst>
                </p:cNvPr>
                <p:cNvCxnSpPr>
                  <a:stCxn id="25" idx="5"/>
                  <a:endCxn id="27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7A887DB1-C1C5-09F4-2ED1-9B8B05AD41B1}"/>
                    </a:ext>
                  </a:extLst>
                </p:cNvPr>
                <p:cNvCxnSpPr>
                  <a:cxnSpLocks/>
                  <a:stCxn id="23" idx="5"/>
                  <a:endCxn id="28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37E199F-D81D-D76B-CCC0-07003F5E024F}"/>
                    </a:ext>
                  </a:extLst>
                </p:cNvPr>
                <p:cNvCxnSpPr>
                  <a:cxnSpLocks/>
                  <a:stCxn id="30" idx="4"/>
                  <a:endCxn id="28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6736DB52-1F54-B21C-D19D-F5509EF2F743}"/>
                    </a:ext>
                  </a:extLst>
                </p:cNvPr>
                <p:cNvCxnSpPr>
                  <a:stCxn id="30" idx="2"/>
                  <a:endCxn id="26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2BEDB5FE-7BA3-2684-2843-66EFAC98BD5C}"/>
                    </a:ext>
                  </a:extLst>
                </p:cNvPr>
                <p:cNvCxnSpPr>
                  <a:stCxn id="29" idx="1"/>
                  <a:endCxn id="30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CE7DB8C-1E3C-4E72-1736-EB8A6F3844D8}"/>
                    </a:ext>
                  </a:extLst>
                </p:cNvPr>
                <p:cNvCxnSpPr>
                  <a:stCxn id="29" idx="3"/>
                  <a:endCxn id="28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0234D75C-E956-5C4E-F59B-90A7D7966E96}"/>
                    </a:ext>
                  </a:extLst>
                </p:cNvPr>
                <p:cNvCxnSpPr>
                  <a:stCxn id="23" idx="4"/>
                  <a:endCxn id="24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C2E88EB9-44F8-7929-366A-BD1700025216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72EDEA93-293D-6D35-0F17-38A42E580F2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F78126EE-A3DE-4903-F082-2959917A4780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32CCBE43-4A94-CAF5-2112-06D7DA8A3617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62AB9AAE-142F-5CD7-778C-85CD6F4C038F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26D220E1-4E87-BB58-171D-22F5D6CD01D0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F1482C77-0C02-87E5-D987-5A83F26B19CF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64275FE9-0FC5-9E38-10D2-07FEA56B0A1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CDA1B473-9C9E-FF91-68A0-B564476F1B24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3A0978BC-CEA4-C6FA-CC82-B4BC042B2039}"/>
                  </a:ext>
                </a:extLst>
              </p:cNvPr>
              <p:cNvCxnSpPr>
                <a:cxnSpLocks/>
                <a:stCxn id="27" idx="3"/>
                <a:endCxn id="24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6F3FA87-A4AE-F02B-C825-8C57E5BCCDD5}"/>
                </a:ext>
              </a:extLst>
            </p:cNvPr>
            <p:cNvCxnSpPr>
              <a:cxnSpLocks/>
              <a:stCxn id="27" idx="6"/>
              <a:endCxn id="28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433D246-E99C-E1E6-AC96-A09D8C6A44B6}"/>
                  </a:ext>
                </a:extLst>
              </p14:cNvPr>
              <p14:cNvContentPartPr/>
              <p14:nvPr/>
            </p14:nvContentPartPr>
            <p14:xfrm>
              <a:off x="264240" y="1010160"/>
              <a:ext cx="9746640" cy="41551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433D246-E99C-E1E6-AC96-A09D8C6A44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4880" y="1000800"/>
                <a:ext cx="9765360" cy="4173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6291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Recursively (more common)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5865" y="1866236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</a:t>
            </a:r>
            <a:r>
              <a:rPr lang="en-US" sz="2800" dirty="0" err="1"/>
              <a:t>curr</a:t>
            </a:r>
            <a:r>
              <a:rPr lang="en-US" sz="2800" dirty="0"/>
              <a:t>){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“visited”;</a:t>
            </a:r>
          </a:p>
          <a:p>
            <a:r>
              <a:rPr lang="en-US" sz="2800" dirty="0"/>
              <a:t>	for (v : neighbors(current)){</a:t>
            </a:r>
          </a:p>
          <a:p>
            <a:r>
              <a:rPr lang="en-US" sz="2800" dirty="0"/>
              <a:t>		if (! v marked “visited”){</a:t>
            </a:r>
          </a:p>
          <a:p>
            <a:r>
              <a:rPr lang="en-US" sz="2800" dirty="0"/>
              <a:t>			</a:t>
            </a:r>
            <a:r>
              <a:rPr lang="en-US" sz="2800" dirty="0" err="1"/>
              <a:t>dfs</a:t>
            </a:r>
            <a:r>
              <a:rPr lang="en-US" sz="2800" dirty="0"/>
              <a:t>(graph, v);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“done”;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7543800" y="3714388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060945-A3D1-D366-E7FC-F92C21A7D812}"/>
                  </a:ext>
                </a:extLst>
              </p14:cNvPr>
              <p14:cNvContentPartPr/>
              <p14:nvPr/>
            </p14:nvContentPartPr>
            <p14:xfrm>
              <a:off x="1603800" y="884880"/>
              <a:ext cx="7915320" cy="3769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060945-A3D1-D366-E7FC-F92C21A7D8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4440" y="875520"/>
                <a:ext cx="7934040" cy="37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79081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E589D-DD2B-0072-9A9F-44244F47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6EEE7-7808-13FE-18FA-87C4E85BC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F81011-4CD0-B11D-A384-AA521449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D7599C-F16A-B059-0C92-B0C55CDC160A}"/>
              </a:ext>
            </a:extLst>
          </p:cNvPr>
          <p:cNvSpPr txBox="1"/>
          <p:nvPr/>
        </p:nvSpPr>
        <p:spPr>
          <a:xfrm>
            <a:off x="311300" y="4450870"/>
            <a:ext cx="5110630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for each unvisited neighbor: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mark the neighbor as visited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    do a DFS from the neighbor</a:t>
            </a:r>
          </a:p>
          <a:p>
            <a:r>
              <a:rPr lang="en-US" sz="28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3A3091-C629-A857-AF5C-735442B21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0382664"/>
              </p:ext>
            </p:extLst>
          </p:nvPr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6AF7FF17-3F04-7C8B-3A0F-4BC05B6F83A8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488023-8334-C431-2978-04F99C0218F4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0517DDD-0345-09D5-F81A-D9C19CD73E09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E02A3D7-F72D-3988-D0EB-E35D15316BD3}"/>
              </a:ext>
            </a:extLst>
          </p:cNvPr>
          <p:cNvGrpSpPr/>
          <p:nvPr/>
        </p:nvGrpSpPr>
        <p:grpSpPr>
          <a:xfrm>
            <a:off x="752302" y="1569705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77FC970-CC36-C096-69E7-DB70031B416D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23C29F8A-5331-C503-0DA4-C0F6FC6752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97829BA5-429D-723C-B30E-5CFE4AA093D9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471F9DE4-4A65-BE7D-F60D-7DDEF5F6B4F3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6944CBFB-F9F7-BA1C-DE6E-591025869C2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EDF7E111-08C9-FC1F-C832-7E2FD47C9A2E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1CEE6A5-BCE9-A9E2-902E-A545D900A66D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C5A6CD9-D32E-2503-637C-E5CBF14909A6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EE361374-D27D-C505-AE05-95C565CB264C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7CAA2C8E-4FDF-A36D-3C19-402FE4F23D3F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E9A6F90-FF38-0BCD-420C-A0B3781E2BBA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A5C2EA1B-19CC-30E3-C77A-00432CD0F5CD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4041241B-2F78-56F6-0445-70F83A03EF73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06B86E6C-73EA-DF42-8C40-9673F7168192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A5646B1-918D-B9F3-89A2-E464F61493E1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D4100F48-0C60-9629-4724-4C43B871B8D6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0D0E257-5601-F5B8-96A9-4183038B65C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4F6B1D85-6312-FDAE-89AA-70B2A6AC5CD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D28E099B-C606-1AC4-5D81-33E8764C96CE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E2857D-1260-6ECD-4B23-717BFA4CE993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0ED91393-043A-4946-6BAF-1A593432A826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2C08A1E-0216-48F9-9F5A-1800C93AC320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BA91EE9A-DC76-098F-5E4E-4172D2B5E95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957024D-72C0-0C23-BE41-E087C73A80B5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CFBA753-90FC-AA22-E3B7-F37EBA7C56B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563806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8A8A14-3CBF-B60B-19E3-50826B767932}"/>
              </a:ext>
            </a:extLst>
          </p:cNvPr>
          <p:cNvSpPr/>
          <p:nvPr/>
        </p:nvSpPr>
        <p:spPr>
          <a:xfrm>
            <a:off x="396240" y="3083319"/>
            <a:ext cx="5939716" cy="1245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61595"/>
            <a:ext cx="10515600" cy="1325563"/>
          </a:xfrm>
        </p:spPr>
        <p:txBody>
          <a:bodyPr/>
          <a:lstStyle/>
          <a:p>
            <a:r>
              <a:rPr lang="en-US" dirty="0"/>
              <a:t>Using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Consider the “visited times” and “done times” </a:t>
                </a:r>
              </a:p>
              <a:p>
                <a:r>
                  <a:rPr lang="en-US" dirty="0"/>
                  <a:t>Edges can be categorized:</a:t>
                </a:r>
              </a:p>
              <a:p>
                <a:pPr lvl="1"/>
                <a:r>
                  <a:rPr lang="en-US" dirty="0">
                    <a:solidFill>
                      <a:schemeClr val="accent3">
                        <a:lumMod val="75000"/>
                      </a:schemeClr>
                    </a:solidFill>
                  </a:rPr>
                  <a:t>Tree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was followed when pushing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unvisited when we were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7030A0"/>
                    </a:solidFill>
                  </a:rPr>
                  <a:t>Back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an “ancestor”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visited but not done when we saw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Forward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“descendent”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visited and done between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visited and done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9933"/>
                    </a:solidFill>
                  </a:rPr>
                  <a:t>Cross Edge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goes to a node that doesn’t connect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was seen and done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was ever visited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𝑑𝑜𝑛𝑒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𝑣𝑖𝑠𝑖𝑡𝑒𝑑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295401"/>
                <a:ext cx="7525415" cy="5531984"/>
              </a:xfrm>
              <a:blipFill>
                <a:blip r:embed="rId2"/>
                <a:stretch>
                  <a:fillRect l="-1216" t="-2315" b="-5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7040C6-C78B-8017-6D73-97D93EB826C3}"/>
              </a:ext>
            </a:extLst>
          </p:cNvPr>
          <p:cNvSpPr txBox="1"/>
          <p:nvPr/>
        </p:nvSpPr>
        <p:spPr>
          <a:xfrm>
            <a:off x="7051376" y="2498155"/>
            <a:ext cx="10558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Visited: 0</a:t>
            </a:r>
          </a:p>
          <a:p>
            <a:r>
              <a:rPr lang="en-US" dirty="0"/>
              <a:t>Done: 15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2373CC-A627-D9ED-0BCD-FD194BEA0AC1}"/>
              </a:ext>
            </a:extLst>
          </p:cNvPr>
          <p:cNvSpPr txBox="1"/>
          <p:nvPr/>
        </p:nvSpPr>
        <p:spPr>
          <a:xfrm>
            <a:off x="8400192" y="1738815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</a:t>
            </a:r>
          </a:p>
          <a:p>
            <a:r>
              <a:rPr lang="en-US" dirty="0"/>
              <a:t>Done: 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EF6F6B-53A1-1B5A-5296-E139589D5427}"/>
              </a:ext>
            </a:extLst>
          </p:cNvPr>
          <p:cNvSpPr txBox="1"/>
          <p:nvPr/>
        </p:nvSpPr>
        <p:spPr>
          <a:xfrm>
            <a:off x="9835743" y="176945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2</a:t>
            </a:r>
          </a:p>
          <a:p>
            <a:r>
              <a:rPr lang="en-US" dirty="0"/>
              <a:t>Done: 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02DFE7-756D-9FCD-789C-1C34AF7E9F41}"/>
              </a:ext>
            </a:extLst>
          </p:cNvPr>
          <p:cNvSpPr txBox="1"/>
          <p:nvPr/>
        </p:nvSpPr>
        <p:spPr>
          <a:xfrm>
            <a:off x="10817858" y="2189528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3</a:t>
            </a:r>
          </a:p>
          <a:p>
            <a:r>
              <a:rPr lang="en-US" dirty="0"/>
              <a:t>Done: 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C26F77-4D49-3950-8D22-8923AC36C2A4}"/>
              </a:ext>
            </a:extLst>
          </p:cNvPr>
          <p:cNvSpPr txBox="1"/>
          <p:nvPr/>
        </p:nvSpPr>
        <p:spPr>
          <a:xfrm>
            <a:off x="10958033" y="4504684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4</a:t>
            </a:r>
          </a:p>
          <a:p>
            <a:r>
              <a:rPr lang="en-US" dirty="0"/>
              <a:t>Done: 5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3B7506F-586D-4F12-6E6A-2136E400F4CD}"/>
              </a:ext>
            </a:extLst>
          </p:cNvPr>
          <p:cNvGrpSpPr/>
          <p:nvPr/>
        </p:nvGrpSpPr>
        <p:grpSpPr>
          <a:xfrm>
            <a:off x="7620000" y="2371126"/>
            <a:ext cx="4385159" cy="2420607"/>
            <a:chOff x="6934200" y="4047495"/>
            <a:chExt cx="4385159" cy="2420607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5E60E83-EF60-B160-6395-F34703A2E2C9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2187964-E870-5C20-5011-7EF331D8B442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4CFC0412-9146-E934-F4DC-D43CAC4D8DE1}"/>
                    </a:ext>
                  </a:extLst>
                </p:cNvPr>
                <p:cNvCxnSpPr>
                  <a:stCxn id="49" idx="7"/>
                  <a:endCxn id="50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08726BF-EB96-6CE6-3CBC-9B19B9874C5E}"/>
                    </a:ext>
                  </a:extLst>
                </p:cNvPr>
                <p:cNvCxnSpPr>
                  <a:stCxn id="50" idx="6"/>
                  <a:endCxn id="53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0D3345FA-E452-9557-2472-ED7C1E1FF6F5}"/>
                    </a:ext>
                  </a:extLst>
                </p:cNvPr>
                <p:cNvCxnSpPr>
                  <a:stCxn id="49" idx="4"/>
                  <a:endCxn id="51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66F20CE6-12E8-B8CD-4C6D-6E08BB48B8DD}"/>
                    </a:ext>
                  </a:extLst>
                </p:cNvPr>
                <p:cNvCxnSpPr>
                  <a:stCxn id="52" idx="3"/>
                  <a:endCxn id="51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48E65BF8-0C38-878D-43F0-DCA1382ECE78}"/>
                    </a:ext>
                  </a:extLst>
                </p:cNvPr>
                <p:cNvCxnSpPr>
                  <a:stCxn id="54" idx="2"/>
                  <a:endCxn id="51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FFE8A7D6-FA04-569D-7C8B-00D1000D5562}"/>
                    </a:ext>
                  </a:extLst>
                </p:cNvPr>
                <p:cNvCxnSpPr>
                  <a:stCxn id="52" idx="5"/>
                  <a:endCxn id="54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7244733C-FCCA-2B14-53BE-1D266F25D9A6}"/>
                    </a:ext>
                  </a:extLst>
                </p:cNvPr>
                <p:cNvCxnSpPr>
                  <a:cxnSpLocks/>
                  <a:stCxn id="50" idx="5"/>
                  <a:endCxn id="55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FCAA9FF4-A914-088F-BC91-64DF4D401A0C}"/>
                    </a:ext>
                  </a:extLst>
                </p:cNvPr>
                <p:cNvCxnSpPr>
                  <a:cxnSpLocks/>
                  <a:stCxn id="57" idx="4"/>
                  <a:endCxn id="55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C444822-6EFB-DDAD-2CFA-EF917A222B88}"/>
                    </a:ext>
                  </a:extLst>
                </p:cNvPr>
                <p:cNvCxnSpPr>
                  <a:stCxn id="57" idx="2"/>
                  <a:endCxn id="53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accent3">
                      <a:lumMod val="7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8F4AA5D-0263-91BE-E34B-3CCF5E6D33A9}"/>
                    </a:ext>
                  </a:extLst>
                </p:cNvPr>
                <p:cNvCxnSpPr>
                  <a:stCxn id="56" idx="1"/>
                  <a:endCxn id="57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7ACB732B-4621-C7D4-11BA-682F7277548D}"/>
                    </a:ext>
                  </a:extLst>
                </p:cNvPr>
                <p:cNvCxnSpPr>
                  <a:stCxn id="56" idx="3"/>
                  <a:endCxn id="55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E3753FED-EBEF-C50C-C21C-755E93539BEA}"/>
                    </a:ext>
                  </a:extLst>
                </p:cNvPr>
                <p:cNvCxnSpPr>
                  <a:stCxn id="50" idx="4"/>
                  <a:endCxn id="51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rgbClr val="FF9933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1B5F7B4A-9EC8-F78B-2346-A30082F4B6EE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BF6D25DC-D0D4-04D2-6803-B09D9B9393B3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D85C94E-8822-4B5A-41C5-2476C6E729D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379FB71B-E579-7B2A-783E-A82ED8BEA553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520B4334-C074-8A41-9DB1-8ED01D36B502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7ED46E86-17A7-C404-82BA-A842355628A9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8229461C-16BC-CC4C-AFAC-1E5547FEB92D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B2094438-55C6-D79E-8879-4351A8143ED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C98B4E5-D147-0466-56D0-8ED4B68409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2739BBA3-18B2-BF36-7317-ED47E1F53C5D}"/>
                  </a:ext>
                </a:extLst>
              </p:cNvPr>
              <p:cNvCxnSpPr>
                <a:cxnSpLocks/>
                <a:stCxn id="54" idx="3"/>
                <a:endCxn id="51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rgbClr val="FF33CC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958E16-56EF-E87C-97A5-B5B68FBFEDCF}"/>
                </a:ext>
              </a:extLst>
            </p:cNvPr>
            <p:cNvCxnSpPr>
              <a:cxnSpLocks/>
              <a:stCxn id="54" idx="6"/>
              <a:endCxn id="55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rgbClr val="FF9933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2814FC-926C-D602-D14E-28CFA754FC90}"/>
              </a:ext>
            </a:extLst>
          </p:cNvPr>
          <p:cNvSpPr txBox="1"/>
          <p:nvPr/>
        </p:nvSpPr>
        <p:spPr>
          <a:xfrm>
            <a:off x="7248312" y="3989297"/>
            <a:ext cx="11087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9</a:t>
            </a:r>
          </a:p>
          <a:p>
            <a:r>
              <a:rPr lang="en-US" dirty="0"/>
              <a:t>Done: 14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47A006-6587-9141-4A2A-B0B5DC4D6D60}"/>
              </a:ext>
            </a:extLst>
          </p:cNvPr>
          <p:cNvSpPr txBox="1"/>
          <p:nvPr/>
        </p:nvSpPr>
        <p:spPr>
          <a:xfrm>
            <a:off x="9488075" y="3034367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10</a:t>
            </a:r>
          </a:p>
          <a:p>
            <a:r>
              <a:rPr lang="en-US" dirty="0"/>
              <a:t>Done: 13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4C1517-411B-677D-7B95-09FAEBAE632E}"/>
              </a:ext>
            </a:extLst>
          </p:cNvPr>
          <p:cNvSpPr txBox="1"/>
          <p:nvPr/>
        </p:nvSpPr>
        <p:spPr>
          <a:xfrm>
            <a:off x="9611646" y="4595255"/>
            <a:ext cx="12257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Visited : 11</a:t>
            </a:r>
          </a:p>
          <a:p>
            <a:r>
              <a:rPr lang="en-US" dirty="0"/>
              <a:t>Done: 12</a:t>
            </a:r>
          </a:p>
        </p:txBody>
      </p:sp>
    </p:spTree>
    <p:extLst>
      <p:ext uri="{BB962C8B-B14F-4D97-AF65-F5344CB8AC3E}">
        <p14:creationId xmlns:p14="http://schemas.microsoft.com/office/powerpoint/2010/main" val="37498097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5E17-3E9F-B9AE-7A20-33EABD73B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Edges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8C3A9-45D7-FF17-BBD2-A14D04F500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Behavior of DFS:</a:t>
            </a:r>
          </a:p>
          <a:p>
            <a:pPr lvl="1"/>
            <a:r>
              <a:rPr lang="en-US" dirty="0"/>
              <a:t>“Visit everything reachable from the current node before going back”</a:t>
            </a:r>
          </a:p>
          <a:p>
            <a:r>
              <a:rPr lang="en-US" dirty="0"/>
              <a:t>Back Edge:</a:t>
            </a:r>
          </a:p>
          <a:p>
            <a:pPr lvl="1"/>
            <a:r>
              <a:rPr lang="en-US" dirty="0"/>
              <a:t>The current node’s neighbor is an “in progress” node</a:t>
            </a:r>
          </a:p>
          <a:p>
            <a:pPr lvl="1"/>
            <a:r>
              <a:rPr lang="en-US" dirty="0"/>
              <a:t>Since that other node is “in progress”, the current node is reachable from it</a:t>
            </a:r>
          </a:p>
          <a:p>
            <a:pPr lvl="1"/>
            <a:r>
              <a:rPr lang="en-US" dirty="0"/>
              <a:t>The back edge is a path to that other node</a:t>
            </a:r>
          </a:p>
          <a:p>
            <a:pPr lvl="1"/>
            <a:r>
              <a:rPr lang="en-US" b="1" dirty="0"/>
              <a:t>Cycle!</a:t>
            </a:r>
          </a:p>
          <a:p>
            <a:pPr lvl="1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1DCC4DB-F032-4A81-897E-295E7BE1228A}"/>
              </a:ext>
            </a:extLst>
          </p:cNvPr>
          <p:cNvGrpSpPr/>
          <p:nvPr/>
        </p:nvGrpSpPr>
        <p:grpSpPr>
          <a:xfrm>
            <a:off x="7371080" y="4232548"/>
            <a:ext cx="4385159" cy="2420607"/>
            <a:chOff x="6934200" y="4047495"/>
            <a:chExt cx="4385159" cy="242060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005497C-CF95-1114-2C14-12B127FE61D0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C3D7E5C-709B-24DE-E459-C9E48E51A49E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BBFAE05B-7497-744C-A5DF-44FF38A1B758}"/>
                    </a:ext>
                  </a:extLst>
                </p:cNvPr>
                <p:cNvCxnSpPr>
                  <a:stCxn id="21" idx="7"/>
                  <a:endCxn id="22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F9592929-9D37-C268-4973-01502CCD95DE}"/>
                    </a:ext>
                  </a:extLst>
                </p:cNvPr>
                <p:cNvCxnSpPr>
                  <a:stCxn id="22" idx="6"/>
                  <a:endCxn id="25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438FA5CC-5DA7-01F1-2FEA-47026A9CE0CD}"/>
                    </a:ext>
                  </a:extLst>
                </p:cNvPr>
                <p:cNvCxnSpPr>
                  <a:stCxn id="21" idx="4"/>
                  <a:endCxn id="23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B2D95AEC-5385-F86B-5C0C-1A605EBFA106}"/>
                    </a:ext>
                  </a:extLst>
                </p:cNvPr>
                <p:cNvCxnSpPr>
                  <a:stCxn id="24" idx="3"/>
                  <a:endCxn id="23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A9A9856-2110-929C-2296-629DD2719CB1}"/>
                    </a:ext>
                  </a:extLst>
                </p:cNvPr>
                <p:cNvCxnSpPr>
                  <a:stCxn id="26" idx="2"/>
                  <a:endCxn id="23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E64D2DCE-0948-D368-8B07-0373D6B6DB9E}"/>
                    </a:ext>
                  </a:extLst>
                </p:cNvPr>
                <p:cNvCxnSpPr>
                  <a:stCxn id="24" idx="5"/>
                  <a:endCxn id="26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13975036-CC03-E7BB-AF20-2A9B20DCB113}"/>
                    </a:ext>
                  </a:extLst>
                </p:cNvPr>
                <p:cNvCxnSpPr>
                  <a:cxnSpLocks/>
                  <a:stCxn id="22" idx="5"/>
                  <a:endCxn id="2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rgbClr val="7030A0"/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B4A3F958-BEA5-B6DC-2BEA-0F03C1464AB6}"/>
                    </a:ext>
                  </a:extLst>
                </p:cNvPr>
                <p:cNvCxnSpPr>
                  <a:cxnSpLocks/>
                  <a:stCxn id="29" idx="4"/>
                  <a:endCxn id="2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534E752-806D-9EC0-9920-26490F7D20AC}"/>
                    </a:ext>
                  </a:extLst>
                </p:cNvPr>
                <p:cNvCxnSpPr>
                  <a:stCxn id="29" idx="2"/>
                  <a:endCxn id="25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F93B54E8-F1AA-8138-92DD-A90F692F291A}"/>
                    </a:ext>
                  </a:extLst>
                </p:cNvPr>
                <p:cNvCxnSpPr>
                  <a:stCxn id="28" idx="1"/>
                  <a:endCxn id="2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03FE647C-B33C-6D0A-EF08-464FB5072C0E}"/>
                    </a:ext>
                  </a:extLst>
                </p:cNvPr>
                <p:cNvCxnSpPr>
                  <a:stCxn id="28" idx="3"/>
                  <a:endCxn id="2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54E8BCCA-3BA1-3DA5-95F5-49AE6F38918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01DFB8EE-BA6D-03DB-6325-067BA39330C6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358D523-10D3-DC0A-A3AC-680CD3B6CBA1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E2709509-5AFA-9027-8CE6-DDF1E65BECC7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891A546-AD77-7B39-D8ED-3CEF182E85ED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E17795D5-B07D-6BBC-0FD6-93D219AC2221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51E2E627-E987-0637-939F-9D67131CED36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BAAC9EDC-C798-1CF1-AB22-2F75208F18C1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09A32FFF-2117-14FC-368E-3578D1750C0B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CC32412-8B24-36D1-2463-8B1FD1F235E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64169FFD-3958-E793-7DF4-EC555FBD836B}"/>
                  </a:ext>
                </a:extLst>
              </p:cNvPr>
              <p:cNvCxnSpPr>
                <a:cxnSpLocks/>
                <a:stCxn id="26" idx="3"/>
                <a:endCxn id="23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ED39C8-9FE1-0516-963A-24BEA5C6DC50}"/>
                </a:ext>
              </a:extLst>
            </p:cNvPr>
            <p:cNvCxnSpPr>
              <a:cxnSpLocks/>
              <a:stCxn id="26" idx="6"/>
              <a:endCxn id="2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23115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33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5409814" y="1237309"/>
            <a:ext cx="663726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Boolean </a:t>
            </a:r>
            <a:r>
              <a:rPr lang="en-US" sz="1600" dirty="0" err="1"/>
              <a:t>hasCycle</a:t>
            </a:r>
            <a:r>
              <a:rPr lang="en-US" sz="1600" dirty="0"/>
              <a:t>(graph){</a:t>
            </a:r>
          </a:p>
          <a:p>
            <a:r>
              <a:rPr lang="en-US" sz="1600" dirty="0"/>
              <a:t>	for(v : </a:t>
            </a:r>
            <a:r>
              <a:rPr lang="en-US" sz="1600" dirty="0" err="1"/>
              <a:t>graph.vertices</a:t>
            </a:r>
            <a:r>
              <a:rPr lang="en-US" sz="1600" dirty="0"/>
              <a:t>){</a:t>
            </a:r>
          </a:p>
          <a:p>
            <a:r>
              <a:rPr lang="en-US" sz="1600" dirty="0"/>
              <a:t>		if( ! v marked “done”){</a:t>
            </a:r>
          </a:p>
          <a:p>
            <a:r>
              <a:rPr lang="en-US" sz="1600" dirty="0"/>
              <a:t>			if(</a:t>
            </a:r>
            <a:r>
              <a:rPr lang="en-US" sz="1600" dirty="0" err="1"/>
              <a:t>hasCycle</a:t>
            </a:r>
            <a:r>
              <a:rPr lang="en-US" sz="1600" dirty="0"/>
              <a:t>(graph, v)){ return true; }</a:t>
            </a:r>
          </a:p>
          <a:p>
            <a:r>
              <a:rPr lang="en-US" sz="1600" dirty="0"/>
              <a:t>		}</a:t>
            </a:r>
          </a:p>
          <a:p>
            <a:r>
              <a:rPr lang="en-US" sz="1600" dirty="0"/>
              <a:t>	}</a:t>
            </a:r>
          </a:p>
          <a:p>
            <a:r>
              <a:rPr lang="en-US" sz="1600" dirty="0"/>
              <a:t>	return false;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 err="1"/>
              <a:t>boolean</a:t>
            </a:r>
            <a:r>
              <a:rPr lang="en-US" sz="1600" dirty="0"/>
              <a:t> </a:t>
            </a:r>
            <a:r>
              <a:rPr lang="en-US" sz="1600" dirty="0" err="1"/>
              <a:t>hasCycle</a:t>
            </a:r>
            <a:r>
              <a:rPr lang="en-US" sz="1600" dirty="0"/>
              <a:t>(graph, </a:t>
            </a:r>
            <a:r>
              <a:rPr lang="en-US" sz="1600" dirty="0" err="1"/>
              <a:t>curr</a:t>
            </a:r>
            <a:r>
              <a:rPr lang="en-US" sz="1600" dirty="0"/>
              <a:t>){</a:t>
            </a:r>
          </a:p>
          <a:p>
            <a:r>
              <a:rPr lang="en-US" sz="1600" dirty="0"/>
              <a:t>	mark </a:t>
            </a:r>
            <a:r>
              <a:rPr lang="en-US" sz="1600" dirty="0" err="1"/>
              <a:t>curr</a:t>
            </a:r>
            <a:r>
              <a:rPr lang="en-US" sz="1600" dirty="0"/>
              <a:t> as “visited”;</a:t>
            </a:r>
          </a:p>
          <a:p>
            <a:r>
              <a:rPr lang="en-US" sz="1600" dirty="0"/>
              <a:t>	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 = false;</a:t>
            </a:r>
          </a:p>
          <a:p>
            <a:r>
              <a:rPr lang="en-US" sz="1600" dirty="0"/>
              <a:t>	for (v : neighbors(current)){</a:t>
            </a:r>
          </a:p>
          <a:p>
            <a:r>
              <a:rPr lang="en-US" sz="1600" dirty="0"/>
              <a:t>		</a:t>
            </a:r>
            <a:r>
              <a:rPr lang="en-US" sz="1600" dirty="0">
                <a:solidFill>
                  <a:srgbClr val="FF0000"/>
                </a:solidFill>
              </a:rPr>
              <a:t>if (v marked “visited” &amp;&amp; ! v marked “done”){</a:t>
            </a:r>
          </a:p>
          <a:p>
            <a:r>
              <a:rPr lang="en-US" sz="1600" dirty="0">
                <a:solidFill>
                  <a:srgbClr val="FF0000"/>
                </a:solidFill>
              </a:rPr>
              <a:t>			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=true;</a:t>
            </a:r>
          </a:p>
          <a:p>
            <a:r>
              <a:rPr lang="en-US" sz="1600" dirty="0">
                <a:solidFill>
                  <a:srgbClr val="FF0000"/>
                </a:solidFill>
              </a:rPr>
              <a:t>		}</a:t>
            </a:r>
          </a:p>
          <a:p>
            <a:r>
              <a:rPr lang="en-US" sz="1600" dirty="0"/>
              <a:t>		if (! v marked “visited”</a:t>
            </a:r>
            <a:r>
              <a:rPr lang="en-US" sz="1600" dirty="0">
                <a:solidFill>
                  <a:srgbClr val="FF0000"/>
                </a:solidFill>
              </a:rPr>
              <a:t> &amp;&amp; !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/>
              <a:t>){</a:t>
            </a:r>
          </a:p>
          <a:p>
            <a:r>
              <a:rPr lang="en-US" sz="1600" dirty="0"/>
              <a:t>			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 = </a:t>
            </a:r>
            <a:r>
              <a:rPr lang="en-US" sz="1600" dirty="0" err="1"/>
              <a:t>hasCycle</a:t>
            </a:r>
            <a:r>
              <a:rPr lang="en-US" sz="1600" dirty="0"/>
              <a:t>(graph, v);</a:t>
            </a:r>
          </a:p>
          <a:p>
            <a:r>
              <a:rPr lang="en-US" sz="1600" dirty="0"/>
              <a:t>		}</a:t>
            </a:r>
          </a:p>
          <a:p>
            <a:r>
              <a:rPr lang="en-US" sz="1600" dirty="0"/>
              <a:t>	}</a:t>
            </a:r>
          </a:p>
          <a:p>
            <a:r>
              <a:rPr lang="en-US" sz="1600" dirty="0"/>
              <a:t>	mark </a:t>
            </a:r>
            <a:r>
              <a:rPr lang="en-US" sz="1600" dirty="0" err="1"/>
              <a:t>curr</a:t>
            </a:r>
            <a:r>
              <a:rPr lang="en-US" sz="1600" dirty="0"/>
              <a:t> as “done”;</a:t>
            </a:r>
          </a:p>
          <a:p>
            <a:r>
              <a:rPr lang="en-US" sz="1600" dirty="0"/>
              <a:t>	</a:t>
            </a:r>
            <a:r>
              <a:rPr lang="en-US" sz="1600" dirty="0">
                <a:solidFill>
                  <a:srgbClr val="FF0000"/>
                </a:solidFill>
              </a:rPr>
              <a:t>return </a:t>
            </a:r>
            <a:r>
              <a:rPr lang="en-US" sz="1600" dirty="0" err="1">
                <a:solidFill>
                  <a:srgbClr val="FF0000"/>
                </a:solidFill>
              </a:rPr>
              <a:t>cycleFound</a:t>
            </a:r>
            <a:r>
              <a:rPr lang="en-US" sz="1600" dirty="0">
                <a:solidFill>
                  <a:srgbClr val="FF0000"/>
                </a:solidFill>
              </a:rPr>
              <a:t>;</a:t>
            </a:r>
          </a:p>
          <a:p>
            <a:r>
              <a:rPr lang="en-US" sz="16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303500" y="2950683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05A923-957B-ED78-9721-01D3F5097FFD}"/>
              </a:ext>
            </a:extLst>
          </p:cNvPr>
          <p:cNvSpPr txBox="1"/>
          <p:nvPr/>
        </p:nvSpPr>
        <p:spPr>
          <a:xfrm>
            <a:off x="7931446" y="424092"/>
            <a:ext cx="4101507" cy="5232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Look for a back edge!</a:t>
            </a:r>
          </a:p>
        </p:txBody>
      </p:sp>
    </p:spTree>
    <p:extLst>
      <p:ext uri="{BB962C8B-B14F-4D97-AF65-F5344CB8AC3E}">
        <p14:creationId xmlns:p14="http://schemas.microsoft.com/office/powerpoint/2010/main" val="21760316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68C3F-4B9D-C618-991C-2A9D4BC49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AFB2E-DA37-6BBE-3E9C-0C48E375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Detection 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3298D4-2365-F9E2-4878-F75682376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B0A24A-53B6-BE08-C03A-58D7F5E5BFE9}"/>
              </a:ext>
            </a:extLst>
          </p:cNvPr>
          <p:cNvSpPr txBox="1"/>
          <p:nvPr/>
        </p:nvSpPr>
        <p:spPr>
          <a:xfrm>
            <a:off x="73330" y="3873029"/>
            <a:ext cx="455272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for each non-done neighbor: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if the neighbor is visited: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we found a cycle!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else: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mark the neighbor as visited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        do a DFS from the neighbor</a:t>
            </a:r>
          </a:p>
          <a:p>
            <a:r>
              <a:rPr lang="en-US" sz="2400" dirty="0">
                <a:solidFill>
                  <a:srgbClr val="FF0000"/>
                </a:solidFill>
              </a:rPr>
              <a:t>    mark the current node as done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FE1CDB6-9AD2-5C23-41FE-6AFA369B0160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1C301D81-9C2C-04F9-DD6E-E893BB75F3F4}"/>
              </a:ext>
            </a:extLst>
          </p:cNvPr>
          <p:cNvGrpSpPr/>
          <p:nvPr/>
        </p:nvGrpSpPr>
        <p:grpSpPr>
          <a:xfrm>
            <a:off x="5742926" y="5474915"/>
            <a:ext cx="6036209" cy="658829"/>
            <a:chOff x="5742926" y="5607923"/>
            <a:chExt cx="6036209" cy="6588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DA16A2-0CD3-8A9F-F1BC-894F3EA7D7E9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37D29E0-54AD-227B-D827-A36AFEF2D743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83110CD-4802-ACCC-CC22-A3803B7FD9BA}"/>
              </a:ext>
            </a:extLst>
          </p:cNvPr>
          <p:cNvGrpSpPr/>
          <p:nvPr/>
        </p:nvGrpSpPr>
        <p:grpSpPr>
          <a:xfrm>
            <a:off x="336666" y="1399839"/>
            <a:ext cx="4385159" cy="2420607"/>
            <a:chOff x="6934200" y="4047495"/>
            <a:chExt cx="4385159" cy="242060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E513DBA-D573-ECF7-AF85-B480795D7D4C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48DC151-B6A2-7217-85A3-B194F6DBD4FB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1FABAA4C-E9AA-BBC4-EE1C-E5F598D0FAAC}"/>
                    </a:ext>
                  </a:extLst>
                </p:cNvPr>
                <p:cNvCxnSpPr>
                  <a:stCxn id="26" idx="7"/>
                  <a:endCxn id="27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947DED7C-37A2-4185-0085-C799CEB7E887}"/>
                    </a:ext>
                  </a:extLst>
                </p:cNvPr>
                <p:cNvCxnSpPr>
                  <a:stCxn id="27" idx="6"/>
                  <a:endCxn id="30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94406FE0-7880-018C-F059-2F319F0E7202}"/>
                    </a:ext>
                  </a:extLst>
                </p:cNvPr>
                <p:cNvCxnSpPr>
                  <a:stCxn id="26" idx="4"/>
                  <a:endCxn id="28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B9DF2E77-C2A9-185C-544C-1D82413EA2C8}"/>
                    </a:ext>
                  </a:extLst>
                </p:cNvPr>
                <p:cNvCxnSpPr>
                  <a:stCxn id="29" idx="3"/>
                  <a:endCxn id="28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1A679EB0-00E6-D92F-524C-8C9612C31749}"/>
                    </a:ext>
                  </a:extLst>
                </p:cNvPr>
                <p:cNvCxnSpPr>
                  <a:stCxn id="43" idx="2"/>
                  <a:endCxn id="28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FA883C6F-1A4A-0DBA-17F7-243880D2566E}"/>
                    </a:ext>
                  </a:extLst>
                </p:cNvPr>
                <p:cNvCxnSpPr>
                  <a:stCxn id="29" idx="5"/>
                  <a:endCxn id="4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3A30ECC-BDFA-2F09-C1F1-162FF19105D1}"/>
                    </a:ext>
                  </a:extLst>
                </p:cNvPr>
                <p:cNvCxnSpPr>
                  <a:cxnSpLocks/>
                  <a:stCxn id="27" idx="5"/>
                  <a:endCxn id="47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8AE315C5-3930-18E5-9BAB-6022ABB33C39}"/>
                    </a:ext>
                  </a:extLst>
                </p:cNvPr>
                <p:cNvCxnSpPr>
                  <a:cxnSpLocks/>
                  <a:stCxn id="49" idx="4"/>
                  <a:endCxn id="4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338391A9-D44C-0282-C0B7-525D7952CE54}"/>
                    </a:ext>
                  </a:extLst>
                </p:cNvPr>
                <p:cNvCxnSpPr>
                  <a:stCxn id="49" idx="2"/>
                  <a:endCxn id="30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A2F1494-B8AD-6CAC-81D7-9102EDA4A3EE}"/>
                    </a:ext>
                  </a:extLst>
                </p:cNvPr>
                <p:cNvCxnSpPr>
                  <a:stCxn id="48" idx="1"/>
                  <a:endCxn id="49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CC301D3B-EE9A-2685-F45E-8C4067240F32}"/>
                    </a:ext>
                  </a:extLst>
                </p:cNvPr>
                <p:cNvCxnSpPr>
                  <a:stCxn id="48" idx="3"/>
                  <a:endCxn id="4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33FD3D2C-DA91-1B27-4C0E-B92F73E6049A}"/>
                    </a:ext>
                  </a:extLst>
                </p:cNvPr>
                <p:cNvCxnSpPr>
                  <a:stCxn id="27" idx="4"/>
                  <a:endCxn id="28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FF87792A-6963-8E7F-9191-315F58BC1D3B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B01CE90-E3B9-6F24-AF62-13D41D6CDEFF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7A831B14-9CD1-9A57-721F-B5AFDC15218D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1D99591-25BC-8AC7-69A6-0A5B5F0A81B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633FD9BA-5729-E1E2-E3D7-50C15B23D6F7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16C9327-8D05-8D09-3618-C4D2646A9CE8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744474E1-71F6-462B-0F4D-A5C3A5D1733B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E18B2CEE-B7DA-ED4D-C37F-6FFA219844F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5CC9C376-9A49-233A-F78E-515398A73AF9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CF1AC76B-3813-40CA-1628-0611863B842D}"/>
                  </a:ext>
                </a:extLst>
              </p:cNvPr>
              <p:cNvCxnSpPr>
                <a:cxnSpLocks/>
                <a:stCxn id="43" idx="3"/>
                <a:endCxn id="28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13EB4C0-147D-458E-07EA-A6A47DB3DE84}"/>
                </a:ext>
              </a:extLst>
            </p:cNvPr>
            <p:cNvCxnSpPr>
              <a:cxnSpLocks/>
              <a:stCxn id="43" idx="6"/>
              <a:endCxn id="4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175713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 Topological Sort of a </a:t>
                </a:r>
                <a:r>
                  <a:rPr lang="en-US" b="1" dirty="0"/>
                  <a:t>directed acyclic graph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permutation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such that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is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in the permutation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t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35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6652F29-0A79-210D-2DF8-9579B15BE792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7EB8E3F-6751-1E82-7583-8F80C26138DF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933A9D27-8499-DCAD-BB09-C5811A2BD9B8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76F20D4D-C2AE-E63F-6C7C-DE9BDBED70C7}"/>
                    </a:ext>
                  </a:extLst>
                </p:cNvPr>
                <p:cNvCxnSpPr>
                  <a:stCxn id="58" idx="7"/>
                  <a:endCxn id="59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F02F690A-F0D8-CEFB-E093-724538ADFB0B}"/>
                    </a:ext>
                  </a:extLst>
                </p:cNvPr>
                <p:cNvCxnSpPr>
                  <a:stCxn id="59" idx="6"/>
                  <a:endCxn id="62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52C7ABA-BBB6-2678-6598-C7D0CEA71D55}"/>
                    </a:ext>
                  </a:extLst>
                </p:cNvPr>
                <p:cNvCxnSpPr>
                  <a:stCxn id="58" idx="4"/>
                  <a:endCxn id="60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9662FE4-23A3-CBB5-86C2-A01319284309}"/>
                    </a:ext>
                  </a:extLst>
                </p:cNvPr>
                <p:cNvCxnSpPr>
                  <a:stCxn id="61" idx="3"/>
                  <a:endCxn id="60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832A12C4-8001-3670-1EDB-F2EFBDB7661E}"/>
                    </a:ext>
                  </a:extLst>
                </p:cNvPr>
                <p:cNvCxnSpPr>
                  <a:stCxn id="61" idx="5"/>
                  <a:endCxn id="63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>
                  <a:extLst>
                    <a:ext uri="{FF2B5EF4-FFF2-40B4-BE49-F238E27FC236}">
                      <a16:creationId xmlns:a16="http://schemas.microsoft.com/office/drawing/2014/main" id="{9BFE5E66-3D07-C865-EB56-C97B22695E90}"/>
                    </a:ext>
                  </a:extLst>
                </p:cNvPr>
                <p:cNvCxnSpPr>
                  <a:cxnSpLocks/>
                  <a:stCxn id="66" idx="3"/>
                  <a:endCxn id="59" idx="5"/>
                </p:cNvCxnSpPr>
                <p:nvPr/>
              </p:nvCxnSpPr>
              <p:spPr>
                <a:xfrm flipH="1" flipV="1">
                  <a:off x="2369118" y="3458194"/>
                  <a:ext cx="3012648" cy="7290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3324CD16-9A95-C1EA-83C5-7A9080A0385E}"/>
                    </a:ext>
                  </a:extLst>
                </p:cNvPr>
                <p:cNvCxnSpPr>
                  <a:cxnSpLocks/>
                  <a:stCxn id="66" idx="4"/>
                  <a:endCxn id="64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DEE0805D-E768-31B1-8BF9-AAD97F21580B}"/>
                    </a:ext>
                  </a:extLst>
                </p:cNvPr>
                <p:cNvCxnSpPr>
                  <a:stCxn id="66" idx="2"/>
                  <a:endCxn id="62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6C691D0-D9B7-B74F-D15F-4D0CDB0BB571}"/>
                    </a:ext>
                  </a:extLst>
                </p:cNvPr>
                <p:cNvCxnSpPr>
                  <a:stCxn id="65" idx="1"/>
                  <a:endCxn id="6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A28A2562-2B96-4380-2649-D2603A892492}"/>
                    </a:ext>
                  </a:extLst>
                </p:cNvPr>
                <p:cNvCxnSpPr>
                  <a:stCxn id="65" idx="3"/>
                  <a:endCxn id="64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D677C7EE-6C4E-FD2F-87D9-ABDBFACDFE6D}"/>
                    </a:ext>
                  </a:extLst>
                </p:cNvPr>
                <p:cNvCxnSpPr>
                  <a:stCxn id="59" idx="4"/>
                  <a:endCxn id="60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856A7F-12C5-19F0-FCB2-420F4354598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3C5968D7-2907-9113-8FF6-CC4B379CC232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7DBE19AF-9821-7DB2-BABD-9828DF2FDA2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66C0888B-D28A-7C05-A7DC-C42BD35E4A46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AF6BA200-2A32-4B42-FDB6-8BC54E2290CC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0A11247-2014-BBA9-F784-829C0D1A56DD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A6FA3B9B-58B9-D650-AE52-EB3C4C14EBF2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B5EA0F88-7B97-1BA7-DF0F-7D545939207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909E842-3B88-2325-732B-830110DB65F8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7234E73A-0E2E-C169-BBC8-1336F0573A3C}"/>
                  </a:ext>
                </a:extLst>
              </p:cNvPr>
              <p:cNvCxnSpPr>
                <a:cxnSpLocks/>
                <a:stCxn id="63" idx="2"/>
                <a:endCxn id="60" idx="5"/>
              </p:cNvCxnSpPr>
              <p:nvPr/>
            </p:nvCxnSpPr>
            <p:spPr>
              <a:xfrm flipH="1" flipV="1">
                <a:off x="3001468" y="5692260"/>
                <a:ext cx="1369411" cy="56531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ED5250A6-491F-63A7-7A2B-12750046089E}"/>
                </a:ext>
              </a:extLst>
            </p:cNvPr>
            <p:cNvCxnSpPr>
              <a:cxnSpLocks/>
              <a:stCxn id="63" idx="6"/>
              <a:endCxn id="64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20B0D44-4503-B113-87EC-AB0E7A1FCD53}"/>
              </a:ext>
            </a:extLst>
          </p:cNvPr>
          <p:cNvCxnSpPr>
            <a:stCxn id="50" idx="6"/>
            <a:endCxn id="53" idx="2"/>
          </p:cNvCxnSpPr>
          <p:nvPr/>
        </p:nvCxnSpPr>
        <p:spPr>
          <a:xfrm>
            <a:off x="3554103" y="5244295"/>
            <a:ext cx="395811" cy="2178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C39D31B-7AA3-5A48-D190-1D40BC85C1C6}"/>
              </a:ext>
            </a:extLst>
          </p:cNvPr>
          <p:cNvCxnSpPr>
            <a:cxnSpLocks/>
            <a:stCxn id="49" idx="6"/>
            <a:endCxn id="51" idx="2"/>
          </p:cNvCxnSpPr>
          <p:nvPr/>
        </p:nvCxnSpPr>
        <p:spPr>
          <a:xfrm>
            <a:off x="619356" y="5234984"/>
            <a:ext cx="449770" cy="6315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9529C94-2160-69CC-F66F-68DB22CA31D4}"/>
              </a:ext>
            </a:extLst>
          </p:cNvPr>
          <p:cNvCxnSpPr>
            <a:cxnSpLocks/>
            <a:stCxn id="52" idx="2"/>
            <a:endCxn id="51" idx="6"/>
          </p:cNvCxnSpPr>
          <p:nvPr/>
        </p:nvCxnSpPr>
        <p:spPr>
          <a:xfrm flipH="1" flipV="1">
            <a:off x="1388639" y="5241299"/>
            <a:ext cx="403878" cy="599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43BF517-36A9-3702-EE69-685E12DA7259}"/>
              </a:ext>
            </a:extLst>
          </p:cNvPr>
          <p:cNvCxnSpPr>
            <a:cxnSpLocks/>
            <a:stCxn id="52" idx="6"/>
            <a:endCxn id="54" idx="2"/>
          </p:cNvCxnSpPr>
          <p:nvPr/>
        </p:nvCxnSpPr>
        <p:spPr>
          <a:xfrm>
            <a:off x="2112030" y="5247292"/>
            <a:ext cx="401523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BE0D209-7094-638C-C4AA-27037DB27106}"/>
              </a:ext>
            </a:extLst>
          </p:cNvPr>
          <p:cNvCxnSpPr>
            <a:cxnSpLocks/>
            <a:stCxn id="57" idx="6"/>
            <a:endCxn id="55" idx="2"/>
          </p:cNvCxnSpPr>
          <p:nvPr/>
        </p:nvCxnSpPr>
        <p:spPr>
          <a:xfrm flipV="1">
            <a:off x="5610488" y="5234983"/>
            <a:ext cx="325755" cy="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D44C4795-CDC5-0939-14B6-7DF5DAF16019}"/>
              </a:ext>
            </a:extLst>
          </p:cNvPr>
          <p:cNvCxnSpPr>
            <a:cxnSpLocks/>
            <a:stCxn id="56" idx="6"/>
            <a:endCxn id="57" idx="2"/>
          </p:cNvCxnSpPr>
          <p:nvPr/>
        </p:nvCxnSpPr>
        <p:spPr>
          <a:xfrm>
            <a:off x="4895164" y="5222490"/>
            <a:ext cx="395811" cy="12494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>
            <a:extLst>
              <a:ext uri="{FF2B5EF4-FFF2-40B4-BE49-F238E27FC236}">
                <a16:creationId xmlns:a16="http://schemas.microsoft.com/office/drawing/2014/main" id="{5A71178C-0CB5-81FD-1C6B-5885A1FB0446}"/>
              </a:ext>
            </a:extLst>
          </p:cNvPr>
          <p:cNvSpPr/>
          <p:nvPr/>
        </p:nvSpPr>
        <p:spPr>
          <a:xfrm>
            <a:off x="299843" y="5075227"/>
            <a:ext cx="319513" cy="319513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513346B-401C-3652-32D9-06DEA4AF7513}"/>
              </a:ext>
            </a:extLst>
          </p:cNvPr>
          <p:cNvSpPr/>
          <p:nvPr/>
        </p:nvSpPr>
        <p:spPr>
          <a:xfrm>
            <a:off x="3234590" y="5084538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513FE45-B8A0-FFEC-0FD0-6DC0DB834F09}"/>
              </a:ext>
            </a:extLst>
          </p:cNvPr>
          <p:cNvSpPr/>
          <p:nvPr/>
        </p:nvSpPr>
        <p:spPr>
          <a:xfrm>
            <a:off x="1069126" y="5081542"/>
            <a:ext cx="319513" cy="319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DA80F62-FF8D-4A09-382B-25FB41FB52BB}"/>
              </a:ext>
            </a:extLst>
          </p:cNvPr>
          <p:cNvSpPr/>
          <p:nvPr/>
        </p:nvSpPr>
        <p:spPr>
          <a:xfrm>
            <a:off x="1792517" y="5087535"/>
            <a:ext cx="319513" cy="319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293ED18-F8D1-4A1B-3349-17CEE171B546}"/>
              </a:ext>
            </a:extLst>
          </p:cNvPr>
          <p:cNvSpPr/>
          <p:nvPr/>
        </p:nvSpPr>
        <p:spPr>
          <a:xfrm>
            <a:off x="3949914" y="5086716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E957851-1997-7A07-C848-B94950E30C25}"/>
              </a:ext>
            </a:extLst>
          </p:cNvPr>
          <p:cNvSpPr/>
          <p:nvPr/>
        </p:nvSpPr>
        <p:spPr>
          <a:xfrm>
            <a:off x="2513553" y="5087535"/>
            <a:ext cx="319513" cy="31951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FA22541B-82CB-C642-8CB9-FAA3546D6900}"/>
              </a:ext>
            </a:extLst>
          </p:cNvPr>
          <p:cNvSpPr/>
          <p:nvPr/>
        </p:nvSpPr>
        <p:spPr>
          <a:xfrm>
            <a:off x="5936243" y="5075226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0AB557A-4E87-F26F-1D7A-BFF85239C859}"/>
              </a:ext>
            </a:extLst>
          </p:cNvPr>
          <p:cNvSpPr/>
          <p:nvPr/>
        </p:nvSpPr>
        <p:spPr>
          <a:xfrm>
            <a:off x="4575651" y="5062733"/>
            <a:ext cx="319513" cy="319513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9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EBB0A32-9C29-4F89-4C8D-81397F03586E}"/>
              </a:ext>
            </a:extLst>
          </p:cNvPr>
          <p:cNvSpPr/>
          <p:nvPr/>
        </p:nvSpPr>
        <p:spPr>
          <a:xfrm>
            <a:off x="5290975" y="5075227"/>
            <a:ext cx="319513" cy="319513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cxnSp>
        <p:nvCxnSpPr>
          <p:cNvPr id="153" name="Connector: Curved 152">
            <a:extLst>
              <a:ext uri="{FF2B5EF4-FFF2-40B4-BE49-F238E27FC236}">
                <a16:creationId xmlns:a16="http://schemas.microsoft.com/office/drawing/2014/main" id="{814C6C3D-8A21-06DD-4CAA-098772864918}"/>
              </a:ext>
            </a:extLst>
          </p:cNvPr>
          <p:cNvCxnSpPr>
            <a:cxnSpLocks/>
            <a:stCxn id="49" idx="0"/>
            <a:endCxn id="50" idx="0"/>
          </p:cNvCxnSpPr>
          <p:nvPr/>
        </p:nvCxnSpPr>
        <p:spPr>
          <a:xfrm rot="16200000" flipH="1">
            <a:off x="1922317" y="3612509"/>
            <a:ext cx="9311" cy="2934747"/>
          </a:xfrm>
          <a:prstGeom prst="curvedConnector3">
            <a:avLst>
              <a:gd name="adj1" fmla="val -4439126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: Curved 157">
            <a:extLst>
              <a:ext uri="{FF2B5EF4-FFF2-40B4-BE49-F238E27FC236}">
                <a16:creationId xmlns:a16="http://schemas.microsoft.com/office/drawing/2014/main" id="{A4729202-4054-EC19-C819-B933598504E1}"/>
              </a:ext>
            </a:extLst>
          </p:cNvPr>
          <p:cNvCxnSpPr>
            <a:cxnSpLocks/>
            <a:stCxn id="51" idx="0"/>
            <a:endCxn id="50" idx="1"/>
          </p:cNvCxnSpPr>
          <p:nvPr/>
        </p:nvCxnSpPr>
        <p:spPr>
          <a:xfrm rot="16200000" flipH="1">
            <a:off x="2230238" y="4080187"/>
            <a:ext cx="49788" cy="2052499"/>
          </a:xfrm>
          <a:prstGeom prst="curvedConnector3">
            <a:avLst>
              <a:gd name="adj1" fmla="val -459147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: Curved 161">
            <a:extLst>
              <a:ext uri="{FF2B5EF4-FFF2-40B4-BE49-F238E27FC236}">
                <a16:creationId xmlns:a16="http://schemas.microsoft.com/office/drawing/2014/main" id="{0559DE45-F33F-F5BF-9F25-091F131C8528}"/>
              </a:ext>
            </a:extLst>
          </p:cNvPr>
          <p:cNvCxnSpPr>
            <a:cxnSpLocks/>
            <a:stCxn id="51" idx="5"/>
            <a:endCxn id="54" idx="3"/>
          </p:cNvCxnSpPr>
          <p:nvPr/>
        </p:nvCxnSpPr>
        <p:spPr>
          <a:xfrm rot="16200000" flipH="1">
            <a:off x="1948100" y="4748010"/>
            <a:ext cx="5993" cy="1218498"/>
          </a:xfrm>
          <a:prstGeom prst="curvedConnector3">
            <a:avLst>
              <a:gd name="adj1" fmla="val 4695228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Curved 164">
            <a:extLst>
              <a:ext uri="{FF2B5EF4-FFF2-40B4-BE49-F238E27FC236}">
                <a16:creationId xmlns:a16="http://schemas.microsoft.com/office/drawing/2014/main" id="{8C9D547F-8E81-F5F2-EDFF-11DB65A07280}"/>
              </a:ext>
            </a:extLst>
          </p:cNvPr>
          <p:cNvCxnSpPr>
            <a:cxnSpLocks/>
            <a:stCxn id="54" idx="5"/>
            <a:endCxn id="55" idx="4"/>
          </p:cNvCxnSpPr>
          <p:nvPr/>
        </p:nvCxnSpPr>
        <p:spPr>
          <a:xfrm rot="16200000" flipH="1">
            <a:off x="4423896" y="3722634"/>
            <a:ext cx="34483" cy="3309726"/>
          </a:xfrm>
          <a:prstGeom prst="curvedConnector3">
            <a:avLst>
              <a:gd name="adj1" fmla="val 1870040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Curved 191">
            <a:extLst>
              <a:ext uri="{FF2B5EF4-FFF2-40B4-BE49-F238E27FC236}">
                <a16:creationId xmlns:a16="http://schemas.microsoft.com/office/drawing/2014/main" id="{B84B2C03-CFCF-CA20-781E-C58089660A45}"/>
              </a:ext>
            </a:extLst>
          </p:cNvPr>
          <p:cNvCxnSpPr>
            <a:cxnSpLocks/>
            <a:stCxn id="50" idx="7"/>
            <a:endCxn id="57" idx="0"/>
          </p:cNvCxnSpPr>
          <p:nvPr/>
        </p:nvCxnSpPr>
        <p:spPr>
          <a:xfrm rot="5400000" flipH="1" flipV="1">
            <a:off x="4450970" y="4131569"/>
            <a:ext cx="56103" cy="1943421"/>
          </a:xfrm>
          <a:prstGeom prst="curvedConnector3">
            <a:avLst>
              <a:gd name="adj1" fmla="val 853193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: Curved 210">
            <a:extLst>
              <a:ext uri="{FF2B5EF4-FFF2-40B4-BE49-F238E27FC236}">
                <a16:creationId xmlns:a16="http://schemas.microsoft.com/office/drawing/2014/main" id="{6415C442-473D-7C8D-D16D-EC9EDBE277FA}"/>
              </a:ext>
            </a:extLst>
          </p:cNvPr>
          <p:cNvCxnSpPr>
            <a:cxnSpLocks/>
            <a:stCxn id="53" idx="7"/>
            <a:endCxn id="57" idx="1"/>
          </p:cNvCxnSpPr>
          <p:nvPr/>
        </p:nvCxnSpPr>
        <p:spPr>
          <a:xfrm rot="5400000" flipH="1" flipV="1">
            <a:off x="4774457" y="4570198"/>
            <a:ext cx="11489" cy="1115132"/>
          </a:xfrm>
          <a:prstGeom prst="curvedConnector3">
            <a:avLst>
              <a:gd name="adj1" fmla="val 2497006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: Curved 227">
            <a:extLst>
              <a:ext uri="{FF2B5EF4-FFF2-40B4-BE49-F238E27FC236}">
                <a16:creationId xmlns:a16="http://schemas.microsoft.com/office/drawing/2014/main" id="{05560F74-47A6-8A48-52DE-D20A78234D0A}"/>
              </a:ext>
            </a:extLst>
          </p:cNvPr>
          <p:cNvCxnSpPr>
            <a:cxnSpLocks/>
            <a:stCxn id="56" idx="5"/>
            <a:endCxn id="55" idx="3"/>
          </p:cNvCxnSpPr>
          <p:nvPr/>
        </p:nvCxnSpPr>
        <p:spPr>
          <a:xfrm rot="16200000" flipH="1">
            <a:off x="5409457" y="4774368"/>
            <a:ext cx="12493" cy="1134663"/>
          </a:xfrm>
          <a:prstGeom prst="curvedConnector3">
            <a:avLst>
              <a:gd name="adj1" fmla="val 2304370"/>
            </a:avLst>
          </a:prstGeom>
          <a:ln w="5715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8541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DFS Recursively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36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105865" y="1866236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void </a:t>
            </a:r>
            <a:r>
              <a:rPr lang="en-US" sz="2800" dirty="0" err="1"/>
              <a:t>dfs</a:t>
            </a:r>
            <a:r>
              <a:rPr lang="en-US" sz="2800" dirty="0"/>
              <a:t>(graph, </a:t>
            </a:r>
            <a:r>
              <a:rPr lang="en-US" sz="2800" dirty="0" err="1"/>
              <a:t>curr</a:t>
            </a:r>
            <a:r>
              <a:rPr lang="en-US" sz="2800" dirty="0"/>
              <a:t>){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“visited”;</a:t>
            </a:r>
          </a:p>
          <a:p>
            <a:r>
              <a:rPr lang="en-US" sz="2800" dirty="0"/>
              <a:t>	for (v : neighbors(current)){</a:t>
            </a:r>
          </a:p>
          <a:p>
            <a:r>
              <a:rPr lang="en-US" sz="2800" dirty="0"/>
              <a:t>		if (! v marked “visited”){</a:t>
            </a:r>
          </a:p>
          <a:p>
            <a:r>
              <a:rPr lang="en-US" sz="2800" dirty="0"/>
              <a:t>			</a:t>
            </a:r>
            <a:r>
              <a:rPr lang="en-US" sz="2800" dirty="0" err="1"/>
              <a:t>dfs</a:t>
            </a:r>
            <a:r>
              <a:rPr lang="en-US" sz="2800" dirty="0"/>
              <a:t>(graph, v);</a:t>
            </a:r>
          </a:p>
          <a:p>
            <a:r>
              <a:rPr lang="en-US" sz="2800" dirty="0"/>
              <a:t>		}</a:t>
            </a:r>
          </a:p>
          <a:p>
            <a:r>
              <a:rPr lang="en-US" sz="2800" dirty="0"/>
              <a:t>	}</a:t>
            </a:r>
          </a:p>
          <a:p>
            <a:r>
              <a:rPr lang="en-US" sz="2800" dirty="0"/>
              <a:t>	mark </a:t>
            </a:r>
            <a:r>
              <a:rPr lang="en-US" sz="2800" dirty="0" err="1"/>
              <a:t>curr</a:t>
            </a:r>
            <a:r>
              <a:rPr lang="en-US" sz="2800" dirty="0"/>
              <a:t> as “done”;</a:t>
            </a:r>
          </a:p>
          <a:p>
            <a:r>
              <a:rPr lang="en-US" sz="2800" dirty="0"/>
              <a:t>}			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200AC9-7D9A-1925-52EB-C7B86A898E60}"/>
              </a:ext>
            </a:extLst>
          </p:cNvPr>
          <p:cNvGrpSpPr/>
          <p:nvPr/>
        </p:nvGrpSpPr>
        <p:grpSpPr>
          <a:xfrm>
            <a:off x="7543800" y="3714388"/>
            <a:ext cx="4385159" cy="2420607"/>
            <a:chOff x="6934200" y="4047495"/>
            <a:chExt cx="4385159" cy="2420607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4F4A86F4-FB7F-26CB-6FB5-7F1BFF9453F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57445EE1-44C3-64A2-986E-D46EA88A8BED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98667B16-A5D7-BBD9-C34D-964D4C9AFF12}"/>
                    </a:ext>
                  </a:extLst>
                </p:cNvPr>
                <p:cNvCxnSpPr>
                  <a:stCxn id="47" idx="7"/>
                  <a:endCxn id="48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FA0256C7-0C0F-A799-5AE9-2E217FD5D756}"/>
                    </a:ext>
                  </a:extLst>
                </p:cNvPr>
                <p:cNvCxnSpPr>
                  <a:stCxn id="48" idx="6"/>
                  <a:endCxn id="51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254B94F8-CF37-B94A-47FD-BD2899922A25}"/>
                    </a:ext>
                  </a:extLst>
                </p:cNvPr>
                <p:cNvCxnSpPr>
                  <a:stCxn id="47" idx="4"/>
                  <a:endCxn id="49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D98E141-8BD7-326E-BA69-6B184455899A}"/>
                    </a:ext>
                  </a:extLst>
                </p:cNvPr>
                <p:cNvCxnSpPr>
                  <a:stCxn id="50" idx="3"/>
                  <a:endCxn id="49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ADAFBF81-44CC-A51D-66C0-2C5B87B35C40}"/>
                    </a:ext>
                  </a:extLst>
                </p:cNvPr>
                <p:cNvCxnSpPr>
                  <a:stCxn id="52" idx="2"/>
                  <a:endCxn id="49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52C89A0F-5857-790A-2E5A-C334C74AD9DF}"/>
                    </a:ext>
                  </a:extLst>
                </p:cNvPr>
                <p:cNvCxnSpPr>
                  <a:stCxn id="50" idx="5"/>
                  <a:endCxn id="52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>
                  <a:extLst>
                    <a:ext uri="{FF2B5EF4-FFF2-40B4-BE49-F238E27FC236}">
                      <a16:creationId xmlns:a16="http://schemas.microsoft.com/office/drawing/2014/main" id="{352BECD2-A307-35FE-E7B9-BEF318C03A1D}"/>
                    </a:ext>
                  </a:extLst>
                </p:cNvPr>
                <p:cNvCxnSpPr>
                  <a:cxnSpLocks/>
                  <a:stCxn id="48" idx="5"/>
                  <a:endCxn id="53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839A6867-664B-0A60-EC3B-4B9FB9DABFF2}"/>
                    </a:ext>
                  </a:extLst>
                </p:cNvPr>
                <p:cNvCxnSpPr>
                  <a:cxnSpLocks/>
                  <a:stCxn id="55" idx="4"/>
                  <a:endCxn id="53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8890D792-DD4D-C941-053C-56792BC91B07}"/>
                    </a:ext>
                  </a:extLst>
                </p:cNvPr>
                <p:cNvCxnSpPr>
                  <a:stCxn id="55" idx="2"/>
                  <a:endCxn id="51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1E4AEE4-0B75-9ED8-B545-8ECB83BC5819}"/>
                    </a:ext>
                  </a:extLst>
                </p:cNvPr>
                <p:cNvCxnSpPr>
                  <a:stCxn id="54" idx="1"/>
                  <a:endCxn id="55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E5F552B6-93EB-210F-6CA5-732260C4CB99}"/>
                    </a:ext>
                  </a:extLst>
                </p:cNvPr>
                <p:cNvCxnSpPr>
                  <a:stCxn id="54" idx="3"/>
                  <a:endCxn id="53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C9CF98F7-72EE-A41B-94B4-C0C7D5B40A13}"/>
                    </a:ext>
                  </a:extLst>
                </p:cNvPr>
                <p:cNvCxnSpPr>
                  <a:stCxn id="48" idx="4"/>
                  <a:endCxn id="49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CCD3DB87-8FDD-BBEE-9D89-F763E1040ED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84B893D-29DB-BB7C-BBA0-B919C23C6B1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E98533ED-C91E-BCB7-C7FA-6A6BB23DB5EE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5E38723-49F4-D444-B6E9-10D1CEE06FA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494084C6-F266-1A65-C3CD-B28BAECD1CD3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D79CA729-96DA-7BDA-8FA9-CD452C4A54D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1F607055-3BC9-7EEA-81D8-BD20DB6D7E80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58830F5E-7D53-760E-EA93-ACF453B746AC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DA593680-DCFA-7AF1-C06C-855B87D1B597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E035AA82-3EEE-70A9-9876-C158C70B2BD0}"/>
                  </a:ext>
                </a:extLst>
              </p:cNvPr>
              <p:cNvCxnSpPr>
                <a:cxnSpLocks/>
                <a:stCxn id="52" idx="3"/>
                <a:endCxn id="49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0E6D0F4-C146-E647-3385-43715450879E}"/>
                </a:ext>
              </a:extLst>
            </p:cNvPr>
            <p:cNvCxnSpPr>
              <a:cxnSpLocks/>
              <a:stCxn id="52" idx="6"/>
              <a:endCxn id="53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CD1BA3A-96E8-D2C0-ED4F-1198276AF6C8}"/>
              </a:ext>
            </a:extLst>
          </p:cNvPr>
          <p:cNvSpPr txBox="1"/>
          <p:nvPr/>
        </p:nvSpPr>
        <p:spPr>
          <a:xfrm>
            <a:off x="7456715" y="1337129"/>
            <a:ext cx="3516086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List in reverse order by “done” time</a:t>
            </a:r>
          </a:p>
        </p:txBody>
      </p:sp>
    </p:spTree>
    <p:extLst>
      <p:ext uri="{BB962C8B-B14F-4D97-AF65-F5344CB8AC3E}">
        <p14:creationId xmlns:p14="http://schemas.microsoft.com/office/powerpoint/2010/main" val="17070563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1399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DFS: Topological sort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37</a:t>
            </a:fld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49174" y="727110"/>
            <a:ext cx="86868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List </a:t>
            </a:r>
            <a:r>
              <a:rPr lang="en-US" sz="2000" dirty="0" err="1"/>
              <a:t>topSort</a:t>
            </a:r>
            <a:r>
              <a:rPr lang="en-US" sz="2000" dirty="0"/>
              <a:t>(graph){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List&lt;Nodes&gt; done = new List&lt;&gt;();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for (Node v : </a:t>
            </a:r>
            <a:r>
              <a:rPr lang="en-US" sz="2000" b="1" dirty="0" err="1">
                <a:solidFill>
                  <a:srgbClr val="FF0000"/>
                </a:solidFill>
              </a:rPr>
              <a:t>graph.vertices</a:t>
            </a:r>
            <a:r>
              <a:rPr lang="en-US" sz="2000" b="1" dirty="0">
                <a:solidFill>
                  <a:srgbClr val="FF0000"/>
                </a:solidFill>
              </a:rPr>
              <a:t>){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	if (!</a:t>
            </a:r>
            <a:r>
              <a:rPr lang="en-US" sz="2000" b="1" dirty="0" err="1">
                <a:solidFill>
                  <a:srgbClr val="FF0000"/>
                </a:solidFill>
              </a:rPr>
              <a:t>v.visited</a:t>
            </a:r>
            <a:r>
              <a:rPr lang="en-US" sz="2000" b="1" dirty="0">
                <a:solidFill>
                  <a:srgbClr val="FF0000"/>
                </a:solidFill>
              </a:rPr>
              <a:t>){</a:t>
            </a:r>
          </a:p>
          <a:p>
            <a:r>
              <a:rPr lang="en-US" sz="2000" dirty="0"/>
              <a:t>			</a:t>
            </a:r>
            <a:r>
              <a:rPr lang="en-US" sz="2000" dirty="0" err="1"/>
              <a:t>finishTime</a:t>
            </a:r>
            <a:r>
              <a:rPr lang="en-US" sz="2000" dirty="0"/>
              <a:t>(graph, v, finished);</a:t>
            </a:r>
          </a:p>
          <a:p>
            <a:r>
              <a:rPr lang="en-US" sz="2000" dirty="0"/>
              <a:t>		}</a:t>
            </a:r>
          </a:p>
          <a:p>
            <a:r>
              <a:rPr lang="en-US" sz="2000" dirty="0"/>
              <a:t>	}</a:t>
            </a:r>
          </a:p>
          <a:p>
            <a:r>
              <a:rPr lang="en-US" sz="2000" dirty="0"/>
              <a:t>	</a:t>
            </a:r>
            <a:r>
              <a:rPr lang="en-US" sz="2000" b="1" dirty="0" err="1">
                <a:solidFill>
                  <a:srgbClr val="FF0000"/>
                </a:solidFill>
              </a:rPr>
              <a:t>done.reverse</a:t>
            </a:r>
            <a:r>
              <a:rPr lang="en-US" sz="2000" b="1" dirty="0">
                <a:solidFill>
                  <a:srgbClr val="FF0000"/>
                </a:solidFill>
              </a:rPr>
              <a:t>();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	return done;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void </a:t>
            </a:r>
            <a:r>
              <a:rPr lang="en-US" sz="2000" dirty="0" err="1"/>
              <a:t>finishTime</a:t>
            </a:r>
            <a:r>
              <a:rPr lang="en-US" sz="2000" dirty="0"/>
              <a:t>(graph, </a:t>
            </a:r>
            <a:r>
              <a:rPr lang="en-US" sz="2000" dirty="0" err="1"/>
              <a:t>curr</a:t>
            </a:r>
            <a:r>
              <a:rPr lang="en-US" sz="2000" dirty="0"/>
              <a:t>, finished){</a:t>
            </a:r>
          </a:p>
          <a:p>
            <a:r>
              <a:rPr lang="en-US" sz="2000" dirty="0"/>
              <a:t>	</a:t>
            </a:r>
            <a:r>
              <a:rPr lang="en-US" sz="2000" dirty="0" err="1"/>
              <a:t>curr.visited</a:t>
            </a:r>
            <a:r>
              <a:rPr lang="en-US" sz="2000" dirty="0"/>
              <a:t> = true;</a:t>
            </a:r>
          </a:p>
          <a:p>
            <a:r>
              <a:rPr lang="en-US" sz="2000" dirty="0"/>
              <a:t>	for (Node v : </a:t>
            </a:r>
            <a:r>
              <a:rPr lang="en-US" sz="2000" dirty="0" err="1"/>
              <a:t>curr.neighbors</a:t>
            </a:r>
            <a:r>
              <a:rPr lang="en-US" sz="2000" dirty="0"/>
              <a:t>){</a:t>
            </a:r>
          </a:p>
          <a:p>
            <a:r>
              <a:rPr lang="en-US" sz="2000" dirty="0"/>
              <a:t>		if (!</a:t>
            </a:r>
            <a:r>
              <a:rPr lang="en-US" sz="2000" dirty="0" err="1"/>
              <a:t>v.visited</a:t>
            </a:r>
            <a:r>
              <a:rPr lang="en-US" sz="2000" dirty="0"/>
              <a:t>){</a:t>
            </a:r>
          </a:p>
          <a:p>
            <a:r>
              <a:rPr lang="en-US" sz="2000" dirty="0"/>
              <a:t>			</a:t>
            </a:r>
            <a:r>
              <a:rPr lang="en-US" sz="2000" dirty="0" err="1"/>
              <a:t>finishTime</a:t>
            </a:r>
            <a:r>
              <a:rPr lang="en-US" sz="2000" dirty="0"/>
              <a:t>(graph, v, finished);</a:t>
            </a:r>
          </a:p>
          <a:p>
            <a:r>
              <a:rPr lang="en-US" sz="2000" dirty="0"/>
              <a:t>		}</a:t>
            </a:r>
          </a:p>
          <a:p>
            <a:r>
              <a:rPr lang="en-US" sz="2000" dirty="0"/>
              <a:t>	}</a:t>
            </a:r>
          </a:p>
          <a:p>
            <a:r>
              <a:rPr lang="en-US" sz="2000" dirty="0"/>
              <a:t>	</a:t>
            </a:r>
            <a:r>
              <a:rPr lang="en-US" sz="2000" b="1" dirty="0" err="1">
                <a:solidFill>
                  <a:srgbClr val="FF0000"/>
                </a:solidFill>
              </a:rPr>
              <a:t>done.add</a:t>
            </a:r>
            <a:r>
              <a:rPr lang="en-US" sz="2000" b="1" dirty="0">
                <a:solidFill>
                  <a:srgbClr val="FF0000"/>
                </a:solidFill>
              </a:rPr>
              <a:t>(</a:t>
            </a:r>
            <a:r>
              <a:rPr lang="en-US" sz="2000" b="1" dirty="0" err="1">
                <a:solidFill>
                  <a:srgbClr val="FF0000"/>
                </a:solidFill>
              </a:rPr>
              <a:t>curr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  <a:p>
            <a:r>
              <a:rPr lang="en-US" sz="2000" dirty="0"/>
              <a:t>}			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E8D4C7C-0AE1-7852-CBEE-C620B6E41F0E}"/>
              </a:ext>
            </a:extLst>
          </p:cNvPr>
          <p:cNvGrpSpPr/>
          <p:nvPr/>
        </p:nvGrpSpPr>
        <p:grpSpPr>
          <a:xfrm>
            <a:off x="7009533" y="4114199"/>
            <a:ext cx="4385159" cy="2420607"/>
            <a:chOff x="6934200" y="4047495"/>
            <a:chExt cx="4385159" cy="242060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6AD1A1F-1858-45D6-7E51-1F9AF1CDD4A7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F677033C-CB5F-46AB-B374-335942CAC422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10" name="Straight Connector 9">
                  <a:extLst>
                    <a:ext uri="{FF2B5EF4-FFF2-40B4-BE49-F238E27FC236}">
                      <a16:creationId xmlns:a16="http://schemas.microsoft.com/office/drawing/2014/main" id="{6C65CFAA-FA9A-DDB6-F0F9-3C9FF5C1C650}"/>
                    </a:ext>
                  </a:extLst>
                </p:cNvPr>
                <p:cNvCxnSpPr>
                  <a:stCxn id="21" idx="7"/>
                  <a:endCxn id="22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5D421D9D-777D-CB21-D6E6-A17BCE7AFEAD}"/>
                    </a:ext>
                  </a:extLst>
                </p:cNvPr>
                <p:cNvCxnSpPr>
                  <a:stCxn id="22" idx="6"/>
                  <a:endCxn id="25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20A629D0-968A-8695-0E03-5E719B3B3761}"/>
                    </a:ext>
                  </a:extLst>
                </p:cNvPr>
                <p:cNvCxnSpPr>
                  <a:stCxn id="21" idx="4"/>
                  <a:endCxn id="23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194E1493-F810-AAF7-D036-ABDA53E0371E}"/>
                    </a:ext>
                  </a:extLst>
                </p:cNvPr>
                <p:cNvCxnSpPr>
                  <a:stCxn id="24" idx="3"/>
                  <a:endCxn id="23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BF0DB74C-4636-EC59-3B12-4158D04693E1}"/>
                    </a:ext>
                  </a:extLst>
                </p:cNvPr>
                <p:cNvCxnSpPr>
                  <a:stCxn id="24" idx="5"/>
                  <a:endCxn id="26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A0EE49A2-D7BB-55D2-CDF7-57117EFD6BC0}"/>
                    </a:ext>
                  </a:extLst>
                </p:cNvPr>
                <p:cNvCxnSpPr>
                  <a:cxnSpLocks/>
                  <a:stCxn id="56" idx="3"/>
                  <a:endCxn id="22" idx="5"/>
                </p:cNvCxnSpPr>
                <p:nvPr/>
              </p:nvCxnSpPr>
              <p:spPr>
                <a:xfrm flipH="1" flipV="1">
                  <a:off x="2369118" y="3458194"/>
                  <a:ext cx="3012648" cy="7290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E1B7356C-0FBF-4014-5B14-9D07550C2011}"/>
                    </a:ext>
                  </a:extLst>
                </p:cNvPr>
                <p:cNvCxnSpPr>
                  <a:cxnSpLocks/>
                  <a:stCxn id="56" idx="4"/>
                  <a:endCxn id="27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873CFE9C-7CA9-76B0-E6C8-A01F0F47567A}"/>
                    </a:ext>
                  </a:extLst>
                </p:cNvPr>
                <p:cNvCxnSpPr>
                  <a:stCxn id="56" idx="2"/>
                  <a:endCxn id="25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561EEFB6-6240-9286-EB6B-87B4E3A42C62}"/>
                    </a:ext>
                  </a:extLst>
                </p:cNvPr>
                <p:cNvCxnSpPr>
                  <a:stCxn id="28" idx="1"/>
                  <a:endCxn id="56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>
                  <a:extLst>
                    <a:ext uri="{FF2B5EF4-FFF2-40B4-BE49-F238E27FC236}">
                      <a16:creationId xmlns:a16="http://schemas.microsoft.com/office/drawing/2014/main" id="{41DD2A99-E823-2C5F-48A9-215EF4B837A0}"/>
                    </a:ext>
                  </a:extLst>
                </p:cNvPr>
                <p:cNvCxnSpPr>
                  <a:stCxn id="28" idx="3"/>
                  <a:endCxn id="27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2B45E6E6-E67F-AE66-A2FF-F42504A2C175}"/>
                    </a:ext>
                  </a:extLst>
                </p:cNvPr>
                <p:cNvCxnSpPr>
                  <a:stCxn id="22" idx="4"/>
                  <a:endCxn id="23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E0252589-58D9-C066-18D8-930B9F0C6547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CBAB2B40-EA53-50A6-67B2-4C18A86EFEFE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27394C2A-20FB-8408-0C52-8124EB58C80B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F13D01A1-2099-59FF-8B64-AAF9428E285A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FE5977DB-14AA-CCA3-797B-283030773577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93C95AB-CD73-19F4-C798-3BAD9970D00F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1BAD119-94DD-8C8A-99D3-A302AE58E595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B640C0E4-7E3C-3D79-7380-C6915BFD8181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6AD5C5D0-2FEE-6D4B-935F-6492A37B941C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BEEEE52A-2F02-4140-A7B3-78C20CCC7FED}"/>
                  </a:ext>
                </a:extLst>
              </p:cNvPr>
              <p:cNvCxnSpPr>
                <a:cxnSpLocks/>
                <a:stCxn id="26" idx="2"/>
                <a:endCxn id="23" idx="5"/>
              </p:cNvCxnSpPr>
              <p:nvPr/>
            </p:nvCxnSpPr>
            <p:spPr>
              <a:xfrm flipH="1" flipV="1">
                <a:off x="3001468" y="5692260"/>
                <a:ext cx="1369411" cy="565314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AA96582-F630-B845-F0CF-A10ECF5F36C6}"/>
                </a:ext>
              </a:extLst>
            </p:cNvPr>
            <p:cNvCxnSpPr>
              <a:cxnSpLocks/>
              <a:stCxn id="26" idx="6"/>
              <a:endCxn id="27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68E7255-187D-527D-D4D0-00AE6ABCE8BB}"/>
              </a:ext>
            </a:extLst>
          </p:cNvPr>
          <p:cNvGrpSpPr/>
          <p:nvPr/>
        </p:nvGrpSpPr>
        <p:grpSpPr>
          <a:xfrm>
            <a:off x="6137495" y="3052992"/>
            <a:ext cx="5682036" cy="538444"/>
            <a:chOff x="7767403" y="2882319"/>
            <a:chExt cx="3971372" cy="376337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790045B-2F32-574B-21DE-2D66631DC027}"/>
                </a:ext>
              </a:extLst>
            </p:cNvPr>
            <p:cNvGrpSpPr/>
            <p:nvPr/>
          </p:nvGrpSpPr>
          <p:grpSpPr>
            <a:xfrm>
              <a:off x="8371362" y="2882319"/>
              <a:ext cx="3367413" cy="376337"/>
              <a:chOff x="6834185" y="3171034"/>
              <a:chExt cx="3367413" cy="3763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FCD21DE-873D-0948-01AB-7B6EFA7DD1D9}"/>
                  </a:ext>
                </a:extLst>
              </p:cNvPr>
              <p:cNvSpPr/>
              <p:nvPr/>
            </p:nvSpPr>
            <p:spPr>
              <a:xfrm>
                <a:off x="6834185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E12CAD4C-6A2B-BFEB-EF9D-1998F5B2AD06}"/>
                  </a:ext>
                </a:extLst>
              </p:cNvPr>
              <p:cNvSpPr/>
              <p:nvPr/>
            </p:nvSpPr>
            <p:spPr>
              <a:xfrm>
                <a:off x="7208342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39868008-327D-8243-B1F3-D11DCE8FF2FE}"/>
                  </a:ext>
                </a:extLst>
              </p:cNvPr>
              <p:cNvSpPr/>
              <p:nvPr/>
            </p:nvSpPr>
            <p:spPr>
              <a:xfrm>
                <a:off x="7582499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AFE4A74-528B-DA33-573C-55CB58EF089C}"/>
                  </a:ext>
                </a:extLst>
              </p:cNvPr>
              <p:cNvSpPr/>
              <p:nvPr/>
            </p:nvSpPr>
            <p:spPr>
              <a:xfrm>
                <a:off x="7956656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EEB594F-FCAF-7CA7-BDA4-48D848AB46A2}"/>
                  </a:ext>
                </a:extLst>
              </p:cNvPr>
              <p:cNvSpPr/>
              <p:nvPr/>
            </p:nvSpPr>
            <p:spPr>
              <a:xfrm>
                <a:off x="8330813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B28763D2-5ED8-F326-A12C-7F9AF72C1521}"/>
                  </a:ext>
                </a:extLst>
              </p:cNvPr>
              <p:cNvSpPr/>
              <p:nvPr/>
            </p:nvSpPr>
            <p:spPr>
              <a:xfrm>
                <a:off x="8704970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AE39B383-AA24-4F78-B96A-E2BB6FF2B8FE}"/>
                  </a:ext>
                </a:extLst>
              </p:cNvPr>
              <p:cNvSpPr/>
              <p:nvPr/>
            </p:nvSpPr>
            <p:spPr>
              <a:xfrm>
                <a:off x="9079127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7F61B852-1CE3-C752-64EE-C4906CBEEDEF}"/>
                  </a:ext>
                </a:extLst>
              </p:cNvPr>
              <p:cNvSpPr/>
              <p:nvPr/>
            </p:nvSpPr>
            <p:spPr>
              <a:xfrm>
                <a:off x="9453284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B6C7AA5A-29AB-650B-5877-CFACC47DFBD7}"/>
                  </a:ext>
                </a:extLst>
              </p:cNvPr>
              <p:cNvSpPr/>
              <p:nvPr/>
            </p:nvSpPr>
            <p:spPr>
              <a:xfrm>
                <a:off x="9827441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D12F9E-10C2-F575-75E3-44213FAE7B5A}"/>
                </a:ext>
              </a:extLst>
            </p:cNvPr>
            <p:cNvSpPr txBox="1"/>
            <p:nvPr/>
          </p:nvSpPr>
          <p:spPr>
            <a:xfrm>
              <a:off x="7767403" y="2965901"/>
              <a:ext cx="607501" cy="224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dirty="0"/>
                <a:t>finished: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DF63F4C6-0844-B0AA-630A-71E0D77220F9}"/>
              </a:ext>
            </a:extLst>
          </p:cNvPr>
          <p:cNvSpPr txBox="1"/>
          <p:nvPr/>
        </p:nvSpPr>
        <p:spPr>
          <a:xfrm>
            <a:off x="7456715" y="1337129"/>
            <a:ext cx="3516086" cy="9541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Idea: List in reverse order by “done” time</a:t>
            </a:r>
          </a:p>
        </p:txBody>
      </p:sp>
    </p:spTree>
    <p:extLst>
      <p:ext uri="{BB962C8B-B14F-4D97-AF65-F5344CB8AC3E}">
        <p14:creationId xmlns:p14="http://schemas.microsoft.com/office/powerpoint/2010/main" val="28005710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3770-8075-BEEB-97CF-77688996C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5DA2-ED25-8CCF-C064-52F05C9D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Topological Sort– Worked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96CDD-22EF-425E-E259-4CF82BB5F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75AB94-7831-8946-495C-AA69C48ED982}"/>
              </a:ext>
            </a:extLst>
          </p:cNvPr>
          <p:cNvSpPr txBox="1"/>
          <p:nvPr/>
        </p:nvSpPr>
        <p:spPr>
          <a:xfrm>
            <a:off x="73330" y="3873029"/>
            <a:ext cx="3835152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Starting from the current node: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for each non-done neighbor: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if the neighbor is visited: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we found a cycle!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else: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mark the neighbor as visited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        do a DFS from the neighbor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mark the current node as done</a:t>
            </a:r>
          </a:p>
          <a:p>
            <a:r>
              <a:rPr lang="en-US" sz="2000" dirty="0">
                <a:solidFill>
                  <a:srgbClr val="FF0000"/>
                </a:solidFill>
              </a:rPr>
              <a:t>    add current node to finished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0AFB9A-CE5B-066F-1B3C-E86DB8531E74}"/>
              </a:ext>
            </a:extLst>
          </p:cNvPr>
          <p:cNvGrpSpPr/>
          <p:nvPr/>
        </p:nvGrpSpPr>
        <p:grpSpPr>
          <a:xfrm>
            <a:off x="5296974" y="5954431"/>
            <a:ext cx="5682036" cy="538444"/>
            <a:chOff x="7767403" y="2882319"/>
            <a:chExt cx="3971372" cy="37633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B495760-968A-D7E9-BC64-17E817E065EE}"/>
                </a:ext>
              </a:extLst>
            </p:cNvPr>
            <p:cNvGrpSpPr/>
            <p:nvPr/>
          </p:nvGrpSpPr>
          <p:grpSpPr>
            <a:xfrm>
              <a:off x="8371362" y="2882319"/>
              <a:ext cx="3367413" cy="376337"/>
              <a:chOff x="6834185" y="3171034"/>
              <a:chExt cx="3367413" cy="37633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5579014-64CF-A160-E639-BE76957EF4AD}"/>
                  </a:ext>
                </a:extLst>
              </p:cNvPr>
              <p:cNvSpPr/>
              <p:nvPr/>
            </p:nvSpPr>
            <p:spPr>
              <a:xfrm>
                <a:off x="6834185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14D7E06-3505-CFE9-C5AC-5A590E4BCACC}"/>
                  </a:ext>
                </a:extLst>
              </p:cNvPr>
              <p:cNvSpPr/>
              <p:nvPr/>
            </p:nvSpPr>
            <p:spPr>
              <a:xfrm>
                <a:off x="7208342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EB175BF-4A16-22F1-7F64-477030C54B75}"/>
                  </a:ext>
                </a:extLst>
              </p:cNvPr>
              <p:cNvSpPr/>
              <p:nvPr/>
            </p:nvSpPr>
            <p:spPr>
              <a:xfrm>
                <a:off x="7582499" y="317321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521A463-91E2-9348-D471-4B08EF143E56}"/>
                  </a:ext>
                </a:extLst>
              </p:cNvPr>
              <p:cNvSpPr/>
              <p:nvPr/>
            </p:nvSpPr>
            <p:spPr>
              <a:xfrm>
                <a:off x="7956656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6D9A0B4D-079D-BFAE-BF37-06FE8C1133B1}"/>
                  </a:ext>
                </a:extLst>
              </p:cNvPr>
              <p:cNvSpPr/>
              <p:nvPr/>
            </p:nvSpPr>
            <p:spPr>
              <a:xfrm>
                <a:off x="8330813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8E13ED68-FD55-10A7-528C-A583F2D162EA}"/>
                  </a:ext>
                </a:extLst>
              </p:cNvPr>
              <p:cNvSpPr/>
              <p:nvPr/>
            </p:nvSpPr>
            <p:spPr>
              <a:xfrm>
                <a:off x="8704970" y="3171035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8643781-0F0A-DC08-5755-227960B70466}"/>
                  </a:ext>
                </a:extLst>
              </p:cNvPr>
              <p:cNvSpPr/>
              <p:nvPr/>
            </p:nvSpPr>
            <p:spPr>
              <a:xfrm>
                <a:off x="9079127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6CF60E3-DDC8-06A3-E71C-16E5608460E3}"/>
                  </a:ext>
                </a:extLst>
              </p:cNvPr>
              <p:cNvSpPr/>
              <p:nvPr/>
            </p:nvSpPr>
            <p:spPr>
              <a:xfrm>
                <a:off x="9453284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A48E7D7-06B9-7D97-DCE4-B0C13D043D52}"/>
                  </a:ext>
                </a:extLst>
              </p:cNvPr>
              <p:cNvSpPr/>
              <p:nvPr/>
            </p:nvSpPr>
            <p:spPr>
              <a:xfrm>
                <a:off x="9827441" y="3171034"/>
                <a:ext cx="374157" cy="37415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CA2E920-C8F9-7CBE-4DCB-2AC0A7DF608B}"/>
                </a:ext>
              </a:extLst>
            </p:cNvPr>
            <p:cNvSpPr txBox="1"/>
            <p:nvPr/>
          </p:nvSpPr>
          <p:spPr>
            <a:xfrm>
              <a:off x="7767403" y="2965901"/>
              <a:ext cx="607501" cy="2242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2000" dirty="0"/>
                <a:t>finished: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27B5AD2-6886-E060-E76B-8A65474E2BE8}"/>
              </a:ext>
            </a:extLst>
          </p:cNvPr>
          <p:cNvGraphicFramePr>
            <a:graphicFrameLocks noGrp="1"/>
          </p:cNvGraphicFramePr>
          <p:nvPr/>
        </p:nvGraphicFramePr>
        <p:xfrm>
          <a:off x="6492240" y="1399839"/>
          <a:ext cx="5225339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5229">
                  <a:extLst>
                    <a:ext uri="{9D8B030D-6E8A-4147-A177-3AD203B41FA5}">
                      <a16:colId xmlns:a16="http://schemas.microsoft.com/office/drawing/2014/main" val="2885487592"/>
                    </a:ext>
                  </a:extLst>
                </a:gridCol>
                <a:gridCol w="991884">
                  <a:extLst>
                    <a:ext uri="{9D8B030D-6E8A-4147-A177-3AD203B41FA5}">
                      <a16:colId xmlns:a16="http://schemas.microsoft.com/office/drawing/2014/main" val="3918555435"/>
                    </a:ext>
                  </a:extLst>
                </a:gridCol>
                <a:gridCol w="997527">
                  <a:extLst>
                    <a:ext uri="{9D8B030D-6E8A-4147-A177-3AD203B41FA5}">
                      <a16:colId xmlns:a16="http://schemas.microsoft.com/office/drawing/2014/main" val="1745931878"/>
                    </a:ext>
                  </a:extLst>
                </a:gridCol>
                <a:gridCol w="2390699">
                  <a:extLst>
                    <a:ext uri="{9D8B030D-6E8A-4147-A177-3AD203B41FA5}">
                      <a16:colId xmlns:a16="http://schemas.microsoft.com/office/drawing/2014/main" val="2503185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Visited?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Other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79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76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311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70343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718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982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48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436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5953369"/>
                  </a:ext>
                </a:extLst>
              </a:tr>
            </a:tbl>
          </a:graphicData>
        </a:graphic>
      </p:graphicFrame>
      <p:grpSp>
        <p:nvGrpSpPr>
          <p:cNvPr id="20" name="Group 19">
            <a:extLst>
              <a:ext uri="{FF2B5EF4-FFF2-40B4-BE49-F238E27FC236}">
                <a16:creationId xmlns:a16="http://schemas.microsoft.com/office/drawing/2014/main" id="{240BD8F7-53A7-3F3C-B299-45DE43D86737}"/>
              </a:ext>
            </a:extLst>
          </p:cNvPr>
          <p:cNvGrpSpPr/>
          <p:nvPr/>
        </p:nvGrpSpPr>
        <p:grpSpPr>
          <a:xfrm>
            <a:off x="5265415" y="5160011"/>
            <a:ext cx="6036209" cy="658829"/>
            <a:chOff x="5742926" y="5607923"/>
            <a:chExt cx="6036209" cy="65882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77829ED-476F-7D76-2AD6-9BCED20AC675}"/>
                </a:ext>
              </a:extLst>
            </p:cNvPr>
            <p:cNvSpPr/>
            <p:nvPr/>
          </p:nvSpPr>
          <p:spPr>
            <a:xfrm>
              <a:off x="6558742" y="5619404"/>
              <a:ext cx="5220393" cy="64734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855DBF1-650F-A165-B249-E3A8F1673BA0}"/>
                </a:ext>
              </a:extLst>
            </p:cNvPr>
            <p:cNvSpPr txBox="1"/>
            <p:nvPr/>
          </p:nvSpPr>
          <p:spPr>
            <a:xfrm>
              <a:off x="5742926" y="5607923"/>
              <a:ext cx="73969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(Call)</a:t>
              </a:r>
            </a:p>
            <a:p>
              <a:r>
                <a:rPr lang="en-US" dirty="0"/>
                <a:t>Stack: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B730AC5-2C81-2384-D129-C7C8E30BD5D5}"/>
              </a:ext>
            </a:extLst>
          </p:cNvPr>
          <p:cNvGrpSpPr/>
          <p:nvPr/>
        </p:nvGrpSpPr>
        <p:grpSpPr>
          <a:xfrm>
            <a:off x="336666" y="1399839"/>
            <a:ext cx="4385159" cy="2420607"/>
            <a:chOff x="6934200" y="4047495"/>
            <a:chExt cx="4385159" cy="2420607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D315881-1EAB-C94A-17A3-BC67E5E2DAEB}"/>
                </a:ext>
              </a:extLst>
            </p:cNvPr>
            <p:cNvGrpSpPr/>
            <p:nvPr/>
          </p:nvGrpSpPr>
          <p:grpSpPr>
            <a:xfrm>
              <a:off x="6934200" y="4047495"/>
              <a:ext cx="4385159" cy="2420607"/>
              <a:chOff x="1524000" y="2625729"/>
              <a:chExt cx="7044346" cy="3888478"/>
            </a:xfrm>
          </p:grpSpPr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B24A960C-D8D6-E3A4-D87F-AC5424CFC6B1}"/>
                  </a:ext>
                </a:extLst>
              </p:cNvPr>
              <p:cNvGrpSpPr/>
              <p:nvPr/>
            </p:nvGrpSpPr>
            <p:grpSpPr>
              <a:xfrm>
                <a:off x="1524000" y="2625729"/>
                <a:ext cx="7044346" cy="3888478"/>
                <a:chOff x="0" y="3020093"/>
                <a:chExt cx="7044346" cy="3888478"/>
              </a:xfrm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6A3124D-0ADF-EEE1-B903-F1AC1710FBE8}"/>
                    </a:ext>
                  </a:extLst>
                </p:cNvPr>
                <p:cNvCxnSpPr>
                  <a:stCxn id="55" idx="7"/>
                  <a:endCxn id="56" idx="2"/>
                </p:cNvCxnSpPr>
                <p:nvPr/>
              </p:nvCxnSpPr>
              <p:spPr>
                <a:xfrm flipV="1">
                  <a:off x="438102" y="3276727"/>
                  <a:ext cx="1492916" cy="962604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5458ED4E-6B13-E836-92B0-80FBD2BB7F34}"/>
                    </a:ext>
                  </a:extLst>
                </p:cNvPr>
                <p:cNvCxnSpPr>
                  <a:stCxn id="56" idx="6"/>
                  <a:endCxn id="59" idx="2"/>
                </p:cNvCxnSpPr>
                <p:nvPr/>
              </p:nvCxnSpPr>
              <p:spPr>
                <a:xfrm>
                  <a:off x="2444286" y="3276727"/>
                  <a:ext cx="1510213" cy="52390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AAE9A6E0-AB41-16B5-DE95-24346CB54981}"/>
                    </a:ext>
                  </a:extLst>
                </p:cNvPr>
                <p:cNvCxnSpPr>
                  <a:stCxn id="55" idx="4"/>
                  <a:endCxn id="57" idx="1"/>
                </p:cNvCxnSpPr>
                <p:nvPr/>
              </p:nvCxnSpPr>
              <p:spPr>
                <a:xfrm>
                  <a:off x="256634" y="4677433"/>
                  <a:ext cx="857899" cy="1046257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6D79438B-B053-D08A-49E1-A118C7282DBB}"/>
                    </a:ext>
                  </a:extLst>
                </p:cNvPr>
                <p:cNvCxnSpPr>
                  <a:stCxn id="58" idx="3"/>
                  <a:endCxn id="57" idx="7"/>
                </p:cNvCxnSpPr>
                <p:nvPr/>
              </p:nvCxnSpPr>
              <p:spPr>
                <a:xfrm flipH="1">
                  <a:off x="1477469" y="4930617"/>
                  <a:ext cx="1172042" cy="79307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0B8ED23D-E958-C2A7-6579-A1B3BFD48EC2}"/>
                    </a:ext>
                  </a:extLst>
                </p:cNvPr>
                <p:cNvCxnSpPr>
                  <a:stCxn id="60" idx="2"/>
                  <a:endCxn id="57" idx="5"/>
                </p:cNvCxnSpPr>
                <p:nvPr/>
              </p:nvCxnSpPr>
              <p:spPr>
                <a:xfrm flipH="1" flipV="1">
                  <a:off x="1477469" y="6086626"/>
                  <a:ext cx="1369411" cy="56531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A1934735-9F97-3660-8978-797BA62CFC64}"/>
                    </a:ext>
                  </a:extLst>
                </p:cNvPr>
                <p:cNvCxnSpPr>
                  <a:stCxn id="58" idx="5"/>
                  <a:endCxn id="60" idx="0"/>
                </p:cNvCxnSpPr>
                <p:nvPr/>
              </p:nvCxnSpPr>
              <p:spPr>
                <a:xfrm>
                  <a:off x="3012447" y="4930617"/>
                  <a:ext cx="91067" cy="1464686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Straight Connector 48">
                  <a:extLst>
                    <a:ext uri="{FF2B5EF4-FFF2-40B4-BE49-F238E27FC236}">
                      <a16:creationId xmlns:a16="http://schemas.microsoft.com/office/drawing/2014/main" id="{7E8C63DE-14DD-12B7-354F-C32C74C33230}"/>
                    </a:ext>
                  </a:extLst>
                </p:cNvPr>
                <p:cNvCxnSpPr>
                  <a:cxnSpLocks/>
                  <a:stCxn id="56" idx="5"/>
                  <a:endCxn id="61" idx="1"/>
                </p:cNvCxnSpPr>
                <p:nvPr/>
              </p:nvCxnSpPr>
              <p:spPr>
                <a:xfrm>
                  <a:off x="2369118" y="3458194"/>
                  <a:ext cx="2707217" cy="2755642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B6726DFE-77AD-34F8-6AE1-A320923A08C4}"/>
                    </a:ext>
                  </a:extLst>
                </p:cNvPr>
                <p:cNvCxnSpPr>
                  <a:cxnSpLocks/>
                  <a:stCxn id="63" idx="4"/>
                  <a:endCxn id="61" idx="0"/>
                </p:cNvCxnSpPr>
                <p:nvPr/>
              </p:nvCxnSpPr>
              <p:spPr>
                <a:xfrm flipH="1">
                  <a:off x="5257802" y="4262423"/>
                  <a:ext cx="305431" cy="187624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E2DCAC1A-19CE-6F82-3246-7808A6C0078E}"/>
                    </a:ext>
                  </a:extLst>
                </p:cNvPr>
                <p:cNvCxnSpPr>
                  <a:stCxn id="63" idx="2"/>
                  <a:endCxn id="59" idx="5"/>
                </p:cNvCxnSpPr>
                <p:nvPr/>
              </p:nvCxnSpPr>
              <p:spPr>
                <a:xfrm flipH="1" flipV="1">
                  <a:off x="4392601" y="3510585"/>
                  <a:ext cx="913997" cy="495205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6C25B44-3FAE-CD2A-48C7-4FCE95BD43C6}"/>
                    </a:ext>
                  </a:extLst>
                </p:cNvPr>
                <p:cNvCxnSpPr>
                  <a:stCxn id="62" idx="1"/>
                  <a:endCxn id="63" idx="5"/>
                </p:cNvCxnSpPr>
                <p:nvPr/>
              </p:nvCxnSpPr>
              <p:spPr>
                <a:xfrm flipH="1" flipV="1">
                  <a:off x="5744700" y="4187258"/>
                  <a:ext cx="861544" cy="674868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A7558CDA-44C9-8F49-ADD8-CAF26338514D}"/>
                    </a:ext>
                  </a:extLst>
                </p:cNvPr>
                <p:cNvCxnSpPr>
                  <a:stCxn id="62" idx="3"/>
                  <a:endCxn id="61" idx="6"/>
                </p:cNvCxnSpPr>
                <p:nvPr/>
              </p:nvCxnSpPr>
              <p:spPr>
                <a:xfrm flipH="1">
                  <a:off x="5514435" y="5225062"/>
                  <a:ext cx="1091809" cy="1170241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3B52657E-D0EF-5E43-C2E6-DC034C7C609E}"/>
                    </a:ext>
                  </a:extLst>
                </p:cNvPr>
                <p:cNvCxnSpPr>
                  <a:stCxn id="56" idx="4"/>
                  <a:endCxn id="57" idx="0"/>
                </p:cNvCxnSpPr>
                <p:nvPr/>
              </p:nvCxnSpPr>
              <p:spPr>
                <a:xfrm flipH="1">
                  <a:off x="1296001" y="3533361"/>
                  <a:ext cx="891651" cy="2115163"/>
                </a:xfrm>
                <a:prstGeom prst="line">
                  <a:avLst/>
                </a:prstGeom>
                <a:ln w="57150">
                  <a:solidFill>
                    <a:schemeClr val="bg1">
                      <a:lumMod val="65000"/>
                    </a:schemeClr>
                  </a:solidFill>
                  <a:headEnd type="triangl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B06F9AB9-1A70-5E04-F887-85A1E0D4AAE8}"/>
                    </a:ext>
                  </a:extLst>
                </p:cNvPr>
                <p:cNvSpPr/>
                <p:nvPr/>
              </p:nvSpPr>
              <p:spPr>
                <a:xfrm>
                  <a:off x="0" y="4164165"/>
                  <a:ext cx="513268" cy="51326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1</a:t>
                  </a:r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01DE6039-EC55-4FC8-3E9E-1899D5DE3A19}"/>
                    </a:ext>
                  </a:extLst>
                </p:cNvPr>
                <p:cNvSpPr/>
                <p:nvPr/>
              </p:nvSpPr>
              <p:spPr>
                <a:xfrm>
                  <a:off x="1931018" y="302009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7" name="Oval 56">
                  <a:extLst>
                    <a:ext uri="{FF2B5EF4-FFF2-40B4-BE49-F238E27FC236}">
                      <a16:creationId xmlns:a16="http://schemas.microsoft.com/office/drawing/2014/main" id="{856831FF-3651-3951-E799-56C28A437603}"/>
                    </a:ext>
                  </a:extLst>
                </p:cNvPr>
                <p:cNvSpPr/>
                <p:nvPr/>
              </p:nvSpPr>
              <p:spPr>
                <a:xfrm>
                  <a:off x="1039367" y="5648524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3</a:t>
                  </a:r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4D85905F-FF00-D53E-4CD1-0764661832F5}"/>
                    </a:ext>
                  </a:extLst>
                </p:cNvPr>
                <p:cNvSpPr/>
                <p:nvPr/>
              </p:nvSpPr>
              <p:spPr>
                <a:xfrm>
                  <a:off x="2574345" y="4492515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4</a:t>
                  </a: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BCD0E49C-360F-9F1B-0C3E-7C1E4EBEE4CA}"/>
                    </a:ext>
                  </a:extLst>
                </p:cNvPr>
                <p:cNvSpPr/>
                <p:nvPr/>
              </p:nvSpPr>
              <p:spPr>
                <a:xfrm>
                  <a:off x="3954499" y="3072483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BD973F2A-0208-64DD-E67C-4E8AEF405DE4}"/>
                    </a:ext>
                  </a:extLst>
                </p:cNvPr>
                <p:cNvSpPr/>
                <p:nvPr/>
              </p:nvSpPr>
              <p:spPr>
                <a:xfrm>
                  <a:off x="2846880" y="6395303"/>
                  <a:ext cx="513268" cy="513268"/>
                </a:xfrm>
                <a:prstGeom prst="ellipse">
                  <a:avLst/>
                </a:prstGeom>
                <a:solidFill>
                  <a:schemeClr val="tx2">
                    <a:lumMod val="60000"/>
                    <a:lumOff val="40000"/>
                  </a:schemeClr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6</a:t>
                  </a:r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114B835A-022B-0388-1453-C18E70444EAE}"/>
                    </a:ext>
                  </a:extLst>
                </p:cNvPr>
                <p:cNvSpPr/>
                <p:nvPr/>
              </p:nvSpPr>
              <p:spPr>
                <a:xfrm>
                  <a:off x="5001167" y="6138669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7CA907C9-3729-5E09-5958-6EC94FFF3657}"/>
                    </a:ext>
                  </a:extLst>
                </p:cNvPr>
                <p:cNvSpPr/>
                <p:nvPr/>
              </p:nvSpPr>
              <p:spPr>
                <a:xfrm>
                  <a:off x="6531078" y="4786960"/>
                  <a:ext cx="513268" cy="51326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bg1"/>
                      </a:solidFill>
                    </a:rPr>
                    <a:t>9</a:t>
                  </a: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22F74843-D003-F84B-A519-67550AFF1290}"/>
                    </a:ext>
                  </a:extLst>
                </p:cNvPr>
                <p:cNvSpPr/>
                <p:nvPr/>
              </p:nvSpPr>
              <p:spPr>
                <a:xfrm>
                  <a:off x="5306598" y="3749156"/>
                  <a:ext cx="513268" cy="513268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061A2004-72DD-2FF6-5BC9-99AA70F08EB8}"/>
                  </a:ext>
                </a:extLst>
              </p:cNvPr>
              <p:cNvCxnSpPr>
                <a:cxnSpLocks/>
                <a:stCxn id="60" idx="3"/>
                <a:endCxn id="57" idx="4"/>
              </p:cNvCxnSpPr>
              <p:nvPr/>
            </p:nvCxnSpPr>
            <p:spPr>
              <a:xfrm flipH="1" flipV="1">
                <a:off x="2820001" y="5767428"/>
                <a:ext cx="1626045" cy="671613"/>
              </a:xfrm>
              <a:prstGeom prst="line">
                <a:avLst/>
              </a:prstGeom>
              <a:ln w="57150">
                <a:solidFill>
                  <a:schemeClr val="bg1">
                    <a:lumMod val="65000"/>
                  </a:schemeClr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4FBF290-3233-DCB0-D8FB-7C9FBE042E91}"/>
                </a:ext>
              </a:extLst>
            </p:cNvPr>
            <p:cNvCxnSpPr>
              <a:cxnSpLocks/>
              <a:stCxn id="60" idx="6"/>
              <a:endCxn id="61" idx="3"/>
            </p:cNvCxnSpPr>
            <p:nvPr/>
          </p:nvCxnSpPr>
          <p:spPr>
            <a:xfrm flipV="1">
              <a:off x="9025917" y="6261553"/>
              <a:ext cx="1068340" cy="46793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0491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29660</TotalTime>
  <Words>3404</Words>
  <Application>Microsoft Office PowerPoint</Application>
  <PresentationFormat>Widescreen</PresentationFormat>
  <Paragraphs>1150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Calibri Light</vt:lpstr>
      <vt:lpstr>Calibri</vt:lpstr>
      <vt:lpstr>Cambria Math</vt:lpstr>
      <vt:lpstr>Aptos</vt:lpstr>
      <vt:lpstr>Arial</vt:lpstr>
      <vt:lpstr>Office Theme</vt:lpstr>
      <vt:lpstr>CSE 332 Winter 2026 Lecture 15: Graphs 2</vt:lpstr>
      <vt:lpstr>Undirected Graphs</vt:lpstr>
      <vt:lpstr>Directed Graphs</vt:lpstr>
      <vt:lpstr>Weighted Graphs</vt:lpstr>
      <vt:lpstr>Some Graph Terms</vt:lpstr>
      <vt:lpstr>Definition: Complete Graph</vt:lpstr>
      <vt:lpstr>Definition: Path</vt:lpstr>
      <vt:lpstr>Definition: (Strongly) Connected Graph</vt:lpstr>
      <vt:lpstr>Definition: (Strongly) Connected Graph</vt:lpstr>
      <vt:lpstr>Definition: Weakly Connected Graph</vt:lpstr>
      <vt:lpstr>Graph Density, Data Structures, Efficiency</vt:lpstr>
      <vt:lpstr>Definition: Tree</vt:lpstr>
      <vt:lpstr>Graph ADT</vt:lpstr>
      <vt:lpstr>Adjacency List Data Structure</vt:lpstr>
      <vt:lpstr>Adjacency List (Weighted)</vt:lpstr>
      <vt:lpstr>Adjacency Matrix</vt:lpstr>
      <vt:lpstr>Adjacency Matrix</vt:lpstr>
      <vt:lpstr>Adjacency Matrix (weighted)</vt:lpstr>
      <vt:lpstr>Comparison</vt:lpstr>
      <vt:lpstr>Breadth-First Search</vt:lpstr>
      <vt:lpstr>BFS</vt:lpstr>
      <vt:lpstr>BFS – Worked Example</vt:lpstr>
      <vt:lpstr>Find Distance (unweighted)</vt:lpstr>
      <vt:lpstr>Find Distance – Worked Example</vt:lpstr>
      <vt:lpstr>Shortest Path - Idea</vt:lpstr>
      <vt:lpstr>Depth-First Search</vt:lpstr>
      <vt:lpstr>Depth-First Search</vt:lpstr>
      <vt:lpstr>DFS (non-recursive)</vt:lpstr>
      <vt:lpstr>DFS Recursively (more common)</vt:lpstr>
      <vt:lpstr>DFS – Worked Example</vt:lpstr>
      <vt:lpstr>Using DFS</vt:lpstr>
      <vt:lpstr>Back Edges</vt:lpstr>
      <vt:lpstr>Cycle Detection</vt:lpstr>
      <vt:lpstr>Cycle Detection – Worked Example</vt:lpstr>
      <vt:lpstr>Topological Sort</vt:lpstr>
      <vt:lpstr>DFS Recursively</vt:lpstr>
      <vt:lpstr>DFS: Topological sort</vt:lpstr>
      <vt:lpstr>Topological Sort– Worked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255</cp:revision>
  <dcterms:created xsi:type="dcterms:W3CDTF">2023-10-13T16:06:42Z</dcterms:created>
  <dcterms:modified xsi:type="dcterms:W3CDTF">2026-02-13T19:58:56Z</dcterms:modified>
</cp:coreProperties>
</file>