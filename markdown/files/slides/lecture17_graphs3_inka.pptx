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7" r:id="rId2"/>
    <p:sldId id="799" r:id="rId3"/>
    <p:sldId id="853" r:id="rId4"/>
    <p:sldId id="892" r:id="rId5"/>
    <p:sldId id="854" r:id="rId6"/>
    <p:sldId id="893" r:id="rId7"/>
    <p:sldId id="894" r:id="rId8"/>
    <p:sldId id="840" r:id="rId9"/>
    <p:sldId id="857" r:id="rId10"/>
    <p:sldId id="843" r:id="rId11"/>
    <p:sldId id="895" r:id="rId12"/>
    <p:sldId id="844" r:id="rId13"/>
    <p:sldId id="872" r:id="rId14"/>
    <p:sldId id="858" r:id="rId15"/>
    <p:sldId id="896" r:id="rId16"/>
    <p:sldId id="611" r:id="rId17"/>
    <p:sldId id="859" r:id="rId18"/>
    <p:sldId id="902" r:id="rId19"/>
    <p:sldId id="614" r:id="rId20"/>
    <p:sldId id="861" r:id="rId21"/>
    <p:sldId id="862" r:id="rId22"/>
    <p:sldId id="863" r:id="rId23"/>
    <p:sldId id="865" r:id="rId24"/>
    <p:sldId id="898" r:id="rId25"/>
    <p:sldId id="899" r:id="rId26"/>
    <p:sldId id="900" r:id="rId27"/>
    <p:sldId id="866" r:id="rId28"/>
    <p:sldId id="867" r:id="rId29"/>
    <p:sldId id="868" r:id="rId30"/>
    <p:sldId id="869" r:id="rId31"/>
    <p:sldId id="870" r:id="rId32"/>
    <p:sldId id="871" r:id="rId33"/>
  </p:sldIdLst>
  <p:sldSz cx="12192000" cy="6858000"/>
  <p:notesSz cx="6858000" cy="9144000"/>
  <p:embeddedFontLst>
    <p:embeddedFont>
      <p:font typeface="Cambria Math" panose="02040503050406030204" pitchFamily="18"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7C80"/>
    <a:srgbClr val="CC99FF"/>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p:scale>
          <a:sx n="58" d="100"/>
          <a:sy n="58" d="100"/>
        </p:scale>
        <p:origin x="988"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35:25.748"/>
    </inkml:context>
    <inkml:brush xml:id="br0">
      <inkml:brushProperty name="width" value="0.05292" units="cm"/>
      <inkml:brushProperty name="height" value="0.05292" units="cm"/>
      <inkml:brushProperty name="color" value="#FF0000"/>
    </inkml:brush>
  </inkml:definitions>
  <inkml:trace contextRef="#ctx0" brushRef="#br0">23241 1735 0,'0'0'0,"0"0"0,0 0 0,0 0 0,0 0 16,0 8 0,-9 35-1,1 16-15,-1 18 16,1 8-1,-10 0-15,1 9 16,0 16 0,0 26-16,0-8 15,9-18 1,-9 1-16,8-17 16,9-35-1,0-25-15,0-17 16,0-17-1,0-17-15,0 0 16</inkml:trace>
  <inkml:trace contextRef="#ctx0" brushRef="#br0" timeOffset="280.48">22711 2526 0,'0'8'0,"0"52"0,26 59 0,8 17 15,-8 9 1,-18-26-16,9-34 16,1-34-1,24-9-15,26-25 16,95-34-16,59-76 15,34-69 1,-35-8-16,1-68 16</inkml:trace>
  <inkml:trace contextRef="#ctx0" brushRef="#br0" timeOffset="122193.25">2287 5570 0,'0'0'0,"0"0"0,0 0 0,0 0 0,0 0 15,-17-8 1,-17-1 0,-17-8-16,17 0 15,0 0 1,8 0-16,0 0 0,9-8 16,0-1-1,0 9 1,0 0-1,9 0-15,-1 0 16,1 9 0,-18-1-16,9 1 15,-26 8 1,1 17-16,-27 25 16,1 9-1,8 9-15,-17 8 16,9 17-1,17 9-15,-17-1 0,-1 26 32,10 26-32,16 33 15,-34-16 1,9-9-16,17-8 16,25-26-1,18-17-15,33-9 16,18 1-1,-1-18-15,10-8 16,50-8 0,43-18-16,9-25 15,-9-25 1,60-35-16,-43-8 16,-43-8-1,18-35-15,0-33 16,-18-35-1,-42 1-15,-52-44 16,-42-7 0,-42 8-16,-44 8 15,-50 35 1,-95 41-16,-110 18 16</inkml:trace>
  <inkml:trace contextRef="#ctx0" brushRef="#br0" timeOffset="125378.75">19238 16158 0,'0'0'0,"0"0"0,0 0 0,0 0 16,17-8-1,8-9-15,18-9 16,8-8 0,9 0-1,-17 9-15,-18 8 16,1 0-1,-18 17-15,10 8 16,-10 35-16,1 42 16,-9 43-1,0-1 1,-9-8-16,9-25 16,0-9-1,0-17-15,9-26 16,-1-8-16,1-17 31,-9-17-31</inkml:trace>
  <inkml:trace contextRef="#ctx0" brushRef="#br0" timeOffset="125628.77">19084 17119 0,'0'0'15,"9"0"-15,25 17 0,68 26 0,69-9 16,59-17-1,43-42 1,77-35-16</inkml:trace>
  <inkml:trace contextRef="#ctx0" brushRef="#br0" timeOffset="149014.07">19187 16201 0,'0'0'0,"17"9"0,0 16 0,8 18 0,9 16 0,9 18 16,8-1-1,1 18 1,-1 16-16,17 1 16,9-1-1,-9-8-15,0-8 16,1-9-16,-1-17 16,9 9-1,-9-18 1,-17-16-16,-8-9 15,-9-17-15,-17-9 16</inkml:trace>
  <inkml:trace contextRef="#ctx0" brushRef="#br0" timeOffset="149240.54">20040 16295 0,'0'0'0,"0"0"0,-34 25 0,-69 86 16,-84 93-1,-69 76-15,-17 44 16,25-18-1</inkml:trace>
  <inkml:trace contextRef="#ctx0" brushRef="#br0" timeOffset="154337.35">20714 16039 0,'0'0'0,"0"0"0,0 0 0,9-8 15,-1 8 1,1 0-16,-1 0 16,1 0-1,8-9-15,0 9 16,0 0-16,17 0 15,0 0 1,9 9-16,8 8 16,1 17-1,16 17 1,9 17-16,-9 9 16,-17 8-16,-17 0 15,-8-26 1,-26 26-16,-51 17 15,-52-8 1,-42-9 0,0-26-16,26-42 15,16-8 1,35-9-16,25 0 16,26 0-1,9 0-15,8 0 16,0-9-16,34 1 15,43-9 1,25 17-16,17 8 16,10 18-1,7 8 1,-25 0-16,-26 0 16,-8-9-16,-34-8 15</inkml:trace>
  <inkml:trace contextRef="#ctx0" brushRef="#br0" timeOffset="155314.15">22609 15954 0,'0'0'0,"0"0"0,0 0 0,9 0 0,25 9 0,25 8 15,10 8-15,8 9 16,-1 9-1,-7-9-15,-10 0 16,-7 0 0,-10 9-16,-16-9 15,-9 17 1,-17 8-16,-26 9 16,-16 0-1,-10-17-15,1-8 16,17-9-1,17-17 1,0-9-16,17 1 16,0-1-1,17 1-15,26 8 16,16 0 0,10-9-16,-9 1 15,-9-1 1,-26 1-16,1-1 15,-18 9-15,-16 9 16,-35 25 0,-68 17-16,-68 8 15,-60-8 1,-94 18 0</inkml:trace>
  <inkml:trace contextRef="#ctx0" brushRef="#br0" timeOffset="156737.43">22788 6021 0,'0'0'0,"0"0"0,-8 0 0,8 0 15,-9 0-15,9 9 16,-8-9 0,-1 8-16,9 9 15,0 0 1,0 9-1,0 8-15,-8 25 16,-1 9 0,1 9-16,-10-1 15,-7-8 1,-1-8-16,9-1 16,0-16-16,0-17 15,17-18 1,0-8-16</inkml:trace>
  <inkml:trace contextRef="#ctx0" brushRef="#br0" timeOffset="157006.7">22310 6166 0,'0'0'0,"0"0"0,9 0 0,16 0 16,44 0-1,33 8 1,35-8 0,8 0-16,-17-8 15,-17-1-15,-17 1 16,-17-9-1,-35 8-15</inkml:trace>
  <inkml:trace contextRef="#ctx0" brushRef="#br0" timeOffset="157435.26">22473 7552 0,'0'0'0,"0"0"0,8 0 0,9 0 16,9 8-1,-1 1-15,1-1 16,0 1 0,-9 8-1,-9 9-15,1 16 16,-18 9-1,1 9-15,-9-1 16,8-16-16,-8-9 16,0-9-1,-9-8-15,9-8 0</inkml:trace>
  <inkml:trace contextRef="#ctx0" brushRef="#br0" timeOffset="157665.31">21995 7467 0,'0'0'0,"17"0"0,59 0 0,70 8 16,7 18-1,1-9-15,-1 17 16,-7-9 0,-18-8-16,-60-8 15</inkml:trace>
  <inkml:trace contextRef="#ctx0" brushRef="#br0" timeOffset="160081.53">21167 16218 0,'-17'0'0,"-35"9"0,-59 33 0,-42 43 15,-9 17 1,17 9-16,25-18 16,18 1-16,33-18 31,27-16-31,25-35 0,17-16 31,25-18-15,69-25-16,60-34 15,34-34 1,16-17-16,-59 26 16,-51 33-16,-42 26 15,-18 9 1,-26 8-1,1 17-15,-1 0 16,-25 8 0,-34 26-16,-60 43 15,-17 25-15,26-26 16,42-16 0,26-18-1,17-16-15,17-18 16,17 1-1,68-26-15,60-26 16,26-16 0,-18-9-16,-16 0 15,-60 25 1,-43 26-16,-8 0 16,-18 17-1,-25 9-15,-43 33 16,-59 43-1,-26 26-15,0-9 16,34-17 0,25-34-16,44-17 15,16-17 1,26-9-16,17-8 16,51 0-16,52-34 15,25-8 1,-26 8-1,-59 17-15,-26 8 16,-17 9-16,-17 0 16,-42 51-1,-69 60 1,-43 25-16,26-8 16,77-60-1</inkml:trace>
  <inkml:trace contextRef="#ctx0" brushRef="#br0" timeOffset="167733.76">24555 16218 0,'0'0'0,"0"0"16,0 0-16,0 0 16,0 0-1,0 0 1,-8 17-16,-1 17 16,-8 17-1,-9 17-15,1-8 16,-9-1-1,-1-16 1,18-18-16,0 1 16,17-18-16,0 1 15,9-9 1,8 8 0,0 1-16,17-9 15,9 8 1,17 1-16,-9 8 15,-9 0-15,-7 8 16,7 18 0,-16 16-1,-9 18-15,-17 16 16,-17-16-16,-17-18 16,-9-7-1,9-18 1,17-26-16,8 1 15</inkml:trace>
  <inkml:trace contextRef="#ctx0" brushRef="#br0" timeOffset="168068.71">24811 16056 0,'0'0'15,"0"0"-15,0 0 0,9 9 0,25 8 16,26 8 0,42 1-1,60-1-15,-8-8 16,-95-8 0</inkml:trace>
  <inkml:trace contextRef="#ctx0" brushRef="#br0" timeOffset="170185.68">22968 9270 0,'0'0'0,"0"0"0,8 0 0,1 0 16,-1 0-16,1 8 31,-1-8-15,1 9-16,-1-1 16,1 9-16,-1 0 15,1 17-15,-18 26 16,1 25-1,-9 9 1,-9-1-16,1-16 16,7-18-1,1-25 1,9-8-16,8-18 0</inkml:trace>
  <inkml:trace contextRef="#ctx0" brushRef="#br0" timeOffset="170562.15">22566 9372 0,'0'0'0,"0"0"16,9 0-16,17 0 0,50-9 0,27 9 15,-9 0 1,8 0-16,18 0 16,50 0-1,61-8-15,102-35 16</inkml:trace>
  <inkml:trace contextRef="#ctx0" brushRef="#br0" timeOffset="173598.44">22908 15861 0,'0'0'0,"-26"17"0,-51 51 0,-17 25 16,9 1-1,17 0-15,25-26 16,18-9-1,16-8-15,18-25 16,33-1 0,78-16-16,42-26 15,0-26 1,9-16-16,-9-9 16,-60 17-1,-50 25-15,-27 9 0,-8 0 31,-8 17-31,-69 25 16,-94 61 0,-76 24-16,8 1 15,68-26 1,26-9-16,43-25 16,42-25-1,26-18-15,9 1 16,16-18-1,35-33-15,42-43 16,26-9-16,17 9 16,-34 26-16,-26 33 15,-25 9-15,-17 17 32,-9 0-17,-9 34-15,-33 34 16,-52 43-1,-25-1-15,33-33 16,27-35 0,24-16-16,10-18 15,8 1-15,68-26 16,86-34 0,42-9-1,-17 18-15,-68 16 16,-51 9-1,-26 17-15,-17 0 16,-34 26 0,-60 67-16,-51 35 15,0-1 1,0 1-16,43-17 16,51-35-1,51-8-15,9-34 16</inkml:trace>
  <inkml:trace contextRef="#ctx0" brushRef="#br0" timeOffset="180331.19">26697 16210 0,'0'0'0,"0"0"0,0 0 0,0 0 15,-8 17 1,-9 8-1,-17 18-15,-26 25 16,0 8 0,9-8-16,17-17 15,17-8 1,0-18-16,17 1 16,8-9-16,26 0 15,17 0 1,60-9-1,35-8-15,-1-8 16,-26-9 0,-25 0-16,0 0 0,-17 0 31,-9 0-15,-8 0-16,-35 8 15</inkml:trace>
  <inkml:trace contextRef="#ctx0" brushRef="#br0" timeOffset="180625.24">27175 16354 0,'0'0'0,"-8"9"0,-26 42 16,-18 42-16,10-8 16,-1-8-1,0 8 1,9 8-16,0-16 15,26-26 1,8-26-16</inkml:trace>
  <inkml:trace contextRef="#ctx0" brushRef="#br0" timeOffset="181495.83">28840 16192 0,'0'0'0,"0"0"0,0 0 0,0 0 16,0 0 0,0 0-1,-9-8-15,-17 8 16,-16 0 0,-18 17-16,-25 9 15,-9 16 1,0 18-16,9 16 15,-9 18 1,8-1-16,18 9 16,17 17-1,25 0-15,43 0 16,35-25 0,24-26-16,44-17 15,51 0 1,-26-34-16,-34-25 15,0-1-15,-35-8 16,-42 9 0,-16-9-1,-27-17-15,-34-9 16,-68-17 0,-59 9-16,-10 17 15,18 26-15,-128 25 16</inkml:trace>
  <inkml:trace contextRef="#ctx0" brushRef="#br0" timeOffset="189235.11">22882 8173 0,'0'0'0,"0"0"0,0 0 0,0 17 16,9 0 0,-1 17-16,1 8 15,-9 9 1,-9-8-16,1 8 16,-1-9-1,-8-8-15,9-8 16,8 8-1,0-17-15</inkml:trace>
  <inkml:trace contextRef="#ctx0" brushRef="#br0" timeOffset="189551.67">22541 8113 0,'0'0'0,"0"0"0,17 9 16,43 8-16,51 0 15,17-9 1,0 1 0,8-9-16,-25 0 0,-68 0 15</inkml:trace>
  <inkml:trace contextRef="#ctx0" brushRef="#br0" timeOffset="190562.58">22899 10392 0,'0'0'0,"0"0"0,0 0 0,0 0 15,0 0 1,9 17 0,-18 9-16,-8 25 15,-8 17 1,-1-8-16,0-1 15,9-16 1,0-9-16,0-9 16,9-8-16,-1-8 15,9-1 1,0-8-16</inkml:trace>
  <inkml:trace contextRef="#ctx0" brushRef="#br0" timeOffset="190807.86">22438 10443 0,'0'0'0,"0"0"0,0 0 0,9 9 31,42 8-15,52 17-16,67-17 0,35-25 16,-17-44-1,-120 18 1</inkml:trace>
  <inkml:trace contextRef="#ctx0" brushRef="#br0" timeOffset="192789.04">24512 16107 0,'0'0'0,"-17"9"0,-42 33 16,-52 27-16,-26 24 16,26-8-1,17 17 1,0-17-16,43-34 16,25-25-1,18-9-15,25 0 16,68-9-1,120-16-15,43-26 0,33-34 32,-42 0-32,-76 17 15,-53 8 1,-58 26-16,-27 0 16,-16 17-1,-26-8-15,-52 8 16,-76 25-1,-42 26-15,-18 0 16,43 0 0,51-8-16,42-9 15,27-17-15,25-9 16,8 1 0,18-9-16,50-9 15,69 1-15,35-18 31,-1-8-31,-26 17 16,-42 17 0,-43 0-16,-16 0 15,-18 0 1,-26 26-16,-42 42 16,-60 34-1,-60 25-15,26-25 16,60-8-1,42-17-15,43-26 16,85 0 0,189 42-16</inkml:trace>
  <inkml:trace contextRef="#ctx0" brushRef="#br0" timeOffset="206814.4">8791 3819 0,'0'0'0,"0"0"0,0 0 0,0 0 0,0-9 15,0 9-15,0 0 16,0 0 0,0 0-16,0 0 15,0 0 1,0 0-16,0 0 16,-9 0-1,1 0-15,-18 0 16,1 9-1,-18-1-15,-8 9 16,-17 0 0,-9 9-16,-26 16 15,9 1-15,1-1 16,-1 1 0,8-1-1,1 1-15,-35 8 16,1 25-16,-9 18 15,-9 8 1,1 8 0,16-8-16,9 9 15,18 8 1,24-25-16,1-1 16,-9 9-1,-17 34-15,9 0 16,8 0-1,0 9-15,0 17 16,9-1-16,-17-16 16,-9 16-1,17-8-15,0-16 16,-8 7 0,-9 18-1,-8 8-15,-9-17 16,17 17-1,26-17-15,8-25 16,9-1 0,-1 18-16,10-1 15,-9-16-15,-18 33 32,-8 18-32,18-26 15,25-8-15,-1 25 16,1-9-1,17-33 1,0 25-16,0 17 16,17-17-16,0 9 15,0 25-15,9-17 32,8-17-32,0 9 15,8-18 1,9-25-16,26 0 15,8 0-15,-8 0 16,9-17 0,7-8-1,18 0-15,26-9 16,8 0 0,-9-9-16,1-16 15,16-18 1,18-16-16,-18-9 15,18-26 1,17-25-16,-1-8 16,52-26-16,9-9 15,-35-16-15,17-43 16,1-9 0,-18 0-1,0-16 1,-25-9-16,-26-9 15,26-59 1,-17 0-16,-18-9 16,-16-8-16,8-34 15,8 8-15,-42-8 16,-17-8 0,-9-1-1,-8-34 1,-17 18-16,-18-35 15,1 17 1,-9 9-16,9-43 16,-9 60-16,-26-9 15,-8 26 1,-9 34-16,1 9 16,-9-10-1,-1 1 1,-24 43-16,-10-1 0,-33 34 31,-17 43-31,-18 9 16,-102 33-1,-196 103-15,-137 118 16,171-8 0</inkml:trace>
  <inkml:trace contextRef="#ctx0" brushRef="#br0" timeOffset="211149.21">11292 4950 0,'0'0'0,"-9"0"0,-8 0 0,-26 17 16,-25 0 0,0 17-1,-26 34 1,-51 25-16,-17 18 16,17-1-16,0 52 15,-1 0 1,44-9-16,34 17 15,68-9 1,85-8-16,77-17 16,77-51-1,60-59 1,-9-69-16,26-59 0,-34-25 16,-26-52-16,-26-8 31,-93 17-16,-78-26-15,-101-25 16,-214-34-16,-77 26 16</inkml:trace>
  <inkml:trace contextRef="#ctx0" brushRef="#br0" timeOffset="-160758.81">27218 3393 0,'0'0'0,"0"0"0,0 0 0,0 0 16,0 0-16,0 0 15,0 0 1,-9 0-16,1 0 16,-1 0-1,-8-8-15,-17-1 16,-26-16 0,-16-1-1,-18-16-15,-9 8 16,-8 8-16,-8 1 15,-18 16 1,-8 1 0,0 16-16,0 1 15,0 8 1,-17-9-16,0 1 16,8-1-1,9 1-15,0 8 16,-9 17-16,0 17 15,26 8 1,26 1 0,0 16-16,16-8 15,9 26 1,9 8-16,0 9 0,8-18 16,17 18-16,9 33 31,17 1-31,26-18 15,33 18-15,18 8 16,17-17 0,17-25-1,17-1 1,34 1-16,51 8 0,9-26 16,43-25-1,25-25 1,17-26-1,17-17-15,-25-26 0,-9-25 16,9-34-16,-35-8 31,-33 8-15,-27-17-16,1-43 16,-26-8-1,-51 8-15,-17-59 16,-34 0-1,-43-17-15,-26 0 16,-33 25 0,-52-42-16,-60 17 15,-68 34 1,-85-25-16,-86 24 16,-50 78-1,-61 42-15,-42 34 16,136 25-1</inkml:trace>
  <inkml:trace contextRef="#ctx0" brushRef="#br0" timeOffset="-152816.83">27841 952 0,'0'0'0,"0"9"0,17 17 16,0 50-16,0 60 31,-8 43-15,-26-18-16,-26 9 15,0 9 1,9-43-16,0-51 15,8-34 1,9-17-16,0-8 16,9-18-1,8 1-15,0-9 16</inkml:trace>
  <inkml:trace contextRef="#ctx0" brushRef="#br0" timeOffset="-152504.15">28729 1148 0,'0'0'0,"8"26"0,9 42 0,-8 34 15,-35 25 1,-25 18-16,-17 8 16,8-8-1,9-26-15,0-17 16,8-34 0,9-17-16,17-17 15,8-9-15,9-16 16,0-9-1</inkml:trace>
  <inkml:trace contextRef="#ctx0" brushRef="#br0" timeOffset="-152152.86">27312 1233 0,'0'0'0,"8"0"0,18 9 0,42 8 16,69-9-1,59 9 1,17-8-16,-8 8 15,-8-9 1,-27 1-16,-42-1 16,-34-8-1,-34 0-15,-17 0 16,-26 0 0,-9 0-16,-8 0 15</inkml:trace>
  <inkml:trace contextRef="#ctx0" brushRef="#br0" timeOffset="-151910.58">27542 1735 0,'0'0'0,"17"8"0,69 35 0,59 8 16,0-17 0,34-9-1,17-16-15,-16-9 16,24-9 0,27-25-1,76-42-15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39:35.290"/>
    </inkml:context>
    <inkml:brush xml:id="br0">
      <inkml:brushProperty name="width" value="0.05292" units="cm"/>
      <inkml:brushProperty name="height" value="0.05292" units="cm"/>
      <inkml:brushProperty name="color" value="#FF0000"/>
    </inkml:brush>
  </inkml:definitions>
  <inkml:trace contextRef="#ctx0" brushRef="#br0">2834 2721 0,'0'0'0,"34"0"0,51-8 0,316-60 0,-170 34 0,76 17 0,51 17 16,9 0-16,137 0 16,-86 0-1</inkml:trace>
  <inkml:trace contextRef="#ctx0" brushRef="#br0" timeOffset="42569.18">15807 3342 0,'0'0'0,"0"0"16,-9 0-16,-8 0 16,-8-8-16,7-1 15,1 9 1,9 0-16,8 0 16,0 0-1,8-8-15,35-1 16,77-8-1,59 9-15,17 8 16,35 0 0,-52 8-16,-26 1 15,35-9 1,-34 0-16,-60 8 16,-43-8-1,-26 0-15,1 0 16,-17 0-1</inkml:trace>
  <inkml:trace contextRef="#ctx0" brushRef="#br0" timeOffset="42860.8">17130 3002 0,'0'0'0,"0"0"0,8 9 16,35 16-16,34 18 16,8-9-1,17 8 1,9 9-16,-17 0 16,-25-8-16,-35-18 15,-17 1 1,-17-1-1,-77 43-15,-213 111 16,-69 17-16,26-52 16</inkml:trace>
  <inkml:trace contextRef="#ctx0" brushRef="#br0" timeOffset="49635.89">23958 12417 0,'0'0'0,"0"0"0,0-9 0,25 1 32,18-1-32,42 0 15,35-8 1,-1 0 0,9 17-16,43-8 15,-17-1 1,-35 1-16,18-1 0,-9-8 15,8 9-15,-50-1 16,-44 1 15,-8-1-31,-17 1 16</inkml:trace>
  <inkml:trace contextRef="#ctx0" brushRef="#br0" timeOffset="49992.74">25110 12017 0,'0'0'0,"0"0"16,0 0-16,0 0 0,0 0 16,0 0-1,8 0-15,18 17 16,17 0-1,16 0-15,27 8 16,-9 1 0,-18-9-16,1 8 15,-9 1 1,-25-18 0,-1 9-16,-16-8 15,-26 25 1,-51 34-16,-43 26 15,-17-35 1,68-42-16</inkml:trace>
  <inkml:trace contextRef="#ctx0" brushRef="#br0" timeOffset="58680.71">18546 8343 0,'0'0'0,"0"0"0,18 0 16,16 0-1,0 0 1,8 0-16,18 0 16,17 8-1,0 1-15,17 8 0,25 0 31,9-9-31,9-8 0,-26-8 16,0-1 0,-17-8-1,-18 0 1,-16-8-16,-17-1 16,-1-8-1,-16 17-15</inkml:trace>
  <inkml:trace contextRef="#ctx0" brushRef="#br0" timeOffset="58992.66">19622 7901 0,'0'0'0,"0"0"0,0 0 0,0 0 0,0 0 15,17 17 1,9 0-1,16 17-15,26 0 16,26 17 0,0 8-16,-17-16 15,0-1 1,-17 1-16,-1-9 16,-16-9-1,-17 1-15,-1-1 16,-16 1-16,-18 8 15,-51 34 1,-110 51 0,-129 43-1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41:00.764"/>
    </inkml:context>
    <inkml:brush xml:id="br0">
      <inkml:brushProperty name="width" value="0.05292" units="cm"/>
      <inkml:brushProperty name="height" value="0.05292" units="cm"/>
      <inkml:brushProperty name="color" value="#FF0000"/>
    </inkml:brush>
  </inkml:definitions>
  <inkml:trace contextRef="#ctx0" brushRef="#br0">22891 5137 0,'0'0'0,"17"17"15,8 0-15,1 0 0,0 17 0,-1 8 0,-8 18 16,-17 25 0,-17 8-16,-17 9 15,0-17 1,17-16-16,0-27 16,17-16-1,0-9 1,0-9-1,0-8-15</inkml:trace>
  <inkml:trace contextRef="#ctx0" brushRef="#br0" timeOffset="382.15">22379 5035 0,'0'0'0,"0"0"0,8 0 0,18 0 15,25 17 1,51 0-16,26 8 15,35 1 1,58-18-16,112 1 16</inkml:trace>
  <inkml:trace contextRef="#ctx0" brushRef="#br0" timeOffset="4474.28">19050 15903 0,'0'0'0,"0"0"0,0-8 0,9-1 16,16-16-1,18-1-15,8-8 16,-8 0 0,-9 17-1,0 0-15,9 0 0,-18 17 31,1 0-31,-1 0 0,-7 26 16,-1 25 0,-17 34-16,-9 8 15,-17-8 1,1 9 0,-1-9-1,9-8-15,0-18 16,9-33-16</inkml:trace>
  <inkml:trace contextRef="#ctx0" brushRef="#br0" timeOffset="4718.24">18965 16601 0,'0'0'0,"8"-9"0,43 1 0,43-1 16,77-16-1,25 8-15,35 8 16,119-16-1</inkml:trace>
  <inkml:trace contextRef="#ctx0" brushRef="#br0" timeOffset="6765.69">26134 5103 0,'0'0'0,"0"0"0,0 0 0,0 0 16,-9 0-1,1 8 1,-9 9 0,-17 9-1,-35 8-15,-7 8 16,7 1 0,-25 25-16,-8 17 15,25 8-15,17 1 0,18-1 16,16-16-1,18 0-15,33-9 32,52-34-32,51-26 15,68-42 1,18-42 0,-44-9-16,-16-35 15,-34 1 1,-52 26-16,-60-1 15,-67-16 1,-155 8-16,-195 34 16,7 51-1</inkml:trace>
  <inkml:trace contextRef="#ctx0" brushRef="#br0" timeOffset="25263.55">19391 15861 0,'0'0'16,"0"0"-16,0 0 0,0 0 15,0 0-15,-8 8 16,-35 18-1,-17 8-15,-8 8 16,17-8 0,8-8-1,18-1-15,8-16 16,17-1-16,17-8 16,59 0-1,53-17-15,-1-8 16,-26-1-1,-8 9-15,-43 0 16,-25 9 0,-9 8-16,-9 0 15,-59 17-15,-94 34 16,-68 42 0,8 10-1,51-27-15,60-25 16,43-25-1,25-9-15,26-9 16,60-16-16,102-18 16,60-8-1,0-8-15,-34-1 16,-34 18 0,-52 8-1,-51 17-15,-25 0 16,-18 0-16,1 17 15,-35 17 1,-59 25 0,-43 18-1,8-18-15,26-25 16,35-8-16,16-9 16,26-9-16,17 9 15,34 9 1,69 25-1,50 25-15,9 9 16,103 60-16</inkml:trace>
  <inkml:trace contextRef="#ctx0" brushRef="#br0" timeOffset="28680.19">21508 15699 0,'0'0'0,"0"0"0,9 9 0,16 16 16,9 18 0,9 8-1,-9 17 1,-17 8 0,-17-8-16,-17 9 15,-17 17-15,-43 8 16,-17-9-16,-8-16 15,-1-18 1,44-33-16,16-18 16,9 1-16,17-18 31,0 1-31,17-18 16,25-16-1,27-18-15,24 18 16,10 25-1,-1 8-15,9 26 16,0 9 0,-9 8-16,-8-9 15,0 1-15,-9-9 32,-34-9-32</inkml:trace>
  <inkml:trace contextRef="#ctx0" brushRef="#br0" timeOffset="29664.83">23104 15733 0,'0'0'0,"0"0"0,17 0 15,43 0 1,34-8-1,8 8-15,1 0 16,-35 0 0,-17 0-1,-17 0-15,-8 0 16,-18 0-16,-8 17 16,-25 8-1,-35 26 1,-34 9-16,9-18 15,25-8 1,26-8-16,17-9 16,17 0-1,25 0-15,35 17 0,51 0 32,26 8-32,-18-8 15,-25-8 1,-9 8-16,-33-8 15,-18-9-15,-26 0 16,-16 0 0,-43 17-1,-95 17-15,-161 25 16</inkml:trace>
  <inkml:trace contextRef="#ctx0" brushRef="#br0" timeOffset="30684.81">22857 6404 0,'0'0'0,"-9"0"0,1-9 0,-1 1 16,0-1-16,1 9 16,-1-8-1,1 8 1,8 0-16,0 0 16,0 0-1,-9 0-15,1 8 16,-1 18-16,-16 33 15,8 18 1,-1-1 0,1-16-16,9 0 15,-1-1-15,9 1 16,9-26 0</inkml:trace>
  <inkml:trace contextRef="#ctx0" brushRef="#br0" timeOffset="31002.45">22413 6217 0,'0'0'0,"0"0"0,0 0 15,0 0-15,0 0 16,25 0 0,35 8-16,34 1 15,60-9 1,25-9-1,-26-16-15,-7-9 0,127-51 32</inkml:trace>
  <inkml:trace contextRef="#ctx0" brushRef="#br0" timeOffset="31534.55">22831 7339 0,'0'0'0,"-9"0"0,1 17 0,8-17 0,-9 17 15,-8 17-15,-8 9 16,-1 25-1,0 8-15,1-16 16,8-9 0,0-8-1,0-18-15,8-8 16</inkml:trace>
  <inkml:trace contextRef="#ctx0" brushRef="#br0" timeOffset="31788.19">22438 7297 0,'0'0'0,"0"0"0,0 0 0,43 17 15,68 0 1,51-17 0,0-9-16,-8 1 15,34-26-15,145-26 32</inkml:trace>
  <inkml:trace contextRef="#ctx0" brushRef="#br0" timeOffset="48635.78">26552 6098 0,'0'0'0,"-8"0"0,-1 17 0,1 25 0,-9 9 32,-1 17-32,10 17 0,-1 9 15,9-9 1,17-9-1,26-16 1,-17-26-16</inkml:trace>
  <inkml:trace contextRef="#ctx0" brushRef="#br0" timeOffset="49060.77">26936 7127 0,'0'0'0,"0"0"0,-8 17 0,-26 59 0,-9 26 15,-8 17-15,0 0 16,25-33 0,17-52-16</inkml:trace>
  <inkml:trace contextRef="#ctx0" brushRef="#br0" timeOffset="52136.86">21696 15640 0,'0'0'0,"-9"0"0,-16 8 0,-27 18 16,-7 8 0,-27 0-16,1 8 15,0 9 1,25-17 0,26-8-16,17-9 15,8-9 1,18 9-16,25 0 15,60-8 1,42-9-16,1-17 16,-43 0-16,-34 17 15,-26 0 1,-9 0 0,-16 0-16,-26 0 15,-34 17 1,-43 17-16,-43 25 15,1 9 1,33-17-16,52-8 16,25-17-1,18-1-15,25-8 16,60 0 0,68-8-16,17-18 15,-43-8 1,-59 9-16,-26 8 15,-17 0-15,-34 8 16,-42 26-16,-35 9 16,8 8-1,18-17 1,34-9-16,17-16 16,8-1-1,18 9 1,25 0-16,17 9 15,-8 8 1,-26 34-16,-85 93 0,-95 137 16</inkml:trace>
  <inkml:trace contextRef="#ctx0" brushRef="#br0" timeOffset="54975.37">25605 15597 0,'0'0'0,"0"0"0,0 0 0,0 0 15,0 0 1,-9 0-16,-8 17 15,-17 9 1,-9 8-16,-8 17 16,9-9-16,7 1 15,18-9 1,0 0 0,17 0-16,9 17 15,33 0-15,1 0 16,0-9-1,-9 1 1,0-9-16,0 17 16,-8 9-1,-18-1-15,-8 9 16,-8 0 0,-18 0-16,-16-17 15,7-17 1,1-17-16,26-8 15</inkml:trace>
  <inkml:trace contextRef="#ctx0" brushRef="#br0" timeOffset="55210.16">25750 15631 0,'0'0'0,"0"0"0,26 26 0,50 8 16,61-9-16,25-8 16,43-17-1,25-17 1,103-17-16</inkml:trace>
  <inkml:trace contextRef="#ctx0" brushRef="#br0" timeOffset="56579.41">22686 9270 0,'0'0'0,"0"0"0,0 0 0,0 17 15,-9 17-15,1 17 16,-1 17-1,-16 17 1,8 0 0,0 0-16,8-25 15,9-18 1,0 1-16,0-18 16,0 1-1,9-18-15</inkml:trace>
  <inkml:trace contextRef="#ctx0" brushRef="#br0" timeOffset="56887.15">22396 9338 0,'0'0'0,"0"0"0,0 0 0,0 0 16,8 0-16,26 17 31,43 0-16,68 0-15,52 0 16,24-43 0,121-25-16</inkml:trace>
  <inkml:trace contextRef="#ctx0" brushRef="#br0" timeOffset="61546.4">26279 9321 0,'0'0'0,"0"0"0,0 0 15,0 0-15,9 8 0,-1-8 0,9 0 0,0 9 0,17-1 0,9 1 0,8-1 0,1 1 0,16-1 16,-8 1-16,-9-1 0,-51-8 0,25 9 0,1-1 0,-26-8 0,9 0 0,-1 9 0,-8-9 0,-8 17 0,-27 0 0,35-17 0,-51 34 0,-17 9 0,17-18 0,8 1 0,9-1 15,17 9-15,17 17 0,25 0 16,18-8-16,42-1 16,61-25-1,24-25-15,129-52 16</inkml:trace>
  <inkml:trace contextRef="#ctx0" brushRef="#br0" timeOffset="66220.06">23386 15750 0,'0'0'0,"0"0"0,0 0 0,0 0 15,8 9-15,18 8 16,25 0 0,17 8-16,18-16 15,16-1 1,26 1-16,-34-9 15,-43 8 1,-25-8-16,-18 0 16,1 0-16,-43 9 15,-77 16 1,-60 18 0,-34-1-16,35 1 15,50-9 1,43-9-16,26-16 15,25-1-15,18 1 16,8-9 0,26 0-16,102-9 15,42-16 1,-25 8-16,-17 0 16,-25 0-1,-43 17 1,-26 0-1,-17 0-15,-17 0 0,-34 34 16,-43 34 0,-43 8-1,1-7 1,42-27-16,43-16 0,25-18 16,18 9-1,51 0-15,51-8 31,34-9-31,-17 0 16,-51 0-16,-43 0 16,-17 0-1,-43 25 1,-85 52-16,-85 33 16,17 1-16,68-26 15,51-26-15,43-33 31</inkml:trace>
  <inkml:trace contextRef="#ctx0" brushRef="#br0" timeOffset="70169.17">27875 15937 0,'0'0'0,"0"0"0,-8 17 16,-18 26-16,0 25 15,1-9 1,8-8-16,0-8 16,0-17-1,17-1-15,0 1 16,8-9 0,26 0-16,35 8 15,59-16 1,8-9-1,9-9-15,-8-8 16,-18 0 0,-16 0-16,-44 0 15,-24 9 1,-18 8-16</inkml:trace>
  <inkml:trace contextRef="#ctx0" brushRef="#br0" timeOffset="70451.42">28498 16124 0,'0'0'0,"0"0"0,-8 17 0,-35 52 0,-25 67 32,-9 25-17,0-25-15,9-17 16,25 0-16,43-8 16,9-52-16</inkml:trace>
  <inkml:trace contextRef="#ctx0" brushRef="#br0" timeOffset="71243.13">30538 15784 0,'0'0'0,"0"0"0,-8 0 0,-18 17 16,-8 0-1,-26 17-15,-17 17 16,-34 26-1,0 25-15,9 0 16,34-8 0,-1 8-1,27 8-15,16-25 16,35 0-16,8-8 16,17-9-1,17-9-15,34-16 16,35-26-16,-26-34 15,-26-9 1,-25 1 0,-18-1-16,-8-8 15,-25-8 1,-52-9 0,-42 8-16,-26 26 15,-17 34 1,-1 17-16,18-8 15,52-9 1,50-9-16</inkml:trace>
  <inkml:trace contextRef="#ctx0" brushRef="#br0" timeOffset="72532.7">22763 8190 0,'0'0'0,"0"0"0,0 0 16,0 0 0,0 0-16,0 0 15,-9 8-15,1 9 16,-18 26 0,0 16-16,-8 9 15,0-8 1,9 8-1,7 9-15,1-18 16,0-16 0,17-18-16,0-8 0,0-8 15</inkml:trace>
  <inkml:trace contextRef="#ctx0" brushRef="#br0" timeOffset="72811.23">22285 8028 0,'0'0'0,"0"0"0,17 9 0,25 8 16,27 17 0,25 8-16,25-16 15,26-18 1,0-16-16,9-1 16,136-16-1</inkml:trace>
  <inkml:trace contextRef="#ctx0" brushRef="#br0" timeOffset="73490.39">22805 10367 0,'0'0'0,"0"0"0,0 0 0,0 0 15,-8 0-15,-1 17 16,1 0 0,-18 17-16,1 9 15,-10 8 1,-7 8-16,-9 9 16,16 0-1,1 0-15,0-25 16,17-9-1,0-17-15,8-17 16</inkml:trace>
  <inkml:trace contextRef="#ctx0" brushRef="#br0" timeOffset="73760">22481 10435 0,'0'0'0,"0"0"0,17 8 0,34 9 16,60 1-1,34-1-15,-8-17 16,8-9-1,34-8-15,137-17 16</inkml:trace>
  <inkml:trace contextRef="#ctx0" brushRef="#br0" timeOffset="79904.67">26672 8504 0,'0'0'0,"0"0"0,0 0 15,0 0-15,0 0 16,8 0-16,9 9 16,9-1-16,17 1 15,33-1 1,18 1 0,9 8-1,-18 0-15,-17 0 16,-8 0-1,-17 9-15,-9-1 16,-8 1 0,-18-1-16,1 9 15,-18 0 1,-8 0-16,-9 0 16,-8-8-16,17-1 15,0-8-15,17 0 31,0 0-31,26 9 16,42-9-16,77 0 16,68-34-1,120-34 1</inkml:trace>
  <inkml:trace contextRef="#ctx0" brushRef="#br0" timeOffset="80837.36">26595 10478 0,'0'0'0,"0"0"16,0 0-16,34-9 15,43 0-15,8 1 16,-8-1-16,0 9 31,-17 0-31,-18 0 16,-16 9-16,-1-1 15,-16 1 1,0 8 0,-9 9-16,-18 8 0,-33 17 15,-8 0 1,-1 0-1,-9 0 1,18-9-16,26-16 16,8-1-16,17-8 0,34 17 15,60 0 17,85 0-32,60-25 15,-17-43-15,76-51 16</inkml:trace>
  <inkml:trace contextRef="#ctx0" brushRef="#br0" timeOffset="139215.89">10959 10409 0,'0'-8'15,"0"8"-15</inkml:trace>
  <inkml:trace contextRef="#ctx0" brushRef="#br0" timeOffset="140223.89">9499 10826 0,'9'0'0,"25"0"0,34 0 0,1 0 0,33-8 16,26 8-16,43 0 15,17-9 1,-26-8 0,43 0-16,-35 0 15,-50 9 1,-26-1-16,-35 9 15,-25 0 1,-8 0-16,-17 0 16,-26 0-1,-26 9-15,-68 8 16,-51 8-16,-9 18 16,-8 8-1,17-17 1,8-9-16,52-8 15,59-8-15,9-1 16,17-8 0,17 0-16,34 0 15,85-8 1,86-9 0,51 0-16,9 8 15,16 1-15,-7 16 16,58-8-1</inkml:trace>
  <inkml:trace contextRef="#ctx0" brushRef="#br0" timeOffset="147114.1">25793 15708 0,'0'0'0,"0"0"0,0 0 0,0 0 16,8 8-16,-8-8 16,-34 17-1,-77 51-15,-85 51 16,8 17-1,26-17 1,-69 35-16,52-35 16,111-51-16,25-34 15,26-9 1,9-16 0,59-26-16,94-60 15,102-42-15,27-17 16,-10 0-1,-33 17 1,-78 34-16,-42 17 16,-34 25-16,-43 26 15,-17 0 1,-8 17 0,-43 26-16,-77 59 15,-77 34 1,-34-9-16,26-16 15,42-26 1,69-25-16,42-18 16,26-16-1,25-1-15,78-8 0,93-25 32,69-35-32,16-8 15,-51 17 1,-59 8-16,-69 26 15,-50 9 1,-18 8-16,-51 25 16,-163 103-1,-136 34-15,60-43 16,77-17-16,68-17 16,77-43-1,51-16 1,77-1-16,170-16 15,129-18 1</inkml:trace>
  <inkml:trace contextRef="#ctx0" brushRef="#br0" timeOffset="150542.32">32202 15869 0,'0'0'0,"0"0"0,0 0 0,-25-8 16,-18 8-16,-8 0 15,-9 0 1,-8 0 0,-9 0-16,9 17 15,8 0 1,9 8-16,17 9 15,8 0 1,9 26-16,17 8 16,17 0-16,17 9 15,9-1 1,0-16 0,-9 8-16,-9 0 15,-8-9-15,-8-16 16,-26 8-1,-34 8-15,-18-8 16,18-17 0,-9-17-16,-16-17 15,-1-8 1,26-18-16,16 1 16,18-18-1,26-16 1,34-18-16,59-25 15,60-8-15,26-9 16,-26 16 0,-34 35-16,-8 0 15,-69 43 1</inkml:trace>
  <inkml:trace contextRef="#ctx0" brushRef="#br0" timeOffset="158276.13">22882 12459 0,'0'0'0,"0"0"0,0 0 16,0 0 0,0 0-16,9 17 15,-9 9-15,-17 33 0,-17 52 32,-1 8-17,1-34-15,9-17 0,8-17 31,-1-26-31,10 1 16,8-18 0,0-8-16,0 0 15</inkml:trace>
  <inkml:trace contextRef="#ctx0" brushRef="#br0" timeOffset="158479.15">22532 12314 0,'0'0'0,"0"0"0,9 9 0,25 25 16,120 26-1,50-9-15,61-51 16,42-34-1,35-26-15</inkml:trace>
  <inkml:trace contextRef="#ctx0" brushRef="#br0" timeOffset="162979.32">26544 12459 0,'0'0'0,"0"0"0,0 0 0,0 0 0,0 0 16,0 0 0,0 0-1,8 0 1,26 0-16,18 0 15,7 0-15,18 9 16,0-1 0,-17 9-1,-1 0-15,1 9 16,-17-9-16,-18 0 16,1-9-16,-17 1 15,-9-1 1,-9 9-1,-17 9-15,-16-1 16,-9 1 0,16-18-16,10 1 15,8-1 1,8-8 0,1 9-16,8-9 0,0 0 15,17 17 1,17 0-1,34 25-15,26 9 16,-17 0 0,-17 0-16,-9 0 15,-26-17 1,-16-8 0,-18 8-16,-59 8 0,-77 18 15,-77-18 1,-119 1-1</inkml:trace>
  <inkml:trace contextRef="#ctx0" brushRef="#br0" timeOffset="170209.79">27790 16295 0,'0'0'0,"0"0"0,0 0 0,25 8 0,27 1 15,41-1-15,18-16 16,9-1-1,-18-8-15,-8 0 16,-8 0 0,-35 9-1,-17-1-15,-8 9 0,-18 0 16,1 0 0,-18 0-1,-51 34 1,-93 26-16,-44 8 15,-25-9 1,26-8-16,77-8 16,42-18-16,34-8 15,35-8 1,25-9 0,102 8-16,146-25 15,42-17-15,-25-8 16,-43 8-1,-69 17 1,-76 0-16,-43 17 16,-33 0-16,-18 0 15,-120 42 1,-119 35 0,-17 16-16,26 9 0,67-25 31,61-26-31,42-17 15,43-17 1,17 0-16,43 0 16,93-9-1,35 1-15,-43-18 16,-51 1 0,-26 8-16,-34 0 0,-17 0 15</inkml:trace>
  <inkml:trace contextRef="#ctx0" brushRef="#br0" timeOffset="185896.75">30478 15725 0,'0'0'0,"0"0"0,9 8 0,-1 1 16,-16-9 0,-9 17-16,-17 17 15,-26 17 1,-17 17-16,0 0 31,9 0-31,8 8 0,9-16 16,17-17-16,17-18 15,8-8 1,9 0 0,17 0-16,43-8 15,60-35 1,42-33-16,-17-10 15,-34 10-15,-34 25 16,-26 17 0,-26 0-1,-16 17-15,-1 0 16,-42 34-16,-111 76 16,-51 10-1,51-27 1,-17-8-16,17-8 15,76-35-15,35-16 16,17-1 0,9-16-1,16-1-15,35 1 16,51-18 0,25-8-16,-16 0 15,-10 9 1,-41 8-16,-27 0 15,-8 0-15,-8 8 16,-18 35 0,-16 16-1,16-25-15</inkml:trace>
  <inkml:trace contextRef="#ctx0" brushRef="#br0" timeOffset="187683.35">6341 11362 0,'0'0'0,"0"0"0,35-9 0,24 9 16,27 0-16,76 9 15,26-9-15,-1-17 31,35-17-31,-51 0 0,-86 0 32,-51 17-32,-8 0 15,-9 8-15,-17-8 0,-60 9 32,-76 8-32,-86 0 15,-26 0 1,18 25-1,34 18-15,25-1 16,43 9 0,51-8-16,17-18 15,35 1 1,25-9-16,8 9 16,61-9-1,84 0-15,52-9 16,0-16-1,-26-18-15,-59 9 16,-35 9 0,-25-9-16,-35 17 15,-8 0 1,-34 8-16,-51 26 16,-94 26-1,17-1-15,51-16 16,43-9-1,25-9-15,18 1 16,42 8 0,119 17-16,95-17 15,25-9 1,-26-8-16,69 9 16</inkml:trace>
  <inkml:trace contextRef="#ctx0" brushRef="#br0" timeOffset="192632.56">32194 15903 0,'0'0'0,"0"0"0,-17 9 0,-43 33 15,-34 18-15,-25 16 31,-18 9-31,18-16 16,42-27-16,34-16 16,26-18-16,0 1 15,17-1 1,17-8 0,51-8-16,52-9 15,42-34 1,-17 0-16,-43 8 15,-25 9 1,-43 17-16,-8 8 16,-17 9-1,-35 9-15,-68 42 16,-60 26 0,-8 8-16,26-17 15,42-17 1,51-26-16,35-16 15,16 8 1,60 8-16,95-16 16,33-9-1,-42-17-15,-69 8 16,-51 9 0,-17 0-16,-77 0 15,-110 26 1,-103 25-16,8 17 15,60-17 1,-94 0-16</inkml:trace>
  <inkml:trace contextRef="#ctx0" brushRef="#br0" timeOffset="195099.43">23019 11336 0,'0'0'0,"0"0"0,-9 9 0,1 33 16,-18 35-16,0 0 15,-8 16 1,-8 1 0,8-9-16,16-26 15,18-16-15,0-18 16,9-16-1</inkml:trace>
  <inkml:trace contextRef="#ctx0" brushRef="#br0" timeOffset="195422.27">22498 11328 0,'0'0'0,"0"0"0,0 0 0,43 0 15,102-9 1,77-8-16,8 0 16,-8-8-1,26 8 1,110-9 0</inkml:trace>
  <inkml:trace contextRef="#ctx0" brushRef="#br0" timeOffset="197074.3">26791 11796 0,'0'0'0,"-8"0"0,-35 34 0,-17 25 16,9-16 0,17-1-1,8-8 1,9-8-16,0-18 16,9 1-1,8-1-15,0-8 16,34 9-1,60-1-15,34-16 16,68-9-16,17-17 16,-50 8-1,33-8-15,-8-8 16,-69 25-16,9 8 16,-60 9-16</inkml:trace>
  <inkml:trace contextRef="#ctx0" brushRef="#br0" timeOffset="197314.21">27773 11481 0,'0'0'0,"-17"51"0,-43 170 0,-8 136 16,25-42-16,0 34 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45:33.380"/>
    </inkml:context>
    <inkml:brush xml:id="br0">
      <inkml:brushProperty name="width" value="0.05292" units="cm"/>
      <inkml:brushProperty name="height" value="0.05292" units="cm"/>
      <inkml:brushProperty name="color" value="#FF0000"/>
    </inkml:brush>
  </inkml:definitions>
  <inkml:trace contextRef="#ctx0" brushRef="#br0">26970 1514 0,'0'0'16,"0"0"-16,0 0 0,0 8 0,0 9 0,0 0 15,-8 0 1,-1 9-1,1 8-15,-18 34 16,-16 34 0,-1 26-16,0-1 15,-8 9-15,25 9 16,9-9 0,9-43-1,-1-42 1,9-17-1,0-17-15,0-8 16</inkml:trace>
  <inkml:trace contextRef="#ctx0" brushRef="#br0" timeOffset="280">26305 2245 0,'0'0'0,"-9"0"0,-8 34 16,-17 51 0,17 26-1,8-9-15,9-17 16,0-9 0,9 9-16,25-16 15,26-10-15,34-33 16,102-52-16,69-42 15,16-43 1,1-42 0,34-25-1</inkml:trace>
  <inkml:trace contextRef="#ctx0" brushRef="#br0" timeOffset="31199.71">896 7637 0,'0'0'0,"0"0"0,0 0 0,0 0 0,34-8 0,26-10 32,0-7-32,34-18 15,128-25 1,-9 17-16,103-59 16,76-26-1</inkml:trace>
  <inkml:trace contextRef="#ctx0" brushRef="#br0" timeOffset="32360.78">19135 15614 0,'0'0'0,"0"0"0,0 0 0,0 0 32,0 0-32,9 0 15,-9 0-15,0 0 16,8 0-1,9 0 1,9-8-16,25-9 16,35-17-16,-1-17 15,-8 0 1,-9 8 0,-17 18-16,-17 8 15,-8 17-15,-9 34 16,-25 51-1,-18 76 1,-8 43-16,-17-34 16,-9-34-1,9 9-15,17-34 16,16-35 0,1-25-16,17-25 15,0-9 1,0-9-16,0-8 15</inkml:trace>
  <inkml:trace contextRef="#ctx0" brushRef="#br0" timeOffset="32598.65">18879 16567 0,'0'0'15,"0"0"-15,9 8 0,42 18 0,60 16 0,51-8 32,26-17-17,51-34-15,8-25 16,69-60-16</inkml:trace>
  <inkml:trace contextRef="#ctx0" brushRef="#br0" timeOffset="34157.37">23044 4899 0,'0'0'0,"0"0"0,0 0 0,0 0 0,0 17 0,0 0 16,0 8-1,0 9 1,0 9-16,0 16 16,0 18-1,-8-1 1,-9 9-16,-26 9 15,9-9-15,17-26 16,0-16-16,8-18 16,9-16-1</inkml:trace>
  <inkml:trace contextRef="#ctx0" brushRef="#br0" timeOffset="34393.08">22566 4882 0,'0'0'0,"26"0"0,68 0 0,77-9 16,25-8-1,-34-8-15,0-9 16,60-9 0,120-25-16</inkml:trace>
  <inkml:trace contextRef="#ctx0" brushRef="#br0" timeOffset="37753.19">25067 5485 0,'0'0'0,"0"0"0,0 0 0,0 0 16,0 0-1,17 0 1,9-8-16,16 8 16,61 8-1,102 26-15,85 0 16,43 0-16,17-34 15,25-8 1</inkml:trace>
  <inkml:trace contextRef="#ctx0" brushRef="#br0" timeOffset="49754.82">19332 15640 0,'0'0'0,"-9"0"0,-8 0 0,-26 17 16,-25 8-1,-43 35-15,-17 33 16,17 1 0,26-9-1,25-26-15,26-25 0,25-17 16,9-8-1,35-1 1,67-33 0,69-52-16,33-33 0,-33 8 15,-34 42 1,-35 18-16,-42 25 16,-26 8-16,-25 18 31,-35 67-16,-59 94-15,-69 34 0,0-16 16,35-52 0,51-51-1,25-43-15,34-16 16,9-18-16,26-16 16,59-18-1,69-42 1,25-17-1,-34 9-15,-17 16 16,-34 26 0,-26 17-16,-33 0 15,-18 17 1,-9 0-16,-16 51 0,-35 68 31,-42 26-31,-1-1 16,35-33-16,43-35 15,8-42 1</inkml:trace>
  <inkml:trace contextRef="#ctx0" brushRef="#br0" timeOffset="51355.13">22831 6361 0,'0'0'0,"0"0"0,0 0 0,0 0 31,0 0-31,0 0 16,17 0-1,0 9-15,17 8 16,26 0 0,17 8-16,8 1 15,-8-1 1,-9-16-16,-25-1 15,-17 1-15,-9-9 16,-17 0 0,-26 17-1,-34 0-15,-25 0 16,-9 0 0,26-9-16,25 1 15,17-1 1,9-8-16,17 0 15,0 0 1,26 0-16,17 0 16,33 9-16,18-1 0,17 1 15,9-1 1,-1 1 0,9-1-1,-25-16 1,-69-1-16</inkml:trace>
  <inkml:trace contextRef="#ctx0" brushRef="#br0" timeOffset="52904.08">20714 15487 0,'0'0'16,"0"0"-16,0 0 0,0 0 0,0 0 0,9 8 0,34 9 15,8 17 1,8 0-1,-7-8 1,-10 8 0,1 0-16,-17 8 15,-18 9-15,-8 9 0,-25 16 32,-18 1-17,-25-18-15,-1-8 16,1-17-1,17-8-15,17-18 0,17 1 32,8-9-32,9 0 15,0 0 1,34 0-16,26 8 16,34 9-1,8 1-15,1 7 16,-1 9-1,1-8-15,25-1 16,8-25 0,-68 0-16</inkml:trace>
  <inkml:trace contextRef="#ctx0" brushRef="#br0" timeOffset="53774.38">22848 15682 0,'0'0'0,"0"0"16,0 0-16,9 0 15,16 9-15,9 8 32,9 17-32,0-9 15,-18 9 1,-8 17-16,-25 17 16,-26 17-1,-9-17-15,0-8 16,1-9-1,8-17-15,16-8 16,1-18 0,17 1-16,0 8 15,9 0 1,8 0-16,9 17 16,8 17-1,8 8-15,-7 1 16,-18-1-1,-34 9 1,-9 0-16,0 9 16,-33-1-16,24-33 15</inkml:trace>
  <inkml:trace contextRef="#ctx0" brushRef="#br0" timeOffset="54697.76">23428 6361 0,'0'0'0,"-8"0"0,-9 26 0,-26 25 16,9 8-16,0-8 15,8 17 1,-8 1-16,0-1 15,0 0 1,0 0-16,17-9 16,17-16-16,0-1 15,0-16 1,8-9 0,1-9-16</inkml:trace>
  <inkml:trace contextRef="#ctx0" brushRef="#br0" timeOffset="55050.22">22746 6531 0,'0'0'0,"0"0"0,0 0 0,8 0 15,26 17 1,35 0-16,7 0 15,10 0 1,33-8 15,26-26-31,-17 0 0,-68 8 16</inkml:trace>
  <inkml:trace contextRef="#ctx0" brushRef="#br0" timeOffset="55916.54">22729 7399 0,'0'0'0,"0"0"0,0 0 0,0 0 15,0 0-15,8 0 16,1 0 0,-1 0-1,1 17-15,-9 42 16,-9 18-1,-16 8-15,-10 9 16,-7-1 0,8-25-16,-9-17 15,26-25-15</inkml:trace>
  <inkml:trace contextRef="#ctx0" brushRef="#br0" timeOffset="56166.02">22464 7254 0,'0'0'0,"0"0"0,0 0 15,0 17-15,26 0 16,33 9 0,78 8-16,76-9 15,26-33-15,111-18 16</inkml:trace>
  <inkml:trace contextRef="#ctx0" brushRef="#br0" timeOffset="63770.74">26134 6021 0,'0'0'0,"0"0"0,9 0 0,8 9 16,0 16 0,8 18-16,1 16 15,-9 9 1,0 0-1,0 17-15,-8-8 16,-1-43 0</inkml:trace>
  <inkml:trace contextRef="#ctx0" brushRef="#br0" timeOffset="64415.83">26433 7212 0,'0'0'0,"0"0"0,0 0 0,0 0 31,0 0-31,0 17 15,0 17 1,0 0-16,0 17 16,17 34-16,8 0 15,-8-51 1</inkml:trace>
  <inkml:trace contextRef="#ctx0" brushRef="#br0" timeOffset="69124.78">20919 15614 0,'0'0'0,"0"0"0,-17 0 0,-26 17 15,-25 17-15,8 9 16,9-9-1,17-9 1,0 1-16,17 8 16,0-9-16,17 1 31,17-1-31,17-8 16,43 0-1,25-17-15,9-17 16,-17-8-16,-9 8 15,-25 0 1,-26 0 0,-8 8-16,-18 9 15,-8 0 1,-25 26-16,-43 25 16,-52 34-1,-34 34-15,26-25 16,69-43-16,25-26 15,16 1 1,18-9-16,35 0 16,50 8-1,43-8-15,43-8 16,-18-9 0,-50 0-1,-44 8-15,-24 1 16,-18 8-1,-51 85-15,-95 178 16</inkml:trace>
  <inkml:trace contextRef="#ctx0" brushRef="#br0" timeOffset="71197.2">24828 15691 0,'0'0'0,"0"0"0,0 0 16,0 0-16,-8 0 15,-1 17 1,-17 0-16,-8 17 16,-25 0-1,-10 8-15,10 1 16,-1-1 0,0 1-16,9-9 15,8 0 1,9-9-16,17-8 15,0 0 1,17 0-16,8 0 16,18 0-1,25 0-15,26 0 16,0 0 0,-9 1-16,-25 7 31,-18-8-16,-16 26-15,-35 16 16,-25 26-16,-17 0 16,-9-25-16,0-26 15,18-9 1,7-16-16,35-9 16</inkml:trace>
  <inkml:trace contextRef="#ctx0" brushRef="#br0" timeOffset="71454.25">24555 15920 0,'0'0'15,"17"0"-15,77-8 0,68-1 0,9 1 16,8-1 0,-17-16-16,120-9 15</inkml:trace>
  <inkml:trace contextRef="#ctx0" brushRef="#br0" timeOffset="72468.28">22771 9193 0,'0'0'0,"0"0"0,0 0 0,-8 9 0,-1 25 15,1 0 1,-9 17 0,-1 0-16,-7 0 15,-1 8-15,1 18 16,8 17 0,0-18-1,-1-25-15,10-25 16</inkml:trace>
  <inkml:trace contextRef="#ctx0" brushRef="#br0" timeOffset="72794.32">22208 9100 0,'0'0'0,"0"0"0,0 0 0,34 17 31,26 17-16,17 17-15,25-9 16,43-16 0,26-18-16,25-16 15,120-9 1</inkml:trace>
  <inkml:trace contextRef="#ctx0" brushRef="#br0" timeOffset="74084.07">25801 9423 0,'0'0'16,"0"0"-16,17 0 0,0 8 15,9 1 1,-1-1-16,-7 1 15,-10-1-15,1-8 16,-1 0-16,-8 0 16,0 0-16,0 17 31,-8 17-15,-9 1-16,-9 16 15,-8-9-15,8 1 16,9-18-1,0 1 1,9-1-16,8 1 16,17 8-16,34-9 15,77 9 1,43 0 0,-1-17-16,137-25 15</inkml:trace>
  <inkml:trace contextRef="#ctx0" brushRef="#br0" timeOffset="77724.28">23113 15971 0,'0'0'0,"0"0"0,-9 0 0,-8 26 15,-34 33 1,-26 9-16,9-8 16,17-17-16,16-18 15,10 1-15,8-18 16,8 1 0,9-1-16,0-8 31,43-17-31,42-17 15,26-26 1,-8-8-16,-10 17 16,-16 17-1,-34 17-15,-17 0 16,-18 17 0,-16 0-16,-44 34 15,-59 34 1,-51 35-16,17-18 15,51-34 1,34-17-16,35-9 16,16-16-1,9-1 1,52-16-16,59-18 16,17 1-16,-9-18 15,-34 9 1,-25 9-16,-26 8 15,-25 17 1,-9 0-16,-17 8 16,-34 43-1,-78 43-15,-24 16 16,50-16 0,35-18-16,25-25 15,35-25 1,8-26-16</inkml:trace>
  <inkml:trace contextRef="#ctx0" brushRef="#br0" timeOffset="78612.78">26450 16005 0,'0'0'0,"0"0"0,-9 0 15,1 17-15,-1 0 16,-25 17 0,-17 26-16,-17-1 15,16-7 1,18-10-1,0 1-15,17-9 16,17 0-16,9 0 16,25 0-1,34 8 1,51-8-16,18-17 16,8-17-16,0-8 15,-17-26 1,-34-9-16,-51 18 15</inkml:trace>
  <inkml:trace contextRef="#ctx0" brushRef="#br0" timeOffset="78857.87">26791 16244 0,'0'0'0,"-8"34"0,-1 42 0,1 35 15,-18-1 17,-17 1-32,9-26 15,9-34-15,16-34 16,9-9-1</inkml:trace>
  <inkml:trace contextRef="#ctx0" brushRef="#br0" timeOffset="79290.98">28609 15640 0,'0'0'0,"-17"17"0,-60 51 0,-68 59 31,-8 9-31,-1 9 16,9-9-16,34-17 16,34-17-16,34 0 31,35-25-16,25-1-15,26 1 16,50-18 0,35-33-16,-8-35 0,-18-25 31,-8-17-31,-34 0 16,-43 0-16,-25 0 15,-44 0 1,-59 26-1,-42 25-15,-1 42 16,18 9 0,50-17-16,44-25 0,33-1 31</inkml:trace>
  <inkml:trace contextRef="#ctx0" brushRef="#br0" timeOffset="81476.11">22814 8292 0,'0'0'0,"0"0"0,-9 8 0,1 18 16,-18 25-1,1 25-15,-10 35 16,1 0 0,0-43-16,17-17 15,0-26 1,9-8-16</inkml:trace>
  <inkml:trace contextRef="#ctx0" brushRef="#br0" timeOffset="81717.98">22387 8096 0,'0'0'0,"0"0"0,9 17 15,42 34-15,34 9 16,60-18 0,35-25-1,-35-42-15,25-26 16,129-43-16</inkml:trace>
  <inkml:trace contextRef="#ctx0" brushRef="#br0" timeOffset="82803.49">22626 10205 0,'0'0'0,"0"0"0,0 9 0,-8 16 15,-1 18 1,-17 25-1,1 0 1,-1 9-16,9-18 16,0-16-16,9 8 15,-18-9 1,9-16-16</inkml:trace>
  <inkml:trace contextRef="#ctx0" brushRef="#br0" timeOffset="83038">22387 10103 0,'0'0'0,"0"0"0,43 17 0,59 0 16,86 9-16,17-18 15,111-42 1</inkml:trace>
  <inkml:trace contextRef="#ctx0" brushRef="#br0" timeOffset="84530.06">26271 8130 0,'0'0'0,"0"0"0,8 0 0,9 9 15,17-1-15,18 9 32,7 0-32,-16 0 15,-17 0-15,-1-8 16,-8-1-1,-8 1 1,-1-1-16,-16-8 0,-9 17 16,-26 9-1,-17-1 1,-8 1 0,8-1-16,18-16 15,7-1 1,18-8-16,9 0 15,8 0 1,8 0-16,18 17 16,42 0-1,26 9-15,-9-1 16,-25 1 0,-26-18-16,-17 1 15,-17 8 1,-42 25-16,-78 10 15,-8-1 1,43-17-16,34-26 16,25-8-1</inkml:trace>
  <inkml:trace contextRef="#ctx0" brushRef="#br0" timeOffset="85616.42">26151 10384 0,'0'0'0,"0"0"0,0 0 0,9 0 16,25 8-16,17 1 15,9-1 1,8 1-16,0-1 16,-8 1-16,-17-9 15,-1 0 1,-16 8-1,0 1-15,-18-9 16,1 0 0,-9 0-16,-9 17 15,-25 9 1,-9-1-16,1 1 16,7-1-16,18-16 15,0-1 1,17 1-1,17 8-15,26 0 16,17 17 0,17 8-16,-1 9 15,-16-8-15,-26-18 16,-17-8 0,-17 0-16,-34 0 15,-51 9 1,-60-9-1,-162-17-15</inkml:trace>
  <inkml:trace contextRef="#ctx0" brushRef="#br0" timeOffset="89086.24">25426 15631 0,'0'0'16,"0"0"-16,-9 0 0,-8 0 15,-26 9-15,-51 33 16,-51 26 0,0 9-1,9-1 1,42-16-16,26-18 16,25-16-16,26-9 15,8-9 1,9 1-16,34-9 15,60-17-15,68-34 16,1-17-16,-44 0 31,-16 17-15,-35 17-16,-34 8 16,-17 9-1,-8 17-15,-18 0 16,-25 26-1,-60 25-15,-26 8 16,35-16 0,25-9-16,35-17 15,8-9 1,17 1-16,42-9 16,52-17-1,34-17-15,26-9 0,-26 1 16,-51 25-1,-35 8-15,-16 9 32,-17 0-32,-35 9 15,-85 59-15,-85 59 0,-1 18 16,44-34 15,93-60-31</inkml:trace>
  <inkml:trace contextRef="#ctx0" brushRef="#br0" timeOffset="92096.37">30325 15495 0,'0'0'0,"-9"0"0,1-8 0,-18-1 16,0 1-16,-16-1 31,-18-8-31,0 0 16,18 17-1,-18 0-15,-26 0 16,1 17-1,0 9-15,16-1 16,18 1 0,9-1-16,16 1 15,9-1-15,17-8 16,34 26-16,43 16 16,17 1-16,-35-9 15,10 17 1,33 34-1,-8-17 1,-26-34 0,-16-9-16,-18 1 15,-34 0 1,-34 8-16,-35 8 16,10-16-1,-10-1-15,-59-8 16,0-34-1,34-25-15,35-18 16,33-8 0,35-8-16,33-35 15,61-51 1,8 9-16,42 9 16,61-18-1,-44 18-15,-101 67 0</inkml:trace>
  <inkml:trace contextRef="#ctx0" brushRef="#br0" timeOffset="93510.6">23104 12348 0,'0'0'0,"0"0"0,0 0 0,0 0 15,-8 9-15,-27 42 16,-16 51-16,0 9 16,0-1-1,17-16-15,8-35 16,9-16-1,0-1 1,17-25-16,0-8 16</inkml:trace>
  <inkml:trace contextRef="#ctx0" brushRef="#br0" timeOffset="93797.47">22652 12331 0,'0'0'0,"8"0"0,43 0 0,52 17 0,25-8 16,26-1-16,-1-16 15,-85-1-15</inkml:trace>
  <inkml:trace contextRef="#ctx0" brushRef="#br0" timeOffset="94807.72">26689 12382 0,'0'0'0,"0"0"0,0 0 16,0 0-16,0 0 16,-9 9-1,1 8 1,-9 0-1,0 9-15,8-9 16,0 0-16,9 0 16,0 8-1,0 1 1,18 8-16,16 8 16,0 9-1,9-8-15,-18-1 0,-8-16 16,-8 8-16,-18 0 31,-8 0-15,0 8-16,0-16 0,0-9 15,0-9 1,8-8-16</inkml:trace>
  <inkml:trace contextRef="#ctx0" brushRef="#br0" timeOffset="95025.89">26800 12323 0,'0'0'0,"42"8"0,129 18 16,77 8 0,76-17-16</inkml:trace>
  <inkml:trace contextRef="#ctx0" brushRef="#br0" timeOffset="98428.28">27039 15776 0,'0'0'0,"-17"8"0,-35 35 15,-67 67-15,-26 26 16,-9 26-1,1-9 1,42-42 0,51-43-16,17-26 15,26-16 1,17-9-16,17-9 16,60-8-16,68-42 15,43-35 1,-34-8-1,-52 26-15,-51 16 16,-25 26 0,-18 17-16,-25 0 15,-60 34 1,-51 43-16,-8 8 16,25-9-1,26-8-15,42-34 16,26-8-1,25-18-15,52 1 16,77-18-16,102-33 0,111-35 31</inkml:trace>
  <inkml:trace contextRef="#ctx0" brushRef="#br0" timeOffset="98972.76">28430 15708 0,'0'0'0,"-9"0"0,-25 34 0,-60 34 15,-42 42 1,-43 35 0,-1-9-16,52-42 15,34-26-15,52-17 16,16-26 0,18 1-1,42-9-15,60-9 16,76-33-16,18-18 15,-17-25 1,-35 9-16,-59 16 16,-26 18-1,-25 8 1,-17 17-16,-9 8 16,-52 43-1,-50 34-15,-1 0 16,10-17-1,24-17-15,44-25 16,8-18 0,17 1-16,51 8 15,77-9-15,68-16 16,-17 8 0,-59 17-1,-60 17-15,-43-17 16</inkml:trace>
  <inkml:trace contextRef="#ctx0" brushRef="#br0" timeOffset="101981.34">30043 15716 0,'0'0'0,"0"0"0,0 0 0,-9 0 15,-16 17 1,-9 0-16,-9 0 16,-17 17-16,1-8 15,7-1 1,18 1-1,0-1-15,17-8 16,0 0 0,17-8-16,8 8 15,27 0 1,50 0-16,43 0 16,0-17-1,-9-9-15,-33 9 16,-35 0-16,-25 0 15,-18 0 1,-42 34-16,-94 60 16,-51 17-1,17-18 1,17-16-16,68-35 16,43-16-1,25-18-15,26 1 16,77-1-1,111-25-15,34-8 16,-60-1 0,-68 26-16,-43 0 15,-34 0 1,-25 17-16,-60 51 16,-94 68-16,-26 9 15,0-9 1,-85 77-16</inkml:trace>
  <inkml:trace contextRef="#ctx0" brushRef="#br0" timeOffset="103091.78">31255 15954 0,'0'0'0,"0"0"0,0 0 16,0 0-1,9 0-15,33 0 16,9 9 0,9-9-1,17 8-15,17 1 16,0-1-16,0 9 16,-18 0-1,-24-8-15,-18-1 16,-9 1-1,-16 8 1,-9 8-16,-26 18 16,-33 34-1,-44 8-15,18 0 0,25-26 16,17-16 0,18 8-16,16-26 15</inkml:trace>
  <inkml:trace contextRef="#ctx0" brushRef="#br0" timeOffset="104431.91">22882 11370 0,'0'0'0,"0"0"0,0 0 16,-8 26 0,-9 17-1,8 16-15,-17 26 16,9-8-1,-8 8-15,8-17 16,8-17 0,9-26-16,0-8 15,0-8-15,0-9 16</inkml:trace>
  <inkml:trace contextRef="#ctx0" brushRef="#br0" timeOffset="104644.34">22601 11362 0,'0'0'16,"0"0"-16,8 8 0,43 26 0,60-8 15,51-9-15,35-43 16,16-33 0,103-35-1</inkml:trace>
  <inkml:trace contextRef="#ctx0" brushRef="#br0" timeOffset="106530.56">27090 11464 0,'0'0'0,"-9"0"0,1 9 0,-9-1 16,-9 1-16,1-1 15,-18 1 1,-17-9-16,-25 0 15,-1 8 1,1 9-16,17-8 16,8 8-16,9 0 15,8 0 1,9 0 0,0 8-16,17 1 15,8-1-15,9 9 16,17 9-1,9 16 1,8 1-16,0-9 16,0-9-16,-8 1 15,-9-9 1,-8 0 0,-9-9-16,-9 1 15,-17-1-15,-16 1 16,-26-18-1,-1-8 1,1-8-16,17-9 16,8 0-1,26 0-15,17-9 16,17-8 0,43-34-16,68-8 15,43-1 1,16 18-16,-16-9 15,-17 8 1,-18 1-16,1-18 16,-69 35-1</inkml:trace>
  <inkml:trace contextRef="#ctx0" brushRef="#br0" timeOffset="118483.67">10225 9108 0,'0'0'0,"0"0"0,-17 0 31,-17 26-31,-35 25 16,-16 25-1,-34 26 1,-9 17-16,17 26 15,8 8-15,35-8 16,25 25 0,26 0-16,26-17 15,33-25 1,44-9-16,42-26 16,25-50-1,52-52-15,9-42 16,-10-51-1,-16-51-15,-26-9 16,-34 9 0,-42-8-16,-52 16 15,-43 9 1,-68 0-16,-76-17 16,-120 34-1,-145 76-15,-43 94 16,77 34-1</inkml:trace>
  <inkml:trace contextRef="#ctx0" brushRef="#br0" timeOffset="119376.52">31007 11923 0,'0'0'0</inkml:trace>
  <inkml:trace contextRef="#ctx0" brushRef="#br0" timeOffset="120152.41">31007 11447 0,'0'0'0,"0"0"0,0-8 0,0-18 16,0-8-1,0-9-15,0-8 16,0 9 0,0 8-1,0 17-15,0 0 16,0 0 0,0 0-16,0 8 15,0 9-15,0 0 16,0 0-1,0 0-15,0 0 16,-8 0 0,-26 17-16,-34 9 15,-26 25 1,-26 34-16,9 0 16,-8-17-1,-9-8 1,8-26-16,26-9 15,52-16-15,16-1 16,9-16 0,17-1-1</inkml:trace>
  <inkml:trace contextRef="#ctx0" brushRef="#br0" timeOffset="120466.93">29924 11124 0,'0'0'0,"0"0"0,0 17 0,0 25 16,-9 9 0,9 9-1,0-18 1,0-16-16,0-1 15,0 1 1,0-9 0,9 9-16,42 16 15,43 9-15,34 9 16,8 8-16,9 0 31,-17 0-31,-68-26 16</inkml:trace>
  <inkml:trace contextRef="#ctx0" brushRef="#br0" timeOffset="122751.23">16592 11056 0,'0'0'0,"0"0"0,0 0 0,17 17 15,17 0-15,26 8 16,-9-8 0,0 0-1,18-8 1,7-1-16,-16 1 15,0-1-15,-17 9 16,-18 0 0,1 9-1,-26 50-15,-34 69 0,-52 34 32,-25-18-32,0-33 15,17-26 1,18-34-16,33-26 15,26-25-15,17-17 16</inkml:trace>
  <inkml:trace contextRef="#ctx0" brushRef="#br0" timeOffset="123246.77">16080 11906 0,'0'0'0,"8"9"0,9 16 0,1 9 15,-10 26-15,-34 42 16,-102 110-1,-128 44-15,-42-10 16</inkml:trace>
  <inkml:trace contextRef="#ctx0" brushRef="#br0" timeOffset="125298.1">15525 10716 0,'0'0'0,"0"0"0,0 0 15,0 0-15,0 0 16,-8-9-1,-1 1-15,-25-1 16,-9-8-16,-17 17 16,-16 17-1,-18 9 1,8 33-16,18 26 0,17 0 31,17-8-31,17-1 16,0 1-16,17 8 15,8 8 1,18-7 0,8-1-16,17 8 15,-8-16 1,-1-1 0,-7-16-16,-18-26 0,-9-9 15,-8 1 1,-17-9-16,-43-9 15,-33 1 1,7-18 0,26-8-16,9-17 15,9-8 1,24-9-16,10-34 16,25-17-1,34-9-15,60-8 0,34-9 16,26 9-1,0 9-15,-18 8 32,-25 8-17,-42 9-15,-52 51 16</inkml:trace>
  <inkml:trace contextRef="#ctx0" brushRef="#br0" timeOffset="125734.42">14441 11813 0,'0'0'0,"0"0"0,-8 34 0,-9 42 16,-18 35-1,-41 33-15,-61 35 16,-51-17-16,-102 33 15</inkml:trace>
  <inkml:trace contextRef="#ctx0" brushRef="#br0" timeOffset="127305.94">27696 12076 0,'-9'0'0,"-16"0"0,-18 0 0,-25-8 15,-18-1-15,10 9 32,24 0-32,-24 17 15,-52 9 1,-35 16-16,35 9 16,35 17-16,-61 17 15,-34 18-15,52 16 16,50 0-1,18-9 1,34 1-16,34-1 16,17 1-1,51 8-15,103-8 16,8-52 0,77-16-1,-25-35-15,-1-42 0,18-17 16,-103-9-1,8-25-15,-42-25 16,-68-26 0,-69-43-16,-93-42 15,-154-68 1,-26 17-16</inkml:trace>
  <inkml:trace contextRef="#ctx0" brushRef="#br0" timeOffset="128256.01">13349 10826 0,'0'0'0,"0"0"0,0 0 0,-9 9 0,1 8 16,-9 8-1,-18 18 1,-16 8 0,0 17-16,0-9 15,8 1 1,9-18-16,17-8 16,8 0-1,9-8-15,17-1 0,0 1 31,18 8-31,16 0 16,-9-8 0,1-1-16,-17-8 15,-1 9 1,-8 8-16,-8 8 16,-18 9-1,-8 0-15,-8 0 16,-9-17-16,17-8 31,8-18-31</inkml:trace>
  <inkml:trace contextRef="#ctx0" brushRef="#br0" timeOffset="128485.61">13477 10920 0,'0'0'0,"0"0"0,34 17 0,51 8 16,60 1 0,26-18-1,25-16-15,52-43 16,93-34-1</inkml:trace>
  <inkml:trace contextRef="#ctx0" brushRef="#br0" timeOffset="129872.92">26484 9397 0,'0'0'0,"0"0"16,-9 0-16,-8 0 0,-8-8 16,-1-1-1,-17 1 1,-16 8-16,-1 8 15,-25 9 1,-9 9-16,-34 8 16,-9 8-16,1 18 15,8 25 1,25 0-16,26-8 16,35-9-1,33-9-15,60 18 16,43 8-1,128 8-15,26-25 16,-1-68 0,18-17-16,-43-34 15,17-17 1,-94 0 0,-43-8-16,-25-35 15,-60 1 1,-68-18-16,-163-59 15,-93-43 1</inkml:trace>
  <inkml:trace contextRef="#ctx0" brushRef="#br0" timeOffset="130425.07">12922 11473 0,'0'0'0,"0"0"0,0 0 16,-9 8-1,1 18-15,-1 16 16,-16 35-16,-18 16 16,-17 9-1,1 0-15,33-51 16</inkml:trace>
  <inkml:trace contextRef="#ctx0" brushRef="#br0" timeOffset="131051.81">11710 10852 0,'0'0'0,"0"0"0,26 0 0,16 17 32,9 0-32,-8 8 0,0 9 15,-1 0 1,-16 17 0,-9 26-1,-34 16-15,-9 9 16,-25-17-1,-8 1-15,-1-18 0,0-26 16,9-25 0,17-8-16,0-9 15,16-9 1,10 1-16,8 8 16,8-9-1,27 1 1,41-1-1,27 9-15,25 9 16,34 25 0,17 0-16,129 42 15</inkml:trace>
  <inkml:trace contextRef="#ctx0" brushRef="#br0" timeOffset="132236.41">27064 6191 0,'0'0'0,"0"0"0,0 0 0,0 0 0,-8-8 0,-1-18 16,-16-16-1,-9-1 1,-26 1 0,-26-1-16,-16 26 0,-35 43 31,-33 33-15,-10 26-16,27 17 0,-1 17 31,9 26-31,51-18 15,52-33 1,25 17-16,42-1 16,52-8-1,42-25-15,52-9 16,42-43 0,-50-25-16,-27-42 15,1-35 1,-77 1-16,-52 33 15</inkml:trace>
  <inkml:trace contextRef="#ctx0" brushRef="#br0" timeOffset="132840.67">11164 10801 0,'0'0'0,"0"8"0,0 26 0,-9 43 16,-25 50 0,-43 77-1,-17 52-15,-17 84 16</inkml:trace>
  <inkml:trace contextRef="#ctx0" brushRef="#br0" timeOffset="134207.97">11881 12110 0,'0'0'0,"0"0"0,0 0 0,-17 34 0,-35 77 16,-24 68 0,-52 25-1,-69 85-15</inkml:trace>
  <inkml:trace contextRef="#ctx0" brushRef="#br0" timeOffset="135938.48">2023 5724 0,'-9'0'0,"-8"0"0,-34 0 0,-43 17 15,9 0 1,8 25 0,-34 69-16,-60 76 31,-17 59-31,60 9 0,26 43 15,42 42 1,18-34-16,25-42 31,51-51-31,43-86 16,68-59 0,94-68-16,51-119 15,9-102-15,-26-68 0,-34-34 16,-26-17-1,-42-18-15,-77 52 16,-43 43 0,-43 50-16,-33 51 31,-52 69-15,26 67-16</inkml:trace>
  <inkml:trace contextRef="#ctx0" brushRef="#br0" timeOffset="136423.42">5044 4218 0,'-43'26'0,"-85"84"0,-59 86 0,16 42 0,17 26 0,35-35 16,51-59-16,51-25 16,42-26-1,43-25-15,77-35 16,103-67 0,51-86-16,-1-42 15,1-34 1,-26-34-16,-59-9 15,-44 1 1,-67 7-16,-52 52 16,-42 43-1,-18 59-15</inkml:trace>
  <inkml:trace contextRef="#ctx0" brushRef="#br0" timeOffset="136931.24">8211 4295 0,'-17'17'0,"-52"59"0,-42 77 16,0 26-16,26 0 16,34 8-1,34-26-15,25-50 16,35-18-1,51 9 1,25-42 0,18-43-16,85-34 0,8-26 15,1-25 1,-1-51 0,-51-25-16,-34-18 15,-51-8 1,-51 0-1,-43 8-15,-51 18 16,-69 25 0,-110 51-16,-35 59 15,1 60 1,-78 26-16</inkml:trace>
  <inkml:trace contextRef="#ctx0" brushRef="#br0" timeOffset="137381.32">11795 4771 0,'0'0'16,"-25"0"-16,-69 17 0,-77 34 0,-68 43 15,-43 50-15,1 35 16,16 25 0,52 0-1,42 0-15,77-25 16,43 16-16,51-50 15,94-26 1,51-17 0,120-60-16,25-50 15,0-52 1,0-42-16,-59-51 16,-18-8-16,-68 25 15,-51 8 1,-51 43-1,-43 26-15,-9 42 16</inkml:trace>
  <inkml:trace contextRef="#ctx0" brushRef="#br0" timeOffset="137909.59">10319 9253 0,'0'0'0,"-17"0"0,-26 17 15,-68 25-15,-77 35 16,-17 33 0,-34 27-16,26-1 15,51 8-15,34 35 16,34-1-1,77 1 1,94-9-16,102-42 16,94-60-1,60-68 1,-9-102 0,-25-60-16,-60-8 15,-51-17-15,-52 8 16,-59 18-1,-51 8-15,-69-9 16,-93 9 0,-78 59-16,-127 43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49:12.610"/>
    </inkml:context>
    <inkml:brush xml:id="br0">
      <inkml:brushProperty name="width" value="0.05292" units="cm"/>
      <inkml:brushProperty name="height" value="0.05292" units="cm"/>
      <inkml:brushProperty name="color" value="#FF0000"/>
    </inkml:brush>
  </inkml:definitions>
  <inkml:trace contextRef="#ctx0" brushRef="#br0">3721 3002 0,'0'0'0,"0"0"0,0 0 0,0 0 0,0 0 15,0 0-15,0 26 16,-8 33-1,-1 43-15,-16 9 16,-1 25 0,0 0-1,9-43-15,9-25 16,8-25-16,17-9 16,17-8-1,26-18 1,51-25-16,85-26 15,-17-25-15,0 9 16,69-1 0,-35 18-16,43 8 15,52 8 1,-1 9 0,77 0-16,-26 17 15,-16 17 1,50 17-16,-25 17 15,-25 17 1,76 17-16,-8 0 16,-52 1-1,43-1-15,26-9 16,-51-25 0,-61-17-16,27-17 15,-52-8-15,-51 8 16,-9-9-1,-67-8 1,-61-8-16,-25-1 16,-26 1-16,-8-18 15,-18-25 1,1-34 0,-26-42-16,-17-35 15,-26-68-15,-34-101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49:39.126"/>
    </inkml:context>
    <inkml:brush xml:id="br0">
      <inkml:brushProperty name="width" value="0.05292" units="cm"/>
      <inkml:brushProperty name="height" value="0.05292" units="cm"/>
      <inkml:brushProperty name="color" value="#FF0000"/>
    </inkml:brush>
  </inkml:definitions>
  <inkml:trace contextRef="#ctx0" brushRef="#br0">8407 7535 0,'17'0'0,"85"0"0,189 17 0,152-9 16,155-8-16,-598 0 0,691-8 0,-273 8 15</inkml:trace>
  <inkml:trace contextRef="#ctx0" brushRef="#br0" timeOffset="2773.1">3346 7543 0,'0'0'0,"0"0"15,-9 0-15,1-8 16,-9-1-16,-1 1 16,-7-1-1,8 1-15,-9 8 16,1 8-1,-10 35-15,-7 51 16,-9 50 0,-1 35-1,18 25-15,9 17 16,-1 26-16,9 16 16,-9 1-1,-16 33 1,-1-7-16,0 7 15,1 35 1,-10-9-16,10 26 16,8-9-1,8-42-15,9-1 16,8-33-16,1-43 16,8-17-1,0-42 1,0-26-16,0-26 15,17-25-15,0-25 16,0-9-16,0-17 16,0-8-1,0-1 1,17 1-16,9-9 16,17 8-1,0-16-15,-1-1 16,27 9-1,67-8 1,52 8-16,119 8 16</inkml:trace>
  <inkml:trace contextRef="#ctx0" brushRef="#br0" timeOffset="29064.16">8142 11387 0,'0'0'0,"0"0"0,0 0 0,0 0 0,9 0 15,34 9-15,85 8 16,93 9 0,146 8-1,94-17-15,77-9 16,-120 9 0</inkml:trace>
  <inkml:trace contextRef="#ctx0" brushRef="#br0" timeOffset="41708.87">22029 11660 0,'0'0'15,"-17"0"-15,-60 42 0,-85 35 16,-18 8-1,10 25-15,-10 18 16,10 25-16,8 17 0,42-8 31,60-9-31,43-9 16,60 9 0,102 9-16,26-69 15,68-67 1,-9-52-16,-8-84 15,17-9 1,-102 8-16,-43-33 16,-43 8-16,-60 0 15,-144-26 1,-206 0-16,-272 77 16,204 68-1</inkml:trace>
  <inkml:trace contextRef="#ctx0" brushRef="#br0" timeOffset="46346.04">21440 11906 0,'0'0'0,"0"0"0,0 0 0,0 0 15,0 0 1,0 0 0,0 0-16,0 0 15,0 0 1,0 0-1,0 0-15,0 0 16,0 0 0,0 0-16,0 0 15,25 0 1,35-17-16,43-17 16,50-59-16,61-43 15,-10-9 1,10-17-16,-1-8 15,-34 26 1,1-1-16,-10 18 16,-33 8-1,-35 17-15,-25 25 16,-43 34-16,-8 18 31,-26 8-31,-26 17 16,-51 8-1,-51 26-15,9 9 0,25-18 32,34 1-32,18-17 15,16-1 1,9 1-16,0-1 16,17-8-16,17 0 15,51-17 1,52-17-1,42-26-15,0-16 16,-17 25-16,-25 8 16,-52 18-1,-34 8 1,-17 17-16,-34 51 16,-102 119-1,-44 51-15,-16 51 16</inkml:trace>
  <inkml:trace contextRef="#ctx0" brushRef="#br0" timeOffset="50864.33">24777 9712 0,'0'0'0,"0"0"0,-9 0 0,-8 0 15,-34 26-15,-43 25 16,-25 17-1,-35 42-15,-17 9 16,9 34 0,0 17-16,43-25 15,16 17 1,43 16-16,52-8 16,51 0-1,59 9-15,52-34 16,50-52-1,35-50 1,60-86-16,8-59 16,-51-51-16,1-60 15,-36-33 1,-58-1 0,-70-8-16,-67 34 15,-137-43 1,-230-25-16,-274 85 15,206 110 1</inkml:trace>
  <inkml:trace contextRef="#ctx0" brushRef="#br0" timeOffset="54415.67">25229 10273 0,'0'0'0,"0"0"0,0 0 0,0 0 16,9 0-1,16-8-15,35 8 16,26-9-1,33 9-15,60-8 16,-25-1 0,17 9-1,42 0-15,-25-8 16,-1 8-16,35-9 16,-42-8-16,-69 17 31,0-8-31,-26-1 15,-25 1 1,-9-1-16,-26 9 16,-7 0-1,-10 0-15</inkml:trace>
  <inkml:trace contextRef="#ctx0" brushRef="#br0" timeOffset="54696.33">27312 10027 0,'0'0'0,"8"0"0,-8 0 0,0 0 31,9 0-31,-9 0 16,17 0-1,0-9-15,26 9 16,25 0 0,0 0-16,-8 0 15,8 17-15,1 0 16,-18 0-1,-17-8 1,-17-1-16,-8 1 16,-27 16-1,-41 26-15,-44 9 16,-25-9-16,-145 25 16</inkml:trace>
  <inkml:trace contextRef="#ctx0" brushRef="#br0" timeOffset="55747.89">28635 9176 0,'0'0'0,"0"0"0,-9 0 16,-8 0-16,-26 9 31,-42 25-15,-43 25-16,-34 18 16,0 16-16,8 10 0,-8 50 31,-9 25-16,9 9-15,26 0 16,33-17 0,18-16-16,34-18 15,34-9 1,59 1-16,61-9 16,84-17-16,44-34 15,59-51 1,-8-34-16,-26-51 15,-9-34 1,-59-17 0,0-43-16,-69 1 15,-50-18 1,-61-25-16,-76-26 16,-111-8-1,-129 34-15,-144 59 16,-111 18-1,153 50-15</inkml:trace>
  <inkml:trace contextRef="#ctx0" brushRef="#br0" timeOffset="57372.15">28908 10758 0,'0'0'0,"0"0"0,0 0 0,34 26 16,51 16-16,35 18 15,-18-9 1,43 17 0,52 8-16,-61-16 15,-42-9-15,68 25 16,35 1-16,93 34 31</inkml:trace>
  <inkml:trace contextRef="#ctx0" brushRef="#br0" timeOffset="58268.35">30470 10716 0,'0'0'0,"0"0"0,-26 0 15,-68 34-15,-59 25 16,33 1-1,9 16-15,-42 43 16,-1 9 0,43-26-1,51 17-15,18 34 16,16-25 0,9-18-16,8 18 15,61 25 1,110 0-16,8-68 15,86-34-15,-8-34 32,0-68-32,8-34 15,-60-34 1,51-34-16,-84-9 16,-87-50-16,-33-27 15,-77-41 1,-145-69-1,-103 26-15,-170 51 16,-282 76-16,290 120 16</inkml:trace>
  <inkml:trace contextRef="#ctx0" brushRef="#br0" timeOffset="62658.04">30512 14866 0,'0'0'0,"0"-9"0,-8 1 0,-1-1 31,-25 1-31,-43-9 16,-68 0-1,26 8 1,25 9-16,-60 34 16,-42 43-16,34 16 15,-43 77 1,-25 52-16,110-35 16,60 34-1,26 0-15,43-25 16,110 50-1,35-84-15,34-86 16,59-16 0,26-35-16,0-25 15,-42-25 1,16-35-16,-59-50 16,-94-9-1,-34-43-15,-26-85 16,-102-67-1,-163-26-15,-204-1 16,-146 52 0,-187 153-16,316 111 15</inkml:trace>
  <inkml:trace contextRef="#ctx0" brushRef="#br0" timeOffset="69788.8">29753 14798 0,'0'0'0,"0"17"0,25 85 0,35 119 15,26 34-15,7-8 16,18 8 0,34 42-16,-34-24 15,0 16 1,34-17-1,-17-119-15,-34-17 16,-34-34 0,-34-42-16,-18-43 15</inkml:trace>
  <inkml:trace contextRef="#ctx0" brushRef="#br0" timeOffset="70041.36">31554 15708 0,'0'0'0,"-9"-9"0,-59 1 16,-137 16-16,-102 43 15,-77 26 1,-94 25-16,-17 25 31,59 1-31,61-17 0,119-1 16,-26 43-1</inkml:trace>
  <inkml:trace contextRef="#ctx0" brushRef="#br0" timeOffset="71154.33">29838 10928 0,'0'0'16,"0"17"-16,17 43 0,52 84 0,50 52 16,43 25-16,-25-17 15,16 26 1,44 16-16,-61-92 15,-8 7 1,26 1-16,-86-103 16</inkml:trace>
  <inkml:trace contextRef="#ctx0" brushRef="#br0" timeOffset="71390.91">32083 11209 0,'-26'8'0,"-136"43"0,-248 94 16,-76 51-16,51 16 15,8 18-15,9 8 16,68-51 0</inkml:trace>
  <inkml:trace contextRef="#ctx0" brushRef="#br0" timeOffset="72536.91">27380 9967 0,'0'0'15,"0"9"-15,0 16 0,26 35 16,25 50 0,26 18-1,25 8-15,52 43 16,34-1-1,-26-42-15,0-17 0,43-8 32,-69-52-32,-102-33 15</inkml:trace>
  <inkml:trace contextRef="#ctx0" brushRef="#br0" timeOffset="72758.53">28840 10086 0,'-69'17'0,"-366"187"0,-256 120 0,76-10 15,77 1-15,180-102 16</inkml:trace>
  <inkml:trace contextRef="#ctx0" brushRef="#br0" timeOffset="73659.47">23889 9678 0,'0'0'0,"9"60"0,93 110 0,112 93 16,33-8-1,-16-42 1,-44-34-16,-7-9 15,24 8-15,-67-42 16,-9-8 0,120 85-16</inkml:trace>
  <inkml:trace contextRef="#ctx0" brushRef="#br0" timeOffset="73927.23">24777 10767 0,'-179'102'0,"-359"280"0,-34 95 0,282-188 16</inkml:trace>
  <inkml:trace contextRef="#ctx0" brushRef="#br0" timeOffset="75737.42">21252 13003 0,'0'0'0,"0"0"0,0 0 0,0 0 15,0 0 1,0 0 0,0 0-16,0 9 0,0 8 31,0 8-16,-9 26-15,-8 17 0,-34 26 32,-34 25-32,-43 26 15,17 8-15,51-9 16,9 9 0,0 17-16,-18 9 15,27-17-15,25-9 16,25 0-1,35 0-15,0-9 16,50 10 0,87 7-1,-35-42 1,0-8-16,68 8 16,-51-34-1,-42-17-15,34 0 16,-9-17-1,-43-17-15,-51-26 16,-17-8 0,-8-8-16,-9-1 15,0 1 1,0-18-16,-8-16 16,-9-9-1,-17-34-15,-26-9 0,9 18 16,0 16-1,0 9 1,-1 17 0,18 17-16,0 0 15,9 9 1,8 8-16,0 0 16,0 0-1,0 8-15,25 35 16,35 25-1,0 0-15,25 17 0,43 0 32,9-9-32,-26-8 15,-43-25 1,-34-1-16,-8-8 16,-35 9-1,-127 51-15,-44 33 16,121-67-1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54:04.237"/>
    </inkml:context>
    <inkml:brush xml:id="br0">
      <inkml:brushProperty name="width" value="0.05292" units="cm"/>
      <inkml:brushProperty name="height" value="0.05292" units="cm"/>
      <inkml:brushProperty name="color" value="#FF0000"/>
    </inkml:brush>
  </inkml:definitions>
  <inkml:trace contextRef="#ctx0" brushRef="#br0">24623 1607 0,'0'-8'0,"17"-1"0,9-8 0,0 0 0,-9 0 15,-9 9 1,1-1-1,-1 9 1,1 0-16,-9 0 0,0 0 31,0 0-15,0 17-16,-9 51 16,1 34-1,-1 17-15,-8 35 16,0-1-1,9 0-15,-1-9 16,0-16 0,1-18-16,-1-8 15,9-34 1,0-16-16,0-27 16,0 1-16,0-18 15,0 1 1,-8-18-1,8 9-15</inkml:trace>
  <inkml:trace contextRef="#ctx0" brushRef="#br0" timeOffset="392.72">24453 2704 0,'0'0'0,"0"0"0,0 0 16,-9 0-16,1 9 16,-1 8-1,0 0 1,-8 17-16,0 8 16,0 10-16,0 7 15,0 1 1,0 8-16,17 17 15,17 0 1,9-17-16,25-9 16,9-16-1,8-18-15,0-16 16,1-18 0,-10-8-16,10-34 15,16 0-15,-8-8 16,-26 8-1,-34 34-15</inkml:trace>
  <inkml:trace contextRef="#ctx0" brushRef="#br0" timeOffset="32112.09">29224 1556 0,'0'0'0,"0"0"0,0 0 0,-9 17 15,1 26 1,-1 25-16,1 0 15,-1 25 1,-8 35-16,-17 34 16,0 8-1,-1 0-15,1-17 16,-8-9-16,8-33 16,16-34-1,1-43 1,0-17-16,17-9 15,-8-16 1,-1-9-16,-16-26 16,-1-16-1,-8-27 1,0 10-16,0 16 0,17 26 16,-9 17-1,-8 26 1,-26 16-16,-8 35 15,-9 33 1,34 27-16,35-10 16,25-25-16,0-17 15,9-8 1,42-18-16,68-16 31,86-60-31,9-77 16,50-84-1</inkml:trace>
  <inkml:trace contextRef="#ctx0" brushRef="#br0" timeOffset="43349.74">2817 5621 0,'0'0'0,"0"0"0,-9 0 0,-8 0 0,-17 0 15,-17 9 1,-60 42-1,-17 34-15,8 34 16,-51 77 0,-8 16-16,68-25 15,43 9-15,34 0 16,34-26 0,68 8-1,69-33-15,25-52 16,51-59-1,1-42-15,-27-52 16,35-33 0,-68-9-16,-60-9 15,-35-42 1,-24-25-16,-52-27 16,-69-109-16</inkml:trace>
  <inkml:trace contextRef="#ctx0" brushRef="#br0" timeOffset="49440.84">21414 5026 0,'0'0'0,"0"0"0,0 0 0,0 0 0,0 0 32,0 17-32,0 17 15,0 9 1,-8 25-16,-1 0 16,-16 8-1,-10 1-15,1-18 16,17-16-1,0-18-15,9 1 0,-1-18 16,9 1 0,-9-18-1,1 1-15,8 8 16</inkml:trace>
  <inkml:trace contextRef="#ctx0" brushRef="#br0" timeOffset="49677.8">20970 4933 0,'0'0'0,"9"8"0,17 18 15,42 25 1,34 0-16,52-17 31,17-17-31,50-34 0,53-34 16,67-34-1</inkml:trace>
  <inkml:trace contextRef="#ctx0" brushRef="#br0">19912 15980 0,'0'0'0,"0"0"15,0 0-15,0 0 16,-9 0 0,-16 17-16</inkml:trace>
  <inkml:trace contextRef="#ctx0" brushRef="#br0" timeOffset="59975.33">19178 16210 0,'0'0'0,"0"-9"0,-9-8 16,1-17-16,-9 0 16,0-9-1,0 9-15,0 0 16,0 9-16,0-9 16,-1 8-1,10 9 1,-1 0-16,9 9 15,-8-1 1,8 9-16,0 0 16,-9 0-1,1 26-15,-26 59 16,-9 85-16,0 26 16,26-18-1,26 103-15</inkml:trace>
  <inkml:trace contextRef="#ctx0" brushRef="#br0" timeOffset="94304.13">5889 3980 0,'0'0'0,"-8"0"0,-1 17 0,-93 77 0,16-18 0,-16 26 0,-9 9 16,0 25-1,17 0-15,9 9 16,16 42-16,61-9 15,51-42 1,59-17-16,43-17 16,77-42-1,8-43 1,-16-60-16,50-59 16,-50-51-1,-35-25-15,-42-26 16,-52-35-16,-68 10 15,-68-1 1,-103 9 0,-153 34-1,-52 42-15</inkml:trace>
  <inkml:trace contextRef="#ctx0" brushRef="#br0" timeOffset="100818.07">19852 16158 0,'0'0'0,"0"0"0,0 0 0,0 0 0,0 0 0,0 0 16,0-8 0,17-1-1,17 1 1,9-1-16,8-16 15,9 8 1,-9 0-16,1 17 16,-10 0-16,1 0 15,-18 0 1,1 17 0,0 0-16,-1 17 0,-16 0 15,-9 26 1,-26 33-16,-16 1 31,-18-9-31,-8-9 16,16-16-1,1-18-15,17-16 0,8-18 16,9 1 0,17-1-16,0-8 15,9 0 1,42 9-16,43-9 15,34 0 1,26 0 0,-9-9-1,8 9-15,155 9 16</inkml:trace>
  <inkml:trace contextRef="#ctx0" brushRef="#br0" timeOffset="103776.45">22310 6021 0,'0'0'0,"0"0"0,0 0 0,0 0 0,0 9 16,0 8-1,0 17 1,-8 8-16,-1 26 15,-8 17-15,-8 0 16,-1 9 0,0 8-1,-16 9-15,8-26 16,-1-17-16,18-17 16,9-26-1,-1 1-15,9-18 16,0-8-1</inkml:trace>
  <inkml:trace contextRef="#ctx0" brushRef="#br0" timeOffset="104028.39">21841 5843 0,'0'0'0,"0"0"0,0 0 0,0 0 16,17 0-1,17 17-15,34 17 16,103 0-1,68-26 1,68-25-16,77-25 16,0-18-1</inkml:trace>
  <inkml:trace contextRef="#ctx0" brushRef="#br0" timeOffset="107755.24">9286 3921 0,'0'0'0,"0"0"0,0 0 0,0 0 0,-9 0 0,-16 8 16,-9 9-16,-17 26 31,-35 42-31,-25 51 16,0 34-1,17 51-15,18 26 16,16 16 0,43-33-16,51-9 15,9-34 1,8-93-16,43-26 15,59-26 1,18-50-16,17-86 0,17-68 31,-52-16-31,-50-35 16,-35 1-16,-60-1 16,-33 9-1,-60 17 1,-86 25-16,-102-33 15</inkml:trace>
  <inkml:trace contextRef="#ctx0" brushRef="#br0" timeOffset="109389.6">21798 16099 0,'0'0'0,"0"0"0,0 0 15,-8 0-15,-1 17 31,1 0-31,-1 25 16,-16 18 0,-10 17-16,-7-1 15,8-8 1,16-25-16,1-9 0,17-9 16,0 1-1,17-9-15,1 0 16,7-9-1,1 9-15,-1-8 16,-8 8 0,1 0-16,-10 0 15,1 25 1,-1 26-16,-8 34 16,-17-8-16,-9-26 31,-8-17-16,0-25-15,26-18 16</inkml:trace>
  <inkml:trace contextRef="#ctx0" brushRef="#br0" timeOffset="110902.5">21781 9389 0,'0'0'0,"0"0"0,0 0 0,0 8 0,0 9 31,0 17-15,-8 9-16,-18 34 16,-8 16-1,0 1 1,0-9-16,-1-9 16,1-16-16,17-9 15,0-17 1,9-17-16,8-9 15</inkml:trace>
  <inkml:trace contextRef="#ctx0" brushRef="#br0" timeOffset="111144.8">21295 9091 0,'0'0'0,"0"0"0,17 17 0,17 17 16,43 17-1,34 0 1,34 0-16,17-8 15,26-26-15,127-9 16</inkml:trace>
  <inkml:trace contextRef="#ctx0" brushRef="#br0" timeOffset="112676.96">12043 5171 0,'0'0'0,"0"0"0,0 0 16,0 0-1,-9 0-15,-16 0 16,-18 0-1,-8 0-15,-17 25 16,-18 18 0,-16 25-1,-1 34-15,-25 51 16,-17 60-16,0 25 0,43 8 16,59-42-1,43-17-15,34-16 31,34-61-31,43-33 16,17-35 0,35-25-16,58-76 0,-58-60 15,-44-17-15,9-52 32,-51-33-32,-43 17 0,-51 9 31,-51-1-16,-52 43-15,-50 25 16,-78 69-16,-51 76 0,-59 42 31</inkml:trace>
  <inkml:trace contextRef="#ctx0" brushRef="#br0" timeOffset="114379.57">23070 16167 0,'0'0'0,"0"0"0,-9 0 0,1 0 16,-18 0-1,-8 0 1,9 8 0,-18 9-16,-17 1 0,-8 7 31,8 9-15,-17 17-16,-8 9 15,25-9 1,18 0-16,7-9 15,18 1 1,17-18-16,9 1 16,16-1-1,10 1-15,16-1 16,0-8 0,9 0-16,-18 0 15,-16 0 1,0 0-16,-1 9 15,1 8 1,-9 8-16,-9 1 16,-8-1-1,-17 1-15,-25 8 16,-35-17 0,9-17-16,-1-17 15,18-17 1,17-9-16,0-16 15,8-18 1,18 9-16,25-8 16,17-26-1,34-26-15,26 1 16,0 16 0,-26 26-16,1 17 15,24 9 1,10 16-16,-52 18 15</inkml:trace>
  <inkml:trace contextRef="#ctx0" brushRef="#br0" timeOffset="116537.01">21593 12459 0,'0'0'0,"0"0"15,0 0-15,0 0 16,0 0 0,0 17-16,0 17 15,0 9 1,0 25-16,-8 8 16,-1 1-1,1-1 1,-9 9-16,0 0 15,8 0-15,9 0 16,0 9-16,9-52 16</inkml:trace>
  <inkml:trace contextRef="#ctx0" brushRef="#br0" timeOffset="116868.8">21525 12706 0,'0'0'0,"0"0"16,0 0-16,0 0 15,0 0-15,9 17 16,8 0 0,34 0-16,43-17 0,51-26 15,145-50-15</inkml:trace>
  <inkml:trace contextRef="#ctx0" brushRef="#br0" timeOffset="118182.26">21329 12502 0,'0'0'0,"0"0"0,0 0 0,0 0 0,0 0 0,0 0 31,0 0-15,0 0-1,0 0-15,0 0 16,0 0-16,0 0 16,8 8-1,1 1-15,-1 8 16,10 0 0,7 0-1,18 8-15,17 1 16,33-1-16,35-8 0,-8 0 31,16 0-15,10 0-16,-1 0 15,136 9-15</inkml:trace>
  <inkml:trace contextRef="#ctx0" brushRef="#br0" timeOffset="120460.09">11505 8709 0,'0'0'0,"0"0"0,0 0 0,0 0 16,0 0-1,0 8 1,0 9-16,-8 0 15,-1 0 1,-8 17-16,-26 9 16,-16 16-1,-10 9-15,-16 26 16,-9 8-16,9 25 16,-1 35-1,-8 0 1,1 16-16,24 18 15,18-18-15,25 9 16,26-16 0,26-61-1,42-33-15,35-26 16,33-26-16,61-50 16,-18-60-1,-25-60-15,16-17 16,-25-16-1,-34-9-15,-51 17 16,-34 0 0,-35 25-16,-59 9 15,-69 34 1,-76 59-16,-129 43 16</inkml:trace>
  <inkml:trace contextRef="#ctx0" brushRef="#br0" timeOffset="121557.28">23992 16133 0,'0'0'0,"0"0"0,0 0 0,0 0 16,0 0-16,0 0 16,0 0-1,0 0-15,0 0 16,0 0 0,0 0-1,0 0-15,0 0 16,25 0-1,18 0-15,17 8 16,25 1-16,-8-1 16,-17 1-1,-18-1 1,-16 1-16,0-9 16,-18 8-16,-8 10 15,-17 33 1,-43 25-16,-25 35 15,-35 16-15,1 9 16,25-25 0,26-26-1,42-51 1</inkml:trace>
  <inkml:trace contextRef="#ctx0" brushRef="#br0" timeOffset="122752.89">20817 10860 0,'0'0'0,"0"0"0,0 0 16,0 0-16,17 17 16,25 9-1,10 25 1,-1 0-16,0 0 16,17 0-1,26-9-15,34-16 16,43-26-1,145-17 1</inkml:trace>
  <inkml:trace contextRef="#ctx0" brushRef="#br0" timeOffset="124256.79">21218 11277 0,'0'0'0,"0"0"0,0 0 0,0 0 15,0 0 1,0 0-1,0 0 1,0 0-16,0 0 16,-9 0-1,-8 34-15,-8 34 16,-1 43 0,-17 42-16,9 8 15,17-25 1,9-17-16,8-59 15</inkml:trace>
  <inkml:trace contextRef="#ctx0" brushRef="#br0" timeOffset="132772.71">10814 9406 0,'0'0'0,"0"42"0,0 61 0,25 24 16,18 43-1,25 26-15,26-9 16,17 0-16,17-34 16,0-42-1,17-26 1,9-17-16,-26-26 15,-60-33-15,-34-9 16</inkml:trace>
  <inkml:trace contextRef="#ctx0" brushRef="#br0" timeOffset="133044.35">12128 9134 0,'-8'0'0,"-18"-9"0,-25 9 0,-43 26 15,-77 50-15,-59 52 16,-43 59-1,-26 60 1,17 8-16,60-26 16,9 27-16</inkml:trace>
  <inkml:trace contextRef="#ctx0" brushRef="#br0" timeOffset="135643.76">24657 11439 0,'0'0'0,"0"0"0,9 8 0,-9 9 16,9 0-16,-9 17 16,8 0-1,1 9 1,-9 8-16,0 17 16,-9 8-1,1 18-15,-1-9 16,-8 0-1,0-17-15,8-34 16</inkml:trace>
  <inkml:trace contextRef="#ctx0" brushRef="#br0" timeOffset="136039.54">24128 11626 0,'0'0'0,"9"0"0,25 0 0,94-9 16,60-16-16,-26-18 15,60-8-15,8-17 16,-8 25-16,120 1 16</inkml:trace>
  <inkml:trace contextRef="#ctx0" brushRef="#br0" timeOffset="141051.56">24222 16278 0,'0'0'0,"0"0"0,0-9 0,17 1 0,-8-9 16,-1 8 0,1 1-16,-1 8 15,-16 0 1,-26 8-16,-35 43 15,-24 51 1,-10 26 0,18-26-16,25-51 0,26-17 15,17-9 1,17-16 0,8-9-16,26-26 15,26-33-15,34-26 16,-9 8-1,-33 26 1,-18 26 0,-9 8-16,-16 8 15,0 9 1,-9 0-16,-26 17 16,-51 43-1,-17 8-15,26-26 16,25-8-1,18-17-15,8-8 16,17-1-16,34-42 16,77-68-1,42-34 1,-25 17-16,-25 34 16,-44 42-1,-24 18-15,-10 8 16,-25 25-16,-51 94 15,-77 111 1,-17 0 0,60-52-16,59-93 15</inkml:trace>
  <inkml:trace contextRef="#ctx0" brushRef="#br0" timeOffset="142733.88">22455 16158 0,'0'0'15,"0"0"-15,0 0 0,0 0 16,0 0-16,0 0 16,0 26-1,0 59 1,9 51-16,17 0 0,8-17 15,34 17 1,26 17-16,0-34 16,8-33-1,35-27 1,-1-8-16,-16-25 16,-1-18-16,-50-8 15</inkml:trace>
  <inkml:trace contextRef="#ctx0" brushRef="#br0" timeOffset="143045.73">23335 15946 0,'0'0'0,"0"0"0,-9 0 16,-8 17-16,-43 59 0,-68 112 31,-60 84-31,-16 8 15,24-33-15,61-34 0,-18 76 32</inkml:trace>
  <inkml:trace contextRef="#ctx0" brushRef="#br0" timeOffset="144433.39">12452 5120 0,'0'0'0,"-34"34"0,-94 102 0,-77 93 15,-59 61 1,-154 118-16,-43 34 16,136-110-1,78-43-15</inkml:trace>
  <inkml:trace contextRef="#ctx0" brushRef="#br0" timeOffset="146469.5">24180 12340 0,'0'0'0,"0"0"0,0 0 16,-9 17-16,0 17 15,1 0 1,-1 0-16,1 0 15,-1 9 1,1 8-16,-9 8 16,0 1-1,8-9-15,-17 17 16,9-17-16,0-26 16,17-16-1</inkml:trace>
  <inkml:trace contextRef="#ctx0" brushRef="#br0" timeOffset="146773.29">23830 12340 0,'0'0'0,"0"0"16,0 0-16,25 8 15,35 9-15,42 9 16,35 0-1,25-9-15,145-26 16</inkml:trace>
  <inkml:trace contextRef="#ctx0" brushRef="#br0" timeOffset="149508.1">21465 16422 0,'0'0'0,"0"0"0,9 9 16,25 16-16,43 18 15,34-1 17,-17 1-32,0 8 0,-1 8 31,-7-8-31,-1-8 15,-51-18-15</inkml:trace>
  <inkml:trace contextRef="#ctx0" brushRef="#br0" timeOffset="149792.32">22131 16346 0,'-8'0'0,"-27"34"0,-67 51 0,-26 25 16,26-8-16,16-17 15,1-8 1,8-1-16,34-42 16</inkml:trace>
  <inkml:trace contextRef="#ctx0" brushRef="#br0" timeOffset="150523.26">8595 4507 0,'0'0'0,"0"0"0,0 0 15,0 17 1,8 0-16,9 0 15,17 26 1,43 33-16,9 9 16,7 18-1,18-1-15,17 0 16,9 8-16,-17-25 16,-1-8-1,9-26 1,-17-17-16,-9-17 15,1-26-15,-43 9 16</inkml:trace>
  <inkml:trace contextRef="#ctx0" brushRef="#br0" timeOffset="150763.39">10208 4252 0,'-17'17'0,"-77"94"0,-51 67 16,17 1 0,8 8-16,-76 26 0,-26 33 15,43-25 16,8 1-31,-42 58 16</inkml:trace>
  <inkml:trace contextRef="#ctx0" brushRef="#br0" timeOffset="151797.39">24205 9287 0,'0'0'0,"0"0"0,0 0 15,0 0-15,0 0 16,0 0-16,-8 8 16,-9 26-1,-18 26-15,-7 8 16,-27 9 0,10 16-16,16-16 15,9-18 1,17-8-1,0-8-15,8-18 0,9 1 16,0-18 0</inkml:trace>
  <inkml:trace contextRef="#ctx0" brushRef="#br0" timeOffset="152092.49">23719 9363 0,'0'0'0,"0"0"0,0 0 0,0 0 15,25 0-15,43 17 32,43 0-32,26-8 15,34-1 1,42-16 0,9-9-16,102-26 15</inkml:trace>
  <inkml:trace contextRef="#ctx0" brushRef="#br0" timeOffset="154577.46">7221 4014 0,'0'0'0,"-9"0"0,-25 9 0,-26 16 15,-42 18 1,-86 50-1,-51 77-15,9 43 16,16 34-16,-8 42 16,34-9-1,26 35 1,60-26-16,-9 43 16</inkml:trace>
  <inkml:trace contextRef="#ctx0" brushRef="#br0" timeOffset="155456.04">19997 15912 0,'0'0'0,"0"0"0,9 8 0,17 18 0,8 16 0,0 9 31,8 17-31,18 17 16,8 18-1,18-1-15,8 0 16,0-17 0,-26-34-1,26-9-15,42-16 16,9-1 0,-85-16-16</inkml:trace>
  <inkml:trace contextRef="#ctx0" brushRef="#br0" timeOffset="155698.76">20936 15810 0,'0'0'0,"-17"8"0,-34 26 15,-60 43-15,-26 59 16,-33 68 0,-10 26-16,10-1 15,-1-8 1,35-34-16,93-118 16</inkml:trace>
  <inkml:trace contextRef="#ctx0" brushRef="#br0" timeOffset="156773.84">24709 6149 0,'0'0'0,"0"0"16,0 0-16,0 0 0,0 0 31,0 0-15,-9 17-16,1 0 15,-1 25 1,-8 18-16,-9 25 16,-8 17-1,17-26-15,0-25 16,9-8 0,-1-17-16,1-1 15,8 1 1,-9-1-16,0 9 0,9-8 31</inkml:trace>
  <inkml:trace contextRef="#ctx0" brushRef="#br0" timeOffset="157015.57">24128 6370 0,'0'0'0,"17"0"0,69 17 0,67-9 15,27-16 1,33-18-16,9-8 15,102-25 1</inkml:trace>
  <inkml:trace contextRef="#ctx0" brushRef="#br0" timeOffset="160769.14">1955 7373 0,'0'0'0,"0"0"0,0 9 0,0 16 0,0 43 16,17 17 0,0 9-16,17 8 15,17 9-15,0 8 16,-8-9 0,0-16-1,-9 16-15,8 9 16,18 17-16,25-8 15,9-26 1,9-17 0,-1-8-16,26-18 15,17-16 1,-17-18-16,-25-8 16,-18-8-1,-17-1-15,-33-8 16,-18-8-1,-17-1-15,0 1 16</inkml:trace>
  <inkml:trace contextRef="#ctx0" brushRef="#br0" timeOffset="161123.74">2953 8555 0,'0'0'0,"0"0"0,0 0 15,0 0-15,0 9 32,26 25-32,8 26 15,17-1 1,17 1-16,9-9 16,26 0-1,8 0-15,-18-17 0,-7-9 16,-27-8-1,-7-8 1,-18-1-16,-9 1 16,-16-1-1,0-8 1,-9 0-16,-35 43 16,-110 76-1,-42 42-15,16-16 16,-68 68-1</inkml:trace>
  <inkml:trace contextRef="#ctx0" brushRef="#br0" timeOffset="170371.48">5087 3878 0,'0'0'16,"17"0"-16,9 17 0,8 17 0,0 17 15,0 9-15,9 8 16,-1-9-16,18 18 16,17-1-1,8 9 1,18 0-16,8-8 15,25-1 1,1-8-16,-43-8 16,-1 17-1,-7-9-15,-18-9 16,9 1-16,-9-9 31,9-17-31,17-26 16,-43-8-16</inkml:trace>
  <inkml:trace contextRef="#ctx0" brushRef="#br0" timeOffset="170641.02">7519 3614 0,'0'0'0,"-8"9"0,-35 25 0,-42 51 16,-77 43 0,-94 50-1,-154 120-15,-85 118 16,25 35-16,95-34 15,119-119 1</inkml:trace>
  <inkml:trace contextRef="#ctx0" brushRef="#br0" timeOffset="178036.73">24794 15742 0,'0'0'0,"0"0"0,0 0 0,0 0 15,0 0-15,0 0 16,0 0-1,0 0-15,0 0 16,26-9 0,25 9-16,17 0 15,43 9 1,17 8-16,-8 17 16,-27 0-1,-16 8-15,0 9 16,-17-8-1,-26-9-15,-8-9 16,-18-8 0,-8 0-16,-17 26 15,-26 8 1,-16-9-16,7 1 16,10-17 296,8-9-312,17-9 0,-1 1 0,10-1 0,8 1 16,8-1-16,18 18 0,17 8 0,8 17 0,9 8 0,-9 1 0,-17-9 0,-17 0 0,-25 0 15,-27 8-15,-41-8 0,-87 0 0,-84-42 0,-43-60 0,-60-26 0</inkml:trace>
  <inkml:trace contextRef="#ctx0" brushRef="#br0" timeOffset="180848.75">21756 7135 0,'0'0'0,"0"0"0,0 0 0,0 0 16,0 0 0,-9 26-1,-8 50-15,-17 52 16,-9-1-1,0-25-15,1 1 16,-1 7 0,9-33-16,17-18 15,0-25 1,8-8-16,1-9 16,-1-9-1,9 1-15</inkml:trace>
  <inkml:trace contextRef="#ctx0" brushRef="#br0" timeOffset="181172.87">21397 7212 0,'0'0'0,"0"0"0,0 0 0,17 0 15,9 17 1,25 0-1,68 8-15,52 18 16,34-18 0,68-33-16,77-18 15</inkml:trace>
  <inkml:trace contextRef="#ctx0" brushRef="#br0" timeOffset="183653.26">26697 15716 0,'0'0'0,"0"0"0,0 0 0,0 0 31,0 0-31,0 0 0,0 0 16,0 0 0,-8 9-16,-1 8 31,1 17-31,-1 8 16,-8 18-1,0 16-15,0 1 16,0-18-16,8 9 15,9-8-15,0 0 16,9-18 0,8 1-16,17-1 15,17-16 1,18-1-16,33 1 31,18-18-31,-1 1 16,9-18-1,17-8-15,-17-25 0,-68 16 16</inkml:trace>
  <inkml:trace contextRef="#ctx0" brushRef="#br0" timeOffset="183897.74">27687 16099 0,'-17'17'0,"-34"59"0,-43 78 0,-8 7 15,25-42-15,17-8 16,26-18-1,17 1-15,8-52 16</inkml:trace>
  <inkml:trace contextRef="#ctx0" brushRef="#br0" timeOffset="184907.99">21773 8530 0,'0'0'0,"0"0"0,-9 8 0,1 35 16,-9 25-1,-1 0 1,1-8-16,-8 8 16,-1 0-16,1-9 15,-10 1 1,18-26-1,0-9 1,9-8-16,-1-8 16</inkml:trace>
  <inkml:trace contextRef="#ctx0" brushRef="#br0" timeOffset="185157.73">21098 8249 0,'0'0'0,"0"0"0,9 9 0,51 25 16,51 17-1,8 8 1,60-8-1,60-34 1,-17-68-16,77-85 16</inkml:trace>
  <inkml:trace contextRef="#ctx0" brushRef="#br0" timeOffset="188280.7">29147 15640 0,'0'0'0,"0"0"0,0 0 16,0 0 0,0 0-16,-9 0 15,-8 8 1,-17 18-16,-34 25 16,-35 34-1,-8 17 1,0 8-16,1 18 15,7 0-15,26-1 16,18 1 0,24-9-16,35-17 15,26 8-15,17-25 16,16-17 0,18-17-16,17-8 15,0-26 1,-9-17-1,1-17 1,-9-9-16,-18-16 16,-8-9-1,-25-9-15,-9-8 16,-25 9-16,-27-9 16,-41-17-1,-27 8-15,-16 26 16,-26 9-1,0 25-15,8 17 16,77 8-16</inkml:trace>
  <inkml:trace contextRef="#ctx0" brushRef="#br0" timeOffset="190088.87">21875 10367 0,'0'0'0,"0"0"0,0 25 0,-8 26 16,-18 26-1,0 17 1,-16 16 0,8-8-16,-1-34 15,1-8 1,17-18-16,0-16 16,9-9-1</inkml:trace>
  <inkml:trace contextRef="#ctx0" brushRef="#br0" timeOffset="192127.75">28157 15852 0,'0'0'0,"0"0"0,8 0 0,18 26 15,42 25 1,26 42-16,0 9 0,25 43 16,-8 8-1,0-8-15,26-1 16,-1-8 0,-16-17-1,-26-25 1,-26-26-16,-25-34 0</inkml:trace>
  <inkml:trace contextRef="#ctx0" brushRef="#br0" timeOffset="192389.94">29702 16031 0,'0'0'16,"-17"8"-16,-86 77 0,-102 69 0,-42 24 31,-18 18-15,1 8-16,25-9 15,-17 44 1</inkml:trace>
  <inkml:trace contextRef="#ctx0" brushRef="#br0" timeOffset="193331.02">24726 10401 0,'0'0'0,"0"0"16,0 0-16,-9 17 15,-8 25-15,-17 18 16,-9 25-1,-8 17 1,17-25 0,17-9-16,0 0 15,0-9 1,8-16-16,9-26 0</inkml:trace>
  <inkml:trace contextRef="#ctx0" brushRef="#br0" timeOffset="193683.86">24231 10324 0,'0'0'0,"17"0"0,60 17 0,85 17 16,17 9-1,-34-9 1,-17-8 0,-8-18-16,-27-8 0,-58-8 31</inkml:trace>
  <inkml:trace contextRef="#ctx0" brushRef="#br0" timeOffset="194143.78">21645 10222 0,'0'0'0,"0"0"0,17 9 0,51 33 15,26 9-15,8-8 16,9-26-1,43-34-15,145-51 16</inkml:trace>
  <inkml:trace contextRef="#ctx0" brushRef="#br0" timeOffset="195467.76">26399 15631 0,'0'0'0,"0"0"0,0 0 0,0 0 16,0 0-1,0 0-15,0 0 16,0 0 0,8 17-16,9 0 15,26 26 1,25 42-16,26 34 15,26 17 1,16 0-16,-8 9 16,-17-9-1,-9-26-15,-16-33 16,-18-35 0,-42-33-16</inkml:trace>
  <inkml:trace contextRef="#ctx0" brushRef="#br0" timeOffset="195673.33">27593 16065 0,'-25'8'0,"-112"77"0,-136 69 0,43-27 16,-26 26-1</inkml:trace>
  <inkml:trace contextRef="#ctx0" brushRef="#br0" timeOffset="196559.06">24231 8343 0,'0'0'0,"0"0"0,0 0 0,-9 17 16,1 25-1,-18 18-15,-17 50 16,-16 27-1,-1-1-15,26-34 16,17-43 0,0-25-16,17-25 15,0-9 1</inkml:trace>
  <inkml:trace contextRef="#ctx0" brushRef="#br0" timeOffset="196808.89">23650 8207 0,'0'0'0,"0"8"0,34 43 0,52 34 16,42 17-1,8-17-15,1-8 16,17-26 0,-1-25-16,-16-9 15,-1-26-15,146-33 16</inkml:trace>
  <inkml:trace contextRef="#ctx0" brushRef="#br0" timeOffset="198268.91">26074 15988 0,'0'0'0,"-34"17"0,-111 68 0,-60 43 16,-42 34-1,-1-1 1,-8-33-16,26-43 15,178-51-15</inkml:trace>
  <inkml:trace contextRef="#ctx0" brushRef="#br0" timeOffset="199096.29">24197 7339 0,'0'0'0,"0"0"0,0 0 0,0 0 15,0 0-15,0 0 32,0 0-32,8 9 0,-8 8 15,0 25 1,-8 35-16,-1 16 15,-8-16 1,-9 0 0,9-18-16,0-25 15,0-8 1,9-18 0,-9-33-16,8 8 15</inkml:trace>
  <inkml:trace contextRef="#ctx0" brushRef="#br0" timeOffset="199319.24">23693 7280 0,'9'0'0,"59"34"0,94 42 0,26 1 16,0-18 0,8-16-16,-25-35 15,-26-16-15,-86-1 0</inkml:trace>
  <inkml:trace contextRef="#ctx0" brushRef="#br0" timeOffset="201235.22">18623 16295 0,'0'0'0,"9"8"0,33 9 0,35 17 16,43 17 0,-1 9-16,-33 8 15,-1 17-15,0 8 16,1-8 0,-1-8-16,-42-43 31</inkml:trace>
  <inkml:trace contextRef="#ctx0" brushRef="#br0" timeOffset="201488.67">19528 15852 0,'-9'0'0,"-33"17"0,-61 43 0,-33 50 15,-18 9-15,-42 52 32,17 24-32,51-33 15,0 16 1,-60 103-16</inkml:trace>
  <inkml:trace contextRef="#ctx0" brushRef="#br0" timeOffset="202315.3">24299 5077 0,'0'0'0,"0"0"0,0 0 15,0 17-15,9 0 16,-1 17 0,-8 26-16,9 33 15,-18 26 1,-17 0-16,-16 17 15,8-16 1,0-18-16,16-17 16,1-17-1,0-43-15,9-25 16</inkml:trace>
  <inkml:trace contextRef="#ctx0" brushRef="#br0" timeOffset="202659.46">23591 5145 0,'0'0'16,"0"0"-16,0 0 0,25 0 15,78-8 1,59-18-1,8-25-15,69-34 16,9 0-16,-9 26 16,102 8-16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58:08.208"/>
    </inkml:context>
    <inkml:brush xml:id="br0">
      <inkml:brushProperty name="width" value="0.05292" units="cm"/>
      <inkml:brushProperty name="height" value="0.05292" units="cm"/>
      <inkml:brushProperty name="color" value="#FF0000"/>
    </inkml:brush>
  </inkml:definitions>
  <inkml:trace contextRef="#ctx0" brushRef="#br0">17975 5911 0,'0'0'0,"0"0"0,0 0 0,0 0 0,-9 0 16,1-9-16,-1 1 15,0-1 1,1 1-16,-18-1 16,9 1-16,-8-1 15,-1 9 1,0 0-16,9 0 16,0 0-1,0 9-15,0 8 16,-8 17-1,-1 34-15,-17 59 16,-16 52 0,-1-1-16,9 18 15,-1-9 1,1-34-16,0-25 16,0-9-1,17-17 1,8-26-16,0-16 15,9-18-15,0-16 16,9-18 0,8 1-16,0-9 15,0-9 1,-9-16 0,1-35-16,-1 1 15,-8 8 1,-9 0-16,9 17 15,0 17-15,-8 0 16,-1 8 0,0 9-1,1 0-15,-9 0 16,8 17 0,1 0-16,-10 17 15,1 17 1,9 0-16,-1 26 15,0 8 1,9 9-16,0-9 16,0-34-1,9-9-15,8-16 16,0-9 0,0-9-16,0 1 15,0-9-15,25-17 16,26-17-1,35-43-15,8-42 16,-9 8 0,0 1-1,1 8-15,-9 34 16,-35 42 0</inkml:trace>
  <inkml:trace contextRef="#ctx0" brushRef="#br0" timeOffset="7609.34">30470 11447 0,'0'0'0,"0"0"0,0 0 0,0 0 15,-9 0 1,1 9-1,-9 16-15,-26 18 16,-25 16 0,-18 9-16,1-8 15,-9 16-15,17 1 16,0-1 0,9 18-16,17 16 15,25 9 1,18 9-1,33-9-15,44-8 16,25-9 0,25-17-16,35-26 15,8-25 1,17-34-16,-8-17 16,-52-8-1,-25-18-15,-8 1 16,-35-1-1,-17-25-15,-17-17 16,-34-17 0,-68-9-16,-78 9 15,-118 17 1,-138 77-16,27 42 0</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19:59:08.814"/>
    </inkml:context>
    <inkml:brush xml:id="br0">
      <inkml:brushProperty name="width" value="0.05292" units="cm"/>
      <inkml:brushProperty name="height" value="0.05292" units="cm"/>
      <inkml:brushProperty name="color" value="#FF0000"/>
    </inkml:brush>
  </inkml:definitions>
  <inkml:trace contextRef="#ctx0" brushRef="#br0">21107 13420 0,'0'0'0,"0"0"0,0 0 0,0 0 0,-9-8 15,1-1 1,-1 1-1,-16-1-15,-9 1 16,-43 8 0,-34 17-16,-43 51 15,-51 51 1,-17 59-16,9 52 16,17 25-1,42-17-15,69-25 16,42-18-1,43-25 1,68 0-16,86-8 16,59-60-1,78-68-15,24-59 16,-33-60-16,8-43 16,-42-17-1,-61-8 1,-24-25-16,-69 8 15,-52 8 1,-76-25-16,-68-9 16,-69 35-16,-85 25 15,-145 68 1,-77 93 0,85 43-16</inkml:trace>
  <inkml:trace contextRef="#ctx0" brushRef="#br0" timeOffset="5725.66">24871 11166 0,'0'0'0,"0"0"0,-17 0 0,-34 9 16,-60 8-16,-34 8 15,-9 35 1,-42 33 0,-1 18-16,35 8 0,43-17 15,16 9 1,1 50 0,25 43-1,26 9-15,68-9 16,60-17-16,59-42 15,52-43 1,59-60-16,10-50 16,-36-43-1,-16-43 1,-43-33-16,-51-1 16,-34 9-1,-34-8-15,-43-27 16,-77-16-16,-68 9 15,-120 25-15,-161 42 32,-61 103-32,86 42 15</inkml:trace>
  <inkml:trace contextRef="#ctx0" brushRef="#br0" timeOffset="10394.21">28302 11626 0,'0'0'0,"0"0"0,0 0 16,0 0-16,0 0 15,-17 0 1,-26 0-16,-25 8 16,-17 9-1,-35 0 1,-8 17-16,-17 17 16,8 17-16,1 17 15,-1 34 1,1 26-16,16 16 15,35 10 1,25-10-16,52-42 16,50 0-1,35-17-15,25-25 16,95-52 0,16-42-16,-8-34 15,42-51 1,-76-25-16,-51-18 15,-9 1 1,-69 16-16,-50-42 16,-86-17-1,-111 8-15,-128 35 16,-153 76 0,-163 119-16,231 17 15</inkml:trace>
  <inkml:trace contextRef="#ctx0" brushRef="#br0" timeOffset="12874.57">30470 12697 0,'0'0'0,"0"0"0,0 0 0,0 0 15,0-8-15,0-1 32,0-8-32,0 0 15,0 0-15,0 9 16,0 8 0,0 0-16,0 0 15,0 0 1,0 0-1,0 0-15,0 0 0,0 0 32,0 0-32,0 0 15,-9-9 1,9 9-16,0 0 16,0 0-1,0 0-15,0 0 16,0 0-16,-8-8 15,-1-1 1,1-8 0,-1 0-16,1 0 15,-18 0 1,-25 17-16,-77 34 16,-26 43-1,-8 50-15,-51 43 16,50 17-1,69-8-15,18 8 16,-10 34 0,44-42-16,59-52 15,25 9 1,10-34-16,127-42 16,34-51-1,69-103 1,0-8-16,-78-26 15,27-50-15,-95-1 16,-59-16 0,-60-27-16,-85-7 15,-188-35 1,-51 9-16</inkml:trace>
  <inkml:trace contextRef="#ctx0" brushRef="#br0" timeOffset="14358.7">29975 16864 0,'0'0'0,"0"0"15,0 0-15,-9 0 16,-8 0-16,-43 0 31,-42 17-15,-35 17-16,-16 17 16,-1 26-16,-17 34 15,26 8 1,51 34-16,35 8 15,16-8 1,35 0 0,16-25-16,52-26 15,93-17-15,27-42 16,93-69 0,0-42-16,-17-60 15,-17-8 1,-43-17-16,1-42 15,-78 33-15,-51-16 16,-85-10 0,-111-33-1,-102-51-15</inkml:trace>
  <inkml:trace contextRef="#ctx0" brushRef="#br0" timeOffset="19004.53">29744 17017 0,'0'0'0,"0"0"16,0 0-16,0 0 15,0 0-15,0 0 16,0 0-16,0 0 15,0 0 1,0 0-16,0 0 16,-8 0-1,8 0 1,-9 0-16,1 0 16,-1 0-1,1 0-15,-1 0 16,-17-8-16,-8-1 15,-17-16 1,0-1-16,17 1 16,-9-18-1,-17 9 1,-25-8-16,-17-9 16,-18-43-1,9-8-15,9-8 16,-26-9-1,-17-26-15,0-8 16,-18-9 0,-16 18-16,17-9 15,-26-17 1,9 8-16,8-17 16,-25-33-1,0 16-15,-1 1 16,1-10-16,-9 10 15,17 16 1,9 1 0,0 33-16,25 9 15,18 8 1,16 9-16,26 26 16,26 25-1,0 0-15,17 17 16,8 17-1,9 8-15,17 9 16,8 9 0,9 8-16,0 0 15,0 17 1,17 25-16,26 52 16,0 42-1,-18-9-15,-8-33 16,-8-9-1,-1-8-15,1-18 16,-9-16 0,0-18-16,0 1 15,0-18 1,0 1-16,0-1 16,0-8-1,-9 0-15,-16-8 16,-9-9-1,-18-43-15,1-33 16,0-26 0,0-18-16,17 1 15,0 9 1,16 8-16,1 34 16,9 25-1,-1 26 1,9 17-16,0 0 15,0 17 1,34 0-16,69 26 16,76 8-16,60 0 15,26-17 1,-35-17-16,94-9 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01:28.078"/>
    </inkml:context>
    <inkml:brush xml:id="br0">
      <inkml:brushProperty name="width" value="0.05292" units="cm"/>
      <inkml:brushProperty name="height" value="0.05292" units="cm"/>
      <inkml:brushProperty name="color" value="#FF0000"/>
    </inkml:brush>
  </inkml:definitions>
  <inkml:trace contextRef="#ctx0" brushRef="#br0">28626 3631 0,'0'0'0,"0"0"0,17 0 0,367-110 0,-93 33 0,-27 1 0,180 8 0,34 34 15,-51 17 1,76 8-16,18 18 16,-52 16-1,-76 9-15</inkml:trace>
  <inkml:trace contextRef="#ctx0" brushRef="#br0" timeOffset="7239.48">27534 9908 0,'0'0'0,"0"0"0,0 0 16,0 0-16,0 0 15,0 0 1,0 0-1,0 0-15,0 0 16,-9 8 0,1 18-1,-18 25-15,-8 59 16,-9 43 0,1 9-16,-10 17 15,-7-9 1,16-43-16,9-25 15,8-17-15,1-17 16,-1-25 0,0-1-1,18-25-15</inkml:trace>
  <inkml:trace contextRef="#ctx0" brushRef="#br0" timeOffset="7532.07">26766 10971 0,'0'0'0,"0"0"0,0 0 0,0 0 32,8 25-32,9 26 15,17 17-15,0 17 16,-8-8-1,0-9-15,-1-9 16,1-16 0,0-9-16,16-8 15,35-18-15,25-16 16,9-9 0,26-17-1,-1-18 1,-76 35-16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01:58.178"/>
    </inkml:context>
    <inkml:brush xml:id="br0">
      <inkml:brushProperty name="width" value="0.05292" units="cm"/>
      <inkml:brushProperty name="height" value="0.05292" units="cm"/>
      <inkml:brushProperty name="color" value="#FF0000"/>
    </inkml:brush>
  </inkml:definitions>
  <inkml:trace contextRef="#ctx0" brushRef="#br0">19494 15699 0,'0'0'0,"0"0"0,0 0 0,0 0 15,-17 34 1,-34 77-16,-9 50 15,-34 52 1,9 17 0,42-77-1,17-17-15,-8 144 16</inkml:trace>
  <inkml:trace contextRef="#ctx0" brushRef="#br0" timeOffset="1202.02">21798 5018 0,'0'0'0,"0"0"16,0 17-16,-8 8 0,-1 26 16,1 26-1,-9 25-15,-18 34 16,-24 25 0,-18-16-1,9-51-15,8-26 16,0-26-1,26-25-15,25-8 16</inkml:trace>
  <inkml:trace contextRef="#ctx0" brushRef="#br0" timeOffset="1429.69">21218 5103 0,'0'0'0,"0"0"0,8 0 15,27 17-15,41 8 16,44 18 0,59-9-1,52-9-15,8-8 16,85 9-16</inkml:trace>
  <inkml:trace contextRef="#ctx0" brushRef="#br0" timeOffset="4975.37">20168 16056 0,'0'0'16,"0"0"-16,0 0 0,0 0 15,0 0-15,0 0 16,9 9-16,33 8 15,18 17 1,8 0 0,1 8-1,-10 1 1,-7 0-16,-10 8 16,-16 17-1,-18 25-15,-25 9 16,-34-17-16,-9-17 15,-16-8 1,16-26-16,17-9 16,17-16-16,9-1 31,0 1-31,17-1 16,0-8-1,26 0-15,59 17 16,35-8-1,25 8-15,34 8 16,-8-8 0,-52 0-16,-67-8 15</inkml:trace>
  <inkml:trace contextRef="#ctx0" brushRef="#br0" timeOffset="5964.31">22003 6319 0,'0'0'0,"0"0"0,0 0 0,0 0 16,0 17-1,-8 0 1,-1 17-16,-17 34 16,-25 17-16,0 8 15,8-7 1,9-10 0,0 1-16,0-18 15,17-8-15,0-25 16,0-18-1,17 1-15</inkml:trace>
  <inkml:trace contextRef="#ctx0" brushRef="#br0" timeOffset="6204.48">21465 6310 0,'0'0'0,"0"0"0,17 0 16,18 9-16,24 8 16,18 0-1,9 0 1,24-9-16,44-8 15,0 0 1,127 9-16</inkml:trace>
  <inkml:trace contextRef="#ctx0" brushRef="#br0" timeOffset="7624.24">21960 16014 0,'0'0'0,"0"0"0,-8 0 0,-1 17 16,1 0-16,-9 8 15,0 1 1,0-1-16,0 1 15,-1-1 1,18 10-16,0-1 16,26 0-1,25 8 1,9 9-16,17-8 16,-17-1-16,-9-8 15,-9 0 1,-16 9-1,-17-1-15,-1 9 16,-25 17 0,-17 0-16,-34 9 15,-18-9-15,44-43 16</inkml:trace>
  <inkml:trace contextRef="#ctx0" brushRef="#br0" timeOffset="7854.72">21986 16141 0,'0'0'0,"0"0"0,0 0 0,26 0 16,33-8-16,44-1 15,42 1 1,60-18 0,-35-8-16,-118 17 15</inkml:trace>
  <inkml:trace contextRef="#ctx0" brushRef="#br0" timeOffset="8701.54">21960 9253 0,'0'0'15,"0"0"-15,0 8 0,-8 9 0,-1 17 0,-8 9 16,-25 33 0,-35 52-16,9 0 15,16-26 1,10-9-16,7-25 16,10-8-1,8-18-15,-9-8 16,-8-17-1,17-8-15</inkml:trace>
  <inkml:trace contextRef="#ctx0" brushRef="#br0" timeOffset="8883.04">21167 9653 0,'0'0'0,"0"0"0,34 8 0,51 18 16,35 16-16,50-8 15,35-17 1,17-17-16,111-25 16</inkml:trace>
  <inkml:trace contextRef="#ctx0" brushRef="#br0" timeOffset="10029.94">24504 15691 0,'0'0'0,"0"0"0,0 0 0,-9 0 0,-8 0 16,-17 8-16,-17 9 15,-34 0 1,-26 9 0,17 8-16,0 17 15,-34 25 1,8 9-16,18-8 15,25-18 1,34-8-16,18 1 16,25 16-1,34 17-15,43-9 16,17 1 0,-9-26-16,-17-9 15,9 1 1,8-9-16,-8 8 15,-26-8 1,-16-8-16,-10-1 16,-16 9-16,-26 0 15,-26 9 1,-8-9-16,17-9 16,-18-16-1,-16-18 1,0-16-16,8-18 0,17-8 31,26 0-31,26-51 16,34-42-1,33-9-15,44 0 16,68-18-16,-18 10 16,35-69-1</inkml:trace>
  <inkml:trace contextRef="#ctx0" brushRef="#br0" timeOffset="10899.87">21226 12638 0,'0'0'0,"0"0"16,0 0-16,0 0 15,0 8 1,0 18-1,-8 16-15,-1 35 16,-8 8-16,0-9 16,17 1-16,0-9 15,9-9 1,8 1-16,-9-35 31</inkml:trace>
  <inkml:trace contextRef="#ctx0" brushRef="#br0" timeOffset="11231.06">20518 12306 0,'0'0'0,"0"0"0,0 0 15,0 0-15,9 8 16,42 26-1,34 0-15,35 1 16,33 7 0,35-16-16,128-9 15</inkml:trace>
  <inkml:trace contextRef="#ctx0" brushRef="#br0" timeOffset="12705.06">25665 15793 0,'0'0'0,"0"0"0,0 0 0,0 0 16,17 17-1,17 0 1,17 17 0,9-9-16,17 1 15,-1-1 1,-7 1-16,16-1 15,-8 1 1,-17-1-16,-1 9 0,-16 0 16,0 9-1,-18-1 1,-16 18 0,-26 8-16,-34 26 0,-43 16 15,8-16 1,9-26-1,26-26 1,34-25-16</inkml:trace>
  <inkml:trace contextRef="#ctx0" brushRef="#br0" timeOffset="13848.2">21534 11660 0,'0'0'0,"0"0"15,-9 8-15,1 9 0,-1 17 16,1 0 0,-1 0-16,0 0 15,1 0 1,-1 9-16,1-1 15,-1 1 1,-16-18 0,8-16-16</inkml:trace>
  <inkml:trace contextRef="#ctx0" brushRef="#br0" timeOffset="14073.35">21261 11473 0,'0'0'0,"25"0"0,61 8 16,59 9-1,8-8-15,9 8 16,1 0-16,-44-9 15,-76 1 1</inkml:trace>
  <inkml:trace contextRef="#ctx0" brushRef="#br0" timeOffset="15066.5">10660 8947 0,'0'0'0,"0"0"0,-8 0 0,-9-9 16,-18 1-16,-7-9 16,-1-9-1,-8 1-15,-35-9 16,-24 0-1,7 17-15,9 17 16,26 8-16,8 9 16,-25 17-1,0 17 1,8 9-16,0 8 16,-8 17-1,8 34-15,17 34 16,17 26-1,9 16-15,17 18 16,17-18 0,9-16-16,25-26 15,43-17 1,34-25-16,17-43 16,51-51-1,77-43-15,0-67 16,0-43-1,-17-18-15,-43 1 16,-34 9 0,-42 8-16,-52 8 15,-34 1 1,-51-9-16,-68-26 16,-69 9-16,-93 34 15,-86 42 1,-43 77-1,-8 60-15</inkml:trace>
  <inkml:trace contextRef="#ctx0" brushRef="#br0" timeOffset="18421.73">9619 9602 0,'0'0'0,"0"0"0,0 0 0,0-9 15,-9 1-15,-25-18 16,-26-25 0,-16-34-1,-35-43-15,-26-8 16,-16-8-16,-18-35 15,9-8 1,-26 8 0,-25-25-16,-26 0 15,-9 17 1,0-8-16,1-10 16,-9-24-1,25-1-15,27 9 16,-1-9-16,17 35 15,17-1 1,26 26 0,26 51-16,16 26 15,27 7 1,24 18-16,18 9 16,17 25-1,17 25-15,0 9 16</inkml:trace>
  <inkml:trace contextRef="#ctx0" brushRef="#br0" timeOffset="18772.79">5428 6353 0,'0'0'0,"0"0"0,0 0 0,0 0 0,0 0 0,-8-9 31,-9-25-31,-18-25 16,-7-35 0,-1-16-1,9-1-15,0-8 16,8 0-16,1 8 16,8 35-1,0 8-15,17 17 0,0 17 16,8 8 15,9 9-31,26 17 16,85 43-16,119 67 15,69 35 1,43-9 0,8-17-16</inkml:trace>
  <inkml:trace contextRef="#ctx0" brushRef="#br0" timeOffset="20838.15">18546 5809 0,'0'0'0,"0"0"0,-17 0 15,-8 0-15,-26-9 16,-18 9 0,-33 9-16,-35 8 15,1 17 1,-9 0-16,-18 17 15,-7 0 1,8 0-16,-9 0 16,26 0-1,42 0-15,27-9 16,16 9 0,17 0-16,9 17 15,17-8 1,25-1-16,18 1 15,51-1 1,94 35-16,8-26 16,0-25-1,52-1-15,-1 9 16,0-8 0,1-1-16,-1 9 15,1 0 1,-26-8-16,-1-9 15,-7-9 1,42 1-16,8-9 16,1-17-16,16-9 15,9 1 1,-8-1 0,-9 9-1,-8-8-15,-27-1 0,-7 9 16,-9-8-1,17-1-15,17-8 16,-9-17 0,0-8-1,1-1-15,8 1 16,-9-1 0,-8 9-16,-8 9 15,-10-1 1,10 1-16,-1-1 15,1 1 1,-18-1-16,0 1 16,9-1-1,-17-8-15,-26-25 16,-17-1 0,-25-8-16,-27 8 15,-33 26 1,-9 0-16,-16 9 15,-10 8-15,-16 0 16,-1 0 0,-8 0-1,-8-9-15,-26-8 16,-26-8 0,-26 8-16,-16 0 15,0 17 1,-1 0-1,-25 0-15,-8 8 16,8 9-16,-9-8 16,-42-9-1,0 17-15,33-9 16,-50-8-16,0 0 16,17 9-1,-52-26 1,-16 0-1,-35-17-15,-34 0 16,26 8 0,-9 1-16,26 8 15,-17-1 1,8 1-16,1 9 16,-1 8-1,9 17-15,-9 8 16,18 9-16,-9 9 15,-1-9-15,-7 0 16,-1 0 0,-25 0-1,0 0 1,-18 0-16,18 0 16,-9 17-1,-8 0-15,8 9 16,-51-1-16,-8 1 15,-1-18 1,0-8-16</inkml:trace>
  <inkml:trace contextRef="#ctx0" brushRef="#br0" timeOffset="197502.45">22276 1199 0,'0'0'0,"0"0"0,0 0 0,0 0 0,0 0 0,0 0 16,0 0-16,-8 17 15,-1 34 1,-16 34 0,-1 34-1,-8-17-15,8 17 16,-8 34-16,8-8 16,18-17-16,8-18 15,0-16 1,0-18-16,0-25 15,0-25 1,0-9 0,0-9-1,0-8-15</inkml:trace>
  <inkml:trace contextRef="#ctx0" brushRef="#br0" timeOffset="197772.21">21747 2390 0,'0'0'0,"0"8"0,9 43 16,-1 34 0,-8 0-1,0 9 1,9-1-16,-1-16 0,1-17 15,16-1-15,9-8 16,9-34 15,51-25-31,26-26 16,8-43 0,128-85-16</inkml:trace>
  <inkml:trace contextRef="#ctx0" brushRef="#br0" timeOffset="200936.56">24675 1403 0,'-9'0'0,"-8"26"0,-17 50 15,-9 26-15,9 0 16,8 26 0,9 8-16,0-8 15,9-18 1,8 9-16,-9-8 16,1-9-1,-9-26 1,-9-25-16,9-34 15</inkml:trace>
  <inkml:trace contextRef="#ctx0" brushRef="#br0" timeOffset="201265.78">23778 2211 0,'0'0'0,"0"0"16,0 0-16,26 26 16,25 16-1,9 43-15,8 60 16,-17-9 0,-25 51-16,0 26 15,-18-103 1,-8-67-16,9-1 15,8-16 1,25-1-16,52-50 16,51-111-1,26-60-15,68-119 16,-8-16-16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07:25.945"/>
    </inkml:context>
    <inkml:brush xml:id="br0">
      <inkml:brushProperty name="width" value="0.05292" units="cm"/>
      <inkml:brushProperty name="height" value="0.05292" units="cm"/>
      <inkml:brushProperty name="color" value="#FF0000"/>
    </inkml:brush>
  </inkml:definitions>
  <inkml:trace contextRef="#ctx0" brushRef="#br0">2245 2849 0,'0'0'0,"0"0"0,0 0 0,0 0 0,0 17 0,0 0 16,0 26-1,-9 16-15,1 26 16,-9 9-1,-1-18-15,1 1 16,9 8 0,-18-9-16,26-8 15,9-17 1,8-8-16,0-9 16,0-9-1,0-8 1,26 0-16,25-8 15,17-1 1,26-16-16,-8-9 16,8-9-16,34 1 15,26-1 1,8-8-16,26 17 16,-9 9-1,43 16 1,25 1-16,10 8 15,24-9 1,18 1-16,8 8 16,26-9-1,-8 1 1,-26-1-16,76 1 16,1-1-16,-9 1 15,34-1-15,9 1 16,-18 16-1,-67-8 1,-1 9-16,-51-9 16,-25 0-1,-35 0-15,-42-8 16,-9 16 0,-59-16-16,-43-9 15,0-9 1,-18 1-1,-16-9-15,0-17 0,-1-18 16,-16-24 0,-9-60-1,-17-170 1</inkml:trace>
  <inkml:trace contextRef="#ctx0" brushRef="#br0" timeOffset="52461.61">13058 3878 0,'0'0'16,"-8"0"-16,-9 0 0,0 0 0,0 0 16,8 0-16,1 0 15,-1 0 1,1-8 0,-1-1-16,1 1 15,-10-1-15,1 1 16,0-1-1,-8 9-15,-35 9 16,-8 8 0,25 8-1,-8 9-15,-35 0 0,-25 17 32,-25 17-32,25 0 15,9 17 1,-35 34-16,-17 34 15,18-8 1,68 0-16,25 16 0,17 9 16,9-25-1,9-18-15,50 9 32,112 17-32,-17-50 15,50-18-15,61-34 16,-9-43-1,34-25-15,-77-25 16,26-43 0,-9-18-1,-110 27-15,-35-18 0,0-33 32,-16-26-32,-52-17 15,-26 8 1,-76-51-16,-95-25 15,-93 60 1,-111 50-16,-128 60 16,119 43-1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09:55.985"/>
    </inkml:context>
    <inkml:brush xml:id="br0">
      <inkml:brushProperty name="width" value="0.05292" units="cm"/>
      <inkml:brushProperty name="height" value="0.05292" units="cm"/>
      <inkml:brushProperty name="color" value="#FF0000"/>
    </inkml:brush>
  </inkml:definitions>
  <inkml:trace contextRef="#ctx0" brushRef="#br0">3243 3342 0,'0'0'0,"0"0"0,0 0 0,0 0 0,0 0 0,0 0 15,0 0 1,0 0 0,0 0-16,9 0 15,-1 9-15,1-1 16,-1 9 0,-8 9-16,-8 33 31,-9 1-31,0-9 0,0-9 15,0-16 17,8-1-32,1-8 0,-1-8 15,9-1 1,0 1 0,0 8-16,17 0 15,26 0 1,42 8-16,26-8 15,34 1 1,17-10-16,0-8 16,-8 0-1,0 9-15,-1 8 16,-8 0 0,-25 8-16,-26-8 15,8-8 1,-25-1-16,-17 1 0,-26-1 15,-8-8 1,-9 0 0,-9 0-1,1 0 1,-1 0-16,1-8 16,8-18-1,0-8-15,17-34 16,-8 25-16</inkml:trace>
  <inkml:trace contextRef="#ctx0" brushRef="#br0" timeOffset="36968.33">20074 10903 0,'0'0'0,"-8"0"0,-9 17 16,-9 17-16,-17 17 15,-16 8 1,-27 18-16,-8 42 16,0 25-1,-8 27-15,0 24 16,8 35 0,17 8-16,26 0 15,42 0 1,43 0-16,35-17 15,33-59 1,35-51-16,59-43 16,26-51-1,25-60-15,-8-59 16,-34-68 0,-43-34-16,-42-51 15,-43-51 1,-52-18-16,-85-33 15,-102 8 1,-77 35-16,-59 42 16,-163 51-1,-273 136-15,-60 238 16,401 0 0</inkml:trace>
  <inkml:trace contextRef="#ctx0" brushRef="#br0" timeOffset="48679.09">23881 8904 0,'0'0'16,"0"0"-16,-9 0 0,1 0 16,-1 0-16,-16 0 15,-1 0 1,0-8-1,-16 8-15,-18-9 16,0 9 0,18 0-16,7 9 15,-7 16 1,-35 35-16,-26 16 16,-7 18-16,-1 16 15,25 1 1,35 8-1,-9 9-15,9 8 16,8 0-16,9-9 16,26-8-1,16 0-15,35-8 16,34 0 0,51-18-16,17-25 15,51-8 1,35-35-1,-44-25-15,-24-34 16,-1-25-16,-17-26 16,-34-35-1,-26-24-15,-25-43 16,-43-26 0,-60 1-1,-85-1-15,-85 9 16,-86 59-1,-111 43-15,-59 51 16,68 43 0</inkml:trace>
  <inkml:trace contextRef="#ctx0" brushRef="#br0" timeOffset="54897.48">22336 14177 0,'0'0'0,"-9"0"0,-16 0 0,-9 0 0,-9 8 16,0 1 0,1-1-16,-27 9 15,-25 0 1,-16 17-16,-10 18 16,-8 7-16,-34 43 15,0 26 1,17 8-16,0 8 15,8 18 1,26 8 0,26 17-16,16-8 15,44-26 1,16-17-16,35-17 16,42-17-1,77-17-15,69-34 16,67-59-1,26-44-15,-16-41 16,-35-26-16,-34-17 16,-18-26-1,-41 1-15,-35-18 16,-34-8 0,-52-9-16,-50 1 15,-69-1 1,-94 9-1,-170 17-15,-35 42 16</inkml:trace>
  <inkml:trace contextRef="#ctx0" brushRef="#br0" timeOffset="57488.15">25494 15385 0,'0'0'0,"-9"-9"0,1 1 0,-9-18 16,-9 1-16,1-18 31,-10 0-31,1 9 0,-8 0 31,-1 0-31,-25 9 16,-18 16 0,-25 35-1,-25 59-15,-9 26 16,-9 33-1,17 43-15,27 17 16,16 34-16,25 18 16,44-27-1,25 9-15,51-25 0,43-68 32,77-9-17,68-43-15,51-76 0,0-59 16,17-52-1,-17-59 1,-51-26 0,-59 1-16,-44-18 15,-51-16 1,-67 7-16,-70 1 16,-127 17-1,-137 60-15,-59 33 16</inkml:trace>
  <inkml:trace contextRef="#ctx0" brushRef="#br0" timeOffset="59635.35">24521 11847 0,'0'0'0,"-9"0"0,-33 34 0,-35 25 15,-26 43 1,-25 26 0,-17 42-1,-8 43-15,8 25 16,25 17-16,43-26 16,43-16-1,60-17 1,51-35-16,34-59 15,76-42 1,78-69-16,42-84 16,-17-60-1,-42-34-15,-52-17 16,-68 25 0,-60 26-16,-59 17 15,-77-9 1,-197-8-16,-384 43 15,223 76-15</inkml:trace>
  <inkml:trace contextRef="#ctx0" brushRef="#br0" timeOffset="60489.32">26757 9372 0,'-17'8'0,"-43"35"0,-68 59 16,-34 68-1,8-8-15,43-18 16,35 52-16,33 16 16,52 1-1,33 25-15,52-25 16,68-26 0,-8-77-16,76-24 15,18-35 1,-26-77-16,42-42 15,-50-51 1,-18-51-16,-42-26 16,-60-25-1,-60-43 1,-60 1-16,-128-18 16,-119 1-16,-324-1 15,153 111 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11:29.038"/>
    </inkml:context>
    <inkml:brush xml:id="br0">
      <inkml:brushProperty name="width" value="0.05292" units="cm"/>
      <inkml:brushProperty name="height" value="0.05292" units="cm"/>
      <inkml:brushProperty name="color" value="#FF0000"/>
    </inkml:brush>
  </inkml:definitions>
  <inkml:trace contextRef="#ctx0" brushRef="#br0">9875 4414 0,'0'0'0,"0"0"0,0 0 0,0 0 0,8 0 31,1 0-31,0 0 0,-1 0 15,1 0 1,-1 8 0,1 1-16,-1-1 15,-8-8 1,-8 0 0,-1 17-16,1 0 15,-18 0 1,-8 0-16,-34 17 15,-1 9-15,-8-1 16,1-8 0,24-8-1,1 8-15,9 0 16,-18 17 0,9 9-16,-1-1 15,1-8 1,0 0-16,8 17 15,9 0 1,0-8-16,17-1 16,0 9-1,0 0-15,17 17 0,0-8 32,17-9-32,0-9 15,17 1 1,9 0-16,17-18 15,-18-16-15,18-9 16,25 0 0,1-9-1,16-16-15,9-9 16,-34-9 0,8-16-1,9-18-15,-9 1 16,-25-1-16,0-8 0,0-17 15,-9-9 1,-8-8 0,-18 0-1,-8-8 1,-8-1-16,-18 9 16,-16 9-1,-10 24-15,-16 1 16,-17 9-16,-34 16 15,-78 43 1,-67 51 0,-86 94-16,-26 25 15</inkml:trace>
  <inkml:trace contextRef="#ctx0" brushRef="#br0" timeOffset="25438.53">10959 5809 0,'0'0'16,"0"0"-16,0 0 0,0 0 0,-9 0 0,-8 17 16,-25 8-1,-61 9 1,-16-8-16,33-18 15,-16 9 1,-43 0-16,-17 0 16,51-8-16,59-1 15,10 1 1,8-1-16,17-8 16,0 0-1,17 0 1,0-8-16,0-1 0,17-8 31,42-8-31,1-9 16,-17 17-16,-18 0 15,-16 8-15,-1 9 16,-8 0 0,-25 9-1,-26 25 1,-9 8-16,-25 9 15,-18 9 1,26-1-16,18-16 16,33-18-16,26 9 15,43 9 1,110 42 0,155 68-16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12:56.870"/>
    </inkml:context>
    <inkml:brush xml:id="br0">
      <inkml:brushProperty name="width" value="0.05292" units="cm"/>
      <inkml:brushProperty name="height" value="0.05292" units="cm"/>
      <inkml:brushProperty name="color" value="#FF0000"/>
    </inkml:brush>
  </inkml:definitions>
  <inkml:trace contextRef="#ctx0" brushRef="#br0">17830 10486 0,'0'0'0,"0"0"0,-9 0 0,0 0 0,1 0 16,-1 0-1,-8 0 1,0 0-16,-8 0 16,-18 0-1,-8 17-15,0 9 16,-18 16-16,-16 35 16,-26 25-16,9 34 15,8 0 1,17 8-1,17 9 1,0 35-16,9 33 16,0 0-16,8-9 15,26-42-15,9 18 16,25-18 0,17-43-1,0-25 1,34 17-16,52-8 0,25-26 31,0-34-31,43-43 16,8-33-1,26-43-15,34-26 16,-68-8-16,-26-17 16,-8-25-1,-18-9 1,-33 0-16,-35-18 15,-8-16 1,-43-8-16,-34 25 16,-43-17-1,-43 8-15,-67 17 16,-86 1 0,-60 33-16,-111 77 15,-102 102 1,-154 170-16,282-51 15</inkml:trace>
  <inkml:trace contextRef="#ctx0" brushRef="#br0" timeOffset="5340.94">4404 7467 0,'0'0'0,"0"0"0,-9 0 0,-16 17 16,-18 8-1,-8 18-15,-26 16 16,-17 44 0,9 16-16,0 0 15,25-26 1,26-8-16,0 17 16,25 9-1,26-18 1,17-8-16,17-16 15,9-18 1,17 0-16,17-9 16,0-16-16,0-18 15,17-16-15,-9-9 32,-8-9-32,0-16 15,-26-18 1,-17 0-16,-34-16 15,-17 8-15,-34-9 16,-34-8 0,-43 9-16,-51-1 15,0 35 1,-77 33-16,-60 43 16,-51 43-1</inkml:trace>
  <inkml:trace contextRef="#ctx0" brushRef="#br0" timeOffset="88382.55">16677 11387 0,'0'0'0,"0"0"0,0 0 16,0 17-16,9 0 0,-1 9 0,1 8 15,8 0 1,9 26 0,50 33-16,35 26 15,0-8 1,26 8-16,34 0 15,16 0-15,44 8 16,8-7 0,-9-10-1,-8 1-15,-9 8 16,-16-17-16,-18-17 16,-34-17-1,-25 8-15,-52-33 16</inkml:trace>
  <inkml:trace contextRef="#ctx0" brushRef="#br0" timeOffset="88685.42">19630 11209 0,'-8'-9'0,"-1"1"0,-8-9 0,0 0 15,-8 8 1,-27 9-1,-76 17 1,-119 60 0,-163 93-16,-136 85 15,-163 153-15,291-136 16</inkml:trace>
  <inkml:trace contextRef="#ctx0" brushRef="#br0" timeOffset="105301.34">21867 8802 0,'0'0'0,"0"0"0,0 0 16,-9 0-1,0-8-15,1-1 16,-1 1 0,-25-1-1,-34 1-15,-52 8 16,-8 8 0,9 18-16,-1 16 15,-33 18 1,-1 16-16,9 35 15,17 25 1,26 25-16,16 27 16,44 24-16,59-16 15,68-26-15,9-34 16,60 0 15,42-42-31,-17-35 16,52-33-16,-44-43 15,-16-51-15,34-26 16,-43-34-16,-34-25 16,-8-25-1,-52-26 1,-51-17 0,-60-1-16,-59 35 15,-69 0-15,-76 0 16,-44 68-1,-24 68-15,-1 60 32,9 50-32,85 26 0,-43 60 15</inkml:trace>
  <inkml:trace contextRef="#ctx0" brushRef="#br0" timeOffset="106312.49">20467 14151 0,'0'0'0,"-9"0"0,-8 0 16,-34-8-16,-17-1 31,8-8-31,-25-8 16,-26-9-1,-26 8-15,-25 9 16,-9 9-16,-25 25 16,0 25-1,-43 43 1,17 52-16,43 16 0,-18 42 31,52-8-31,60-34 16,51 26-1,76 17-15,78-26 16,50-34-16,112 0 16,85-34-16,-68-77 31,59-50-31,1-43 0,-86-34 16,-60-34-1,-42-60 1,-34-59-1,-78-43-15,-76 9 16,-94-34-16,-76 0 16,-121 51-16,-144 34 31,68 101-31</inkml:trace>
  <inkml:trace contextRef="#ctx0" brushRef="#br0" timeOffset="124894.34">17625 9049 0,'0'0'0,"0"0"0,0 0 0,0 8 0,17 18 16,-9 42-16,1 51 16,-18 51-1,1-8 1,-9-18-16,17 18 16,0-35-16,-9-42 15,1-25 1,-1-18-16,1-16 15,-18-1 1,17-16-16</inkml:trace>
  <inkml:trace contextRef="#ctx0" brushRef="#br0" timeOffset="125157.77">17121 10146 0,'0'0'0,"0"0"0,0 8 0,0 9 15,17 26-15,0-1 16,9 9 0,-1-8-16,10-1 15,16-8 1,17-17-1,52-42-15,59-35 16,9-42-16,68-68 16</inkml:trace>
  <inkml:trace contextRef="#ctx0" brushRef="#br0" timeOffset="129697.56">19272 8147 0,'0'0'0,"0"0"0,0 0 16,0 0-16,8 0 16,18 17-1,17 17 1,25 9-16,26 16 16,17 1-1,8-9-15,1 8 16,8-16-16,-17-1 15,0-7 1,-17-10-16,-18 1 16,1-18-1,-17-8 1,-9-25-16,-25 16 16</inkml:trace>
  <inkml:trace contextRef="#ctx0" brushRef="#br0" timeOffset="130168.79">20740 8037 0,'0'0'0,"0"0"0,0 0 15,0 0-15,0 0 16,0 0 0,0 0-16,0 0 15,0 0 1,0 0-16,0 0 16,17 0-1,9 17-15,16 25 16,9 1-1,18-1-15,-9 1 16,-1-9 0,-8 8-16,-25-16 15,0-1-15,-18 1 32,-8-1-32,-42 35 15,-52 33 1,-43 18-16,-17-9 15,-25-8 1,34-18-16,34-25 16,17 0-16,52-25 15</inkml:trace>
  <inkml:trace contextRef="#ctx0" brushRef="#br0" timeOffset="141166.94">4327 9389 0,'0'0'0,"-17"8"0,-17 35 0,-26 8 16,9 0 0,8-8-16,-8-1 15,17-16 1,17-9-16,0-9 15,17 1 1,0-9-16,8 0 16,27-17-1,33-17-15,9-9 16,-18-8 0,-24 17-16,-10 8 15,-8 9 1,-8 0-16,-1 17 15,-16 0 1,-18 0 0,-25 17-16,-17 17 15,16-8-15,18 0 16,9-18 0,8 1-16,0-1 15,17-8 1,0-17-16,25-17 15,35-26 1,0 1-16,8 16 16,0 9-1,-25 17 1,-9 0-16,-8 9 16,-18 8-16,-16 8 15,-27 26 1,-33 26-16,-17 16 15,17-7 1,25-18-16,9-9 16,25-25-1</inkml:trace>
  <inkml:trace contextRef="#ctx0" brushRef="#br0" timeOffset="141653.82">5479 9227 0,'0'0'15,"-8"-8"-15,-9-1 0,8 1 0,1 8 0,-1 0 0,1 0 16,-9 8 0,-9 9-1,0 17 1,-8 17-16,0 0 0,9 9 16,7-1-1,1-16 1,9-17-1,-1-1-15,1-16 0,-1-1 16,9 1 0</inkml:trace>
  <inkml:trace contextRef="#ctx0" brushRef="#br0" timeOffset="141977.85">4694 9125 0,'0'0'0,"0"0"0,9 0 0,33 0 16,44 0-16,25-8 31,8-1-15,18-16-16,8 8 15,-9 8-15,-76 9 16</inkml:trace>
  <inkml:trace contextRef="#ctx0" brushRef="#br0" timeOffset="143498.82">9243 9261 0,'0'0'16,"-8"0"-16,-1 9 0,-8 8 16,-8 17-1,-18 0-15,-25 17 16,-9-9-16,-9 9 16,-24 9-1,16 0-15,17-1 16,26 1-1,16-9 1,27-9-16,25 1 16,34-9-1,77-9-15,51-8 16,-16-34 0,-10-8-16,-8-1 15,-34-8 1,-42 0-16,-18 17 15,-26 0 1,-16 17-16,-1 0 16,-16 9-1,-43 16-15,-43 18 16,-26 16-16,1 1 16,16-18-1,35-16 1,26-18-16,16 1 15,17-1-15,9-25 16,26-25 0,42-35-16,18-33 15,-1 16 1,-25 26-16,-18 0 16,-16 26-1,-17 7-15,-1 10 16,-16 8-1,-27 0 1,-24 17-16,-52 17 16,-26 17-16,18 0 15,25-8 1,51-18 0,26 1-16,8-1 15,18-16 1,34-9-16,33-26 15,1-8-15,-8 8 16,-35 18 0,-9 8-1,-16 0-15,-1 17 16,-25 0-16,-34 8 16,-43 18-16,-17 16 15,17 1 1,35 0-1,42-18 1</inkml:trace>
  <inkml:trace contextRef="#ctx0" brushRef="#br0" timeOffset="144113.63">10472 9032 0,'0'0'0,"0"0"16,0 0-16,0 0 16,0 0-16,0 0 15,0 0 1,-8 8-16,-26 43 15,-18 26 1,-16 8-16,-9 17 16,1 8-1,7-16-15,10-9 16,24-8-16,18-9 16,26-9-1,8-8 1,0-34-1</inkml:trace>
  <inkml:trace contextRef="#ctx0" brushRef="#br0" timeOffset="144552">11070 9372 0,'0'0'0,"0"0"0,0 0 0,-9 0 15,-8 8 1,-8 9 0,-18 0-16,-17 0 15,-8 0 1,8 0-1,9 0-15,17 0 16,8 9-16,18-9 16,16 9-1,35 8 1,34 0-16,34-26 16,17-8-16,-9-25 15,-16-1 1,-27-8-16,-33 0 15,-17 0-15,-18-9 16,-33-16 0,-61-35-1,27 52 1</inkml:trace>
  <inkml:trace contextRef="#ctx0" brushRef="#br0" timeOffset="150315.76">4455 10375 0,'0'0'0,"0"0"0,0 0 16,0 0 0,0 0-1,0 0 1,0 0-16,-8 0 0,-1 0 31,-8 0-31,0 0 16,0 0-1,0 0-15,-9 0 16,-16 0 0,-10 0-16,-7 17 15,-10 0 1,10 9-16,16-1 15,17-16 1,9 0-16,0-1 16,9-8-1,8 0-15,0-17 16,8-9 0,26-16-16,9-1 15,8-8 1,-8 9-16,0 8 15,-18 17 1,-8 8-16,-8 9 16,-1 0-1,-8 0-15,-8 26 16,-1 8-16,-8-9 16,0 1-1,0-1 1,0-16-16,17-1 15,0-8 1,0 0-16,0-8 16,17-1-1,9-16-15,-1-9 16,1 17 0,-18 8-16,1 1 15,-1 8-15,-8 8 16,-17 35-1,-8 42 1,-9 26-16,8-18 16,9-33-1,17-18-15,17-8 16,0-17 0</inkml:trace>
  <inkml:trace contextRef="#ctx0" brushRef="#br0" timeOffset="150727.16">5087 10256 0,'0'0'0,"0"0"0,0 0 0,0 0 0,0 0 16,0 9-1,-9 8-15,1 25 16,-9 26 15,0 9-31,0 8 16,-9 0-16,9-17 15,0-17-15,8-17 16,9-8-16,0-18 16,0 1-1,0-9-15</inkml:trace>
  <inkml:trace contextRef="#ctx0" brushRef="#br0" timeOffset="151020.65">4694 10282 0,'0'0'0,"0"0"0,0 0 0,9 0 16,16 8 0,35-8-16,43-8 15,7-18 1,10 9-1,34-8-15,-9 16 16,-86 9 0</inkml:trace>
  <inkml:trace contextRef="#ctx0" brushRef="#br0" timeOffset="153911.82">17420 12451 0,'0'0'0,"0"0"0,0 0 0,0 0 16,0 0 0,-9-9-16,1 9 15,-18 0-15,1 0 0,-10 17 31,-7 17-15,-18 0-16,-8 0 16,8 9-1,-8-1-15,-35 9 16,-8 17 0,-17 17-16,0 0 15,9 9 1,-1-1-16,-8 9 15,-8 43 1,8 0-16,17-9 16,0 8-16,-9 9 15,9 26 1,9 8 0,-1 9-16,18-18 0,8-16 15,26 8 1,17-9-16,25 1 15,18-26 1,34-17-16,16 17 31,1-8-31,17-18 16,34-8 0,34 0-16,0-33 15,26-1 1,51 0-16,-9-26 0,0-8 15,-25-17 1,0-8-16,51-18 16,-43-16-1,-8-9-15,25-17 16,-33 8 0,7-16-1,-7-1 1,-35-8-16,-43 17 0,-8 0 15,-26 17-15,-25 0 32,-17 0-17,-18 8-15,-8 1 16,-17-1 0,-26-8-16,-16 0 15,-27-8 1,-25 8-16,17 8 15,18 9-15,24 9 0,1 8 32,17 0-17,17 0-15,0 0 16,8 0-16,9 0 0,0 0 31,26 17-15,34 8-16,34 9 15,17-8 1,0-9-16,8 8 16,-8-16-1,-9 8-15,-25-9 16,-17 1 0,-9 8-16,-17 0 15,-8 0 1,0 17-16,-26 42 15,-35 52 1,-16 51-16,0-9 16,-51 102-1</inkml:trace>
  <inkml:trace contextRef="#ctx0" brushRef="#br0" timeOffset="161230.96">10438 10180 0,'0'0'0,"0"0"0,0 0 0,0 0 0,0 0 31,0 0-16,0 0-15,0 8 16,0 43 0,-17 51-16,-8 35 15,-1-1-15,-8-34 16,8-9 0,9-25-1,17-34-15,0-17 0</inkml:trace>
  <inkml:trace contextRef="#ctx0" brushRef="#br0" timeOffset="161932.42">10788 10001 0,'0'0'0,"0"0"0,0 0 0,0 0 16,0 0-16,0 0 15,0 0 1,17 9-16,0-1 16,9 1-1,0-1-15,8 9 16,0 0-1,0 17-15,-8 0 16,-9 26 0,-17 16-16,-9 9 15,-8 0 1,-9-8-16,-16 0 16,-1-18-1,-8-16-15,8-18 16,9-16-1,8-1-15,9 1 16,0-9 0,0 0-16,17 0 15,0 0 1,0 0-16,0-9 16,17 1-1,26-1-15,25 9 16,35 9-1,33 8-15,26-9 16,-34 1 0,-8-1-16,34 1 15,144-9 1</inkml:trace>
  <inkml:trace contextRef="#ctx0" brushRef="#br0" timeOffset="163123.6">9201 10495 0,'-9'0'0,"-8"0"0,-9 8 0,1 1 16,-1-1-16,9 1 15,0-1-15,9 1 16,8-1-1,0-8 1,0 0-16,0 0 16,0-8-1,17-1-15,0-8 16,0 0-16,-9 9 16,1-1-1,-1 9 1,-8 0-16,-17 0 15,-25 17 1,-27 17-16,-7 0 16,7 0-1,10-8-15,24-9 16,18-9 0,9 1-16,8-1 15,0-16 1,8-9-16,26-17 15,26-17 1,0 8-16,-17 9 0,-1 17 31,-16 0-31,0 8 16,-9 9 0,-9 0-16,1 9 15,-18 17 1,1 16-16,-18 9 15,9-8 1,0-18-16,8-8 16,1-8-1,8-1-15,8-16 16,26-35 0,18-16-16,-10 8 15,1-1 1,-9 10-16,-8 8 15,-18 17 1,1 0-16,-18 8 16,-25 18-1,-43 16-15,-25 35 16,8 17 0,26-1-16,25-16 15,17-9 1,35-17-16,8-26 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0:15:47.437"/>
    </inkml:context>
    <inkml:brush xml:id="br0">
      <inkml:brushProperty name="width" value="0.05292" units="cm"/>
      <inkml:brushProperty name="height" value="0.05292" units="cm"/>
      <inkml:brushProperty name="color" value="#FF0000"/>
    </inkml:brush>
  </inkml:definitions>
  <inkml:trace contextRef="#ctx0" brushRef="#br0">2322 7952 0,'0'0'0,"0"0"0,0 0 0,0 0 0,0 0 15,0 0 1,0 0-16,0 0 0,-18 0 16,-33 17-1,-34 17-15,-18 17 32,-7 17-17,41 8-15,1 35 16,17 16-16,17-33 15,25-9 1,9-8-16,9-18 16,25-8-1,43-17-15,34-25 16,-9-18 0,-17-25-1,9-17-15,9-17 16,-27-17-1,-24-17-15,-18 8 16,-34 1 0,-26-9-16,-51 8 15,-85 9-15,-85 77 16,-95 59 0</inkml:trace>
  <inkml:trace contextRef="#ctx0" brushRef="#br0" timeOffset="1558.06">3858 8828 0,'0'0'0,"0"0"0,0 0 16,0 0-16,51-9 16,68-8-1,52-17-15,60-17 0,25-8 16,77-27 15</inkml:trace>
  <inkml:trace contextRef="#ctx0" brushRef="#br0" timeOffset="2387.4">6469 8709 0,'9'0'0,"25"-9"0,197 9 0,161 9 0</inkml:trace>
  <inkml:trace contextRef="#ctx0" brushRef="#br0" timeOffset="13345.44">3593 9704 0,'0'0'0,"0"0"15,0 0-15,9 0 16,25 8-16,34-8 16,0-8-1,43-1-15,69 1 16,-27-9-16,-50 8 15,16 1 1,35-18-16,-1-16 16,-93 16-1</inkml:trace>
  <inkml:trace contextRef="#ctx0" brushRef="#br0" timeOffset="13912.54">3858 10852 0,'0'0'0,"0"0"0,0 0 0,0 0 15,0 0 1,0 0-1,0 0-15,0 0 16,0 0-16,0 0 0,0 0 31,25-9-15,61 1-16,76-9 16,34-17-1,60-26-15,111-16 16</inkml:trace>
  <inkml:trace contextRef="#ctx0" brushRef="#br0" timeOffset="19798.15">12239 8989 0,'0'0'0,"0"0"0,0 0 0,0 0 32,17 0-32,26 0 15,8 0-15,9 0 16,-26 0-16,-8 0 16,16 0-1,9 0 1,9 0-1,-17 9-15,0 8 0,-1 0 16,-16 17 0,-1 0-16,-16 0 15,-1 8-15,-16 26 32,-9 17-17,-9 9-15,-8-18 16,0-7-16,0-18 15,17-9 1,0-16 0,8-1-16,9-8 15,0-8 1,26 8-16,25-9 16,17 1-1,9-1-15,-17 1 16,-17-9-1,-18 0-15,-16 0 16,-1 0 0,-16 8-16,-26 35 15,-43 25 1,-9 8-16,27-16 16,24-18-1,1 1-15,17-1 16,9-16-16,8-1 15,8 9 1,35 17 0,8 0-16,0 17 15,-8 9 1,-17-9-16,-26-8 16,-35 8-1,-24 8-15,-27-25 16,35-25-1</inkml:trace>
  <inkml:trace contextRef="#ctx0" brushRef="#br0" timeOffset="41670.04">13041 9321 0,'0'0'0,"0"0"0,0 0 16,-8 0-16,-9 0 0,-17 8 31,-26 1-31,-34-1 16,9 1 0,-18-1-16,-33 1 15,-26-1 1,34 1-16,34-1 15,-26 1 1,1-1-16,-1 1 16,35-9-1,42-9-15,9 1 16,0-1 0,8-16-16,9-9 15,17 0 1,0 8-16,0 1 15,17 8 1,0 0-16,9 8 16,-18 1-1,1-1-15,0 9 16,-9 0 0,0 0-16,0 0 15,-9 9 1,-17 8-16,-25 17 15,-17 8 1,-26 9-16,9 9 16,8-18-1,34 1-15,18-9 0,33 0 32,77 9-17,95 16-15,84-8 16,95 17-16</inkml:trace>
  <inkml:trace contextRef="#ctx0" brushRef="#br0" timeOffset="81287.5">21517 8743 0,'0'0'0,"-9"0"0,-17 0 0,-16 0 0,-9 17 15,-9 8-15,-34 18 16,-34 25 0,8 0-1,18 8 1,17 9-16,-9 26 16,0 25-1,17 8-15,34-7 16,26 16-1,51 0-15,18-17 0,7-34 16,52 0 0,77 8-1,-34-41 1,16-27-16,52-16 0,-68-26 31,-9-34-31,34-26 16,-42-8-1,-35-34-15,-25-26 16,0-42 0,-43 9-16,-42 8 15,-61-26 1,-93-8-16,-94 25 16,-102 43-1,-95 43-15,61 33 16</inkml:trace>
  <inkml:trace contextRef="#ctx0" brushRef="#br0" timeOffset="84461.83">6444 9653 0,'-9'0'0,"1"8"0,-9 1 0,8-1 16,1 1-1,8-9 1,0 0-16,0 0 15,8-17-15,26-26 32,18-25-32,-1-9 15,0 9 1,0 9-16,-25 25 0,-9 17 16,-9 0-1,1 17 1,-9 0-16,-17 8 15,-17 9 1,-9 17 0,-8 9-16,8-9 15,9-9 1,17-16-16,0-1 0,17 1 31,0-18-31,0-8 16,17-8-1,0-9-15,-8 17 16,-1 0 0,1 0-16,-9 17 0,0 0 31,-17 17-31,-26 42 16,-8 9-1,8 1-15,9-27 0,17-16 16,8-9-1,9-9 1,0 1 0,9-18-16,33-33 0,18-26 15,-9 8 1,-16 26 0,-18 17-1,-9 8-15,-8 9 0,-17 0 31,-9 17-31,-8 9 16,-8 8-16,25-9 16</inkml:trace>
  <inkml:trace contextRef="#ctx0" brushRef="#br0" timeOffset="85205.04">7895 8998 0,'0'0'0,"0"0"0,0 0 0,0 8 16,-9 9-1,9 0-15,-8 9 16,-1 16-1,-8 9-15,-8 17 16,-10 0 0,1 0-16,0 9 15,0 17 1,0 8-16,17-34 16,0-9-1,17-8-15,0-25 16,0-9-16,0-17 15,0-9 1,8 9 0</inkml:trace>
  <inkml:trace contextRef="#ctx0" brushRef="#br0" timeOffset="85507.38">7255 9125 0,'0'0'0,"0"0"0,8 0 0,35 0 0,17-8 16,34 8-1,25 8 1,9 1-16,17 8 16,86 8-16,25-16 31,17-1-15,85 9-16</inkml:trace>
  <inkml:trace contextRef="#ctx0" brushRef="#br0" timeOffset="143582.07">21252 10316 0,'0'0'0,"0"0"0,0 0 0,0 0 0,0 0 16,0 0-16,0 0 15,-9 0 1,1 0-16,-18-9 16,-8 9-1,-8 0-15,-18 0 16,-8 17 0,-18 9-1,9 8-15,18 17 16,-1 17-1,9 9-15,-1-18 16,1 9-16,9 9 16,-1 8-1,-17 25-15,0 1 16,9-1 0,-17 18-16,0 8 15,16-8 1,1-18-16,0 1 15,-9 16 1,9 9-16,8-8 16,1-1-1,-1 44 1,9 7-16,8-33 16,-8 16-16,9 26 15,-1-34 1,9-25-16,-9 25 15,1-8 1,8-43-16,-1-43 16,10-16-1,8-18-15,0-8 16,0-8 0,0-1-16,0-8 15,0 0 1,0-8-1,0-18-15,0-16 16,-9-9-16,1 0 16,-9 17-16,8 17 31,1 0-31,-1 8 16,1 9-1,-1 0-15,1 17 16,8 9-1,0 16-15,17 9 16,8 9 0,1-1-16,-1 9 15,1 9 1,-17-26-16,-1-9 16,1-16-1,-9-9-15,0-8 16,0-18-16,25-25 15,27-34 1,-18 34 0</inkml:trace>
  <inkml:trace contextRef="#ctx0" brushRef="#br0" timeOffset="163880.01">18538 15231 0,'0'0'0,"0"0"0,-9 9 16,9 0-16,0-1 15,-8-8 1,8 9-16,0-9 16,0 0-1,0 0-15,-9 8 16,1 9-1,-1 17-15,-16 9 16,-1 8 0,-8 8-16,0 1 15,-9-1 1,0 9-16,-8 9 16,0-9-1,17-26-15,17-8 16,0-8-1,8-18-15,1 1 16,8-1 0,0-8-16,0 0 15,0 0 1,17 0-16,17 9 16,9-1-1,25 1-15,0-9 16,0 0-1,9 17-15,9 0 16,-1 0 0,9 8-16,0 1 15,-18-1 1,-7-8-16,-18-8 16,-25-1-1,-1 1-15,-8-1 16,-8 1-1,-1-9-15,-8 0 16,0-9 0,0-8-16,0-25 15,9-26 1,16-26-16,1 43 16</inkml:trace>
  <inkml:trace contextRef="#ctx0" brushRef="#br0" timeOffset="189504.96">25554 9244 0,'0'0'0,"-9"-8"0,-17-1 0,-16-8 0,8 0 0,0 0 31,-9 0-31,0-8 16,-17-1 0,1 9-1,16 0-15,-17 9 16,-34-9-16,1 25 0,-18 9 31,8 26-15,1 16-16,-9 26 15,-9 43 1,9 17-16,17 16 16,35 26-1,59-17-15,42 9 16,78 33-1,8-41-15,34-52 16,43-26 0,17-25-16,25-42 15,-59-35 1,-26-25-16,17-34 16,-42-59-1,-43-35-15,-34-42 16,-52-51-1,-50-9-15,-69-8 16,-52 8 0,-76 43-16,-93-8 15,-87 59 1,-118 110-16,118 60 16</inkml:trace>
  <inkml:trace contextRef="#ctx0" brushRef="#br0" timeOffset="194592.25">4131 12485 0,'0'0'0,"0"0"0,0 0 15,0 0 1,0 0-16,0 0 15,-9 17 1,-8 8-16,-8 9 16,-1 9-1,9-1-15,0-16 16,17-1 0,0 1-16,0-18 15,8-16-15,18-9 16,8-9-1,9-16-15,-17 8 16,-1 0 0,-16 17-1,-1 0-15,1 17 16,-9 0 0,0 0-16,-9 8 15,-8 26 1,-17 43-16,0 8 15,0-26 1,17-16-16,0-18 16,17-16-1,0-1-15,0-16 16,17-26 0,8-9-16,1 9 15,-1 0-15,-16 17 16,0 9-16,-9 8 15,8 8 1,1 9-16</inkml:trace>
  <inkml:trace contextRef="#ctx0" brushRef="#br0" timeOffset="195017.58">5087 12187 0,'0'0'0,"0"0"16,0 0-16,0 0 0,0 17 15,-9 25 1,1 18-16,-18 25 15,9-8 1,0 8-16,0 0 16,0-9-1,8-16-15,9-18 16,0 1 0,0-26-16</inkml:trace>
  <inkml:trace contextRef="#ctx0" brushRef="#br0" timeOffset="195412.1">4404 12306 0,'0'0'0,"0"0"0,17 0 0,17 8 15,26 1 1,17 8-16,34 0 16,34-9-1,43-8 1,42-25-16,86-60 16,51-34-1</inkml:trace>
  <inkml:trace contextRef="#ctx0" brushRef="#br0" timeOffset="202295.15">9047 12570 0,'0'0'0,"0"0"0,0 0 0,0 0 32,0 0-32,0 0 15,-8 0 1,-1 8-1,-17 9-15,-8 9 16,0-1-16,0 1 16,8-9-1,9-9-15,0 1 16,17-1 0,0 1-16,0-9 15,0 0-15,26-9 16,8-16-1,9-1-15,-1-8 16,-16 9 0,0 8-1,-18 0-15,1 8 16,-1 9-16,-8 0 16,-8 0-1,-9 17 1,-18 26-16,-16-1 15,17 1 1,0-9-16,17-9 16,0-8-1,17-8-15,0-1 0,0-8 16,25 0 15,9-8-31,18-1 16,-10-8-1,-7 0-15,-10 17 0,-16 0 16,-1 0 0,1 0-1,-1 0-15,-8 0 16,0 0 0,-8 17-1,-9 9-15,0-1 16,0 1-1,8-18-15,0 1 16,9-1-16,0-8 16,0-8-1,0-9-15,18-26 16,-1-8-16,-9 0 31,1 17-31,-1 17 16,-8 0-1,0 9-15,-8 8 16,-9 0 0,-35 25-16,-16 9 15,17 0 1,8 0-16,26-8 16,0-18-1,17 1-15,0-9 16,9-17-1,16-17-15,1 0 16,-1 0-16,-16 17 16,-1 0-1,1 8 1,0 9-16,-9 0 16,0 9-1,17 16-15,8 18 16,-8-18-16</inkml:trace>
  <inkml:trace contextRef="#ctx0" brushRef="#br0" timeOffset="204347.08">10199 12153 0,'0'0'0,"-8"8"0,-1 9 0,1 17 15,-9 17 1,-9 26 0,0 25-16,-8 17 15,0-17 1,17-8-16,0-18 15,0-16 1,17-9-16,0-17 16,0-17-1</inkml:trace>
  <inkml:trace contextRef="#ctx0" brushRef="#br0" timeOffset="205107.33">11104 12382 0,'0'0'0,"0"0"0,0 0 0,0 0 16,0 0 0,0 0-16,0 0 31,0 0-31,0 0 16,-9 0-1,-8 0-15,-8 0 16,-26 26-16,-26 8 15,-9 26 1,10 16-16,7-8 16,27-17-1,16-8-15,9-18 0,17 1 32,0-1-32,26 1 15,33-1 1,1 1-16,0-18 15,8 1-15,-8 8 16,-9-9 0,-8 9-1,-18 0-15,1 0 16,-18 9 0,-16 8-16,-9 0 0,-9 0 31,-8-9-16,-17 1-15,-9-18 16,0-8 0,9-8-16,17-9 15,0 0 1,17-9-16,8 1 16,18-26-16,42-26 15,17-33 1,9 8-16,8 0 15,1 17 1,-1 17 0,1 0-16,-18 8 0,-34 34 31</inkml:trace>
  <inkml:trace contextRef="#ctx0" brushRef="#br0" timeOffset="-129416.7">17403 16303 0,'0'0'0,"-9"9"0,-25 16 0,-26 18 0,-16 8 0,-1-9 31,17-8-31,17 9 0,9-1 15,17-16 1,0-1-16,8-8 16,1-8-1,8-1-15,0-8 16,0 0 0,0 9-16,0-9 15,0 0 1,17 8-16,0 1 15,17-1 1,-8 1-16,-9-1 16</inkml:trace>
  <inkml:trace contextRef="#ctx0" brushRef="#br0" timeOffset="-128620.91">17113 15963 0,'0'0'0,"0"0"0,0 0 15,0 0 1,-9 17-16,0 17 15,-25 25 1,-8 35-16,-10 25 16,18-17-1,9 0 1,8-8-16,0-18 16,17 1-16,8-9 15,9-9-15,26 1 16,34-9-1,17-9 1,17-16-16,8-9 16,43-9-1,26-8-15,0 17 16,17 0-16,-18 0 16,1 9-1,43 8 1,-52 0-1,-17-8-15,34 16 16,-59-8-16,-35-8 16,-8 8-1,9 0 1,-35-9-16,-26 1 16,-16-18-16,0 1 15,-18-1 1,1-8-1,-1 0-15,-8-8 0,0-26 32,-8-34-32,8-43 15,8-85-15,18-127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customXml" Target="../ink/ink13.xml"/><Relationship Id="rId5" Type="http://schemas.openxmlformats.org/officeDocument/2006/relationships/image" Target="../media/image17.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14.xml"/><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4.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customXml" Target="../ink/ink15.xml"/><Relationship Id="rId5" Type="http://schemas.openxmlformats.org/officeDocument/2006/relationships/image" Target="../media/image29.png"/><Relationship Id="rId10" Type="http://schemas.openxmlformats.org/officeDocument/2006/relationships/image" Target="../media/image141.png"/><Relationship Id="rId4" Type="http://schemas.openxmlformats.org/officeDocument/2006/relationships/image" Target="../media/image2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6.png"/><Relationship Id="rId7" Type="http://schemas.openxmlformats.org/officeDocument/2006/relationships/image" Target="../media/image31.png"/><Relationship Id="rId12"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customXml" Target="../ink/ink16.xml"/><Relationship Id="rId5" Type="http://schemas.openxmlformats.org/officeDocument/2006/relationships/image" Target="../media/image29.png"/><Relationship Id="rId10" Type="http://schemas.openxmlformats.org/officeDocument/2006/relationships/image" Target="../media/image151.png"/><Relationship Id="rId4" Type="http://schemas.openxmlformats.org/officeDocument/2006/relationships/image" Target="../media/image28.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6.png"/><Relationship Id="rId7"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8.png"/><Relationship Id="rId10" Type="http://schemas.openxmlformats.org/officeDocument/2006/relationships/image" Target="../media/image180.png"/><Relationship Id="rId4" Type="http://schemas.openxmlformats.org/officeDocument/2006/relationships/image" Target="../media/image28.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6.png"/><Relationship Id="rId7"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8.png"/><Relationship Id="rId10" Type="http://schemas.openxmlformats.org/officeDocument/2006/relationships/image" Target="../media/image190.png"/><Relationship Id="rId4" Type="http://schemas.openxmlformats.org/officeDocument/2006/relationships/image" Target="../media/image39.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8.png"/><Relationship Id="rId10" Type="http://schemas.openxmlformats.org/officeDocument/2006/relationships/image" Target="../media/image200.png"/><Relationship Id="rId4" Type="http://schemas.openxmlformats.org/officeDocument/2006/relationships/image" Target="../media/image41.pn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210.png"/><Relationship Id="rId5" Type="http://schemas.openxmlformats.org/officeDocument/2006/relationships/image" Target="../media/image41.png"/><Relationship Id="rId10" Type="http://schemas.openxmlformats.org/officeDocument/2006/relationships/image" Target="../media/image33.png"/><Relationship Id="rId4" Type="http://schemas.openxmlformats.org/officeDocument/2006/relationships/image" Target="../media/image36.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260.png"/><Relationship Id="rId5" Type="http://schemas.openxmlformats.org/officeDocument/2006/relationships/image" Target="../media/image41.png"/><Relationship Id="rId10" Type="http://schemas.openxmlformats.org/officeDocument/2006/relationships/image" Target="../media/image33.png"/><Relationship Id="rId4" Type="http://schemas.openxmlformats.org/officeDocument/2006/relationships/image" Target="../media/image36.png"/><Relationship Id="rId9" Type="http://schemas.openxmlformats.org/officeDocument/2006/relationships/image" Target="../media/image32.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280.png"/><Relationship Id="rId5" Type="http://schemas.openxmlformats.org/officeDocument/2006/relationships/image" Target="../media/image41.png"/><Relationship Id="rId10" Type="http://schemas.openxmlformats.org/officeDocument/2006/relationships/image" Target="../media/image33.png"/><Relationship Id="rId4" Type="http://schemas.openxmlformats.org/officeDocument/2006/relationships/image" Target="../media/image36.pn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4.png"/><Relationship Id="rId7" Type="http://schemas.openxmlformats.org/officeDocument/2006/relationships/image" Target="../media/image51.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17: Graphs 3</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427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806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1043A8F-FF60-BACA-C254-48A2F0689107}"/>
                  </a:ext>
                </a:extLst>
              </p14:cNvPr>
              <p14:cNvContentPartPr/>
              <p14:nvPr/>
            </p14:nvContentPartPr>
            <p14:xfrm>
              <a:off x="353520" y="342720"/>
              <a:ext cx="10170360" cy="5973840"/>
            </p14:xfrm>
          </p:contentPart>
        </mc:Choice>
        <mc:Fallback>
          <p:pic>
            <p:nvPicPr>
              <p:cNvPr id="4" name="Ink 3">
                <a:extLst>
                  <a:ext uri="{FF2B5EF4-FFF2-40B4-BE49-F238E27FC236}">
                    <a16:creationId xmlns:a16="http://schemas.microsoft.com/office/drawing/2014/main" id="{51043A8F-FF60-BACA-C254-48A2F0689107}"/>
                  </a:ext>
                </a:extLst>
              </p:cNvPr>
              <p:cNvPicPr/>
              <p:nvPr/>
            </p:nvPicPr>
            <p:blipFill>
              <a:blip r:embed="rId3"/>
              <a:stretch>
                <a:fillRect/>
              </a:stretch>
            </p:blipFill>
            <p:spPr>
              <a:xfrm>
                <a:off x="344160" y="333360"/>
                <a:ext cx="10189080" cy="5992560"/>
              </a:xfrm>
              <a:prstGeom prst="rect">
                <a:avLst/>
              </a:prstGeom>
            </p:spPr>
          </p:pic>
        </mc:Fallback>
      </mc:AlternateContent>
    </p:spTree>
    <p:extLst>
      <p:ext uri="{BB962C8B-B14F-4D97-AF65-F5344CB8AC3E}">
        <p14:creationId xmlns:p14="http://schemas.microsoft.com/office/powerpoint/2010/main" val="131506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6886063-70B7-5A92-0ADB-DE9BBB375535}"/>
                  </a:ext>
                </a:extLst>
              </p14:cNvPr>
              <p14:cNvContentPartPr/>
              <p14:nvPr/>
            </p14:nvContentPartPr>
            <p14:xfrm>
              <a:off x="1020240" y="933840"/>
              <a:ext cx="8210160" cy="3564000"/>
            </p14:xfrm>
          </p:contentPart>
        </mc:Choice>
        <mc:Fallback>
          <p:pic>
            <p:nvPicPr>
              <p:cNvPr id="4" name="Ink 3">
                <a:extLst>
                  <a:ext uri="{FF2B5EF4-FFF2-40B4-BE49-F238E27FC236}">
                    <a16:creationId xmlns:a16="http://schemas.microsoft.com/office/drawing/2014/main" id="{06886063-70B7-5A92-0ADB-DE9BBB375535}"/>
                  </a:ext>
                </a:extLst>
              </p:cNvPr>
              <p:cNvPicPr/>
              <p:nvPr/>
            </p:nvPicPr>
            <p:blipFill>
              <a:blip r:embed="rId3"/>
              <a:stretch>
                <a:fillRect/>
              </a:stretch>
            </p:blipFill>
            <p:spPr>
              <a:xfrm>
                <a:off x="1010880" y="924480"/>
                <a:ext cx="8228880" cy="3582720"/>
              </a:xfrm>
              <a:prstGeom prst="rect">
                <a:avLst/>
              </a:prstGeom>
            </p:spPr>
          </p:pic>
        </mc:Fallback>
      </mc:AlternateContent>
    </p:spTree>
    <p:extLst>
      <p:ext uri="{BB962C8B-B14F-4D97-AF65-F5344CB8AC3E}">
        <p14:creationId xmlns:p14="http://schemas.microsoft.com/office/powerpoint/2010/main" val="89475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0D260C4-BBCE-E3A7-1E79-2BFEEB7016EE}"/>
                  </a:ext>
                </a:extLst>
              </p14:cNvPr>
              <p14:cNvContentPartPr/>
              <p14:nvPr/>
            </p14:nvContentPartPr>
            <p14:xfrm>
              <a:off x="2181600" y="1812600"/>
              <a:ext cx="9448560" cy="4341600"/>
            </p14:xfrm>
          </p:contentPart>
        </mc:Choice>
        <mc:Fallback>
          <p:pic>
            <p:nvPicPr>
              <p:cNvPr id="4" name="Ink 3">
                <a:extLst>
                  <a:ext uri="{FF2B5EF4-FFF2-40B4-BE49-F238E27FC236}">
                    <a16:creationId xmlns:a16="http://schemas.microsoft.com/office/drawing/2014/main" id="{50D260C4-BBCE-E3A7-1E79-2BFEEB7016EE}"/>
                  </a:ext>
                </a:extLst>
              </p:cNvPr>
              <p:cNvPicPr/>
              <p:nvPr/>
            </p:nvPicPr>
            <p:blipFill>
              <a:blip r:embed="rId3"/>
              <a:stretch>
                <a:fillRect/>
              </a:stretch>
            </p:blipFill>
            <p:spPr>
              <a:xfrm>
                <a:off x="2172240" y="1803240"/>
                <a:ext cx="9467280" cy="4360320"/>
              </a:xfrm>
              <a:prstGeom prst="rect">
                <a:avLst/>
              </a:prstGeom>
            </p:spPr>
          </p:pic>
        </mc:Fallback>
      </mc:AlternateContent>
    </p:spTree>
    <p:extLst>
      <p:ext uri="{BB962C8B-B14F-4D97-AF65-F5344CB8AC3E}">
        <p14:creationId xmlns:p14="http://schemas.microsoft.com/office/powerpoint/2010/main" val="167709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33E7ABD-80A6-2CCD-E040-6E626AA66BF0}"/>
                  </a:ext>
                </a:extLst>
              </p14:cNvPr>
              <p14:cNvContentPartPr/>
              <p14:nvPr/>
            </p14:nvContentPartPr>
            <p14:xfrm>
              <a:off x="313560" y="545040"/>
              <a:ext cx="11196720" cy="5630760"/>
            </p14:xfrm>
          </p:contentPart>
        </mc:Choice>
        <mc:Fallback>
          <p:pic>
            <p:nvPicPr>
              <p:cNvPr id="4" name="Ink 3">
                <a:extLst>
                  <a:ext uri="{FF2B5EF4-FFF2-40B4-BE49-F238E27FC236}">
                    <a16:creationId xmlns:a16="http://schemas.microsoft.com/office/drawing/2014/main" id="{F33E7ABD-80A6-2CCD-E040-6E626AA66BF0}"/>
                  </a:ext>
                </a:extLst>
              </p:cNvPr>
              <p:cNvPicPr/>
              <p:nvPr/>
            </p:nvPicPr>
            <p:blipFill>
              <a:blip r:embed="rId3"/>
              <a:stretch>
                <a:fillRect/>
              </a:stretch>
            </p:blipFill>
            <p:spPr>
              <a:xfrm>
                <a:off x="304200" y="535680"/>
                <a:ext cx="11215440" cy="5649480"/>
              </a:xfrm>
              <a:prstGeom prst="rect">
                <a:avLst/>
              </a:prstGeom>
            </p:spPr>
          </p:pic>
        </mc:Fallback>
      </mc:AlternateContent>
    </p:spTree>
    <p:extLst>
      <p:ext uri="{BB962C8B-B14F-4D97-AF65-F5344CB8AC3E}">
        <p14:creationId xmlns:p14="http://schemas.microsoft.com/office/powerpoint/2010/main" val="23394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p:spTree>
    <p:extLst>
      <p:ext uri="{BB962C8B-B14F-4D97-AF65-F5344CB8AC3E}">
        <p14:creationId xmlns:p14="http://schemas.microsoft.com/office/powerpoint/2010/main" val="2324569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B792994-BC2B-F3FC-7575-CABDEF47061F}"/>
                  </a:ext>
                </a:extLst>
              </p14:cNvPr>
              <p14:cNvContentPartPr/>
              <p14:nvPr/>
            </p14:nvContentPartPr>
            <p14:xfrm>
              <a:off x="1296720" y="1080720"/>
              <a:ext cx="3091320" cy="425880"/>
            </p14:xfrm>
          </p:contentPart>
        </mc:Choice>
        <mc:Fallback>
          <p:pic>
            <p:nvPicPr>
              <p:cNvPr id="4" name="Ink 3">
                <a:extLst>
                  <a:ext uri="{FF2B5EF4-FFF2-40B4-BE49-F238E27FC236}">
                    <a16:creationId xmlns:a16="http://schemas.microsoft.com/office/drawing/2014/main" id="{AB792994-BC2B-F3FC-7575-CABDEF47061F}"/>
                  </a:ext>
                </a:extLst>
              </p:cNvPr>
              <p:cNvPicPr/>
              <p:nvPr/>
            </p:nvPicPr>
            <p:blipFill>
              <a:blip r:embed="rId4"/>
              <a:stretch>
                <a:fillRect/>
              </a:stretch>
            </p:blipFill>
            <p:spPr>
              <a:xfrm>
                <a:off x="1287360" y="1071360"/>
                <a:ext cx="3110040" cy="444600"/>
              </a:xfrm>
              <a:prstGeom prst="rect">
                <a:avLst/>
              </a:prstGeom>
            </p:spPr>
          </p:pic>
        </mc:Fallback>
      </mc:AlternateContent>
    </p:spTree>
    <p:extLst>
      <p:ext uri="{BB962C8B-B14F-4D97-AF65-F5344CB8AC3E}">
        <p14:creationId xmlns:p14="http://schemas.microsoft.com/office/powerpoint/2010/main" val="396291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FA2D96A-3B9E-2B12-3D53-F89D07333515}"/>
                  </a:ext>
                </a:extLst>
              </p14:cNvPr>
              <p14:cNvContentPartPr/>
              <p14:nvPr/>
            </p14:nvContentPartPr>
            <p14:xfrm>
              <a:off x="912600" y="2700360"/>
              <a:ext cx="10637640" cy="3597840"/>
            </p14:xfrm>
          </p:contentPart>
        </mc:Choice>
        <mc:Fallback>
          <p:pic>
            <p:nvPicPr>
              <p:cNvPr id="3" name="Ink 2">
                <a:extLst>
                  <a:ext uri="{FF2B5EF4-FFF2-40B4-BE49-F238E27FC236}">
                    <a16:creationId xmlns:a16="http://schemas.microsoft.com/office/drawing/2014/main" id="{EFA2D96A-3B9E-2B12-3D53-F89D07333515}"/>
                  </a:ext>
                </a:extLst>
              </p:cNvPr>
              <p:cNvPicPr/>
              <p:nvPr/>
            </p:nvPicPr>
            <p:blipFill>
              <a:blip r:embed="rId3"/>
              <a:stretch>
                <a:fillRect/>
              </a:stretch>
            </p:blipFill>
            <p:spPr>
              <a:xfrm>
                <a:off x="903240" y="2691000"/>
                <a:ext cx="10656360" cy="3616560"/>
              </a:xfrm>
              <a:prstGeom prst="rect">
                <a:avLst/>
              </a:prstGeom>
            </p:spPr>
          </p:pic>
        </mc:Fallback>
      </mc:AlternateContent>
    </p:spTree>
    <p:extLst>
      <p:ext uri="{BB962C8B-B14F-4D97-AF65-F5344CB8AC3E}">
        <p14:creationId xmlns:p14="http://schemas.microsoft.com/office/powerpoint/2010/main" val="2467908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6F1A511-1DEB-38C3-268C-A2D21E15FEEB}"/>
                  </a:ext>
                </a:extLst>
              </p14:cNvPr>
              <p14:cNvContentPartPr/>
              <p14:nvPr/>
            </p14:nvContentPartPr>
            <p14:xfrm>
              <a:off x="642240" y="547920"/>
              <a:ext cx="10050840" cy="5762520"/>
            </p14:xfrm>
          </p:contentPart>
        </mc:Choice>
        <mc:Fallback>
          <p:pic>
            <p:nvPicPr>
              <p:cNvPr id="4" name="Ink 3">
                <a:extLst>
                  <a:ext uri="{FF2B5EF4-FFF2-40B4-BE49-F238E27FC236}">
                    <a16:creationId xmlns:a16="http://schemas.microsoft.com/office/drawing/2014/main" id="{B6F1A511-1DEB-38C3-268C-A2D21E15FEEB}"/>
                  </a:ext>
                </a:extLst>
              </p:cNvPr>
              <p:cNvPicPr/>
              <p:nvPr/>
            </p:nvPicPr>
            <p:blipFill>
              <a:blip r:embed="rId3"/>
              <a:stretch>
                <a:fillRect/>
              </a:stretch>
            </p:blipFill>
            <p:spPr>
              <a:xfrm>
                <a:off x="632880" y="538560"/>
                <a:ext cx="10069560" cy="5781240"/>
              </a:xfrm>
              <a:prstGeom prst="rect">
                <a:avLst/>
              </a:prstGeom>
            </p:spPr>
          </p:pic>
        </mc:Fallback>
      </mc:AlternateContent>
    </p:spTree>
    <p:extLst>
      <p:ext uri="{BB962C8B-B14F-4D97-AF65-F5344CB8AC3E}">
        <p14:creationId xmlns:p14="http://schemas.microsoft.com/office/powerpoint/2010/main" val="415638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2D04F9F-8708-5433-3273-7DFD5FD0BF7D}"/>
                  </a:ext>
                </a:extLst>
              </p14:cNvPr>
              <p14:cNvContentPartPr/>
              <p14:nvPr/>
            </p14:nvContentPartPr>
            <p14:xfrm>
              <a:off x="5994720" y="2106360"/>
              <a:ext cx="5211360" cy="2538360"/>
            </p14:xfrm>
          </p:contentPart>
        </mc:Choice>
        <mc:Fallback>
          <p:pic>
            <p:nvPicPr>
              <p:cNvPr id="4" name="Ink 3">
                <a:extLst>
                  <a:ext uri="{FF2B5EF4-FFF2-40B4-BE49-F238E27FC236}">
                    <a16:creationId xmlns:a16="http://schemas.microsoft.com/office/drawing/2014/main" id="{62D04F9F-8708-5433-3273-7DFD5FD0BF7D}"/>
                  </a:ext>
                </a:extLst>
              </p:cNvPr>
              <p:cNvPicPr/>
              <p:nvPr/>
            </p:nvPicPr>
            <p:blipFill>
              <a:blip r:embed="rId4"/>
              <a:stretch>
                <a:fillRect/>
              </a:stretch>
            </p:blipFill>
            <p:spPr>
              <a:xfrm>
                <a:off x="5985360" y="2097000"/>
                <a:ext cx="5230080" cy="2557080"/>
              </a:xfrm>
              <a:prstGeom prst="rect">
                <a:avLst/>
              </a:prstGeom>
            </p:spPr>
          </p:pic>
        </mc:Fallback>
      </mc:AlternateContent>
    </p:spTree>
    <p:extLst>
      <p:ext uri="{BB962C8B-B14F-4D97-AF65-F5344CB8AC3E}">
        <p14:creationId xmlns:p14="http://schemas.microsoft.com/office/powerpoint/2010/main" val="374980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0" name="Ink 29">
                <a:extLst>
                  <a:ext uri="{FF2B5EF4-FFF2-40B4-BE49-F238E27FC236}">
                    <a16:creationId xmlns:a16="http://schemas.microsoft.com/office/drawing/2014/main" id="{A3B7BBA0-F53E-3E60-7B9A-1E31985785BD}"/>
                  </a:ext>
                </a:extLst>
              </p14:cNvPr>
              <p14:cNvContentPartPr/>
              <p14:nvPr/>
            </p14:nvContentPartPr>
            <p14:xfrm>
              <a:off x="7042320" y="4019760"/>
              <a:ext cx="4102200" cy="2550960"/>
            </p14:xfrm>
          </p:contentPart>
        </mc:Choice>
        <mc:Fallback>
          <p:pic>
            <p:nvPicPr>
              <p:cNvPr id="30" name="Ink 29">
                <a:extLst>
                  <a:ext uri="{FF2B5EF4-FFF2-40B4-BE49-F238E27FC236}">
                    <a16:creationId xmlns:a16="http://schemas.microsoft.com/office/drawing/2014/main" id="{A3B7BBA0-F53E-3E60-7B9A-1E31985785BD}"/>
                  </a:ext>
                </a:extLst>
              </p:cNvPr>
              <p:cNvPicPr/>
              <p:nvPr/>
            </p:nvPicPr>
            <p:blipFill>
              <a:blip r:embed="rId3"/>
              <a:stretch>
                <a:fillRect/>
              </a:stretch>
            </p:blipFill>
            <p:spPr>
              <a:xfrm>
                <a:off x="7032960" y="4010400"/>
                <a:ext cx="4120920" cy="2569680"/>
              </a:xfrm>
              <a:prstGeom prst="rect">
                <a:avLst/>
              </a:prstGeom>
            </p:spPr>
          </p:pic>
        </mc:Fallback>
      </mc:AlternateContent>
    </p:spTree>
    <p:extLst>
      <p:ext uri="{BB962C8B-B14F-4D97-AF65-F5344CB8AC3E}">
        <p14:creationId xmlns:p14="http://schemas.microsoft.com/office/powerpoint/2010/main" val="3592311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F111BED-9C94-7919-05CA-71F00859EBA4}"/>
                  </a:ext>
                </a:extLst>
              </p14:cNvPr>
              <p14:cNvContentPartPr/>
              <p14:nvPr/>
            </p14:nvContentPartPr>
            <p14:xfrm>
              <a:off x="9635760" y="1166400"/>
              <a:ext cx="2178720" cy="2979360"/>
            </p14:xfrm>
          </p:contentPart>
        </mc:Choice>
        <mc:Fallback>
          <p:pic>
            <p:nvPicPr>
              <p:cNvPr id="4" name="Ink 3">
                <a:extLst>
                  <a:ext uri="{FF2B5EF4-FFF2-40B4-BE49-F238E27FC236}">
                    <a16:creationId xmlns:a16="http://schemas.microsoft.com/office/drawing/2014/main" id="{3F111BED-9C94-7919-05CA-71F00859EBA4}"/>
                  </a:ext>
                </a:extLst>
              </p:cNvPr>
              <p:cNvPicPr/>
              <p:nvPr/>
            </p:nvPicPr>
            <p:blipFill>
              <a:blip r:embed="rId3"/>
              <a:stretch>
                <a:fillRect/>
              </a:stretch>
            </p:blipFill>
            <p:spPr>
              <a:xfrm>
                <a:off x="9626400" y="1157040"/>
                <a:ext cx="2197440" cy="2998080"/>
              </a:xfrm>
              <a:prstGeom prst="rect">
                <a:avLst/>
              </a:prstGeom>
            </p:spPr>
          </p:pic>
        </mc:Fallback>
      </mc:AlternateContent>
    </p:spTree>
    <p:extLst>
      <p:ext uri="{BB962C8B-B14F-4D97-AF65-F5344CB8AC3E}">
        <p14:creationId xmlns:p14="http://schemas.microsoft.com/office/powerpoint/2010/main" val="2176031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A032BF5-BC1C-D7C9-72F5-DAFDD6F236FE}"/>
                  </a:ext>
                </a:extLst>
              </p14:cNvPr>
              <p14:cNvContentPartPr/>
              <p14:nvPr/>
            </p14:nvContentPartPr>
            <p14:xfrm>
              <a:off x="1846800" y="431640"/>
              <a:ext cx="7675560" cy="5698080"/>
            </p14:xfrm>
          </p:contentPart>
        </mc:Choice>
        <mc:Fallback>
          <p:pic>
            <p:nvPicPr>
              <p:cNvPr id="4" name="Ink 3">
                <a:extLst>
                  <a:ext uri="{FF2B5EF4-FFF2-40B4-BE49-F238E27FC236}">
                    <a16:creationId xmlns:a16="http://schemas.microsoft.com/office/drawing/2014/main" id="{FA032BF5-BC1C-D7C9-72F5-DAFDD6F236FE}"/>
                  </a:ext>
                </a:extLst>
              </p:cNvPr>
              <p:cNvPicPr/>
              <p:nvPr/>
            </p:nvPicPr>
            <p:blipFill>
              <a:blip r:embed="rId3"/>
              <a:stretch>
                <a:fillRect/>
              </a:stretch>
            </p:blipFill>
            <p:spPr>
              <a:xfrm>
                <a:off x="1837440" y="422280"/>
                <a:ext cx="7694280" cy="5716800"/>
              </a:xfrm>
              <a:prstGeom prst="rect">
                <a:avLst/>
              </a:prstGeom>
            </p:spPr>
          </p:pic>
        </mc:Fallback>
      </mc:AlternateContent>
    </p:spTree>
    <p:extLst>
      <p:ext uri="{BB962C8B-B14F-4D97-AF65-F5344CB8AC3E}">
        <p14:creationId xmlns:p14="http://schemas.microsoft.com/office/powerpoint/2010/main" val="88175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Single-Source Shortest Path</a:t>
            </a:r>
          </a:p>
        </p:txBody>
      </p:sp>
      <mc:AlternateContent xmlns:mc="http://schemas.openxmlformats.org/markup-compatibility/2006">
        <mc:Choice xmlns:a14="http://schemas.microsoft.com/office/drawing/2010/main" Requires="a14">
          <p:sp>
            <p:nvSpPr>
              <p:cNvPr id="3" name="TextBox 2"/>
              <p:cNvSpPr txBox="1"/>
              <p:nvPr/>
            </p:nvSpPr>
            <p:spPr>
              <a:xfrm>
                <a:off x="1524000" y="4572000"/>
                <a:ext cx="8915400" cy="2308324"/>
              </a:xfrm>
              <a:prstGeom prst="rect">
                <a:avLst/>
              </a:prstGeom>
              <a:noFill/>
            </p:spPr>
            <p:txBody>
              <a:bodyPr wrap="square" rtlCol="0">
                <a:spAutoFit/>
              </a:bodyPr>
              <a:lstStyle/>
              <a:p>
                <a:r>
                  <a:rPr lang="en-US" sz="2400" dirty="0"/>
                  <a:t>Find the quickest way to get from UW to each of these other places</a:t>
                </a:r>
              </a:p>
              <a:p>
                <a:endParaRPr lang="en-US" sz="2400" dirty="0"/>
              </a:p>
              <a:p>
                <a:r>
                  <a:rPr lang="en-US" sz="2400" dirty="0"/>
                  <a:t>Given a graph </a:t>
                </a:r>
                <a14:m>
                  <m:oMath xmlns:m="http://schemas.openxmlformats.org/officeDocument/2006/math">
                    <m:r>
                      <a:rPr lang="en-US" sz="2400" i="1">
                        <a:latin typeface="Cambria Math"/>
                      </a:rPr>
                      <m:t>𝐺</m:t>
                    </m:r>
                    <m:r>
                      <a:rPr lang="en-US" sz="2400" i="1">
                        <a:latin typeface="Cambria Math"/>
                      </a:rPr>
                      <m:t>=(</m:t>
                    </m:r>
                    <m:r>
                      <a:rPr lang="en-US" sz="2400" i="1">
                        <a:latin typeface="Cambria Math"/>
                      </a:rPr>
                      <m:t>𝑉</m:t>
                    </m:r>
                    <m:r>
                      <a:rPr lang="en-US" sz="2400" i="1">
                        <a:latin typeface="Cambria Math"/>
                      </a:rPr>
                      <m:t>,</m:t>
                    </m:r>
                    <m:r>
                      <a:rPr lang="en-US" sz="2400" i="1">
                        <a:latin typeface="Cambria Math"/>
                      </a:rPr>
                      <m:t>𝐸</m:t>
                    </m:r>
                    <m:r>
                      <a:rPr lang="en-US" sz="2400" i="1">
                        <a:latin typeface="Cambria Math"/>
                      </a:rPr>
                      <m:t>)</m:t>
                    </m:r>
                  </m:oMath>
                </a14:m>
                <a:r>
                  <a:rPr lang="en-US" sz="2400" dirty="0"/>
                  <a:t> and a start node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𝑉</m:t>
                    </m:r>
                  </m:oMath>
                </a14:m>
                <a:r>
                  <a:rPr lang="en-US" sz="2400" dirty="0"/>
                  <a:t>, for each </a:t>
                </a:r>
                <a14:m>
                  <m:oMath xmlns:m="http://schemas.openxmlformats.org/officeDocument/2006/math">
                    <m:r>
                      <a:rPr lang="en-US" sz="2400" i="1">
                        <a:latin typeface="Cambria Math"/>
                      </a:rPr>
                      <m:t>𝑣</m:t>
                    </m:r>
                    <m:r>
                      <a:rPr lang="en-US" sz="2400" i="1">
                        <a:latin typeface="Cambria Math"/>
                      </a:rPr>
                      <m:t>∈</m:t>
                    </m:r>
                    <m:r>
                      <a:rPr lang="en-US" sz="2400" i="1">
                        <a:latin typeface="Cambria Math"/>
                      </a:rPr>
                      <m:t>𝑉</m:t>
                    </m:r>
                  </m:oMath>
                </a14:m>
                <a:r>
                  <a:rPr lang="en-US" sz="2400" dirty="0"/>
                  <a:t> find the least-weight path from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𝑣</m:t>
                    </m:r>
                  </m:oMath>
                </a14:m>
                <a:r>
                  <a:rPr lang="en-US" sz="2400" dirty="0"/>
                  <a:t> (call this weight </a:t>
                </a:r>
                <a14:m>
                  <m:oMath xmlns:m="http://schemas.openxmlformats.org/officeDocument/2006/math">
                    <m:r>
                      <a:rPr lang="en-US" sz="2400" i="1">
                        <a:latin typeface="Cambria Math"/>
                      </a:rPr>
                      <m:t>𝛿</m:t>
                    </m:r>
                    <m:r>
                      <a:rPr lang="en-US" sz="2400" i="1">
                        <a:latin typeface="Cambria Math"/>
                      </a:rPr>
                      <m:t>(</m:t>
                    </m:r>
                    <m:r>
                      <a:rPr lang="en-US" sz="2400" i="1">
                        <a:latin typeface="Cambria Math"/>
                      </a:rPr>
                      <m:t>𝑠</m:t>
                    </m:r>
                    <m:r>
                      <a:rPr lang="en-US" sz="2400" i="1">
                        <a:latin typeface="Cambria Math"/>
                      </a:rPr>
                      <m:t>,</m:t>
                    </m:r>
                    <m:r>
                      <a:rPr lang="en-US" sz="2400" i="1">
                        <a:latin typeface="Cambria Math"/>
                      </a:rPr>
                      <m:t>𝑣</m:t>
                    </m:r>
                    <m:r>
                      <a:rPr lang="en-US" sz="2400" i="1">
                        <a:latin typeface="Cambria Math"/>
                      </a:rPr>
                      <m:t>)</m:t>
                    </m:r>
                  </m:oMath>
                </a14:m>
                <a:r>
                  <a:rPr lang="en-US" sz="2400" dirty="0"/>
                  <a:t>)</a:t>
                </a:r>
              </a:p>
              <a:p>
                <a:endParaRPr lang="en-US" sz="2400" dirty="0"/>
              </a:p>
              <a:p>
                <a:r>
                  <a:rPr lang="en-US" sz="2400" dirty="0"/>
                  <a:t>(assumption: all edge weights are positive)</a:t>
                </a:r>
              </a:p>
            </p:txBody>
          </p:sp>
        </mc:Choice>
        <mc:Fallback>
          <p:sp>
            <p:nvSpPr>
              <p:cNvPr id="3" name="TextBox 2"/>
              <p:cNvSpPr txBox="1">
                <a:spLocks noRot="1" noChangeAspect="1" noMove="1" noResize="1" noEditPoints="1" noAdjustHandles="1" noChangeArrowheads="1" noChangeShapeType="1" noTextEdit="1"/>
              </p:cNvSpPr>
              <p:nvPr/>
            </p:nvSpPr>
            <p:spPr>
              <a:xfrm>
                <a:off x="1524000" y="4572000"/>
                <a:ext cx="8915400" cy="2308324"/>
              </a:xfrm>
              <a:prstGeom prst="rect">
                <a:avLst/>
              </a:prstGeom>
              <a:blipFill>
                <a:blip r:embed="rId2"/>
                <a:stretch>
                  <a:fillRect l="-1025" t="-2111" b="-5013"/>
                </a:stretch>
              </a:blipFill>
            </p:spPr>
            <p:txBody>
              <a:bodyPr/>
              <a:lstStyle/>
              <a:p>
                <a:r>
                  <a:rPr lang="en-US">
                    <a:noFill/>
                  </a:rPr>
                  <a:t> </a:t>
                </a:r>
              </a:p>
            </p:txBody>
          </p:sp>
        </mc:Fallback>
      </mc:AlternateContent>
      <p:grpSp>
        <p:nvGrpSpPr>
          <p:cNvPr id="80" name="Group 79" descr="An illustration of a weighted undirected graph.&#10;&#10;Nodes/vertices are represented as circles and edges (which connect pairs of vertices) are represented as lines. Because this is a weighted graph, each edge is labelled with a number of indicate its weight.">
            <a:extLst>
              <a:ext uri="{FF2B5EF4-FFF2-40B4-BE49-F238E27FC236}">
                <a16:creationId xmlns:a16="http://schemas.microsoft.com/office/drawing/2014/main" id="{DC6679D3-95FA-CB24-EE08-358A3DD9B540}"/>
              </a:ext>
            </a:extLst>
          </p:cNvPr>
          <p:cNvGrpSpPr/>
          <p:nvPr/>
        </p:nvGrpSpPr>
        <p:grpSpPr>
          <a:xfrm>
            <a:off x="3490452" y="1135154"/>
            <a:ext cx="6046838" cy="3495404"/>
            <a:chOff x="0" y="2862182"/>
            <a:chExt cx="7044346" cy="4072018"/>
          </a:xfrm>
        </p:grpSpPr>
        <p:cxnSp>
          <p:nvCxnSpPr>
            <p:cNvPr id="81" name="Straight Connector 80">
              <a:extLst>
                <a:ext uri="{FF2B5EF4-FFF2-40B4-BE49-F238E27FC236}">
                  <a16:creationId xmlns:a16="http://schemas.microsoft.com/office/drawing/2014/main" id="{FA28E3FE-213A-F0D7-C6FA-1C98642FD718}"/>
                </a:ext>
              </a:extLst>
            </p:cNvPr>
            <p:cNvCxnSpPr>
              <a:stCxn id="109" idx="7"/>
              <a:endCxn id="11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CAE929-ED3E-3C8F-A2CA-AC480EFB5FFA}"/>
                </a:ext>
              </a:extLst>
            </p:cNvPr>
            <p:cNvCxnSpPr>
              <a:stCxn id="110" idx="6"/>
              <a:endCxn id="11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C82F4C-6A74-D70E-104A-1179D1FE699A}"/>
                </a:ext>
              </a:extLst>
            </p:cNvPr>
            <p:cNvCxnSpPr>
              <a:stCxn id="109" idx="4"/>
              <a:endCxn id="11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D91F23C-F57E-D284-D1DC-8A2AD1D336FA}"/>
                </a:ext>
              </a:extLst>
            </p:cNvPr>
            <p:cNvCxnSpPr>
              <a:stCxn id="112" idx="3"/>
              <a:endCxn id="11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569F2B-5763-D4C3-629E-48B55F84F041}"/>
                </a:ext>
              </a:extLst>
            </p:cNvPr>
            <p:cNvCxnSpPr>
              <a:stCxn id="114" idx="2"/>
              <a:endCxn id="11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623992C-0698-858D-B333-CF0AABB33453}"/>
                </a:ext>
              </a:extLst>
            </p:cNvPr>
            <p:cNvCxnSpPr>
              <a:stCxn id="112" idx="5"/>
              <a:endCxn id="11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9EB04D3-7BE4-D561-9DEA-0610E8738C29}"/>
                </a:ext>
              </a:extLst>
            </p:cNvPr>
            <p:cNvCxnSpPr>
              <a:stCxn id="112" idx="7"/>
              <a:endCxn id="11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082E465-B033-5BE5-0B78-56C45CAF07AC}"/>
                </a:ext>
              </a:extLst>
            </p:cNvPr>
            <p:cNvCxnSpPr>
              <a:stCxn id="114" idx="6"/>
              <a:endCxn id="11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750369-C516-1889-2364-E7A4AB2B128B}"/>
                </a:ext>
              </a:extLst>
            </p:cNvPr>
            <p:cNvCxnSpPr>
              <a:stCxn id="115" idx="1"/>
              <a:endCxn id="11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D6944F4-5157-9C2F-C1A3-EBCB60FCE120}"/>
                </a:ext>
              </a:extLst>
            </p:cNvPr>
            <p:cNvCxnSpPr>
              <a:stCxn id="117" idx="2"/>
              <a:endCxn id="11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B6C6154-3480-0DC4-CB83-E61CEF264010}"/>
                </a:ext>
              </a:extLst>
            </p:cNvPr>
            <p:cNvCxnSpPr>
              <a:stCxn id="115" idx="0"/>
              <a:endCxn id="11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DFF2827-925D-F27B-1B2D-7204E1203DEA}"/>
                </a:ext>
              </a:extLst>
            </p:cNvPr>
            <p:cNvCxnSpPr>
              <a:stCxn id="116" idx="1"/>
              <a:endCxn id="11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0EE22F4-B385-7EBF-2FC0-44F42BB62280}"/>
                </a:ext>
              </a:extLst>
            </p:cNvPr>
            <p:cNvCxnSpPr>
              <a:stCxn id="116" idx="3"/>
              <a:endCxn id="11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73B58AA-4399-10A6-CE2D-C003CACA63CF}"/>
                </a:ext>
              </a:extLst>
            </p:cNvPr>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95" name="TextBox 94">
              <a:extLst>
                <a:ext uri="{FF2B5EF4-FFF2-40B4-BE49-F238E27FC236}">
                  <a16:creationId xmlns:a16="http://schemas.microsoft.com/office/drawing/2014/main" id="{C6CDC331-D36E-5E1F-DB95-1FCB2FE49C0C}"/>
                </a:ext>
              </a:extLst>
            </p:cNvPr>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96" name="TextBox 95">
              <a:extLst>
                <a:ext uri="{FF2B5EF4-FFF2-40B4-BE49-F238E27FC236}">
                  <a16:creationId xmlns:a16="http://schemas.microsoft.com/office/drawing/2014/main" id="{61FA3E20-80B4-EAF5-8415-44C2012D3D00}"/>
                </a:ext>
              </a:extLst>
            </p:cNvPr>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97" name="TextBox 96">
              <a:extLst>
                <a:ext uri="{FF2B5EF4-FFF2-40B4-BE49-F238E27FC236}">
                  <a16:creationId xmlns:a16="http://schemas.microsoft.com/office/drawing/2014/main" id="{F27BAD20-3EC2-ED23-881F-E7F7FACF3AEE}"/>
                </a:ext>
              </a:extLst>
            </p:cNvPr>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98" name="TextBox 97">
              <a:extLst>
                <a:ext uri="{FF2B5EF4-FFF2-40B4-BE49-F238E27FC236}">
                  <a16:creationId xmlns:a16="http://schemas.microsoft.com/office/drawing/2014/main" id="{20A4DC10-A8AB-0146-9D80-D397663E7366}"/>
                </a:ext>
              </a:extLst>
            </p:cNvPr>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99" name="TextBox 98">
              <a:extLst>
                <a:ext uri="{FF2B5EF4-FFF2-40B4-BE49-F238E27FC236}">
                  <a16:creationId xmlns:a16="http://schemas.microsoft.com/office/drawing/2014/main" id="{C5230F33-15FC-B86E-CFB2-1A6C41D3B37A}"/>
                </a:ext>
              </a:extLst>
            </p:cNvPr>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100" name="TextBox 99">
              <a:extLst>
                <a:ext uri="{FF2B5EF4-FFF2-40B4-BE49-F238E27FC236}">
                  <a16:creationId xmlns:a16="http://schemas.microsoft.com/office/drawing/2014/main" id="{A2FA727E-00E7-2DE9-9286-19273178E7AB}"/>
                </a:ext>
              </a:extLst>
            </p:cNvPr>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101" name="TextBox 100">
              <a:extLst>
                <a:ext uri="{FF2B5EF4-FFF2-40B4-BE49-F238E27FC236}">
                  <a16:creationId xmlns:a16="http://schemas.microsoft.com/office/drawing/2014/main" id="{2C2753F7-84C3-6E23-EA90-EB61012457AA}"/>
                </a:ext>
              </a:extLst>
            </p:cNvPr>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102" name="TextBox 101">
              <a:extLst>
                <a:ext uri="{FF2B5EF4-FFF2-40B4-BE49-F238E27FC236}">
                  <a16:creationId xmlns:a16="http://schemas.microsoft.com/office/drawing/2014/main" id="{84B64F94-B4E7-9881-CF05-BB8E0CA924A8}"/>
                </a:ext>
              </a:extLst>
            </p:cNvPr>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103" name="TextBox 102">
              <a:extLst>
                <a:ext uri="{FF2B5EF4-FFF2-40B4-BE49-F238E27FC236}">
                  <a16:creationId xmlns:a16="http://schemas.microsoft.com/office/drawing/2014/main" id="{4773DACA-B0B1-2F32-B812-1B954F22652A}"/>
                </a:ext>
              </a:extLst>
            </p:cNvPr>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AE274F85-FFA4-406C-214F-790BC779011A}"/>
                </a:ext>
              </a:extLst>
            </p:cNvPr>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105" name="TextBox 104">
              <a:extLst>
                <a:ext uri="{FF2B5EF4-FFF2-40B4-BE49-F238E27FC236}">
                  <a16:creationId xmlns:a16="http://schemas.microsoft.com/office/drawing/2014/main" id="{453315FD-2B2D-AE4E-EC7E-D93F59F1EC0A}"/>
                </a:ext>
              </a:extLst>
            </p:cNvPr>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106" name="TextBox 105">
              <a:extLst>
                <a:ext uri="{FF2B5EF4-FFF2-40B4-BE49-F238E27FC236}">
                  <a16:creationId xmlns:a16="http://schemas.microsoft.com/office/drawing/2014/main" id="{8D6CBC87-3A44-0DC9-3F93-3CA9D807A5F8}"/>
                </a:ext>
              </a:extLst>
            </p:cNvPr>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107" name="Straight Connector 106">
              <a:extLst>
                <a:ext uri="{FF2B5EF4-FFF2-40B4-BE49-F238E27FC236}">
                  <a16:creationId xmlns:a16="http://schemas.microsoft.com/office/drawing/2014/main" id="{F1FFCBEE-2A44-CB7D-9112-51463AC0BA68}"/>
                </a:ext>
              </a:extLst>
            </p:cNvPr>
            <p:cNvCxnSpPr>
              <a:stCxn id="110" idx="4"/>
              <a:endCxn id="11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A4F797B-72B3-BEA1-6740-D9E8CE9D0E95}"/>
                </a:ext>
              </a:extLst>
            </p:cNvPr>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109" name="Oval 108">
              <a:extLst>
                <a:ext uri="{FF2B5EF4-FFF2-40B4-BE49-F238E27FC236}">
                  <a16:creationId xmlns:a16="http://schemas.microsoft.com/office/drawing/2014/main" id="{F7689B07-8B96-C628-84A1-EB76320D0233}"/>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0" name="Oval 109">
              <a:extLst>
                <a:ext uri="{FF2B5EF4-FFF2-40B4-BE49-F238E27FC236}">
                  <a16:creationId xmlns:a16="http://schemas.microsoft.com/office/drawing/2014/main" id="{B81FDB97-9282-2DE9-1944-987DD8D686C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1" name="Oval 110">
              <a:extLst>
                <a:ext uri="{FF2B5EF4-FFF2-40B4-BE49-F238E27FC236}">
                  <a16:creationId xmlns:a16="http://schemas.microsoft.com/office/drawing/2014/main" id="{FE4251E8-8AC6-FAA9-346C-F5AEE8B8B4F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2" name="Oval 111">
              <a:extLst>
                <a:ext uri="{FF2B5EF4-FFF2-40B4-BE49-F238E27FC236}">
                  <a16:creationId xmlns:a16="http://schemas.microsoft.com/office/drawing/2014/main" id="{CF4E9DB5-6600-A244-84BD-1E8489C9DE6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3" name="Oval 112">
              <a:extLst>
                <a:ext uri="{FF2B5EF4-FFF2-40B4-BE49-F238E27FC236}">
                  <a16:creationId xmlns:a16="http://schemas.microsoft.com/office/drawing/2014/main" id="{29E1476E-ADEB-5C32-FA45-6016DF7A1B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440E953A-03FC-57E6-91C6-F7AA199E1A0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15" name="Oval 114">
              <a:extLst>
                <a:ext uri="{FF2B5EF4-FFF2-40B4-BE49-F238E27FC236}">
                  <a16:creationId xmlns:a16="http://schemas.microsoft.com/office/drawing/2014/main" id="{7CB4F600-AA8F-EA04-E686-3ECC76CE85F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16" name="Oval 115">
              <a:extLst>
                <a:ext uri="{FF2B5EF4-FFF2-40B4-BE49-F238E27FC236}">
                  <a16:creationId xmlns:a16="http://schemas.microsoft.com/office/drawing/2014/main" id="{6CBA3549-04D4-33AB-72F9-D8470586E55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17" name="Oval 116">
              <a:extLst>
                <a:ext uri="{FF2B5EF4-FFF2-40B4-BE49-F238E27FC236}">
                  <a16:creationId xmlns:a16="http://schemas.microsoft.com/office/drawing/2014/main" id="{B3C52EDD-949D-0912-45E8-C4A5890C6F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p14="http://schemas.microsoft.com/office/powerpoint/2010/main" Requires="p14">
          <p:contentPart p14:bwMode="auto" r:id="rId3">
            <p14:nvContentPartPr>
              <p14:cNvPr id="118" name="Ink 117">
                <a:extLst>
                  <a:ext uri="{FF2B5EF4-FFF2-40B4-BE49-F238E27FC236}">
                    <a16:creationId xmlns:a16="http://schemas.microsoft.com/office/drawing/2014/main" id="{C349A10F-EE25-3432-6062-CD2080D2C193}"/>
                  </a:ext>
                </a:extLst>
              </p14:cNvPr>
              <p14:cNvContentPartPr/>
              <p14:nvPr/>
            </p14:nvContentPartPr>
            <p14:xfrm>
              <a:off x="771120" y="1025640"/>
              <a:ext cx="4167000" cy="1105560"/>
            </p14:xfrm>
          </p:contentPart>
        </mc:Choice>
        <mc:Fallback>
          <p:pic>
            <p:nvPicPr>
              <p:cNvPr id="118" name="Ink 117">
                <a:extLst>
                  <a:ext uri="{FF2B5EF4-FFF2-40B4-BE49-F238E27FC236}">
                    <a16:creationId xmlns:a16="http://schemas.microsoft.com/office/drawing/2014/main" id="{C349A10F-EE25-3432-6062-CD2080D2C193}"/>
                  </a:ext>
                </a:extLst>
              </p:cNvPr>
              <p:cNvPicPr/>
              <p:nvPr/>
            </p:nvPicPr>
            <p:blipFill>
              <a:blip r:embed="rId4"/>
              <a:stretch>
                <a:fillRect/>
              </a:stretch>
            </p:blipFill>
            <p:spPr>
              <a:xfrm>
                <a:off x="761760" y="1016280"/>
                <a:ext cx="4185720" cy="1124280"/>
              </a:xfrm>
              <a:prstGeom prst="rect">
                <a:avLst/>
              </a:prstGeom>
            </p:spPr>
          </p:pic>
        </mc:Fallback>
      </mc:AlternateContent>
    </p:spTree>
    <p:extLst>
      <p:ext uri="{BB962C8B-B14F-4D97-AF65-F5344CB8AC3E}">
        <p14:creationId xmlns:p14="http://schemas.microsoft.com/office/powerpoint/2010/main" val="295075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graph with </a:t>
                </a:r>
                <a:r>
                  <a:rPr lang="en-US" b="1" dirty="0"/>
                  <a:t>no negative edge weights</a:t>
                </a:r>
                <a:r>
                  <a:rPr lang="en-US" dirty="0"/>
                  <a:t>, start node </a:t>
                </a:r>
                <a14:m>
                  <m:oMath xmlns:m="http://schemas.openxmlformats.org/officeDocument/2006/math">
                    <m:r>
                      <a:rPr lang="en-US" b="0" i="1" smtClean="0">
                        <a:solidFill>
                          <a:srgbClr val="FF0000"/>
                        </a:solidFill>
                        <a:latin typeface="Cambria Math"/>
                      </a:rPr>
                      <m:t>𝑠</m:t>
                    </m:r>
                  </m:oMath>
                </a14:m>
                <a:r>
                  <a:rPr lang="en-US" dirty="0"/>
                  <a:t>, optional end node </a:t>
                </a:r>
                <a14:m>
                  <m:oMath xmlns:m="http://schemas.openxmlformats.org/officeDocument/2006/math">
                    <m:r>
                      <a:rPr lang="en-US" b="0" i="1" smtClean="0">
                        <a:latin typeface="Cambria Math" panose="02040503050406030204" pitchFamily="18" charset="0"/>
                      </a:rPr>
                      <m:t>𝑡</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repeatedly go to the incomplete node “nearest” to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t>
                </a:r>
              </a:p>
              <a:p>
                <a:r>
                  <a:rPr lang="en-US" dirty="0"/>
                  <a:t>Output: </a:t>
                </a:r>
              </a:p>
              <a:p>
                <a:pPr lvl="1"/>
                <a:r>
                  <a:rPr lang="en-US" dirty="0"/>
                  <a:t>Distance from start to end</a:t>
                </a:r>
              </a:p>
              <a:p>
                <a:pPr lvl="1"/>
                <a:r>
                  <a:rPr lang="en-US" dirty="0"/>
                  <a:t>Distance from start to every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0584FBD-308D-08B0-5088-636F7CCFBE9C}"/>
              </a:ext>
              <a:ext uri="{C183D7F6-B498-43B3-948B-1728B52AA6E4}">
                <adec:decorative xmlns:adec="http://schemas.microsoft.com/office/drawing/2017/decorative" val="1"/>
              </a:ext>
            </a:extLst>
          </p:cNvPr>
          <p:cNvGrpSpPr/>
          <p:nvPr/>
        </p:nvGrpSpPr>
        <p:grpSpPr>
          <a:xfrm>
            <a:off x="7086600" y="3277786"/>
            <a:ext cx="4616614" cy="2970614"/>
            <a:chOff x="7086600" y="3277786"/>
            <a:chExt cx="4616614" cy="2970614"/>
          </a:xfrm>
        </p:grpSpPr>
        <p:grpSp>
          <p:nvGrpSpPr>
            <p:cNvPr id="134" name="Group 133">
              <a:extLst>
                <a:ext uri="{FF2B5EF4-FFF2-40B4-BE49-F238E27FC236}">
                  <a16:creationId xmlns:a16="http://schemas.microsoft.com/office/drawing/2014/main" id="{E2B0C053-06DE-DC6A-94E3-26A4B7C389DB}"/>
                </a:ext>
              </a:extLst>
            </p:cNvPr>
            <p:cNvGrpSpPr/>
            <p:nvPr/>
          </p:nvGrpSpPr>
          <p:grpSpPr>
            <a:xfrm>
              <a:off x="7103154" y="3461160"/>
              <a:ext cx="4600060" cy="2787240"/>
              <a:chOff x="0" y="2862182"/>
              <a:chExt cx="7044346" cy="4268266"/>
            </a:xfrm>
          </p:grpSpPr>
          <p:cxnSp>
            <p:nvCxnSpPr>
              <p:cNvPr id="135" name="Straight Connector 134">
                <a:extLst>
                  <a:ext uri="{FF2B5EF4-FFF2-40B4-BE49-F238E27FC236}">
                    <a16:creationId xmlns:a16="http://schemas.microsoft.com/office/drawing/2014/main" id="{59D6E633-2018-6DF0-8676-6A173CB557A1}"/>
                  </a:ext>
                </a:extLst>
              </p:cNvPr>
              <p:cNvCxnSpPr>
                <a:stCxn id="163" idx="7"/>
                <a:endCxn id="16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D6544E-44ED-CF32-47B5-A1B4988A6D49}"/>
                  </a:ext>
                </a:extLst>
              </p:cNvPr>
              <p:cNvCxnSpPr>
                <a:stCxn id="164" idx="6"/>
                <a:endCxn id="16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609AA63-0697-DFAB-2F65-DD84B6399C65}"/>
                  </a:ext>
                </a:extLst>
              </p:cNvPr>
              <p:cNvCxnSpPr>
                <a:stCxn id="163" idx="4"/>
                <a:endCxn id="16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392A1AD-267A-CC27-B94E-D47715F596FF}"/>
                  </a:ext>
                </a:extLst>
              </p:cNvPr>
              <p:cNvCxnSpPr>
                <a:stCxn id="166" idx="3"/>
                <a:endCxn id="16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68CCB42-49BD-0035-AF74-5D2BC6B5718E}"/>
                  </a:ext>
                </a:extLst>
              </p:cNvPr>
              <p:cNvCxnSpPr>
                <a:stCxn id="168" idx="2"/>
                <a:endCxn id="16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E63AAA-79BB-40A4-255C-8A6F4CEF1F70}"/>
                  </a:ext>
                </a:extLst>
              </p:cNvPr>
              <p:cNvCxnSpPr>
                <a:stCxn id="166" idx="5"/>
                <a:endCxn id="16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8E128-E7FF-0EE2-C929-28DCF5F3B109}"/>
                  </a:ext>
                </a:extLst>
              </p:cNvPr>
              <p:cNvCxnSpPr>
                <a:stCxn id="166" idx="7"/>
                <a:endCxn id="16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466A6F-7C04-3155-ED0B-352D7B6E726F}"/>
                  </a:ext>
                </a:extLst>
              </p:cNvPr>
              <p:cNvCxnSpPr>
                <a:stCxn id="168" idx="6"/>
                <a:endCxn id="16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467D08-B158-F459-76E0-1CC5F3E2A736}"/>
                  </a:ext>
                </a:extLst>
              </p:cNvPr>
              <p:cNvCxnSpPr>
                <a:stCxn id="169" idx="1"/>
                <a:endCxn id="16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ED42938-B1CF-CCAB-82E7-C5D9ED62B47E}"/>
                  </a:ext>
                </a:extLst>
              </p:cNvPr>
              <p:cNvCxnSpPr>
                <a:stCxn id="171" idx="2"/>
                <a:endCxn id="16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F49481-D214-4D23-F5DB-22D5C9AC8216}"/>
                  </a:ext>
                </a:extLst>
              </p:cNvPr>
              <p:cNvCxnSpPr>
                <a:stCxn id="169" idx="0"/>
                <a:endCxn id="17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DD9656E-2A08-FAF6-0E5A-864DBE4AF542}"/>
                  </a:ext>
                </a:extLst>
              </p:cNvPr>
              <p:cNvCxnSpPr>
                <a:stCxn id="170" idx="1"/>
                <a:endCxn id="17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918935C-8432-0740-DBB5-9F8278FF03C2}"/>
                  </a:ext>
                </a:extLst>
              </p:cNvPr>
              <p:cNvCxnSpPr>
                <a:stCxn id="170" idx="3"/>
                <a:endCxn id="16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DA70AD2-103F-3808-D08A-C8C7652E78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49" name="TextBox 148">
                <a:extLst>
                  <a:ext uri="{FF2B5EF4-FFF2-40B4-BE49-F238E27FC236}">
                    <a16:creationId xmlns:a16="http://schemas.microsoft.com/office/drawing/2014/main" id="{3826737A-FAD1-118C-9744-F6C76DF1C2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50" name="TextBox 149">
                <a:extLst>
                  <a:ext uri="{FF2B5EF4-FFF2-40B4-BE49-F238E27FC236}">
                    <a16:creationId xmlns:a16="http://schemas.microsoft.com/office/drawing/2014/main" id="{677F8BFC-E723-6F4D-29CA-E8ED1B6D3D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51" name="TextBox 150">
                <a:extLst>
                  <a:ext uri="{FF2B5EF4-FFF2-40B4-BE49-F238E27FC236}">
                    <a16:creationId xmlns:a16="http://schemas.microsoft.com/office/drawing/2014/main" id="{E5965D04-95BE-172D-DE21-720E47C71DB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52" name="TextBox 151">
                <a:extLst>
                  <a:ext uri="{FF2B5EF4-FFF2-40B4-BE49-F238E27FC236}">
                    <a16:creationId xmlns:a16="http://schemas.microsoft.com/office/drawing/2014/main" id="{C0F2268A-3C7A-655E-79FA-25240CF558A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53" name="TextBox 152">
                <a:extLst>
                  <a:ext uri="{FF2B5EF4-FFF2-40B4-BE49-F238E27FC236}">
                    <a16:creationId xmlns:a16="http://schemas.microsoft.com/office/drawing/2014/main" id="{46D66E34-9CBE-C2C6-5186-6CDDE266062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54" name="TextBox 153">
                <a:extLst>
                  <a:ext uri="{FF2B5EF4-FFF2-40B4-BE49-F238E27FC236}">
                    <a16:creationId xmlns:a16="http://schemas.microsoft.com/office/drawing/2014/main" id="{1F4F19F6-511C-663F-AB69-47F02462872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55" name="TextBox 154">
                <a:extLst>
                  <a:ext uri="{FF2B5EF4-FFF2-40B4-BE49-F238E27FC236}">
                    <a16:creationId xmlns:a16="http://schemas.microsoft.com/office/drawing/2014/main" id="{0DFECE1A-1211-86CD-9F2F-1BEA574448D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56" name="TextBox 155">
                <a:extLst>
                  <a:ext uri="{FF2B5EF4-FFF2-40B4-BE49-F238E27FC236}">
                    <a16:creationId xmlns:a16="http://schemas.microsoft.com/office/drawing/2014/main" id="{948369BE-B017-271D-FAD6-FCA8E179CD0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57" name="TextBox 156">
                <a:extLst>
                  <a:ext uri="{FF2B5EF4-FFF2-40B4-BE49-F238E27FC236}">
                    <a16:creationId xmlns:a16="http://schemas.microsoft.com/office/drawing/2014/main" id="{BA7E08C1-460F-68AC-983A-1E7F28845F34}"/>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58" name="TextBox 157">
                <a:extLst>
                  <a:ext uri="{FF2B5EF4-FFF2-40B4-BE49-F238E27FC236}">
                    <a16:creationId xmlns:a16="http://schemas.microsoft.com/office/drawing/2014/main" id="{54DF8D0B-3D67-6BD4-8990-704D5199F310}"/>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59" name="TextBox 158">
                <a:extLst>
                  <a:ext uri="{FF2B5EF4-FFF2-40B4-BE49-F238E27FC236}">
                    <a16:creationId xmlns:a16="http://schemas.microsoft.com/office/drawing/2014/main" id="{7E1CF5CE-DA1C-A802-F0A8-C56514233D7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60" name="TextBox 159">
                <a:extLst>
                  <a:ext uri="{FF2B5EF4-FFF2-40B4-BE49-F238E27FC236}">
                    <a16:creationId xmlns:a16="http://schemas.microsoft.com/office/drawing/2014/main" id="{DBBF6E78-42E8-3F02-0B9F-2835210B593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61" name="Straight Connector 160">
                <a:extLst>
                  <a:ext uri="{FF2B5EF4-FFF2-40B4-BE49-F238E27FC236}">
                    <a16:creationId xmlns:a16="http://schemas.microsoft.com/office/drawing/2014/main" id="{51C31B08-8330-A11B-4F1A-B06FF798EC0B}"/>
                  </a:ext>
                </a:extLst>
              </p:cNvPr>
              <p:cNvCxnSpPr>
                <a:stCxn id="164" idx="4"/>
                <a:endCxn id="16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DF936A7D-07BE-9BA8-21D5-AE93448D2F1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63" name="Oval 162">
                <a:extLst>
                  <a:ext uri="{FF2B5EF4-FFF2-40B4-BE49-F238E27FC236}">
                    <a16:creationId xmlns:a16="http://schemas.microsoft.com/office/drawing/2014/main" id="{B5D2CB04-20EB-6DF5-8909-971BD47541D3}"/>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64" name="Oval 163">
                <a:extLst>
                  <a:ext uri="{FF2B5EF4-FFF2-40B4-BE49-F238E27FC236}">
                    <a16:creationId xmlns:a16="http://schemas.microsoft.com/office/drawing/2014/main" id="{72050422-D698-F55D-822D-539B17CD05BA}"/>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65" name="Oval 164">
                <a:extLst>
                  <a:ext uri="{FF2B5EF4-FFF2-40B4-BE49-F238E27FC236}">
                    <a16:creationId xmlns:a16="http://schemas.microsoft.com/office/drawing/2014/main" id="{CB30E8C8-7D92-1928-E6B2-09A458489B4A}"/>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6" name="Oval 165">
                <a:extLst>
                  <a:ext uri="{FF2B5EF4-FFF2-40B4-BE49-F238E27FC236}">
                    <a16:creationId xmlns:a16="http://schemas.microsoft.com/office/drawing/2014/main" id="{5659AE9B-AED2-63F5-FFEF-4AC3BF336A0C}"/>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7" name="Oval 166">
                <a:extLst>
                  <a:ext uri="{FF2B5EF4-FFF2-40B4-BE49-F238E27FC236}">
                    <a16:creationId xmlns:a16="http://schemas.microsoft.com/office/drawing/2014/main" id="{5BDE5ABE-0BF2-0B27-7E8C-60DAA4887FE8}"/>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68" name="Oval 167">
                <a:extLst>
                  <a:ext uri="{FF2B5EF4-FFF2-40B4-BE49-F238E27FC236}">
                    <a16:creationId xmlns:a16="http://schemas.microsoft.com/office/drawing/2014/main" id="{9E2D920A-40D6-F04D-AC14-A74BA229EA51}"/>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9" name="Oval 168">
                <a:extLst>
                  <a:ext uri="{FF2B5EF4-FFF2-40B4-BE49-F238E27FC236}">
                    <a16:creationId xmlns:a16="http://schemas.microsoft.com/office/drawing/2014/main" id="{62DFA89F-EAD1-9C56-7425-0D3283049666}"/>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Oval 169">
                <a:extLst>
                  <a:ext uri="{FF2B5EF4-FFF2-40B4-BE49-F238E27FC236}">
                    <a16:creationId xmlns:a16="http://schemas.microsoft.com/office/drawing/2014/main" id="{D25E4BD8-F1DE-8963-31EA-49C479A959B2}"/>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71" name="Oval 170">
                <a:extLst>
                  <a:ext uri="{FF2B5EF4-FFF2-40B4-BE49-F238E27FC236}">
                    <a16:creationId xmlns:a16="http://schemas.microsoft.com/office/drawing/2014/main" id="{853FC4DB-BD17-BF97-F6FE-06F1DF7ADDBA}"/>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72" name="TextBox 171">
              <a:extLst>
                <a:ext uri="{FF2B5EF4-FFF2-40B4-BE49-F238E27FC236}">
                  <a16:creationId xmlns:a16="http://schemas.microsoft.com/office/drawing/2014/main" id="{72B9C0E9-4F4A-28A1-4EF7-71C638927532}"/>
                </a:ext>
              </a:extLst>
            </p:cNvPr>
            <p:cNvSpPr txBox="1"/>
            <p:nvPr/>
          </p:nvSpPr>
          <p:spPr>
            <a:xfrm>
              <a:off x="7086600" y="3962400"/>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4C06AA38-1612-6A93-21BB-70EA359FCE44}"/>
                    </a:ext>
                  </a:extLst>
                </p:cNvPr>
                <p:cNvSpPr txBox="1"/>
                <p:nvPr/>
              </p:nvSpPr>
              <p:spPr>
                <a:xfrm>
                  <a:off x="8148957" y="32777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73" name="TextBox 172">
                  <a:extLst>
                    <a:ext uri="{FF2B5EF4-FFF2-40B4-BE49-F238E27FC236}">
                      <a16:creationId xmlns:a16="http://schemas.microsoft.com/office/drawing/2014/main" id="{4C06AA38-1612-6A93-21BB-70EA359FCE44}"/>
                    </a:ext>
                  </a:extLst>
                </p:cNvPr>
                <p:cNvSpPr txBox="1">
                  <a:spLocks noRot="1" noChangeAspect="1" noMove="1" noResize="1" noEditPoints="1" noAdjustHandles="1" noChangeArrowheads="1" noChangeShapeType="1" noTextEdit="1"/>
                </p:cNvSpPr>
                <p:nvPr/>
              </p:nvSpPr>
              <p:spPr>
                <a:xfrm>
                  <a:off x="8148957" y="3277786"/>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4" name="TextBox 173">
                  <a:extLst>
                    <a:ext uri="{FF2B5EF4-FFF2-40B4-BE49-F238E27FC236}">
                      <a16:creationId xmlns:a16="http://schemas.microsoft.com/office/drawing/2014/main" id="{80460AAE-AA39-FF16-B609-F2F0EE40DF05}"/>
                    </a:ext>
                  </a:extLst>
                </p:cNvPr>
                <p:cNvSpPr txBox="1"/>
                <p:nvPr/>
              </p:nvSpPr>
              <p:spPr>
                <a:xfrm>
                  <a:off x="7315200" y="533892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74" name="TextBox 173">
                  <a:extLst>
                    <a:ext uri="{FF2B5EF4-FFF2-40B4-BE49-F238E27FC236}">
                      <a16:creationId xmlns:a16="http://schemas.microsoft.com/office/drawing/2014/main" id="{80460AAE-AA39-FF16-B609-F2F0EE40DF05}"/>
                    </a:ext>
                  </a:extLst>
                </p:cNvPr>
                <p:cNvSpPr txBox="1">
                  <a:spLocks noRot="1" noChangeAspect="1" noMove="1" noResize="1" noEditPoints="1" noAdjustHandles="1" noChangeArrowheads="1" noChangeShapeType="1" noTextEdit="1"/>
                </p:cNvSpPr>
                <p:nvPr/>
              </p:nvSpPr>
              <p:spPr>
                <a:xfrm>
                  <a:off x="7315200" y="5338920"/>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A0659F17-1C24-F96F-A6AF-0A70BE1087B3}"/>
                    </a:ext>
                  </a:extLst>
                </p:cNvPr>
                <p:cNvSpPr txBox="1"/>
                <p:nvPr/>
              </p:nvSpPr>
              <p:spPr>
                <a:xfrm>
                  <a:off x="8529076" y="426884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p:sp>
              <p:nvSpPr>
                <p:cNvPr id="175" name="TextBox 174">
                  <a:extLst>
                    <a:ext uri="{FF2B5EF4-FFF2-40B4-BE49-F238E27FC236}">
                      <a16:creationId xmlns:a16="http://schemas.microsoft.com/office/drawing/2014/main" id="{A0659F17-1C24-F96F-A6AF-0A70BE1087B3}"/>
                    </a:ext>
                  </a:extLst>
                </p:cNvPr>
                <p:cNvSpPr txBox="1">
                  <a:spLocks noRot="1" noChangeAspect="1" noMove="1" noResize="1" noEditPoints="1" noAdjustHandles="1" noChangeArrowheads="1" noChangeShapeType="1" noTextEdit="1"/>
                </p:cNvSpPr>
                <p:nvPr/>
              </p:nvSpPr>
              <p:spPr>
                <a:xfrm>
                  <a:off x="8529076" y="4268840"/>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6" name="TextBox 175">
                  <a:extLst>
                    <a:ext uri="{FF2B5EF4-FFF2-40B4-BE49-F238E27FC236}">
                      <a16:creationId xmlns:a16="http://schemas.microsoft.com/office/drawing/2014/main" id="{CB7366F2-337C-6A62-9057-95C180D24C66}"/>
                    </a:ext>
                  </a:extLst>
                </p:cNvPr>
                <p:cNvSpPr txBox="1"/>
                <p:nvPr/>
              </p:nvSpPr>
              <p:spPr>
                <a:xfrm>
                  <a:off x="9468933" y="33528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76" name="TextBox 175">
                  <a:extLst>
                    <a:ext uri="{FF2B5EF4-FFF2-40B4-BE49-F238E27FC236}">
                      <a16:creationId xmlns:a16="http://schemas.microsoft.com/office/drawing/2014/main" id="{CB7366F2-337C-6A62-9057-95C180D24C66}"/>
                    </a:ext>
                  </a:extLst>
                </p:cNvPr>
                <p:cNvSpPr txBox="1">
                  <a:spLocks noRot="1" noChangeAspect="1" noMove="1" noResize="1" noEditPoints="1" noAdjustHandles="1" noChangeArrowheads="1" noChangeShapeType="1" noTextEdit="1"/>
                </p:cNvSpPr>
                <p:nvPr/>
              </p:nvSpPr>
              <p:spPr>
                <a:xfrm>
                  <a:off x="9468933" y="33528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1D10D103-2C2A-CC57-50D7-0A6F7673076B}"/>
                    </a:ext>
                  </a:extLst>
                </p:cNvPr>
                <p:cNvSpPr txBox="1"/>
                <p:nvPr/>
              </p:nvSpPr>
              <p:spPr>
                <a:xfrm>
                  <a:off x="8687490" y="55235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77" name="TextBox 176">
                  <a:extLst>
                    <a:ext uri="{FF2B5EF4-FFF2-40B4-BE49-F238E27FC236}">
                      <a16:creationId xmlns:a16="http://schemas.microsoft.com/office/drawing/2014/main" id="{1D10D103-2C2A-CC57-50D7-0A6F7673076B}"/>
                    </a:ext>
                  </a:extLst>
                </p:cNvPr>
                <p:cNvSpPr txBox="1">
                  <a:spLocks noRot="1" noChangeAspect="1" noMove="1" noResize="1" noEditPoints="1" noAdjustHandles="1" noChangeArrowheads="1" noChangeShapeType="1" noTextEdit="1"/>
                </p:cNvSpPr>
                <p:nvPr/>
              </p:nvSpPr>
              <p:spPr>
                <a:xfrm>
                  <a:off x="8687490" y="5523586"/>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8" name="TextBox 177">
                  <a:extLst>
                    <a:ext uri="{FF2B5EF4-FFF2-40B4-BE49-F238E27FC236}">
                      <a16:creationId xmlns:a16="http://schemas.microsoft.com/office/drawing/2014/main" id="{DB34DC73-2D5D-F33F-A1CF-3E17FD89079F}"/>
                    </a:ext>
                  </a:extLst>
                </p:cNvPr>
                <p:cNvSpPr txBox="1"/>
                <p:nvPr/>
              </p:nvSpPr>
              <p:spPr>
                <a:xfrm>
                  <a:off x="9944207" y="550815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78" name="TextBox 177">
                  <a:extLst>
                    <a:ext uri="{FF2B5EF4-FFF2-40B4-BE49-F238E27FC236}">
                      <a16:creationId xmlns:a16="http://schemas.microsoft.com/office/drawing/2014/main" id="{DB34DC73-2D5D-F33F-A1CF-3E17FD89079F}"/>
                    </a:ext>
                  </a:extLst>
                </p:cNvPr>
                <p:cNvSpPr txBox="1">
                  <a:spLocks noRot="1" noChangeAspect="1" noMove="1" noResize="1" noEditPoints="1" noAdjustHandles="1" noChangeArrowheads="1" noChangeShapeType="1" noTextEdit="1"/>
                </p:cNvSpPr>
                <p:nvPr/>
              </p:nvSpPr>
              <p:spPr>
                <a:xfrm>
                  <a:off x="9944207" y="550815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DCC898EB-EBD5-1D4A-8CB2-095DD1B664BE}"/>
                    </a:ext>
                  </a:extLst>
                </p:cNvPr>
                <p:cNvSpPr txBox="1"/>
                <p:nvPr/>
              </p:nvSpPr>
              <p:spPr>
                <a:xfrm>
                  <a:off x="10366649" y="3722132"/>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79" name="TextBox 178">
                  <a:extLst>
                    <a:ext uri="{FF2B5EF4-FFF2-40B4-BE49-F238E27FC236}">
                      <a16:creationId xmlns:a16="http://schemas.microsoft.com/office/drawing/2014/main" id="{DCC898EB-EBD5-1D4A-8CB2-095DD1B664BE}"/>
                    </a:ext>
                  </a:extLst>
                </p:cNvPr>
                <p:cNvSpPr txBox="1">
                  <a:spLocks noRot="1" noChangeAspect="1" noMove="1" noResize="1" noEditPoints="1" noAdjustHandles="1" noChangeArrowheads="1" noChangeShapeType="1" noTextEdit="1"/>
                </p:cNvSpPr>
                <p:nvPr/>
              </p:nvSpPr>
              <p:spPr>
                <a:xfrm>
                  <a:off x="10366649" y="3722132"/>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0" name="TextBox 179">
                  <a:extLst>
                    <a:ext uri="{FF2B5EF4-FFF2-40B4-BE49-F238E27FC236}">
                      <a16:creationId xmlns:a16="http://schemas.microsoft.com/office/drawing/2014/main" id="{0C8388A9-2D5A-E7FD-BEDA-3F8161AD0BCE}"/>
                    </a:ext>
                  </a:extLst>
                </p:cNvPr>
                <p:cNvSpPr txBox="1"/>
                <p:nvPr/>
              </p:nvSpPr>
              <p:spPr>
                <a:xfrm>
                  <a:off x="11225468" y="4395879"/>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80" name="TextBox 179">
                  <a:extLst>
                    <a:ext uri="{FF2B5EF4-FFF2-40B4-BE49-F238E27FC236}">
                      <a16:creationId xmlns:a16="http://schemas.microsoft.com/office/drawing/2014/main" id="{0C8388A9-2D5A-E7FD-BEDA-3F8161AD0BCE}"/>
                    </a:ext>
                  </a:extLst>
                </p:cNvPr>
                <p:cNvSpPr txBox="1">
                  <a:spLocks noRot="1" noChangeAspect="1" noMove="1" noResize="1" noEditPoints="1" noAdjustHandles="1" noChangeArrowheads="1" noChangeShapeType="1" noTextEdit="1"/>
                </p:cNvSpPr>
                <p:nvPr/>
              </p:nvSpPr>
              <p:spPr>
                <a:xfrm>
                  <a:off x="11225468" y="4395879"/>
                  <a:ext cx="433132" cy="369332"/>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2A112243-9437-FF78-EDF2-22BEE8582D61}"/>
                  </a:ext>
                </a:extLst>
              </p14:cNvPr>
              <p14:cNvContentPartPr/>
              <p14:nvPr/>
            </p14:nvContentPartPr>
            <p14:xfrm>
              <a:off x="1143000" y="1203120"/>
              <a:ext cx="8981640" cy="5067360"/>
            </p14:xfrm>
          </p:contentPart>
        </mc:Choice>
        <mc:Fallback>
          <p:pic>
            <p:nvPicPr>
              <p:cNvPr id="6" name="Ink 5">
                <a:extLst>
                  <a:ext uri="{FF2B5EF4-FFF2-40B4-BE49-F238E27FC236}">
                    <a16:creationId xmlns:a16="http://schemas.microsoft.com/office/drawing/2014/main" id="{2A112243-9437-FF78-EDF2-22BEE8582D61}"/>
                  </a:ext>
                </a:extLst>
              </p:cNvPr>
              <p:cNvPicPr/>
              <p:nvPr/>
            </p:nvPicPr>
            <p:blipFill>
              <a:blip r:embed="rId12"/>
              <a:stretch>
                <a:fillRect/>
              </a:stretch>
            </p:blipFill>
            <p:spPr>
              <a:xfrm>
                <a:off x="1133640" y="1193760"/>
                <a:ext cx="9000360" cy="5086080"/>
              </a:xfrm>
              <a:prstGeom prst="rect">
                <a:avLst/>
              </a:prstGeom>
            </p:spPr>
          </p:pic>
        </mc:Fallback>
      </mc:AlternateContent>
    </p:spTree>
    <p:extLst>
      <p:ext uri="{BB962C8B-B14F-4D97-AF65-F5344CB8AC3E}">
        <p14:creationId xmlns:p14="http://schemas.microsoft.com/office/powerpoint/2010/main" val="816096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C67-6614-E0A8-7DC3-D73D18C35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A7FC5-8995-DDCE-5A34-094DFA6BF07E}"/>
              </a:ext>
            </a:extLst>
          </p:cNvPr>
          <p:cNvSpPr>
            <a:spLocks noGrp="1"/>
          </p:cNvSpPr>
          <p:nvPr>
            <p:ph type="title"/>
          </p:nvPr>
        </p:nvSpPr>
        <p:spPr/>
        <p:txBody>
          <a:bodyPr>
            <a:normAutofit/>
          </a:bodyPr>
          <a:lstStyle/>
          <a:p>
            <a:r>
              <a:rPr lang="en-US" dirty="0"/>
              <a:t>Dijkstra’s</a:t>
            </a:r>
          </a:p>
        </p:txBody>
      </p:sp>
      <p:sp>
        <p:nvSpPr>
          <p:cNvPr id="5" name="TextBox 4">
            <a:extLst>
              <a:ext uri="{FF2B5EF4-FFF2-40B4-BE49-F238E27FC236}">
                <a16:creationId xmlns:a16="http://schemas.microsoft.com/office/drawing/2014/main" id="{7D00DF9E-D981-B9DE-0213-A6EC4281A681}"/>
              </a:ext>
            </a:extLst>
          </p:cNvPr>
          <p:cNvSpPr txBox="1"/>
          <p:nvPr/>
        </p:nvSpPr>
        <p:spPr>
          <a:xfrm>
            <a:off x="978905" y="1337488"/>
            <a:ext cx="5532582" cy="5324535"/>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a:t>
            </a:r>
            <a:r>
              <a:rPr lang="en-US" sz="2000" dirty="0" err="1"/>
              <a:t>PQ.decreaseKey</a:t>
            </a:r>
            <a:r>
              <a:rPr lang="en-US" sz="2000" dirty="0"/>
              <a:t>(v, d)</a:t>
            </a:r>
          </a:p>
          <a:p>
            <a:r>
              <a:rPr lang="en-US" sz="2000" dirty="0"/>
              <a:t>         </a:t>
            </a:r>
          </a:p>
          <a:p>
            <a:endParaRPr lang="en-US" sz="2000" dirty="0"/>
          </a:p>
        </p:txBody>
      </p:sp>
      <p:sp>
        <p:nvSpPr>
          <p:cNvPr id="3" name="TextBox 2">
            <a:extLst>
              <a:ext uri="{FF2B5EF4-FFF2-40B4-BE49-F238E27FC236}">
                <a16:creationId xmlns:a16="http://schemas.microsoft.com/office/drawing/2014/main" id="{5340215A-8216-593A-BB1F-9A3C595197B4}"/>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6" name="TextBox 5">
            <a:extLst>
              <a:ext uri="{FF2B5EF4-FFF2-40B4-BE49-F238E27FC236}">
                <a16:creationId xmlns:a16="http://schemas.microsoft.com/office/drawing/2014/main" id="{2BF61ED2-533A-F37C-7346-ECD82951558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sp>
        <p:nvSpPr>
          <p:cNvPr id="7" name="TextBox 6">
            <a:extLst>
              <a:ext uri="{FF2B5EF4-FFF2-40B4-BE49-F238E27FC236}">
                <a16:creationId xmlns:a16="http://schemas.microsoft.com/office/drawing/2014/main" id="{D478637C-220B-9777-0D27-9DDCFF148B61}"/>
              </a:ext>
            </a:extLst>
          </p:cNvPr>
          <p:cNvSpPr txBox="1"/>
          <p:nvPr/>
        </p:nvSpPr>
        <p:spPr>
          <a:xfrm>
            <a:off x="6391564" y="3208631"/>
            <a:ext cx="5881254" cy="923330"/>
          </a:xfrm>
          <a:prstGeom prst="rect">
            <a:avLst/>
          </a:prstGeom>
          <a:noFill/>
        </p:spPr>
        <p:txBody>
          <a:bodyPr wrap="square">
            <a:spAutoFit/>
          </a:bodyPr>
          <a:lstStyle/>
          <a:p>
            <a:r>
              <a:rPr lang="en-US" dirty="0">
                <a:solidFill>
                  <a:srgbClr val="FF0000"/>
                </a:solidFill>
              </a:rPr>
              <a:t>Seen = added to the priority queue</a:t>
            </a:r>
          </a:p>
          <a:p>
            <a:r>
              <a:rPr lang="en-US" dirty="0">
                <a:solidFill>
                  <a:srgbClr val="FF0000"/>
                </a:solidFill>
              </a:rPr>
              <a:t>Done = removed from the priority queue</a:t>
            </a:r>
          </a:p>
          <a:p>
            <a:r>
              <a:rPr lang="en-US" dirty="0">
                <a:solidFill>
                  <a:srgbClr val="FF0000"/>
                </a:solidFill>
              </a:rPr>
              <a:t>When it’s done we’ve found the shortest path to that node</a:t>
            </a:r>
          </a:p>
        </p:txBody>
      </p:sp>
      <p:grpSp>
        <p:nvGrpSpPr>
          <p:cNvPr id="22" name="Group 21" descr="In the pseudocode, we have the inner for loop that states &quot;for each neighbor of curr&quot;. For a particular node v, this loop runs deg(v) times. Across all nodes, this for loop therefore iterates |E| times.&#10;&#10;Within the for loop we do a constant number of priority queue operations, where the maximum size of the priority queue is |V|. Therefore each iteration of the for loop is worse case O(log |V|) time.&#10;&#10;Combined, we have an overall running time of |E| log |V|.">
            <a:extLst>
              <a:ext uri="{FF2B5EF4-FFF2-40B4-BE49-F238E27FC236}">
                <a16:creationId xmlns:a16="http://schemas.microsoft.com/office/drawing/2014/main" id="{EF6DB139-9AF5-70F7-A2C3-3BBBCA5191CC}"/>
              </a:ext>
            </a:extLst>
          </p:cNvPr>
          <p:cNvGrpSpPr/>
          <p:nvPr/>
        </p:nvGrpSpPr>
        <p:grpSpPr>
          <a:xfrm>
            <a:off x="23558" y="3223492"/>
            <a:ext cx="10746042" cy="2743200"/>
            <a:chOff x="23558" y="3223492"/>
            <a:chExt cx="10746042" cy="274320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C31AF8-92A6-EE59-FD08-444176A0FBAD}"/>
                    </a:ext>
                  </a:extLst>
                </p:cNvPr>
                <p:cNvSpPr txBox="1"/>
                <p:nvPr/>
              </p:nvSpPr>
              <p:spPr>
                <a:xfrm>
                  <a:off x="7894783" y="5108803"/>
                  <a:ext cx="2874817" cy="369332"/>
                </a:xfrm>
                <a:prstGeom prst="rect">
                  <a:avLst/>
                </a:prstGeom>
                <a:noFill/>
              </p:spPr>
              <p:txBody>
                <a:bodyPr wrap="square">
                  <a:spAutoFit/>
                </a:bodyPr>
                <a:lstStyle/>
                <a:p>
                  <a:r>
                    <a:rPr lang="en-US" dirty="0">
                      <a:solidFill>
                        <a:srgbClr val="0070C0"/>
                      </a:solidFill>
                    </a:rPr>
                    <a:t>Running time: </a:t>
                  </a:r>
                  <a14:m>
                    <m:oMath xmlns:m="http://schemas.openxmlformats.org/officeDocument/2006/math">
                      <m:r>
                        <m:rPr>
                          <m:sty m:val="p"/>
                        </m:rPr>
                        <a:rPr lang="en-US" b="0" i="0" smtClean="0">
                          <a:solidFill>
                            <a:srgbClr val="0070C0"/>
                          </a:solidFill>
                          <a:latin typeface="Cambria Math" panose="02040503050406030204" pitchFamily="18" charset="0"/>
                        </a:rPr>
                        <m:t>Θ</m:t>
                      </m:r>
                      <m:d>
                        <m:dPr>
                          <m:ctrlPr>
                            <a:rPr lang="en-US" b="0" i="1" smtClean="0">
                              <a:solidFill>
                                <a:srgbClr val="0070C0"/>
                              </a:solidFill>
                              <a:latin typeface="Cambria Math" panose="02040503050406030204" pitchFamily="18" charset="0"/>
                            </a:rPr>
                          </m:ctrlPr>
                        </m:dPr>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𝐸</m:t>
                              </m:r>
                            </m:e>
                          </m:d>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e>
                      </m:d>
                    </m:oMath>
                  </a14:m>
                  <a:endParaRPr lang="en-US" dirty="0">
                    <a:solidFill>
                      <a:srgbClr val="0070C0"/>
                    </a:solidFill>
                  </a:endParaRPr>
                </a:p>
              </p:txBody>
            </p:sp>
          </mc:Choice>
          <mc:Fallback xmlns="">
            <p:sp>
              <p:nvSpPr>
                <p:cNvPr id="8" name="TextBox 7">
                  <a:extLst>
                    <a:ext uri="{FF2B5EF4-FFF2-40B4-BE49-F238E27FC236}">
                      <a16:creationId xmlns:a16="http://schemas.microsoft.com/office/drawing/2014/main" id="{00C31AF8-92A6-EE59-FD08-444176A0FBAD}"/>
                    </a:ext>
                  </a:extLst>
                </p:cNvPr>
                <p:cNvSpPr txBox="1">
                  <a:spLocks noRot="1" noChangeAspect="1" noMove="1" noResize="1" noEditPoints="1" noAdjustHandles="1" noChangeArrowheads="1" noChangeShapeType="1" noTextEdit="1"/>
                </p:cNvSpPr>
                <p:nvPr/>
              </p:nvSpPr>
              <p:spPr>
                <a:xfrm>
                  <a:off x="7894783" y="5108803"/>
                  <a:ext cx="2874817" cy="369332"/>
                </a:xfrm>
                <a:prstGeom prst="rect">
                  <a:avLst/>
                </a:prstGeom>
                <a:blipFill>
                  <a:blip r:embed="rId2"/>
                  <a:stretch>
                    <a:fillRect l="-1695" t="-8197" b="-24590"/>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14546CC3-7E9D-B6AF-E341-25FA8C652CA3}"/>
                </a:ext>
              </a:extLst>
            </p:cNvPr>
            <p:cNvSpPr/>
            <p:nvPr/>
          </p:nvSpPr>
          <p:spPr>
            <a:xfrm>
              <a:off x="810492" y="3223492"/>
              <a:ext cx="584200" cy="27432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4BEF50-2E7E-3A91-37F6-6F058E680EF7}"/>
                    </a:ext>
                  </a:extLst>
                </p:cNvPr>
                <p:cNvSpPr txBox="1"/>
                <p:nvPr/>
              </p:nvSpPr>
              <p:spPr>
                <a:xfrm>
                  <a:off x="23558" y="4185274"/>
                  <a:ext cx="1107579" cy="646331"/>
                </a:xfrm>
                <a:prstGeom prst="rect">
                  <a:avLst/>
                </a:prstGeom>
                <a:noFill/>
              </p:spPr>
              <p:txBody>
                <a:bodyPr wrap="square">
                  <a:spAutoFit/>
                </a:bodyPr>
                <a:lstStyle/>
                <a:p>
                  <a:r>
                    <a:rPr lang="en-US" dirty="0">
                      <a:solidFill>
                        <a:srgbClr val="0070C0"/>
                      </a:solidFill>
                    </a:rPr>
                    <a:t>Loops </a:t>
                  </a:r>
                  <a14:m>
                    <m:oMath xmlns:m="http://schemas.openxmlformats.org/officeDocument/2006/math">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𝐸</m:t>
                      </m:r>
                      <m:r>
                        <a:rPr lang="en-US" b="0" i="1" smtClean="0">
                          <a:solidFill>
                            <a:srgbClr val="0070C0"/>
                          </a:solidFill>
                          <a:latin typeface="Cambria Math" panose="02040503050406030204" pitchFamily="18" charset="0"/>
                        </a:rPr>
                        <m:t>|</m:t>
                      </m:r>
                    </m:oMath>
                  </a14:m>
                  <a:r>
                    <a:rPr lang="en-US" dirty="0">
                      <a:solidFill>
                        <a:srgbClr val="0070C0"/>
                      </a:solidFill>
                    </a:rPr>
                    <a:t> times</a:t>
                  </a:r>
                </a:p>
              </p:txBody>
            </p:sp>
          </mc:Choice>
          <mc:Fallback xmlns="">
            <p:sp>
              <p:nvSpPr>
                <p:cNvPr id="11" name="TextBox 10">
                  <a:extLst>
                    <a:ext uri="{FF2B5EF4-FFF2-40B4-BE49-F238E27FC236}">
                      <a16:creationId xmlns:a16="http://schemas.microsoft.com/office/drawing/2014/main" id="{5F4BEF50-2E7E-3A91-37F6-6F058E680EF7}"/>
                    </a:ext>
                  </a:extLst>
                </p:cNvPr>
                <p:cNvSpPr txBox="1">
                  <a:spLocks noRot="1" noChangeAspect="1" noMove="1" noResize="1" noEditPoints="1" noAdjustHandles="1" noChangeArrowheads="1" noChangeShapeType="1" noTextEdit="1"/>
                </p:cNvSpPr>
                <p:nvPr/>
              </p:nvSpPr>
              <p:spPr>
                <a:xfrm>
                  <a:off x="23558" y="4185274"/>
                  <a:ext cx="1107579" cy="646331"/>
                </a:xfrm>
                <a:prstGeom prst="rect">
                  <a:avLst/>
                </a:prstGeom>
                <a:blipFill>
                  <a:blip r:embed="rId3"/>
                  <a:stretch>
                    <a:fillRect l="-494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7543FA-9328-F538-F0B8-482E05D0D519}"/>
                    </a:ext>
                  </a:extLst>
                </p:cNvPr>
                <p:cNvSpPr txBox="1"/>
                <p:nvPr/>
              </p:nvSpPr>
              <p:spPr>
                <a:xfrm>
                  <a:off x="6093565" y="4739241"/>
                  <a:ext cx="1371253" cy="923330"/>
                </a:xfrm>
                <a:prstGeom prst="rect">
                  <a:avLst/>
                </a:prstGeom>
                <a:noFill/>
              </p:spPr>
              <p:txBody>
                <a:bodyPr wrap="square">
                  <a:spAutoFit/>
                </a:bodyPr>
                <a:lstStyle/>
                <a:p>
                  <a:r>
                    <a:rPr lang="en-US" dirty="0">
                      <a:solidFill>
                        <a:srgbClr val="0070C0"/>
                      </a:solidFill>
                    </a:rPr>
                    <a:t>Worst case </a:t>
                  </a:r>
                  <a14:m>
                    <m:oMath xmlns:m="http://schemas.openxmlformats.org/officeDocument/2006/math">
                      <m:r>
                        <m:rPr>
                          <m:sty m:val="p"/>
                        </m:rPr>
                        <a:rPr lang="en-US" b="0" i="0" smtClean="0">
                          <a:solidFill>
                            <a:srgbClr val="0070C0"/>
                          </a:solidFill>
                          <a:latin typeface="Cambria Math" panose="02040503050406030204" pitchFamily="18" charset="0"/>
                        </a:rPr>
                        <m:t>Θ</m:t>
                      </m:r>
                      <m:r>
                        <a:rPr lang="en-US" b="0" i="1" smtClean="0">
                          <a:solidFill>
                            <a:srgbClr val="0070C0"/>
                          </a:solidFill>
                          <a:latin typeface="Cambria Math" panose="02040503050406030204" pitchFamily="18" charset="0"/>
                        </a:rPr>
                        <m:t>(</m:t>
                      </m:r>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r>
                        <a:rPr lang="en-US" b="0" i="1" smtClean="0">
                          <a:solidFill>
                            <a:srgbClr val="0070C0"/>
                          </a:solidFill>
                          <a:latin typeface="Cambria Math" panose="02040503050406030204" pitchFamily="18" charset="0"/>
                        </a:rPr>
                        <m:t>)</m:t>
                      </m:r>
                    </m:oMath>
                  </a14:m>
                  <a:r>
                    <a:rPr lang="en-US" dirty="0">
                      <a:solidFill>
                        <a:srgbClr val="0070C0"/>
                      </a:solidFill>
                    </a:rPr>
                    <a:t> each</a:t>
                  </a:r>
                </a:p>
              </p:txBody>
            </p:sp>
          </mc:Choice>
          <mc:Fallback xmlns="">
            <p:sp>
              <p:nvSpPr>
                <p:cNvPr id="12" name="TextBox 11">
                  <a:extLst>
                    <a:ext uri="{FF2B5EF4-FFF2-40B4-BE49-F238E27FC236}">
                      <a16:creationId xmlns:a16="http://schemas.microsoft.com/office/drawing/2014/main" id="{BD7543FA-9328-F538-F0B8-482E05D0D519}"/>
                    </a:ext>
                  </a:extLst>
                </p:cNvPr>
                <p:cNvSpPr txBox="1">
                  <a:spLocks noRot="1" noChangeAspect="1" noMove="1" noResize="1" noEditPoints="1" noAdjustHandles="1" noChangeArrowheads="1" noChangeShapeType="1" noTextEdit="1"/>
                </p:cNvSpPr>
                <p:nvPr/>
              </p:nvSpPr>
              <p:spPr>
                <a:xfrm>
                  <a:off x="6093565" y="4739241"/>
                  <a:ext cx="1371253" cy="923330"/>
                </a:xfrm>
                <a:prstGeom prst="rect">
                  <a:avLst/>
                </a:prstGeom>
                <a:blipFill>
                  <a:blip r:embed="rId4"/>
                  <a:stretch>
                    <a:fillRect l="-4000" t="-3289"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F44557C-90DF-9AFD-DFDA-659D0AAD740C}"/>
                </a:ext>
              </a:extLst>
            </p:cNvPr>
            <p:cNvCxnSpPr>
              <a:cxnSpLocks/>
              <a:stCxn id="12" idx="1"/>
            </p:cNvCxnSpPr>
            <p:nvPr/>
          </p:nvCxnSpPr>
          <p:spPr>
            <a:xfrm flipH="1" flipV="1">
              <a:off x="3509818" y="4913745"/>
              <a:ext cx="2583747" cy="287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8D7CDF-F47D-2694-EC18-AE8EE557C879}"/>
                </a:ext>
              </a:extLst>
            </p:cNvPr>
            <p:cNvCxnSpPr>
              <a:cxnSpLocks/>
              <a:stCxn id="12" idx="1"/>
            </p:cNvCxnSpPr>
            <p:nvPr/>
          </p:nvCxnSpPr>
          <p:spPr>
            <a:xfrm flipH="1">
              <a:off x="3980873" y="5200906"/>
              <a:ext cx="2112692" cy="600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26AFDD86-97FB-BA53-48DB-B616CD3DA844}"/>
                  </a:ext>
                </a:extLst>
              </p14:cNvPr>
              <p14:cNvContentPartPr/>
              <p14:nvPr/>
            </p14:nvContentPartPr>
            <p14:xfrm>
              <a:off x="3207600" y="1589040"/>
              <a:ext cx="738000" cy="753480"/>
            </p14:xfrm>
          </p:contentPart>
        </mc:Choice>
        <mc:Fallback>
          <p:pic>
            <p:nvPicPr>
              <p:cNvPr id="9" name="Ink 8">
                <a:extLst>
                  <a:ext uri="{FF2B5EF4-FFF2-40B4-BE49-F238E27FC236}">
                    <a16:creationId xmlns:a16="http://schemas.microsoft.com/office/drawing/2014/main" id="{26AFDD86-97FB-BA53-48DB-B616CD3DA844}"/>
                  </a:ext>
                </a:extLst>
              </p:cNvPr>
              <p:cNvPicPr/>
              <p:nvPr/>
            </p:nvPicPr>
            <p:blipFill>
              <a:blip r:embed="rId6"/>
              <a:stretch>
                <a:fillRect/>
              </a:stretch>
            </p:blipFill>
            <p:spPr>
              <a:xfrm>
                <a:off x="3198240" y="1579680"/>
                <a:ext cx="756720" cy="772200"/>
              </a:xfrm>
              <a:prstGeom prst="rect">
                <a:avLst/>
              </a:prstGeom>
            </p:spPr>
          </p:pic>
        </mc:Fallback>
      </mc:AlternateContent>
    </p:spTree>
    <p:extLst>
      <p:ext uri="{BB962C8B-B14F-4D97-AF65-F5344CB8AC3E}">
        <p14:creationId xmlns:p14="http://schemas.microsoft.com/office/powerpoint/2010/main" val="1522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(1/8)</a:t>
            </a:r>
          </a:p>
        </p:txBody>
      </p:sp>
      <p:sp>
        <p:nvSpPr>
          <p:cNvPr id="8" name="TextBox 7">
            <a:extLst>
              <a:ext uri="{FF2B5EF4-FFF2-40B4-BE49-F238E27FC236}">
                <a16:creationId xmlns:a16="http://schemas.microsoft.com/office/drawing/2014/main" id="{2EDA24C6-DAB3-0D4B-C96F-39837370389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549A59E0-910E-8F4C-8D9E-2EF7803C459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The source of our single-source shortest paths will be node 0. To begin, 0 is marked as seen by not done and has distance 0. 0 is the only node on the priority queue. All other nodes are neither seen nor done and their distance is infinity.">
            <a:extLst>
              <a:ext uri="{FF2B5EF4-FFF2-40B4-BE49-F238E27FC236}">
                <a16:creationId xmlns:a16="http://schemas.microsoft.com/office/drawing/2014/main" id="{C5F99991-0ED0-7652-2AC9-F2DB27C3FAB8}"/>
              </a:ext>
            </a:extLst>
          </p:cNvPr>
          <p:cNvGrpSpPr/>
          <p:nvPr/>
        </p:nvGrpSpPr>
        <p:grpSpPr>
          <a:xfrm>
            <a:off x="6308046" y="3183900"/>
            <a:ext cx="4616614" cy="2970614"/>
            <a:chOff x="6308046" y="3183900"/>
            <a:chExt cx="4616614" cy="29706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331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331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grpSp>
      <p:sp>
        <p:nvSpPr>
          <p:cNvPr id="43" name="TextBox 42"/>
          <p:cNvSpPr txBox="1"/>
          <p:nvPr/>
        </p:nvSpPr>
        <p:spPr>
          <a:xfrm>
            <a:off x="1905001" y="1143000"/>
            <a:ext cx="3381894"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208197" r="-1869" b="-722951"/>
                          </a:stretch>
                        </a:blip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308197" r="-1869" b="-622951"/>
                          </a:stretch>
                        </a:blip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390F552A-BE88-A970-5868-6BE5886BC413}"/>
                  </a:ext>
                </a:extLst>
              </p14:cNvPr>
              <p14:cNvContentPartPr/>
              <p14:nvPr/>
            </p14:nvContentPartPr>
            <p14:xfrm>
              <a:off x="1235160" y="2688120"/>
              <a:ext cx="6846120" cy="3343680"/>
            </p14:xfrm>
          </p:contentPart>
        </mc:Choice>
        <mc:Fallback>
          <p:pic>
            <p:nvPicPr>
              <p:cNvPr id="6" name="Ink 5">
                <a:extLst>
                  <a:ext uri="{FF2B5EF4-FFF2-40B4-BE49-F238E27FC236}">
                    <a16:creationId xmlns:a16="http://schemas.microsoft.com/office/drawing/2014/main" id="{390F552A-BE88-A970-5868-6BE5886BC413}"/>
                  </a:ext>
                </a:extLst>
              </p:cNvPr>
              <p:cNvPicPr/>
              <p:nvPr/>
            </p:nvPicPr>
            <p:blipFill>
              <a:blip r:embed="rId12"/>
              <a:stretch>
                <a:fillRect/>
              </a:stretch>
            </p:blipFill>
            <p:spPr>
              <a:xfrm>
                <a:off x="1225800" y="2678760"/>
                <a:ext cx="6864840" cy="3362400"/>
              </a:xfrm>
              <a:prstGeom prst="rect">
                <a:avLst/>
              </a:prstGeom>
            </p:spPr>
          </p:pic>
        </mc:Fallback>
      </mc:AlternateContent>
    </p:spTree>
    <p:extLst>
      <p:ext uri="{BB962C8B-B14F-4D97-AF65-F5344CB8AC3E}">
        <p14:creationId xmlns:p14="http://schemas.microsoft.com/office/powerpoint/2010/main" val="723040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(2/8)</a:t>
            </a:r>
          </a:p>
        </p:txBody>
      </p:sp>
      <p:sp>
        <p:nvSpPr>
          <p:cNvPr id="9" name="TextBox 8">
            <a:extLst>
              <a:ext uri="{FF2B5EF4-FFF2-40B4-BE49-F238E27FC236}">
                <a16:creationId xmlns:a16="http://schemas.microsoft.com/office/drawing/2014/main" id="{E7A5B5C9-A27D-79D0-2A89-02B238BE9C0B}"/>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32719A18-4BE2-4E25-34C9-90BF039CFBB7}"/>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At each step we will remove the node with the smallest priority from the priority queue. In this case, 0 is the only node in the priority queue, and so we remove 0. We mark 0 as done.&#10;&#10;The neighbors of 0 are 1 and 2. Because 0 had distance 0 from the source, and the edge (0,1) had weight 10, there is a path to node 1 with cost 0+10=10. Since 1 was not yet seen, we mark 1 as seen and then add it to the priority queue with priority 10.&#10;&#10;Because 0 had distance 0 from the source, and the edge (0,2) had weight 12, there is a path to node 2 with cost 0+12=12. Since 2 was not yet seen, we mark 2 as seen and then add it to the priority queue with priority 12.">
            <a:extLst>
              <a:ext uri="{FF2B5EF4-FFF2-40B4-BE49-F238E27FC236}">
                <a16:creationId xmlns:a16="http://schemas.microsoft.com/office/drawing/2014/main" id="{F6DCA0C1-7211-F734-939C-8289CDBE2E31}"/>
              </a:ext>
            </a:extLst>
          </p:cNvPr>
          <p:cNvGrpSpPr/>
          <p:nvPr/>
        </p:nvGrpSpPr>
        <p:grpSpPr>
          <a:xfrm>
            <a:off x="6094057" y="3183900"/>
            <a:ext cx="4830603" cy="2970614"/>
            <a:chOff x="6094057" y="3183900"/>
            <a:chExt cx="4830603" cy="2970614"/>
          </a:xfrm>
        </p:grpSpPr>
        <p:cxnSp>
          <p:nvCxnSpPr>
            <p:cNvPr id="45" name="Straight Connector 44"/>
            <p:cNvCxnSpPr>
              <a:stCxn id="111" idx="7"/>
              <a:endCxn id="112" idx="2"/>
            </p:cNvCxnSpPr>
            <p:nvPr/>
          </p:nvCxnSpPr>
          <p:spPr>
            <a:xfrm flipV="1">
              <a:off x="6610687" y="3637978"/>
              <a:ext cx="974896" cy="62859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7920754" y="3637978"/>
              <a:ext cx="986191" cy="342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6492186" y="4552659"/>
              <a:ext cx="560220" cy="68322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7289409" y="4717992"/>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7289409" y="5472883"/>
              <a:ext cx="894245" cy="36915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8291772" y="4717992"/>
              <a:ext cx="59468" cy="95646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8291772" y="3790691"/>
              <a:ext cx="664258" cy="6902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8518825" y="5792955"/>
              <a:ext cx="1120694" cy="49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9074531" y="3839775"/>
              <a:ext cx="564988" cy="171617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9193032" y="3790691"/>
              <a:ext cx="596853" cy="32337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9758020" y="4232568"/>
              <a:ext cx="80950" cy="127430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10075972" y="4232568"/>
              <a:ext cx="562601" cy="4406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9925606" y="4910269"/>
              <a:ext cx="712967" cy="7641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6825611" y="3584662"/>
              <a:ext cx="418704" cy="369332"/>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10305090" y="4174954"/>
              <a:ext cx="301686" cy="369332"/>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8868663" y="5785182"/>
              <a:ext cx="301686" cy="369332"/>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10273606" y="5354382"/>
              <a:ext cx="418704" cy="369332"/>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9756714" y="4499062"/>
              <a:ext cx="301686" cy="369332"/>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9014810" y="4412487"/>
              <a:ext cx="301686" cy="369332"/>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9317015" y="3652641"/>
              <a:ext cx="301686" cy="369332"/>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8321820" y="5120066"/>
              <a:ext cx="301686" cy="369332"/>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8325468" y="3965662"/>
              <a:ext cx="301686" cy="369332"/>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7663955" y="4909744"/>
              <a:ext cx="301686" cy="369332"/>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7556163" y="5680391"/>
              <a:ext cx="301686" cy="369332"/>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8173270" y="3367274"/>
              <a:ext cx="301686" cy="369332"/>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6492186" y="4826333"/>
              <a:ext cx="418704" cy="369332"/>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7170907" y="3805564"/>
              <a:ext cx="582261" cy="1381232"/>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48131" y="4281652"/>
              <a:ext cx="301686" cy="369332"/>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6324600" y="4217488"/>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7585583" y="347039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7003322" y="518679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8005685" y="443190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8906945" y="350460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8183654" y="567445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9590435" y="55068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10589489" y="4624182"/>
              <a:ext cx="335171" cy="335171"/>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9789885" y="394648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128">
              <a:extLst>
                <a:ext uri="{FF2B5EF4-FFF2-40B4-BE49-F238E27FC236}">
                  <a16:creationId xmlns:a16="http://schemas.microsoft.com/office/drawing/2014/main" id="{55A2AC7A-2AFB-5043-31ED-CB388B10C1C8}"/>
                </a:ext>
              </a:extLst>
            </p:cNvPr>
            <p:cNvSpPr/>
            <p:nvPr/>
          </p:nvSpPr>
          <p:spPr>
            <a:xfrm>
              <a:off x="6094057" y="3839848"/>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5F6AB394-6921-160F-4196-740416EB0A63}"/>
                  </a:ext>
                </a:extLst>
              </p14:cNvPr>
              <p14:cNvContentPartPr/>
              <p14:nvPr/>
            </p14:nvContentPartPr>
            <p14:xfrm>
              <a:off x="592920" y="2862720"/>
              <a:ext cx="8787960" cy="3432240"/>
            </p14:xfrm>
          </p:contentPart>
        </mc:Choice>
        <mc:Fallback>
          <p:pic>
            <p:nvPicPr>
              <p:cNvPr id="6" name="Ink 5">
                <a:extLst>
                  <a:ext uri="{FF2B5EF4-FFF2-40B4-BE49-F238E27FC236}">
                    <a16:creationId xmlns:a16="http://schemas.microsoft.com/office/drawing/2014/main" id="{5F6AB394-6921-160F-4196-740416EB0A63}"/>
                  </a:ext>
                </a:extLst>
              </p:cNvPr>
              <p:cNvPicPr/>
              <p:nvPr/>
            </p:nvPicPr>
            <p:blipFill>
              <a:blip r:embed="rId12"/>
              <a:stretch>
                <a:fillRect/>
              </a:stretch>
            </p:blipFill>
            <p:spPr>
              <a:xfrm>
                <a:off x="583560" y="2853360"/>
                <a:ext cx="8806680" cy="3450960"/>
              </a:xfrm>
              <a:prstGeom prst="rect">
                <a:avLst/>
              </a:prstGeom>
            </p:spPr>
          </p:pic>
        </mc:Fallback>
      </mc:AlternateContent>
    </p:spTree>
    <p:extLst>
      <p:ext uri="{BB962C8B-B14F-4D97-AF65-F5344CB8AC3E}">
        <p14:creationId xmlns:p14="http://schemas.microsoft.com/office/powerpoint/2010/main" val="950633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(3/8)</a:t>
            </a:r>
          </a:p>
        </p:txBody>
      </p:sp>
      <p:sp>
        <p:nvSpPr>
          <p:cNvPr id="9" name="TextBox 8">
            <a:extLst>
              <a:ext uri="{FF2B5EF4-FFF2-40B4-BE49-F238E27FC236}">
                <a16:creationId xmlns:a16="http://schemas.microsoft.com/office/drawing/2014/main" id="{4602EFD5-44CF-8D2A-1EDE-EDDE2D634DD8}"/>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206CBF64-E216-A0AB-6859-997EAFD84173}"/>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1 from the priority queue, which has distance 10. We mark 1 as done.&#10;&#10;The undone neighbors of 1 are 2 and 4. Because 1 had distance 10 from the source, and the edge (0,2) had weight 9, there is a path to node 2 with cost 10+9=19. 1 was already seen and has distance 12. Since 12&lt;19, we make no updates to node 2.&#10;&#10;The edge (1,4) had weight 8, so there is a path to node 4 with cost 10+8=18. Since 4 was not yet seen, we mark 4 as seen and then add it to the priority queue with priority 18.">
            <a:extLst>
              <a:ext uri="{FF2B5EF4-FFF2-40B4-BE49-F238E27FC236}">
                <a16:creationId xmlns:a16="http://schemas.microsoft.com/office/drawing/2014/main" id="{160E901C-2B3B-1F97-56B5-6B556EA6FF88}"/>
              </a:ext>
            </a:extLst>
          </p:cNvPr>
          <p:cNvGrpSpPr/>
          <p:nvPr/>
        </p:nvGrpSpPr>
        <p:grpSpPr>
          <a:xfrm>
            <a:off x="6020278" y="2990600"/>
            <a:ext cx="4904382" cy="3163914"/>
            <a:chOff x="6020278" y="2990600"/>
            <a:chExt cx="4904382" cy="31639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52">
              <a:extLst>
                <a:ext uri="{FF2B5EF4-FFF2-40B4-BE49-F238E27FC236}">
                  <a16:creationId xmlns:a16="http://schemas.microsoft.com/office/drawing/2014/main" id="{6A915CC6-41C2-5EEB-A078-FB9410429D29}"/>
                </a:ext>
              </a:extLst>
            </p:cNvPr>
            <p:cNvSpPr/>
            <p:nvPr/>
          </p:nvSpPr>
          <p:spPr>
            <a:xfrm>
              <a:off x="6020278" y="2990600"/>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439610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(4/8)</a:t>
            </a:r>
          </a:p>
        </p:txBody>
      </p:sp>
      <p:sp>
        <p:nvSpPr>
          <p:cNvPr id="9" name="TextBox 8">
            <a:extLst>
              <a:ext uri="{FF2B5EF4-FFF2-40B4-BE49-F238E27FC236}">
                <a16:creationId xmlns:a16="http://schemas.microsoft.com/office/drawing/2014/main" id="{6C4B4080-E8DA-8856-7748-55E5B8632E46}"/>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12DBE2B8-E53A-E358-ABA8-46992D45A65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6" name="Group 5" descr="An illustration of the following weighted undirected graph:&#10;&#10;The vertices are: 0,1,2,3,4,5,6,7&#10;The edges are as follows:&#10;(10,1) w=10, (0,2) w=12, &#10;(1,4) w=8, (1,2) w=9, &#10;(2,3) w=3, (2,5) w=1, &#10;(3,4) w=7, (3,5) w=1, &#10;(4,6) w=5, (4,7) w=6, &#10;(5,6) w=7, &#10;(6,7) w=9, (6,8) w=11, &#10;(7,8) w=2&#10;&#10;Next we remove node 2 from the priority queue, which has distance 12. We mark 2 as done.&#10;&#10;The undone neighbors of 2 are 3 and 5. Because 2 had distance 12 from the source, and the edge (2,3) had weight 3, there is a path to node 3 with cost 12+3=15. 3 was noy yet seen so we mark node 3 as seen and add it to the priority queue with priority 15.&#10;&#10;The edge (2,5) had weight 1, so there is a path to node 5 with cost 12+1=13. Since 5 was not yet seen, we mark 5 as seen and then add it to the priority queue with priority 13.">
            <a:extLst>
              <a:ext uri="{FF2B5EF4-FFF2-40B4-BE49-F238E27FC236}">
                <a16:creationId xmlns:a16="http://schemas.microsoft.com/office/drawing/2014/main" id="{0FE565FD-4535-EAD3-B0BA-E54CDDE2454D}"/>
              </a:ext>
            </a:extLst>
          </p:cNvPr>
          <p:cNvGrpSpPr/>
          <p:nvPr/>
        </p:nvGrpSpPr>
        <p:grpSpPr>
          <a:xfrm>
            <a:off x="6241676" y="3048735"/>
            <a:ext cx="4682984" cy="3105779"/>
            <a:chOff x="6241676" y="3048735"/>
            <a:chExt cx="4682984" cy="3105779"/>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5B00DD77-22D2-DAD9-DEC4-DAA06750910C}"/>
                </a:ext>
              </a:extLst>
            </p:cNvPr>
            <p:cNvSpPr/>
            <p:nvPr/>
          </p:nvSpPr>
          <p:spPr>
            <a:xfrm>
              <a:off x="6241676" y="3048735"/>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064256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(5/8)</a:t>
            </a:r>
          </a:p>
        </p:txBody>
      </p:sp>
      <p:sp>
        <p:nvSpPr>
          <p:cNvPr id="9" name="TextBox 8">
            <a:extLst>
              <a:ext uri="{FF2B5EF4-FFF2-40B4-BE49-F238E27FC236}">
                <a16:creationId xmlns:a16="http://schemas.microsoft.com/office/drawing/2014/main" id="{8302184F-0273-1F7D-5C77-7904ED61030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892D4281-E487-3029-6FBD-9869FB14E232}"/>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5 from the priority queue, which has distance 13. We mark 5 as done.&#10;&#10;The undone neighbors of 5 are 3 and 6. Because 3 had distance 13 from the source, and the edge (5,3) had weight 1, there is a path to node 3 with cost 13+1=14. Node 3 currently has distance 15, and so this is a better path. We update the distance for node 3 to be 14 and then update its priority in the priority queue to match.&#10;&#10;The edge (5,6) had weight 7, so there is a path to node 6 with cost 13+7=20. Since 6 was not yet seen, we mark 6 as seen and then add it to the priority queue with priority 20.">
            <a:extLst>
              <a:ext uri="{FF2B5EF4-FFF2-40B4-BE49-F238E27FC236}">
                <a16:creationId xmlns:a16="http://schemas.microsoft.com/office/drawing/2014/main" id="{EE05D2AF-A408-A1B9-6F76-4E26E74CC220}"/>
              </a:ext>
            </a:extLst>
          </p:cNvPr>
          <p:cNvGrpSpPr/>
          <p:nvPr/>
        </p:nvGrpSpPr>
        <p:grpSpPr>
          <a:xfrm>
            <a:off x="6138563" y="3080616"/>
            <a:ext cx="4786097" cy="3073898"/>
            <a:chOff x="6138563" y="3080616"/>
            <a:chExt cx="4786097" cy="3073898"/>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7517BE1A-803F-1EFD-BBF2-B7D8BD2FC2D3}"/>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933239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6AFC-5873-D3A3-441A-B84FA4CDA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ACE1A-7092-4A01-190A-A318C0072AF5}"/>
              </a:ext>
            </a:extLst>
          </p:cNvPr>
          <p:cNvSpPr>
            <a:spLocks noGrp="1"/>
          </p:cNvSpPr>
          <p:nvPr>
            <p:ph type="title"/>
          </p:nvPr>
        </p:nvSpPr>
        <p:spPr/>
        <p:txBody>
          <a:bodyPr>
            <a:normAutofit/>
          </a:bodyPr>
          <a:lstStyle/>
          <a:p>
            <a:r>
              <a:rPr lang="en-US" dirty="0"/>
              <a:t>Dijkstra’s Algorithm (6/8)</a:t>
            </a:r>
          </a:p>
        </p:txBody>
      </p:sp>
      <p:sp>
        <p:nvSpPr>
          <p:cNvPr id="9" name="TextBox 8">
            <a:extLst>
              <a:ext uri="{FF2B5EF4-FFF2-40B4-BE49-F238E27FC236}">
                <a16:creationId xmlns:a16="http://schemas.microsoft.com/office/drawing/2014/main" id="{D39EE158-F545-B223-0A0A-FDA3E5F8A020}"/>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7" name="TextBox 6">
            <a:extLst>
              <a:ext uri="{FF2B5EF4-FFF2-40B4-BE49-F238E27FC236}">
                <a16:creationId xmlns:a16="http://schemas.microsoft.com/office/drawing/2014/main" id="{7060D21E-EFA3-0243-25B3-40C794257A60}"/>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Now we consider the case where an edge weight is negative. Using the same graph as before with the same progress through Dijkstra's algorithm, we modify the graph so that edge (3,4) has weight -13.&#10;&#10;The vertices are: 0,1,2,3,4,5,6,7&#10;The edges are as follows:&#10;(10,1) w=10, (0,2) w=12, &#10;(1,4) w=8, (1,2) w=9, &#10;(2,3) w=3, (2,5) w=1, &#10;(3,4) w=-13, (3,5) w=1, &#10;(4,6) w=5, (4,7) w=6, &#10;(5,6) w=7, &#10;(6,7) w=9, (6,8) w=11, &#10;(7,8) w=2">
            <a:extLst>
              <a:ext uri="{FF2B5EF4-FFF2-40B4-BE49-F238E27FC236}">
                <a16:creationId xmlns:a16="http://schemas.microsoft.com/office/drawing/2014/main" id="{23F20B83-F6FD-C65B-7E5F-818FB8C33D62}"/>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C1FB94FE-2F38-28CB-E7F1-2DE5A92C49F6}"/>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44637CA6-9D23-0408-E63F-7A89F59067F7}"/>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0B7E08D-9585-3027-42E2-2D42D47FC576}"/>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2909710-2188-085A-4F49-1962DC04C4FD}"/>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82C9EB-163A-0337-929F-53F0159D2B30}"/>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E028CD5-0FC8-551A-D4C4-3ADE1A09B0B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110AF31-EC2F-79C3-AA43-6028894DA710}"/>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A577C2B-70C6-D581-29D9-69E73A967E9C}"/>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2323306-A007-327E-E179-AA681ED286ED}"/>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F8EB219-C9F5-2821-6BD9-FA8CEECBDED9}"/>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29EEE4B-DBCD-7DB6-2B4E-96ECD49D01CD}"/>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9821BB-510F-AB47-4D35-A7140F72084C}"/>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F877F-EEF1-6083-7835-0FB3C50D34B2}"/>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F204007-C0CE-27B8-5AE4-8B3D361AF41B}"/>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B78AA5B-1BF8-672D-4C71-20DC3CBF05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92923259-3B79-4F09-37EB-BA17CCAD7FF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E5C59115-6FC5-461F-9101-E50EBFC920A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2F5D377F-A954-7E43-869D-1D8BFA041FBD}"/>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57F5E381-B7AC-7D29-0F9D-5906269BFC8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EF4119A0-4CD2-A675-92C3-C718CC5D3FB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D4F02C61-06F2-58C4-5FDA-AD754A217CA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3429E236-3362-E229-CF57-ABD3070D9795}"/>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BD398B8-98C0-A542-A0F6-DB098BEC73D2}"/>
                      </a:ext>
                    </a:extLst>
                  </p:cNvPr>
                  <p:cNvSpPr txBox="1"/>
                  <p:nvPr/>
                </p:nvSpPr>
                <p:spPr>
                  <a:xfrm>
                    <a:off x="2588208" y="3621678"/>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6BD398B8-98C0-A542-A0F6-DB098BEC73D2}"/>
                      </a:ext>
                    </a:extLst>
                  </p:cNvPr>
                  <p:cNvSpPr txBox="1">
                    <a:spLocks noRot="1" noChangeAspect="1" noMove="1" noResize="1" noEditPoints="1" noAdjustHandles="1" noChangeArrowheads="1" noChangeShapeType="1" noTextEdit="1"/>
                  </p:cNvSpPr>
                  <p:nvPr/>
                </p:nvSpPr>
                <p:spPr>
                  <a:xfrm>
                    <a:off x="2588208" y="3621678"/>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9B86F4CA-B471-5347-1FD1-F14EB9A49AB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366D62DB-977E-6682-C549-2DE3E9F233B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FC2378CF-3C66-1701-9FE3-71A99D25DB9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83CF884A-B4A4-787D-7840-BF67B8996FD3}"/>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41AC709D-EBF0-D3C0-01CF-0F969224CB5F}"/>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E0159F0-2CAC-3368-C343-0F860D748A8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D8A0971B-659F-657A-8CE6-30F31C427891}"/>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360A053-ACB4-BB20-4DF5-DE21109106C9}"/>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E9A6DF6-E506-573E-423C-A28250665507}"/>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47E38C5-DC2E-1A8E-54D5-95E4415F6854}"/>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067489D9-9168-4AEC-E48C-008463DAB085}"/>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067B5737-64C0-67D5-770E-E6369452B028}"/>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2CC70510-F166-C865-9371-56B833A1838C}"/>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C3B699F3-21CC-0820-F3A9-57AF501D82D4}"/>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8A6F7EB8-06D2-98D6-4782-090CBEED4D18}"/>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88F9950D-EE5E-B9F6-7583-A26DC530A4C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EE07EF5F-57C4-CDCA-1131-963924CF5FF6}"/>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EE07EF5F-57C4-CDCA-1131-963924CF5FF6}"/>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0638A173-F25F-AFEA-DCFB-BD031565058D}"/>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0638A173-F25F-AFEA-DCFB-BD031565058D}"/>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E95C86B2-B652-DD50-F8AB-D343CC766623}"/>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E95C86B2-B652-DD50-F8AB-D343CC766623}"/>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45EC0C4F-F17A-2734-D6C4-6809B9110F5E}"/>
                    </a:ext>
                  </a:extLst>
                </p:cNvPr>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45EC0C4F-F17A-2734-D6C4-6809B9110F5E}"/>
                    </a:ext>
                  </a:extLst>
                </p:cNvPr>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8D6C21A7-89A1-D414-6E0F-3E81FD3ADC00}"/>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8D6C21A7-89A1-D414-6E0F-3E81FD3ADC00}"/>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2EADC276-080C-7449-2473-FE534E138D0B}"/>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2EADC276-080C-7449-2473-FE534E138D0B}"/>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CF5EF38B-91A4-7E87-E7C8-FDFFD914DCC5}"/>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CF5EF38B-91A4-7E87-E7C8-FDFFD914DCC5}"/>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1C3CFCDF-2C1B-166E-B3D4-DA39BD7644EC}"/>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1C3CFCDF-2C1B-166E-B3D4-DA39BD7644EC}"/>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0D3B2CC-705F-D70A-4A12-57B0642873DB}"/>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41976749-9DD2-F593-3602-B0A37AB47DE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752872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9BC1-3877-A0B9-2A79-2FBBAB9A4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D45D8-2042-D5FE-8BAD-13E7660F75A1}"/>
              </a:ext>
            </a:extLst>
          </p:cNvPr>
          <p:cNvSpPr>
            <a:spLocks noGrp="1"/>
          </p:cNvSpPr>
          <p:nvPr>
            <p:ph type="title"/>
          </p:nvPr>
        </p:nvSpPr>
        <p:spPr/>
        <p:txBody>
          <a:bodyPr>
            <a:normAutofit/>
          </a:bodyPr>
          <a:lstStyle/>
          <a:p>
            <a:r>
              <a:rPr lang="en-US" dirty="0"/>
              <a:t>Dijkstra’s Algorithm (7/8)</a:t>
            </a:r>
          </a:p>
        </p:txBody>
      </p:sp>
      <p:sp>
        <p:nvSpPr>
          <p:cNvPr id="43" name="TextBox 42">
            <a:extLst>
              <a:ext uri="{FF2B5EF4-FFF2-40B4-BE49-F238E27FC236}">
                <a16:creationId xmlns:a16="http://schemas.microsoft.com/office/drawing/2014/main" id="{03E64559-B6A4-1C68-6217-A70EE451AD3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p:grpSp>
        <p:nvGrpSpPr>
          <p:cNvPr id="3" name="Group 2" descr="The vertices are: 0,1,2,3,4,5,6,7&#10;The edges are as follows:&#10;(10,1) w=10, (0,2) w=12, &#10;(1,4) w=8, (1,2) w=9, &#10;(2,3) w=3, (2,5) w=1, &#10;(3,4) w=-13, (3,5) w=1, &#10;(4,6) w=5, (4,7) w=6, &#10;(5,6) w=7, &#10;(6,7) w=9, (6,8) w=11, &#10;(7,8) w=2&#10;&#10;Next we remove node 3 from the priority queue, which has distance 14. We mark 3 as done.&#10;&#10;The only undone neighbor of 3 is 4. Because 3 had distance 14 from the source, and the edge (3,4) had weight -13, there is a path to node 4 with cost 14-13=1. Node 4 currently has distance 18, and so this is a better path. We update the distance for node 4 to be 1 and then update its priority in the priority queue to match.">
            <a:extLst>
              <a:ext uri="{FF2B5EF4-FFF2-40B4-BE49-F238E27FC236}">
                <a16:creationId xmlns:a16="http://schemas.microsoft.com/office/drawing/2014/main" id="{F768C2B5-BAE6-7D5F-7184-70C57B7EFF11}"/>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781FBA64-3EB3-0876-F334-4BFBF49B6367}"/>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B4672FE4-78AF-DB1C-F7A9-8A5F46DBB931}"/>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6A6613-E657-7438-A38B-C6DF39024A27}"/>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0D1EAE-AAE6-67F0-2866-E904DE21274A}"/>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692E36-1E3D-27DE-132C-011EFE2B63F9}"/>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6B551F2-78D0-D5A1-5CD3-65AE42E48EE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DE9EC2-24AA-81C8-4E81-BA0B5BFAC344}"/>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7C6C01F-6597-C127-B9E6-AB2E2D20146F}"/>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8082606-B23E-4EFD-57DD-C6E210C8214B}"/>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5A55D0A-E794-D8F9-2E84-132F9B5BF41B}"/>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F295BB2-5A7E-2105-3ABE-FFCED730BD5E}"/>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6CC77-BE81-28AF-C162-C4F4284A4C00}"/>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FF37F0-ADCC-59B1-F1E9-739AC3E486CF}"/>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4051FC9-4758-357F-58AF-8EE3CE423E65}"/>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D34BEFB-8C15-C30F-A76E-649DB2D8DC6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B7D31C0F-FD50-C1BB-1E89-8B9B0C2C432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30994771-3B36-8740-FB74-E11D4A408A6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5299972D-DB58-A031-8C3F-12C91149925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6E5B14B9-64DE-ED83-DB7E-152BED0F5A2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CDB9BE47-9B1F-B7A5-60E2-22FD3C810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5791E9C-411F-A8D3-B453-E0BE3F981DA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95B4CB8-F371-0AB7-5E6F-3F34A318B68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F207F9-9F30-CF48-C56E-1FD59D44BB02}"/>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ACF207F9-9F30-CF48-C56E-1FD59D44BB02}"/>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38AB05C9-E46C-4BEC-DE8F-8B14522DD1A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6E3F4BD9-B492-B6DF-CEBD-FFEDA315633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18B3B82-4DFD-5FDC-F1CA-5BD612B2B35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CA96A5F4-A861-6B1A-F7D0-4E2CC681650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06282D63-8981-A1BF-23F3-B38723AEFDF4}"/>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999FCA3-59F0-979F-F760-895862F002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806EE8-2543-EBC4-3F19-3958E579A01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EA77836-7E3A-BD3A-F07F-122AB1712472}"/>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9B259E3B-A45A-0153-F162-F6A7E7F85CCE}"/>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A90185B-0DFC-D799-4CFC-724ADDE48AD8}"/>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5999F7A4-3F5E-626B-64ED-50F6A7D612CF}"/>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9B00AEF-091C-C2CD-F705-C0814DC81D94}"/>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04F5CDC-46B5-F52D-A93F-1AD7CF451D03}"/>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4E3F5497-C62C-8D94-E8A5-9D14D75459A3}"/>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0314616D-7046-798C-DA33-6EA291BBD504}"/>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78FD2D8A-A0C4-11D9-979E-ACE0D8B0908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4C496082-92F1-BFEA-B8E6-7367A215694D}"/>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4C496082-92F1-BFEA-B8E6-7367A215694D}"/>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92571741-AA7C-6BB9-353E-73FECCD4C0D1}"/>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92571741-AA7C-6BB9-353E-73FECCD4C0D1}"/>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50B5C3AB-7412-7483-0E48-1EB24EDE9C6B}"/>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50B5C3AB-7412-7483-0E48-1EB24EDE9C6B}"/>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EAEACC80-3E1A-01C0-3EA2-FEC53818A9FC}"/>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EAEACC80-3E1A-01C0-3EA2-FEC53818A9FC}"/>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4751C839-8CBA-C81F-C4A4-64CA10F54AE5}"/>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4751C839-8CBA-C81F-C4A4-64CA10F54AE5}"/>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A2D4AEF7-1358-E518-F02E-B190D32BEA98}"/>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A2D4AEF7-1358-E518-F02E-B190D32BEA98}"/>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491D7C20-D5BF-4701-CAF2-67A0A6BFF8FD}"/>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491D7C20-D5BF-4701-CAF2-67A0A6BFF8FD}"/>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5877C157-BBAB-E0FE-7870-CC2F5E9FA266}"/>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5877C157-BBAB-E0FE-7870-CC2F5E9FA266}"/>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4B28B9B-81DA-7A57-9030-1A13EFE12F97}"/>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2548567" y="1912501"/>
                  </a:lnTo>
                  <a:lnTo>
                    <a:pt x="2169050" y="1258375"/>
                  </a:lnTo>
                  <a:lnTo>
                    <a:pt x="2005948" y="951664"/>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87B571E0-1815-BBA3-7175-C8E1140C402C}"/>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FBECC6F7-BBE2-B245-586F-4B010699B06D}"/>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6658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09B-A7A5-D37F-A6F1-E927CFA70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4872C-D798-FF74-E4E8-8A146166C18D}"/>
              </a:ext>
            </a:extLst>
          </p:cNvPr>
          <p:cNvSpPr>
            <a:spLocks noGrp="1"/>
          </p:cNvSpPr>
          <p:nvPr>
            <p:ph type="title"/>
          </p:nvPr>
        </p:nvSpPr>
        <p:spPr/>
        <p:txBody>
          <a:bodyPr>
            <a:normAutofit/>
          </a:bodyPr>
          <a:lstStyle/>
          <a:p>
            <a:r>
              <a:rPr lang="en-US" dirty="0"/>
              <a:t>Dijkstra’s Algorithm (8/8)</a:t>
            </a:r>
          </a:p>
        </p:txBody>
      </p:sp>
      <p:sp>
        <p:nvSpPr>
          <p:cNvPr id="9" name="TextBox 8">
            <a:extLst>
              <a:ext uri="{FF2B5EF4-FFF2-40B4-BE49-F238E27FC236}">
                <a16:creationId xmlns:a16="http://schemas.microsoft.com/office/drawing/2014/main" id="{22DB12FB-7A0D-DA40-4823-7D2ADEAF4538}"/>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D2C60D77-CDE9-9ED5-3B2A-DECB9CBE2D1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The vertices are: 0,1,2,3,4,5,6,7&#10;The edges are as follows:&#10;(10,1) w=10, (0,2) w=12, &#10;(1,4) w=8, (1,2) w=9, &#10;(2,3) w=3, (2,5) w=1, &#10;(3,4) w=-13, (3,5) w=1, &#10;(4,6) w=5, (4,7) w=6, &#10;(5,6) w=7, &#10;(6,7) w=9, (6,8) w=11, &#10;(7,8) w=2&#10;&#10;Next we remove node 4 from the priority queue, which has distance 1. We mark 4 as done.&#10;&#10;From here we can see that 4 is distance 1 from the source, and there is an edge from node 4 to node 1 with weight 8. Taking this edge would give a path of cost 9 to node 1. Since node 1 is currently marked as &quot;done&quot;, the algorithm never considers this path. When we marked 1 as done we found a path of cost 10 instead, meaning we did not get the correct shortest path to node 1.">
            <a:extLst>
              <a:ext uri="{FF2B5EF4-FFF2-40B4-BE49-F238E27FC236}">
                <a16:creationId xmlns:a16="http://schemas.microsoft.com/office/drawing/2014/main" id="{400F1266-F02F-FC78-DC63-AD597982C83B}"/>
              </a:ext>
            </a:extLst>
          </p:cNvPr>
          <p:cNvGrpSpPr/>
          <p:nvPr/>
        </p:nvGrpSpPr>
        <p:grpSpPr>
          <a:xfrm>
            <a:off x="4327672" y="3080616"/>
            <a:ext cx="6596988" cy="3073898"/>
            <a:chOff x="4327672" y="3080616"/>
            <a:chExt cx="6596988" cy="3073898"/>
          </a:xfrm>
        </p:grpSpPr>
        <p:grpSp>
          <p:nvGrpSpPr>
            <p:cNvPr id="44" name="Group 43">
              <a:extLst>
                <a:ext uri="{FF2B5EF4-FFF2-40B4-BE49-F238E27FC236}">
                  <a16:creationId xmlns:a16="http://schemas.microsoft.com/office/drawing/2014/main" id="{870862DA-97D7-B978-54EF-F2BAC55F241D}"/>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6E917015-8D8D-8F91-BF40-A1A65432E2FB}"/>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D3F4-81C3-2232-B66F-B8DE46037D11}"/>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BE16A1-B173-D3E8-131E-5F971960929F}"/>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3FD12E-05A7-AF69-90C2-2ED7783E8747}"/>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C6E316-696F-2C61-7AAB-BA7278884447}"/>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C248A8-1C65-3924-02CE-3BF3B55FD40A}"/>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DEC080D-8FD0-269C-3273-F58E378C6A86}"/>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33F71B2-9345-8C91-A471-F6D579A534D5}"/>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8DACDC8-1A8F-506D-CA11-3BB6008C1583}"/>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9A2466-CE09-EA01-7898-8E3256B03912}"/>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A12195-E72F-0E04-448C-7D99C114D921}"/>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F53516-C9C8-A96B-5DF4-874BB8B6751B}"/>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715EB73-979F-60ED-2424-EF30D99EF4E7}"/>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AB35488-A2AC-496F-B95D-BBCEE5E5D71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6FB531B8-6B49-2D87-C1E4-95B18E7E629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468102F0-0143-1DCC-5881-9A85BF18B2A2}"/>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E3A40414-89DD-FE55-0520-6F0376F0D19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33DE062-BB64-7BF7-A559-3396143E57B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B2A108CE-F05A-BFC1-D35C-37C0D98D85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ED40FB4-D34D-51D6-0E03-444625536F5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1C4B7ED-8C69-403A-E98E-E2E564087A4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5293F6D-543D-0FD4-282D-7CD03EBCF6F4}"/>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F5293F6D-543D-0FD4-282D-7CD03EBCF6F4}"/>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B02AAE0F-BE54-0EE6-B71D-B96C5AC9056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296F102-081C-4A60-050D-FE2294076E2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7ACEA55-63F5-2631-F830-4DE03F6C9BC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1A171A41-B8DA-3B7E-3654-973469E6A8C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69B3696B-7BE3-20A3-A1CE-F00E2F93279D}"/>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E2D629F-099A-C1ED-F808-33434EFFFFE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AA0175-14A8-1F94-CF31-A2A71801F5F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B5922E9A-FED7-77C7-EB13-ED771DFCF9A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4E08466-A355-4B4C-F235-7E75082440A3}"/>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2B6CC5A4-1A4C-B7DF-01A6-34B1B9893E92}"/>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E4B90B39-AE2B-250E-5725-E5E784ABB5B4}"/>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F4D7F86-F159-61C3-75E3-8CED518B52D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6810E05-9FC7-7C1B-11DC-D60F92A4C89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ED028A64-C5C5-7105-75B0-FF5DC0E7166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3648CC2D-E7C5-66F6-04D1-57F07FDAEAC9}"/>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1F869D36-F53F-A383-2ED3-CD4E496F5382}"/>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5F01EBBA-7C2D-52CE-B4DA-6F3E7356AF8F}"/>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5F01EBBA-7C2D-52CE-B4DA-6F3E7356AF8F}"/>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A9A87128-7A7B-9024-2B6A-A948730D622A}"/>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A9A87128-7A7B-9024-2B6A-A948730D622A}"/>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98996895-9BC9-8B8B-E940-DA7856A79036}"/>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98996895-9BC9-8B8B-E940-DA7856A79036}"/>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1D513E71-6F16-7993-4533-C2045B4DAFFF}"/>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1D513E71-6F16-7993-4533-C2045B4DAFFF}"/>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EF3C3BA9-66F2-E22F-ACC0-CF7C3F0F0E27}"/>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EF3C3BA9-66F2-E22F-ACC0-CF7C3F0F0E27}"/>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3E2F4ED6-3FF5-4030-E8C8-F12D5F0A6CAA}"/>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3E2F4ED6-3FF5-4030-E8C8-F12D5F0A6CAA}"/>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E3285C8C-5797-C641-017F-C0AA59451EE3}"/>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E3285C8C-5797-C641-017F-C0AA59451EE3}"/>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143AFC96-C2CB-1868-2951-A5A8000759A3}"/>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143AFC96-C2CB-1868-2951-A5A8000759A3}"/>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58E5DFA0-C879-E971-1AF8-D52463E58797}"/>
                </a:ext>
              </a:extLst>
            </p:cNvPr>
            <p:cNvSpPr/>
            <p:nvPr/>
          </p:nvSpPr>
          <p:spPr>
            <a:xfrm>
              <a:off x="6138563" y="3080616"/>
              <a:ext cx="3212758"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548567 w 3332831"/>
                <a:gd name="csY7" fmla="*/ 1912501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2056524 w 3332831"/>
                <a:gd name="csY10" fmla="*/ 32806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2758" h="3026979">
                  <a:moveTo>
                    <a:pt x="0" y="1166648"/>
                  </a:moveTo>
                  <a:lnTo>
                    <a:pt x="141890" y="2017986"/>
                  </a:lnTo>
                  <a:lnTo>
                    <a:pt x="583324" y="2695904"/>
                  </a:lnTo>
                  <a:lnTo>
                    <a:pt x="1292773" y="2932386"/>
                  </a:lnTo>
                  <a:lnTo>
                    <a:pt x="2222938" y="3026979"/>
                  </a:lnTo>
                  <a:lnTo>
                    <a:pt x="2538249" y="2963917"/>
                  </a:lnTo>
                  <a:lnTo>
                    <a:pt x="2632842" y="2601311"/>
                  </a:lnTo>
                  <a:lnTo>
                    <a:pt x="2807185" y="1930974"/>
                  </a:lnTo>
                  <a:lnTo>
                    <a:pt x="3212758" y="611830"/>
                  </a:lnTo>
                  <a:cubicBezTo>
                    <a:pt x="3035240" y="287920"/>
                    <a:pt x="2857721" y="278047"/>
                    <a:pt x="2680203" y="111155"/>
                  </a:cubicBezTo>
                  <a:lnTo>
                    <a:pt x="2056524" y="32806"/>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0DED5B1-B96A-0C73-F654-EDDB2D51A333}"/>
                </a:ext>
              </a:extLst>
            </p:cNvPr>
            <p:cNvSpPr txBox="1"/>
            <p:nvPr/>
          </p:nvSpPr>
          <p:spPr>
            <a:xfrm>
              <a:off x="4327672" y="3213095"/>
              <a:ext cx="2245423" cy="369332"/>
            </a:xfrm>
            <a:prstGeom prst="rect">
              <a:avLst/>
            </a:prstGeom>
            <a:noFill/>
          </p:spPr>
          <p:txBody>
            <a:bodyPr wrap="none" rtlCol="0">
              <a:spAutoFit/>
            </a:bodyPr>
            <a:lstStyle/>
            <a:p>
              <a:r>
                <a:rPr lang="en-US" b="1" dirty="0">
                  <a:solidFill>
                    <a:srgbClr val="7030A0"/>
                  </a:solidFill>
                </a:rPr>
                <a:t>There’s a better path!</a:t>
              </a:r>
            </a:p>
          </p:txBody>
        </p:sp>
      </p:grpSp>
      <p:sp>
        <p:nvSpPr>
          <p:cNvPr id="43" name="TextBox 42">
            <a:extLst>
              <a:ext uri="{FF2B5EF4-FFF2-40B4-BE49-F238E27FC236}">
                <a16:creationId xmlns:a16="http://schemas.microsoft.com/office/drawing/2014/main" id="{3650A62E-18F5-2131-B9E6-0CD3ECCE7872}"/>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3676621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p:cNvSpPr txBox="1"/>
              <p:nvPr/>
            </p:nvSpPr>
            <p:spPr>
              <a:xfrm>
                <a:off x="146009" y="33055"/>
                <a:ext cx="11292188" cy="6824945"/>
              </a:xfrm>
              <a:prstGeom prst="rect">
                <a:avLst/>
              </a:prstGeom>
              <a:noFill/>
            </p:spPr>
            <p:txBody>
              <a:bodyPr wrap="square" rtlCol="0">
                <a:spAutoFit/>
              </a:bodyPr>
              <a:lstStyle/>
              <a:p>
                <a:r>
                  <a:rPr lang="en-US" sz="1750" dirty="0"/>
                  <a:t>int </a:t>
                </a:r>
                <a:r>
                  <a:rPr lang="en-US" sz="1750" dirty="0" err="1"/>
                  <a:t>dijkstras</a:t>
                </a:r>
                <a:r>
                  <a:rPr lang="en-US" sz="1750" dirty="0"/>
                  <a:t>(graph, start, end){</a:t>
                </a:r>
              </a:p>
              <a:p>
                <a:r>
                  <a:rPr lang="en-US" sz="1750" dirty="0"/>
                  <a:t>	distances = [</a:t>
                </a:r>
                <a14:m>
                  <m:oMath xmlns:m="http://schemas.openxmlformats.org/officeDocument/2006/math">
                    <m:r>
                      <a:rPr lang="en-US" sz="1750" b="0" i="1" smtClean="0">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 one index per node</a:t>
                </a:r>
              </a:p>
              <a:p>
                <a:r>
                  <a:rPr lang="en-US" sz="1750" dirty="0"/>
                  <a:t>	seen = [</a:t>
                </a:r>
                <a:r>
                  <a:rPr lang="en-US" sz="1750" dirty="0" err="1"/>
                  <a:t>False,False,False</a:t>
                </a:r>
                <a:r>
                  <a:rPr lang="en-US" sz="1750" dirty="0"/>
                  <a:t>,…];  // one index per node</a:t>
                </a:r>
              </a:p>
              <a:p>
                <a:r>
                  <a:rPr lang="en-US" sz="1750" dirty="0"/>
                  <a:t>	done = [</a:t>
                </a:r>
                <a:r>
                  <a:rPr lang="en-US" sz="1750" dirty="0" err="1"/>
                  <a:t>False,False,False</a:t>
                </a:r>
                <a:r>
                  <a:rPr lang="en-US" sz="1750" dirty="0"/>
                  <a:t>,…];  // one index per node</a:t>
                </a:r>
              </a:p>
              <a:p>
                <a:r>
                  <a:rPr lang="en-US" sz="1750" dirty="0"/>
                  <a:t>	PQ = new </a:t>
                </a:r>
                <a:r>
                  <a:rPr lang="en-US" sz="1750" dirty="0" err="1"/>
                  <a:t>MinHeap</a:t>
                </a:r>
                <a:r>
                  <a:rPr lang="en-US" sz="1750" dirty="0"/>
                  <a:t>();</a:t>
                </a:r>
              </a:p>
              <a:p>
                <a:r>
                  <a:rPr lang="en-US" sz="1750" dirty="0"/>
                  <a:t>	</a:t>
                </a:r>
                <a:r>
                  <a:rPr lang="en-US" sz="1750" dirty="0" err="1"/>
                  <a:t>PQ.insert</a:t>
                </a:r>
                <a:r>
                  <a:rPr lang="en-US" sz="1750" dirty="0"/>
                  <a:t>(0, start);  // priority=0, value=start</a:t>
                </a:r>
              </a:p>
              <a:p>
                <a:r>
                  <a:rPr lang="en-US" sz="1750" dirty="0"/>
                  <a:t>	distances[start] = 0;</a:t>
                </a:r>
              </a:p>
              <a:p>
                <a:r>
                  <a:rPr lang="en-US" sz="1750" dirty="0"/>
                  <a:t>	while (!</a:t>
                </a:r>
                <a:r>
                  <a:rPr lang="en-US" sz="1750" dirty="0" err="1"/>
                  <a:t>PQ.isEmpty</a:t>
                </a:r>
                <a:r>
                  <a:rPr lang="en-US" sz="1750" dirty="0"/>
                  <a:t>){</a:t>
                </a:r>
              </a:p>
              <a:p>
                <a:r>
                  <a:rPr lang="en-US" sz="1750" dirty="0"/>
                  <a:t>		current = </a:t>
                </a:r>
                <a:r>
                  <a:rPr lang="en-US" sz="1750" dirty="0" err="1"/>
                  <a:t>PQ.extract</a:t>
                </a:r>
                <a:r>
                  <a:rPr lang="en-US" sz="1750" dirty="0"/>
                  <a:t>();</a:t>
                </a:r>
              </a:p>
              <a:p>
                <a:r>
                  <a:rPr lang="en-US" sz="1750" dirty="0"/>
                  <a:t>		done[current] = True;</a:t>
                </a:r>
              </a:p>
              <a:p>
                <a:r>
                  <a:rPr lang="en-US" sz="1750" dirty="0"/>
                  <a:t>		for (neighbor : </a:t>
                </a:r>
                <a:r>
                  <a:rPr lang="en-US" sz="1750" dirty="0" err="1"/>
                  <a:t>current.neighbors</a:t>
                </a:r>
                <a:r>
                  <a:rPr lang="en-US" sz="1750" dirty="0"/>
                  <a:t>){</a:t>
                </a:r>
              </a:p>
              <a:p>
                <a:r>
                  <a:rPr lang="en-US" sz="1750" dirty="0"/>
                  <a:t>			</a:t>
                </a:r>
                <a:r>
                  <a:rPr lang="en-US" sz="1750" dirty="0" err="1"/>
                  <a:t>new_dist</a:t>
                </a:r>
                <a:r>
                  <a:rPr lang="en-US" sz="1750" dirty="0"/>
                  <a:t> = distances[current]+weight(</a:t>
                </a:r>
                <a:r>
                  <a:rPr lang="en-US" sz="1750" dirty="0" err="1"/>
                  <a:t>current,neighbor</a:t>
                </a:r>
                <a:r>
                  <a:rPr lang="en-US" sz="1750" dirty="0"/>
                  <a:t>);</a:t>
                </a:r>
              </a:p>
              <a:p>
                <a:r>
                  <a:rPr lang="en-US" sz="1750" dirty="0"/>
                  <a:t>			if (! seen[neighbor]){</a:t>
                </a:r>
              </a:p>
              <a:p>
                <a:r>
                  <a:rPr lang="en-US" sz="1750" dirty="0"/>
                  <a:t>				seen[neighbor] = True;</a:t>
                </a:r>
              </a:p>
              <a:p>
                <a:r>
                  <a:rPr lang="en-US" sz="1750" dirty="0"/>
                  <a:t>				distances[neighbor] = </a:t>
                </a:r>
                <a:r>
                  <a:rPr lang="en-US" sz="1750" dirty="0" err="1"/>
                  <a:t>new_dist</a:t>
                </a:r>
                <a:r>
                  <a:rPr lang="en-US" sz="1750" dirty="0"/>
                  <a:t>;</a:t>
                </a:r>
              </a:p>
              <a:p>
                <a:r>
                  <a:rPr lang="en-US" sz="1750" dirty="0"/>
                  <a:t>				</a:t>
                </a:r>
                <a:r>
                  <a:rPr lang="en-US" sz="1750" dirty="0" err="1"/>
                  <a:t>PQ.insert</a:t>
                </a:r>
                <a:r>
                  <a:rPr lang="en-US" sz="1750" dirty="0"/>
                  <a:t>(</a:t>
                </a:r>
                <a:r>
                  <a:rPr lang="en-US" sz="1750" dirty="0" err="1"/>
                  <a:t>new_dist</a:t>
                </a:r>
                <a:r>
                  <a:rPr lang="en-US" sz="1750" dirty="0"/>
                  <a:t>, neighbor);</a:t>
                </a:r>
              </a:p>
              <a:p>
                <a:r>
                  <a:rPr lang="en-US" sz="1750" dirty="0"/>
                  <a:t>			}</a:t>
                </a:r>
              </a:p>
              <a:p>
                <a:r>
                  <a:rPr lang="en-US" sz="1750" dirty="0"/>
                  <a:t>			else if (! done[neighbor] &amp;&amp; </a:t>
                </a:r>
                <a:r>
                  <a:rPr lang="en-US" sz="1750" dirty="0" err="1"/>
                  <a:t>new_dist</a:t>
                </a:r>
                <a:r>
                  <a:rPr lang="en-US" sz="1750" dirty="0"/>
                  <a:t> &lt; distances[neighbor]){</a:t>
                </a:r>
              </a:p>
              <a:p>
                <a:r>
                  <a:rPr lang="en-US" sz="1750" dirty="0"/>
                  <a:t>				distances[neighbor] = </a:t>
                </a:r>
                <a:r>
                  <a:rPr lang="en-US" sz="1750" dirty="0" err="1"/>
                  <a:t>new_dist</a:t>
                </a:r>
                <a:r>
                  <a:rPr lang="en-US" sz="1750" dirty="0"/>
                  <a:t>;</a:t>
                </a:r>
              </a:p>
              <a:p>
                <a:r>
                  <a:rPr lang="en-US" sz="1750" dirty="0"/>
                  <a:t>				</a:t>
                </a:r>
                <a:r>
                  <a:rPr lang="en-US" sz="1750" dirty="0" err="1"/>
                  <a:t>PQ.decreaseKey</a:t>
                </a:r>
                <a:r>
                  <a:rPr lang="en-US" sz="1750" dirty="0"/>
                  <a:t>(</a:t>
                </a:r>
                <a:r>
                  <a:rPr lang="en-US" sz="1750" dirty="0" err="1"/>
                  <a:t>new_dist,neighbor</a:t>
                </a:r>
                <a:r>
                  <a:rPr lang="en-US" sz="1750" dirty="0"/>
                  <a:t>); </a:t>
                </a:r>
              </a:p>
              <a:p>
                <a:r>
                  <a:rPr lang="en-US" sz="1750" dirty="0"/>
                  <a:t>			}</a:t>
                </a:r>
              </a:p>
              <a:p>
                <a:r>
                  <a:rPr lang="en-US" sz="1750" dirty="0"/>
                  <a:t>		}</a:t>
                </a:r>
              </a:p>
              <a:p>
                <a:r>
                  <a:rPr lang="en-US" sz="1750" dirty="0"/>
                  <a:t>	}</a:t>
                </a:r>
              </a:p>
              <a:p>
                <a:r>
                  <a:rPr lang="en-US" sz="1750" dirty="0"/>
                  <a:t>	return distances[end]</a:t>
                </a:r>
              </a:p>
              <a:p>
                <a:r>
                  <a:rPr lang="en-US" sz="175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146009" y="33055"/>
                <a:ext cx="11292188" cy="6824945"/>
              </a:xfrm>
              <a:prstGeom prst="rect">
                <a:avLst/>
              </a:prstGeom>
              <a:blipFill>
                <a:blip r:embed="rId2"/>
                <a:stretch>
                  <a:fillRect l="-378" t="-179" b="-357"/>
                </a:stretch>
              </a:blipFill>
            </p:spPr>
            <p:txBody>
              <a:bodyPr/>
              <a:lstStyle/>
              <a:p>
                <a:r>
                  <a:rPr lang="en-US">
                    <a:noFill/>
                  </a:rPr>
                  <a:t> </a:t>
                </a:r>
              </a:p>
            </p:txBody>
          </p:sp>
        </mc:Fallback>
      </mc:AlternateContent>
      <p:sp>
        <p:nvSpPr>
          <p:cNvPr id="2" name="Title 1"/>
          <p:cNvSpPr>
            <a:spLocks noGrp="1"/>
          </p:cNvSpPr>
          <p:nvPr>
            <p:ph type="title"/>
          </p:nvPr>
        </p:nvSpPr>
        <p:spPr>
          <a:xfrm>
            <a:off x="6705600" y="0"/>
            <a:ext cx="5486400" cy="1143000"/>
          </a:xfrm>
        </p:spPr>
        <p:txBody>
          <a:bodyPr>
            <a:normAutofit fontScale="90000"/>
          </a:bodyPr>
          <a:lstStyle/>
          <a:p>
            <a:r>
              <a:rPr lang="en-US" dirty="0"/>
              <a:t>Dijkstra’s Algorithm - Pseudocode</a:t>
            </a:r>
          </a:p>
        </p:txBody>
      </p:sp>
    </p:spTree>
    <p:extLst>
      <p:ext uri="{BB962C8B-B14F-4D97-AF65-F5344CB8AC3E}">
        <p14:creationId xmlns:p14="http://schemas.microsoft.com/office/powerpoint/2010/main" val="414119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Running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How many total priority queue operations are necessary?</a:t>
                </a:r>
              </a:p>
              <a:p>
                <a:pPr lvl="1"/>
                <a:r>
                  <a:rPr lang="en-US" dirty="0"/>
                  <a:t>How many times is each node added to the priority queue?</a:t>
                </a:r>
              </a:p>
              <a:p>
                <a:pPr lvl="1"/>
                <a:r>
                  <a:rPr lang="en-US" dirty="0"/>
                  <a:t>How many times might a node’s priority be changed?</a:t>
                </a:r>
              </a:p>
              <a:p>
                <a:r>
                  <a:rPr lang="en-US" dirty="0"/>
                  <a:t>What’s the running time of each priority queue operation?</a:t>
                </a:r>
              </a:p>
              <a:p>
                <a:r>
                  <a:rPr lang="en-US" dirty="0"/>
                  <a:t>Overall running time:</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func>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07206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Correctness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Claim: when a node is removed from the priority queue, its distance is that of the shortest path</a:t>
                </a:r>
              </a:p>
              <a:p>
                <a:r>
                  <a:rPr lang="en-US" dirty="0"/>
                  <a:t>Induction over number of completed nodes</a:t>
                </a:r>
              </a:p>
              <a:p>
                <a:r>
                  <a:rPr lang="en-US" dirty="0"/>
                  <a:t>Base Case: Only the start node removed</a:t>
                </a:r>
              </a:p>
              <a:p>
                <a:pPr lvl="1"/>
                <a:r>
                  <a:rPr lang="en-US" dirty="0"/>
                  <a:t>It is indeed 0 away from itself</a:t>
                </a:r>
              </a:p>
              <a:p>
                <a:r>
                  <a:rPr lang="en-US" dirty="0"/>
                  <a:t>Inductive Step:</a:t>
                </a:r>
              </a:p>
              <a:p>
                <a:pPr lvl="1"/>
                <a:r>
                  <a:rPr lang="en-US" dirty="0"/>
                  <a:t>If we have correctly found shortest paths for the first </a:t>
                </a:r>
                <a14:m>
                  <m:oMath xmlns:m="http://schemas.openxmlformats.org/officeDocument/2006/math">
                    <m:r>
                      <a:rPr lang="en-US" b="0" i="1" smtClean="0">
                        <a:latin typeface="Cambria Math" panose="02040503050406030204" pitchFamily="18" charset="0"/>
                      </a:rPr>
                      <m:t>𝑘</m:t>
                    </m:r>
                  </m:oMath>
                </a14:m>
                <a:r>
                  <a:rPr lang="en-US" dirty="0"/>
                  <a:t> nodes, then when we remove node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we have found its shortest path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2"/>
                <a:stretch>
                  <a:fillRect l="-1479" t="-2291" r="-1561"/>
                </a:stretch>
              </a:blipFill>
            </p:spPr>
            <p:txBody>
              <a:bodyPr/>
              <a:lstStyle/>
              <a:p>
                <a:r>
                  <a:rPr lang="en-US">
                    <a:noFill/>
                  </a:rPr>
                  <a:t> </a:t>
                </a:r>
              </a:p>
            </p:txBody>
          </p:sp>
        </mc:Fallback>
      </mc:AlternateContent>
      <p:grpSp>
        <p:nvGrpSpPr>
          <p:cNvPr id="50" name="Group 4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D9F51567-0220-C8E3-67DF-59F647C811E1}"/>
              </a:ext>
            </a:extLst>
          </p:cNvPr>
          <p:cNvGrpSpPr/>
          <p:nvPr/>
        </p:nvGrpSpPr>
        <p:grpSpPr>
          <a:xfrm>
            <a:off x="8158085" y="1755227"/>
            <a:ext cx="3196912" cy="2664373"/>
            <a:chOff x="8158085" y="1755227"/>
            <a:chExt cx="3196912" cy="2664373"/>
          </a:xfrm>
        </p:grpSpPr>
        <p:sp>
          <p:nvSpPr>
            <p:cNvPr id="51" name="Freeform: Shape 50">
              <a:extLst>
                <a:ext uri="{FF2B5EF4-FFF2-40B4-BE49-F238E27FC236}">
                  <a16:creationId xmlns:a16="http://schemas.microsoft.com/office/drawing/2014/main" id="{72D717BB-C79F-F287-0BEC-F57D7EE7375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49F9BE9-05B2-3134-EBE0-6D649BBA4CEE}"/>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AA54A58A-DD11-A6C3-5502-F87E9D3C97FE}"/>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1D95B863-A132-F109-C76B-E02F57ED5026}"/>
                </a:ext>
              </a:extLst>
            </p:cNvPr>
            <p:cNvCxnSpPr>
              <a:cxnSpLocks/>
              <a:stCxn id="57" idx="6"/>
              <a:endCxn id="62"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12ADCD8-B11C-C98E-8D45-5C544E1E2AEE}"/>
                </a:ext>
              </a:extLst>
            </p:cNvPr>
            <p:cNvCxnSpPr>
              <a:stCxn id="59" idx="3"/>
              <a:endCxn id="58"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CECCEFD7-142A-C970-5176-907A3A9F3847}"/>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56" name="Oval 55">
                  <a:extLst>
                    <a:ext uri="{FF2B5EF4-FFF2-40B4-BE49-F238E27FC236}">
                      <a16:creationId xmlns:a16="http://schemas.microsoft.com/office/drawing/2014/main" id="{CECCEFD7-142A-C970-5176-907A3A9F3847}"/>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ACF6EC2A-831A-A941-C2A8-CE34688ECE26}"/>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57" name="Oval 56">
                  <a:extLst>
                    <a:ext uri="{FF2B5EF4-FFF2-40B4-BE49-F238E27FC236}">
                      <a16:creationId xmlns:a16="http://schemas.microsoft.com/office/drawing/2014/main" id="{ACF6EC2A-831A-A941-C2A8-CE34688ECE26}"/>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6BF00F74-AA5F-F9E3-5FF3-32644B0A23A6}"/>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58" name="Oval 57">
                  <a:extLst>
                    <a:ext uri="{FF2B5EF4-FFF2-40B4-BE49-F238E27FC236}">
                      <a16:creationId xmlns:a16="http://schemas.microsoft.com/office/drawing/2014/main" id="{6BF00F74-AA5F-F9E3-5FF3-32644B0A23A6}"/>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274205F9-F459-6B53-7AB4-F056828448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59" name="Oval 58">
                  <a:extLst>
                    <a:ext uri="{FF2B5EF4-FFF2-40B4-BE49-F238E27FC236}">
                      <a16:creationId xmlns:a16="http://schemas.microsoft.com/office/drawing/2014/main" id="{274205F9-F459-6B53-7AB4-F056828448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60" name="Freeform 2">
              <a:extLst>
                <a:ext uri="{FF2B5EF4-FFF2-40B4-BE49-F238E27FC236}">
                  <a16:creationId xmlns:a16="http://schemas.microsoft.com/office/drawing/2014/main" id="{1AA321F2-CA62-96E6-71A4-74099224ED2B}"/>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1FAA253-D905-16A5-5B0F-C651DBDAB6CE}"/>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61" name="TextBox 60">
                  <a:extLst>
                    <a:ext uri="{FF2B5EF4-FFF2-40B4-BE49-F238E27FC236}">
                      <a16:creationId xmlns:a16="http://schemas.microsoft.com/office/drawing/2014/main" id="{01FAA253-D905-16A5-5B0F-C651DBDAB6CE}"/>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Oval 61">
                  <a:extLst>
                    <a:ext uri="{FF2B5EF4-FFF2-40B4-BE49-F238E27FC236}">
                      <a16:creationId xmlns:a16="http://schemas.microsoft.com/office/drawing/2014/main" id="{A9DA4521-2E76-80A8-25EE-FC42B7AB61DD}"/>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62" name="Oval 61">
                  <a:extLst>
                    <a:ext uri="{FF2B5EF4-FFF2-40B4-BE49-F238E27FC236}">
                      <a16:creationId xmlns:a16="http://schemas.microsoft.com/office/drawing/2014/main" id="{A9DA4521-2E76-80A8-25EE-FC42B7AB61DD}"/>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7709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Dijkstra’s: Correctness – Properties of </a:t>
                </a:r>
                <a14:m>
                  <m:oMath xmlns:m="http://schemas.openxmlformats.org/officeDocument/2006/math">
                    <m:r>
                      <a:rPr lang="en-US" b="0" i="1" smtClean="0">
                        <a:latin typeface="Cambria Math" panose="02040503050406030204" pitchFamily="18" charset="0"/>
                      </a:rPr>
                      <m:t>𝑎</m:t>
                    </m:r>
                  </m:oMath>
                </a14:m>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What do we know bout </a:t>
                </a:r>
                <a14:m>
                  <m:oMath xmlns:m="http://schemas.openxmlformats.org/officeDocument/2006/math">
                    <m:r>
                      <a:rPr lang="en-US" b="0" i="1" smtClean="0">
                        <a:latin typeface="Cambria Math" panose="02040503050406030204" pitchFamily="18" charset="0"/>
                      </a:rPr>
                      <m:t>𝑎</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3"/>
                <a:stretch>
                  <a:fillRect l="-1890" t="-1617"/>
                </a:stretch>
              </a:blipFill>
            </p:spPr>
            <p:txBody>
              <a:bodyPr/>
              <a:lstStyle/>
              <a:p>
                <a:r>
                  <a:rPr lang="en-US">
                    <a:noFill/>
                  </a:rPr>
                  <a:t> </a:t>
                </a:r>
              </a:p>
            </p:txBody>
          </p:sp>
        </mc:Fallback>
      </mc:AlternateContent>
      <p:grpSp>
        <p:nvGrpSpPr>
          <p:cNvPr id="6" name="Group 5"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736FFE37-B68D-8CB3-2DAF-1FA5F7CF6923}"/>
              </a:ext>
            </a:extLst>
          </p:cNvPr>
          <p:cNvGrpSpPr/>
          <p:nvPr/>
        </p:nvGrpSpPr>
        <p:grpSpPr>
          <a:xfrm>
            <a:off x="8158085" y="1755227"/>
            <a:ext cx="3196912" cy="2664373"/>
            <a:chOff x="8158085" y="1755227"/>
            <a:chExt cx="3196912" cy="2664373"/>
          </a:xfrm>
        </p:grpSpPr>
        <p:sp>
          <p:nvSpPr>
            <p:cNvPr id="8" name="Freeform: Shape 7">
              <a:extLst>
                <a:ext uri="{FF2B5EF4-FFF2-40B4-BE49-F238E27FC236}">
                  <a16:creationId xmlns:a16="http://schemas.microsoft.com/office/drawing/2014/main" id="{8EF2FDF0-F493-81A8-D886-31219A363244}"/>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54AB5B1-E3ED-CE58-88FC-89A15DA67352}"/>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85DAC6F-D6AB-8004-1525-261A73856BF3}"/>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F5CDCB4-B120-199D-83F3-7142A47C7D39}"/>
                </a:ext>
              </a:extLst>
            </p:cNvPr>
            <p:cNvCxnSpPr>
              <a:cxnSpLocks/>
              <a:stCxn id="16" idx="6"/>
              <a:endCxn id="21"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3D4B60-94A3-62D7-EE52-4C25ED1DF035}"/>
                </a:ext>
              </a:extLst>
            </p:cNvPr>
            <p:cNvCxnSpPr>
              <a:stCxn id="18" idx="3"/>
              <a:endCxn id="17"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B74F56B5-EA05-9004-9B8B-5BDE35F5D1A9}"/>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15" name="Oval 14">
                  <a:extLst>
                    <a:ext uri="{FF2B5EF4-FFF2-40B4-BE49-F238E27FC236}">
                      <a16:creationId xmlns:a16="http://schemas.microsoft.com/office/drawing/2014/main" id="{B74F56B5-EA05-9004-9B8B-5BDE35F5D1A9}"/>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EC10B1F1-F259-C6CE-98D7-6833406F193B}"/>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16" name="Oval 15">
                  <a:extLst>
                    <a:ext uri="{FF2B5EF4-FFF2-40B4-BE49-F238E27FC236}">
                      <a16:creationId xmlns:a16="http://schemas.microsoft.com/office/drawing/2014/main" id="{EC10B1F1-F259-C6CE-98D7-6833406F193B}"/>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220DD1F8-6D41-5A3E-133E-D28416B26C9A}"/>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17" name="Oval 16">
                  <a:extLst>
                    <a:ext uri="{FF2B5EF4-FFF2-40B4-BE49-F238E27FC236}">
                      <a16:creationId xmlns:a16="http://schemas.microsoft.com/office/drawing/2014/main" id="{220DD1F8-6D41-5A3E-133E-D28416B26C9A}"/>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9250D169-6AE4-99EC-E73B-2BC8447719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18" name="Oval 17">
                  <a:extLst>
                    <a:ext uri="{FF2B5EF4-FFF2-40B4-BE49-F238E27FC236}">
                      <a16:creationId xmlns:a16="http://schemas.microsoft.com/office/drawing/2014/main" id="{9250D169-6AE4-99EC-E73B-2BC8447719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19" name="Freeform 2">
              <a:extLst>
                <a:ext uri="{FF2B5EF4-FFF2-40B4-BE49-F238E27FC236}">
                  <a16:creationId xmlns:a16="http://schemas.microsoft.com/office/drawing/2014/main" id="{FCAA960C-779E-4A36-098D-B35121B174D2}"/>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2DB98B6-1A10-ABD4-44B2-3EA140589CA3}"/>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20" name="TextBox 19">
                  <a:extLst>
                    <a:ext uri="{FF2B5EF4-FFF2-40B4-BE49-F238E27FC236}">
                      <a16:creationId xmlns:a16="http://schemas.microsoft.com/office/drawing/2014/main" id="{B2DB98B6-1A10-ABD4-44B2-3EA140589CA3}"/>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550C739-FC10-852E-8C7A-7A2DCBEB988F}"/>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1" name="Oval 20">
                  <a:extLst>
                    <a:ext uri="{FF2B5EF4-FFF2-40B4-BE49-F238E27FC236}">
                      <a16:creationId xmlns:a16="http://schemas.microsoft.com/office/drawing/2014/main" id="{5550C739-FC10-852E-8C7A-7A2DCBEB988F}"/>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96707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Dijkstra’s: Correctness – Why </a:t>
                </a:r>
                <a14:m>
                  <m:oMath xmlns:m="http://schemas.openxmlformats.org/officeDocument/2006/math">
                    <m:r>
                      <a:rPr lang="en-US" b="0" i="1" smtClean="0">
                        <a:latin typeface="Cambria Math" panose="02040503050406030204" pitchFamily="18" charset="0"/>
                      </a:rPr>
                      <m:t>𝑎</m:t>
                    </m:r>
                  </m:oMath>
                </a14:m>
                <a:r>
                  <a:rPr lang="en-US" dirty="0"/>
                  <a:t> is correct</a:t>
                </a: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3"/>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68628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954" y="100530"/>
            <a:ext cx="10515600" cy="1325563"/>
          </a:xfrm>
        </p:spPr>
        <p:txBody>
          <a:bodyPr/>
          <a:lstStyle/>
          <a:p>
            <a:r>
              <a:rPr lang="en-US" dirty="0"/>
              <a:t>Why we need non-negative edge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solidFill>
                      <a:srgbClr val="FF0000"/>
                    </a:solidFill>
                  </a:rPr>
                  <a:t>No path from </a:t>
                </a:r>
                <a14:m>
                  <m:oMath xmlns:m="http://schemas.openxmlformats.org/officeDocument/2006/math">
                    <m:r>
                      <a:rPr lang="en-US" b="0" i="1" smtClean="0">
                        <a:solidFill>
                          <a:srgbClr val="FF0000"/>
                        </a:solidFill>
                        <a:latin typeface="Cambria Math" panose="02040503050406030204" pitchFamily="18" charset="0"/>
                      </a:rPr>
                      <m:t>𝑏</m:t>
                    </m:r>
                  </m:oMath>
                </a14:m>
                <a:r>
                  <a:rPr lang="en-US" dirty="0">
                    <a:solidFill>
                      <a:srgbClr val="FF0000"/>
                    </a:solidFill>
                  </a:rPr>
                  <a:t> to </a:t>
                </a:r>
                <a14:m>
                  <m:oMath xmlns:m="http://schemas.openxmlformats.org/officeDocument/2006/math">
                    <m:r>
                      <a:rPr lang="en-US" b="0" i="1" smtClean="0">
                        <a:solidFill>
                          <a:srgbClr val="FF0000"/>
                        </a:solidFill>
                        <a:latin typeface="Cambria Math" panose="02040503050406030204" pitchFamily="18" charset="0"/>
                      </a:rPr>
                      <m:t>𝑎</m:t>
                    </m:r>
                  </m:oMath>
                </a14:m>
                <a:r>
                  <a:rPr lang="en-US" dirty="0">
                    <a:solidFill>
                      <a:srgbClr val="FF0000"/>
                    </a:solidFill>
                  </a:rPr>
                  <a:t> can have negative weight</a:t>
                </a:r>
                <a:endParaRPr lang="en-US" dirty="0"/>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2"/>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740959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24602</TotalTime>
  <Words>3505</Words>
  <Application>Microsoft Office PowerPoint</Application>
  <PresentationFormat>Widescreen</PresentationFormat>
  <Paragraphs>1203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Calibri Light</vt:lpstr>
      <vt:lpstr>Calibri</vt:lpstr>
      <vt:lpstr>Cambria Math</vt:lpstr>
      <vt:lpstr>Arial</vt:lpstr>
      <vt:lpstr>Aptos</vt:lpstr>
      <vt:lpstr>Office Theme</vt:lpstr>
      <vt:lpstr>CSE 332 Spring 2026 Lecture 17: Graphs 3</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lpstr>Single-Source Shortest Path</vt:lpstr>
      <vt:lpstr>Dijkstra’s Algorithm</vt:lpstr>
      <vt:lpstr>Dijkstra’s</vt:lpstr>
      <vt:lpstr>Dijkstra’s Algorithm (1/8)</vt:lpstr>
      <vt:lpstr>Dijkstra’s Algorithm (2/8)</vt:lpstr>
      <vt:lpstr>Dijkstra’s Algorithm (3/8)</vt:lpstr>
      <vt:lpstr>Dijkstra’s Algorithm (4/8)</vt:lpstr>
      <vt:lpstr>Dijkstra’s Algorithm (5/8)</vt:lpstr>
      <vt:lpstr>Dijkstra’s Algorithm (6/8)</vt:lpstr>
      <vt:lpstr>Dijkstra’s Algorithm (7/8)</vt:lpstr>
      <vt:lpstr>Dijkstra’s Algorithm (8/8)</vt:lpstr>
      <vt:lpstr>Dijkstra’s Algorithm - Pseudocode</vt:lpstr>
      <vt:lpstr>Dijkstra’s Algorithm: Running Time</vt:lpstr>
      <vt:lpstr>Dijkstra’s Algorithm: Correctness</vt:lpstr>
      <vt:lpstr>Dijkstra’s: Correctness – Properties of a</vt:lpstr>
      <vt:lpstr>Dijkstra’s: Correctness – Why a is correct</vt:lpstr>
      <vt:lpstr>Why we need non-negative edge weights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287</cp:revision>
  <dcterms:created xsi:type="dcterms:W3CDTF">2023-10-13T16:06:42Z</dcterms:created>
  <dcterms:modified xsi:type="dcterms:W3CDTF">2026-05-08T20:27:42Z</dcterms:modified>
</cp:coreProperties>
</file>