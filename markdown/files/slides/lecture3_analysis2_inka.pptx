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256" r:id="rId2"/>
    <p:sldId id="386" r:id="rId3"/>
    <p:sldId id="430" r:id="rId4"/>
    <p:sldId id="424" r:id="rId5"/>
    <p:sldId id="397" r:id="rId6"/>
    <p:sldId id="435" r:id="rId7"/>
    <p:sldId id="394" r:id="rId8"/>
    <p:sldId id="398" r:id="rId9"/>
    <p:sldId id="436" r:id="rId10"/>
    <p:sldId id="437" r:id="rId11"/>
    <p:sldId id="434" r:id="rId12"/>
    <p:sldId id="431" r:id="rId13"/>
    <p:sldId id="432" r:id="rId14"/>
    <p:sldId id="407" r:id="rId15"/>
    <p:sldId id="411" r:id="rId16"/>
    <p:sldId id="426" r:id="rId17"/>
    <p:sldId id="427" r:id="rId18"/>
    <p:sldId id="412" r:id="rId19"/>
    <p:sldId id="413" r:id="rId20"/>
    <p:sldId id="414" r:id="rId21"/>
    <p:sldId id="415" r:id="rId22"/>
    <p:sldId id="429" r:id="rId23"/>
    <p:sldId id="416" r:id="rId24"/>
    <p:sldId id="417" r:id="rId25"/>
    <p:sldId id="418" r:id="rId26"/>
    <p:sldId id="419" r:id="rId27"/>
    <p:sldId id="420" r:id="rId28"/>
    <p:sldId id="421" r:id="rId29"/>
    <p:sldId id="422" r:id="rId30"/>
    <p:sldId id="423" r:id="rId31"/>
    <p:sldId id="409" r:id="rId32"/>
    <p:sldId id="410" r:id="rId33"/>
    <p:sldId id="428" r:id="rId34"/>
  </p:sldIdLst>
  <p:sldSz cx="12192000" cy="6858000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-34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0T00:10:03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17386 11668 0,'0'0'0,"0"17"0,25 43 0,18 59 16,8 42 0,0 26-16,1 1 15,-1 16 1,17-26-16,9-33 16,0-9-1,-18-17-15,10-17 16,-1-34-1,-34-42-15</inkml:trace>
  <inkml:trace contextRef="#ctx0" brushRef="#br0" timeOffset="249.68">18632 11787 0,'0'0'15,"-60"9"-15,-128 76 16,-76 59-16,33-8 16,-25 26-16,0 8 31,51-42-31,26-1 15,-60 60-15</inkml:trace>
  <inkml:trace contextRef="#ctx0" brushRef="#br0" timeOffset="8359.06">19775 12017 0,'0'0'0,"0"0"15,-8 25-15,-1 18 16,-16 42-1,-26 34-15,-9 34 16,-8 26 0,16-43-1,18-34-15,9-17 16,8-9 0,-1-8-16,18-25 15,0-26-15,0-17 16</inkml:trace>
  <inkml:trace contextRef="#ctx0" brushRef="#br0" timeOffset="8654.09">18973 12502 0,'0'0'0,"0"0"0,0 0 0,0 0 16,0 8-1,34 18-15,26 25 16,25 0 0,35-17-16,25-9 15,9-8 1,-1-17-16,-8-8 15,-25-1 1,-43 1-16,-60-1 16</inkml:trace>
  <inkml:trace contextRef="#ctx0" brushRef="#br0" timeOffset="8946.29">21030 11991 0,'0'0'0,"0"0"0,0 26 15,0 42-15,-8 85 0,-35 102 32,-25 0-32,8 17 0,17-17 31,-17 60-31</inkml:trace>
  <inkml:trace contextRef="#ctx0" brushRef="#br0" timeOffset="18287.97">22643 12127 0,'0'0'0,"0"0"0,0 26 16,-8 25-16,-1 25 15,-34 44 1,-25 67-16,0-26 16,25-59-1,18-34-15,8 0 16,8-17-1,0-25 1,9-9-16,0-9 16,0-8-1</inkml:trace>
  <inkml:trace contextRef="#ctx0" brushRef="#br0" timeOffset="18590.5">21909 12451 0,'0'0'0,"0"0"0,0 0 16,26 8-1,25 18 1,43 8 0,25 17-16,44-9 15,24-8 1,-16-8-16,0-18 16,145-8-1</inkml:trace>
  <inkml:trace contextRef="#ctx0" brushRef="#br0" timeOffset="19568.84">24162 12068 0,'0'0'0,"0"0"0,0 8 16,18 35-16,7 33 16,18 18-1,8-1 1,17 10-16,-8 16 15,0 8-15,8-25 16,-8-8 0,0 8-16,-9 0 15,0-9 1,17-8 0,-34-42-16</inkml:trace>
  <inkml:trace contextRef="#ctx0" brushRef="#br0" timeOffset="19888.07">24845 12655 0,'-8'0'16,"-18"17"-16,-25 17 0,-17 0 15,8 8 1,0-8 0,0 9-16,-8-1 15,17-16 1,8-1-16,9-16 0,17-1 31</inkml:trace>
  <inkml:trace contextRef="#ctx0" brushRef="#br0" timeOffset="20199.02">25707 12876 0,'0'0'0,"0"0"0,17 0 15,0 8 1,18 1-16,24-1 0,10 1 15,-10-1-15,27-8 16,8 0 15,-1 9-31,18-9 0,-8 0 16,-61 0 0</inkml:trace>
  <inkml:trace contextRef="#ctx0" brushRef="#br0" timeOffset="20520.45">27508 12289 0,'0'0'0,"-8"34"15,-9 43-15,-43 59 0,-34 51 16,9 0-16,-1 8 31,9-16-15,9-43-16,0 9 15,-60 135 1</inkml:trace>
  <inkml:trace contextRef="#ctx0" brushRef="#br0" timeOffset="21135.74">25024 12110 0,'0'0'0,"0"0"16,0 0-16,0 0 15,0 0 1,-8 0-16,-1 17 15,-16 9 1,-9 25-16,-35 25 16,-16 26-16,-17 18 15,-18 7 1,1 18-16,16-9 16,9-9-1,9-8 1,17-17-16,42-51 15</inkml:trace>
  <inkml:trace contextRef="#ctx0" brushRef="#br0" timeOffset="46585.5">16925 14041 0,'0'0'0,"34"0"0,60 8 16,25 1-1,-33-1-15,25 9 16,93 9 0,-24 8-16,50 8 15,52 9 1,93 18-16,26-18 15,-42-17 1,93-17-16,43-26 16,34 9-1,26 17-15,43 9 16,33 8 0,9 8-16,18-16 15,-10 8 1,-67 0-16,42 0 15,8 8 1,-67 9-16,-52-8 16,-69-9-1,-16 0-15,-120-9 16,1 9 0</inkml:trace>
  <inkml:trace contextRef="#ctx0" brushRef="#br0" timeOffset="47668.19">20578 15283 0,'0'0'0,"0"0"0,17 25 16,8 9 0,10 26-1,24 8-15,18 17 16,8 8-16,26 1 16,-8-9-1,-9 8 1,17 1-1,-9-9-15,9 0 16,-17 0-16,-17-8 16,-17-9-16,-35-34 15</inkml:trace>
  <inkml:trace contextRef="#ctx0" brushRef="#br0" timeOffset="47987.62">21909 15589 0,'0'0'0,"-17"0"0,-43 25 16,-42 26-1,-26 9 1,-17-1-16,-9 9 16,-16 0-1,7 9-15,10-1 16,8 1 0,-18 25-1,-110 77-15</inkml:trace>
  <inkml:trace contextRef="#ctx0" brushRef="#br0" timeOffset="71375.31">13033 13454 0,'0'0'0,"0"0"0,0 0 15,0 0-15,0 0 16,0 0 0,0 0-16,0 0 15,0 0 1,0 0-16,17-8 16,60 8-16,59 8 15,52 35 1,43 8-16,93 17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0T00:15:31.1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24017 7101 0,'0'0'0,"0"0"16,0 0-16,17 17 15,0 9 1,-8 42-16,-9 34 16,-17 8-1,-17-16-15,8 17 16,1 8 0,8-34-16,-1-34 15,10-26 1,8-16-1,0-18-15,8 9 16</inkml:trace>
  <inkml:trace contextRef="#ctx0" brushRef="#br0" timeOffset="427.44">25332 6948 0,'0'0'0,"0"0"0,-9 9 15,-25 25-15,-34 17 16,-9 17 0,-25 17-16,-9 8 15,17-16 1,17-9-16,34-17 15,18-9 1,33 1-16,26 17 16,35-18-1,-1-25 1,34-17-16,9-17 16,-25-8-16,-18-27 15,9-24 1,-26-26-1,-17 8-15,-25 18 16,-18-1-16,-17 9 16,-16 9-16,-27 8 15,27 25 1</inkml:trace>
  <inkml:trace contextRef="#ctx0" brushRef="#br0" timeOffset="917.44">26510 7084 0,'0'0'0,"0"0"15,0 0-15,0 0 16,-9 0 0,-25 17-16,-34 0 0,-18 17 31,1 0-31,0 26 0,8 8 16,17 8-1,17 1 1,35-9-16,33 26 15,18-1 1,25-8 0,18-8-16,-1-43 15,9-17 1,-17-17-16,-18-26 16,-16-16-1,-9-1-15,-8-25 16,-26-17-1,-17-34-15,-26 0 16,-8 25 0,-26 9-16,0 34 15,43 34 1</inkml:trace>
  <inkml:trace contextRef="#ctx0" brushRef="#br0" timeOffset="1479.7">27628 7135 0,'0'0'0,"-9"0"0,-8 9 15,-17 16-15,-17 9 16,-18 17-16,-16 26 16,8 8-1,17-9 1,35 1 0,25 0-16,34 25 15,34 0-15,60-26 16,9-25-16,-1-34 15,18-34-15,-34-17 16,-27-25 0,-41-1-16,-18-25 15,-43-43 1,-50-42 0,-52 17-16,51 102 15</inkml:trace>
  <inkml:trace contextRef="#ctx0" brushRef="#br0" timeOffset="9290.21">24427 8394 0,'0'0'0,"0"0"0,-9 0 0,1 0 16,-1 0-1,1-9-15,-18 1 16,-8-1 0,-17 1-16,-17-1 15,-9 9 1,26 9 0,-18 33-16,-16 26 15,8 0-15,34-16 16,26-1-1,9 0-15,16 0 16,27-9 0,-10-25-16,35-8 15,42-26 1,9-9 0,-17 1-16,-8-9 15,-27-9-15,-16 9 16,-17 0-1,-1 17-15,-16 0 16,-1 0 0,1 8-1,-1 9-15,-8 0 16,9 26 0,-9 42-16,0 34 15,0 17 1,0 9-16,17-35 15,9-25-15,33-8 16,35-1 0,9-25-16,-61-25 15</inkml:trace>
  <inkml:trace contextRef="#ctx0" brushRef="#br0" timeOffset="9738.65">25980 8453 0,'0'0'0,"-8"0"0,-1 17 0,-16 9 15,-9 8 1,-9 8-16,0-7 0,1 7 16,7-16 15,10-1-31,8 9 0,17 0 16,25 17-1,18 0 1,8 9-16,17-1 15,-8 1 1,-17-9-16,-17 0 0,-1 17 31,-33 25-31,-27 18 16,-24-9 0,-1-25-16,0-26 15,9-26 1,8-16-16,35-9 15</inkml:trace>
  <inkml:trace contextRef="#ctx0" brushRef="#br0" timeOffset="10007.96">25588 8479 0,'0'0'0,"0"0"15,17 0-15,34 8 16,26 1 0,17-1-16,0-8 15,0 9 1,16-1-1,18 1-15,9-1 16,-69-8-16</inkml:trace>
  <inkml:trace contextRef="#ctx0" brushRef="#br0" timeOffset="10437.12">27576 8904 0,'0'0'0,"0"0"0,-8 0 15,-26 17-15,-35 0 16,-24 17 0,-10 9-16,-8 16 15,43-16 1,25-1-16,35 9 0,33 9 16,69 16-1,103 9 1,50-42-16,-8-43 0,-43-26 31,-68-8-15,-51 0-16,-43-17 15,-42-17 1,-171-42-16,-154-52 16</inkml:trace>
  <inkml:trace contextRef="#ctx0" brushRef="#br0" timeOffset="18849.56">24700 10358 0,'0'0'0,"0"0"0,0 0 16,0 0-1,0 17-15,9 0 16,-1 43-16,-25 68 16,-51 76-1,-9 59-15,26 77 16</inkml:trace>
  <inkml:trace contextRef="#ctx0" brushRef="#br0" timeOffset="47471.92">9303 6923 0,'0'0'0,"-8"-9"0,-18 1 16,9 8-16,-9 0 15,9 0 1,0 0-16,0 0 15,0 0 1,-9 0-16,1 0 16,-9 8-1,0 1-15,-1-1 16,1-8 0,-8 9-1,-1 8-15,-17 0 16,-8 0-16,0-9 15,-9 9 1,-26 9 0,-8 16-16,0 9 15,-8 17-15,-18 34 16,-16 43 0,16 16-1,-8 35 1,-26 25-16,43-42 0,34-1 15,18-8 1,7-33 0,27-1-16,25-9 15,34-25 1,17-17-16,9-8 16,50 8-1,44-9-15,-9-25 16,34-25-16,60-26 15,-51-26 1,-9-16 0,9-1-16,-35 1 15,-8-9 1,-25 8-16,16-25 16,-8-25-16,-26-9 15,-16 8-15,-27-42 16,-42-68-1,-34 8 1,-43-16 0,-25-18-16,-17 35 0,-18-18 15,-34 26 1,-51 42 0,-42 43-1,-78 26-15</inkml:trace>
  <inkml:trace contextRef="#ctx0" brushRef="#br0" timeOffset="50554.71">7178 11166 0,'17'0'0,"51"17"0,77 0 15,86 17 1,42-8-16,26-9 0,25 0 31,60-17-31,43 0 0,-43 17 16</inkml:trace>
  <inkml:trace contextRef="#ctx0" brushRef="#br0" timeOffset="90841.48">19374 9406 0,'0'0'0,"0"0"0,0 0 0,0 0 16,-8 0-16,-9 17 15,-17 0 1,-26 0-16,-17 8 16,-42 35-1,-18 0 1,-8 8-16,17 8 15,0 9-15,-17 34 16,25-8 0,26-9-16,26 8 15,17 18 1,17 25 0,17-8-16,17-1 15,0 18-15,25-9 16,52-9-1,51 27 1,9-35-16,25-26 16,60-8-1,25-51-15,18-25 16,-35-26-16,-42-9 16,0-25-1,-35-17 1,-7-25-16,-10-18 15,-16-8 1,-9-17-16,-43 0 0,-25-26 16,-1-25-1,-25-25 1,-25-1-16,-26-8 16,-26 17-16,-8-9 15,-18 26 1,-8 34-16,-8 17 31,-18 17-31,-25 17 16,-42 17-1,-44 25-15,-59 52 32,-69 50-32,-8 69 15,43 51-15,0 16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0T00:17:28.7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22029 5928 0,'0'0'0,"8"0"0,35 17 16,17 0-1,25-9-15,52 9 31,50 9-31,-16-18 16,59-8 0,137 0-16</inkml:trace>
  <inkml:trace contextRef="#ctx0" brushRef="#br0" timeOffset="1022.91">25912 6174 0,'0'0'0,"0"0"0,0 0 16,0 0 0,0 0-16,0-8 15,9-1 1,8 1-1,8-1-15,9 1 16,86-1-16,102 1 31,85 8-31,77-17 0</inkml:trace>
  <inkml:trace contextRef="#ctx0" brushRef="#br0" timeOffset="29243.89">24504 3878 0,'0'0'0,"0"0"0,0 0 15,0 0-15,0 0 16,0 0-16,0 0 16,0 0 15,0 0-31,0 0 16,0 0-16,0 0 15,0 0 1,0 0-16,0 0 15,-9 0 1,1 0-16,-18 0 16,1 0-1,-10 0 1,1 9-16,-8 8 16,-10 0-16,-24 17 15,7 0 1,27 0-16,7 0 15,1 8-15,0 1 32,9-18-32,-1 1 15,9-1-15,0 1 16,8 8 0,9 0-1,0-9-15,17 1 16,-8-1-1,17-8-15,25 17 16,8-8 0,18-9-16,9 8 15,-1-8 1,-34-8-16,9-1 16,17 1-16,-17-1 15,-18 1 1,-16-1-1,-1-8-15,-16 0 16,-9 0 0</inkml:trace>
  <inkml:trace contextRef="#ctx0" brushRef="#br0" timeOffset="29584.05">23958 4601 0,'0'0'0,"0"0"0,0 0 31,0 0-31,0 0 16,0 0-16,0 0 16,0 0-1,0 0 1,34 17-16,25 8 16,61 9-1,-1-8-15,-16-1 16,-35-8-16</inkml:trace>
  <inkml:trace contextRef="#ctx0" brushRef="#br0" timeOffset="54484.36">23855 10333 0,'0'0'0,"0"0"15,0 0-15,0 0 16,0 0-16,0 0 16,9 8-1,-1 1 1,1-1-16,-1 1 15,35-1 1,42 1-16,9-1 16,9 1-16,-18-1 15,-34 1 1,-25-1 0,-1-8-16,-16 9 15,-1-9 1,1 0-16,0 0 15,-1 0 1,1 17-16,-35 9 16,-34 25-1,-59 8-15,8-16 16,68-9-16,9-9 16,17-8-1,0 0 1,8 0-16,1 0 15,8-8 1</inkml:trace>
  <inkml:trace contextRef="#ctx0" brushRef="#br0" timeOffset="54759">23898 11302 0,'0'0'0,"0"0"0,0 0 15,51-8 1,145-9-16,18 0 16,-155 8-1</inkml:trace>
  <inkml:trace contextRef="#ctx0" brushRef="#br0" timeOffset="68692.17">28438 7152 0,'0'0'0,"0"0"15,0 0-15,0 0 16,0 0 0,0 0-16,0 0 15,9-8-15,17-1 16,42 1 0,9-18-1,-18 1-15,10-1 16,33-8-1,52 0-15,-18 9 16,-67 8-16,-35 17 16,-9 0-1,9 17 1,-8 8-16,-9 9 16,-8 9-1,8 33-15,0 1 16,8-1-16,35 1 15,43-18 1,8-25-16,-9-34 16,86-42-1,34-18 1,-103 1-16,1-9 16,42 8-1,128-8-15</inkml:trace>
  <inkml:trace contextRef="#ctx0" brushRef="#br0" timeOffset="69503.74">28515 7637 0,'0'0'0,"0"0"0,17 0 15,35-8-15,7-1 16,-8-8 0,18-9-1,50 9-15,35 0 16,-26 9-16,-60 8 15,0 8 1,26 9-16,-25 17 16,-10 9-1,-16 25-15,-17 26 16,-9-1 0,0-16-1,8-18-15,27 1 16,7-9-16,86-26 15,94-25 1,137-59 0,25-18-16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0T00:20:26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12589 9193 0,'0'0'0,"0"0"0,0 0 0,9 0 15,25 17 1,77 0-16,34 9 16,85-18-1,137 1-15</inkml:trace>
  <inkml:trace contextRef="#ctx0" brushRef="#br0" timeOffset="6218.75">19238 7756 0,'-9'0'0,"-8"0"0,0 0 16,-9 9-1,1-1-15,-9 1 16,-35 8-1,-7 8-15,-1 9 16,9 9-16,-9-1 16,8 9-1,18 17 1,-8 9-16,-1 8 16,9 0-16,8 0 15,17-9 1,9-16-1,17 8-15,17 9 16,17 8 0,1 8-16,-1 1 15,17-9-15,34 8 16,18-8 0,8-8-16,8-1 31,18 1-31,50-1 15,-24-16-15,-1 0 16,51-1 0,-25-25-16,0 0 15,17-8 1,-1-18 0,10 9-16,-26-8 15,8-1-15,43-8 16,-34 0-1,-1-8-15,-7-9 16,-1-9 0,9 1-16,-34-1 15,-18-8-15,9 9 16,9-18 0,-26 1-16,-8-1 15,25-17 1,-26 9-1,-42 9 1,-8-9-16,-1 0 16,-17 17-16,-25-9 15,-9 1 1,-8-9 0,-1 0-16,-16-9 15,-18-8-15,-8-8 16,-17-1-1,-9 1 1,1 8-16,-26-9 16,-9 9-1,-17-9-15,-26 9 16,-8 17 0,-8-8-16,-35 8 15,-8 8 1,-9 9-16,0 0 15,-8 9 1,-9 8-16,-17-9 16,-8-8-1,-9 9-15,-17-1 16,-34 9 0,-9 9-16,-8-1 15,-9 18 1,-26-1-16,-33 18 15,-60 25-15,33 0 16</inkml:trace>
  <inkml:trace contextRef="#ctx0" brushRef="#br0" timeOffset="8785.76">15977 7986 0,'0'0'0,"-8"0"0,-1 0 16,1-9-1,-9 1-15,-9 8 16,-17 0 0,-25 17-16,-17 0 15,-1 8 1,-7 9-16,16 9 16,26-9-1,8 17-15,-17 0 16,0 25-1,1 1-15,16-1 16,17-8 0,18-8-16,16 8 15,18 0-15,8 0 16,0-8 0,9 8-16,25 17 15,18-9 1,16-16-16,0-1 15,-16-8 1,33 0 0,26 9-16,-8-9 15,-35-17 1,18 0-16,33 0 16,-7-8-1,-18-18 1,8-8-16,43-8 15,-34-18-15,-25 9 16,16-9 0,-7-8-16,-10 0 15,-25 0-15,-17-17 16,8-25 0,9-9-16,-9-17 15,-16 17 1,-27 8-16,-16-8 15,-9-8 1,-26-9-16,-8-1 16,-42 10-1,-18-18 1,-26 9-16,-25 0 16,-34 9-1,-26 16-15,-8 26 16,-17 0-16,-9 17 15,-26 9 1,-25 8-16,-17 8 16,-34 18-1,-9 42 1,-34 34-16</inkml:trace>
  <inkml:trace contextRef="#ctx0" brushRef="#br0" timeOffset="26512.24">9815 9244 0,'0'0'0,"0"0"0,0 0 16,0 0-1,0 0 1,0 0-16,17 9 15,34 8 1,43 8-16,69-16 16,75-18-16,44-16 15,68-1-15</inkml:trace>
  <inkml:trace contextRef="#ctx0" brushRef="#br0" timeOffset="33828.35">20714 9244 0,'0'0'0,"0"0"16,0 0-16,0 0 15,0 0 1,17 0-16,0 9 15,18-1 1,-1-8 0,0 0-16,9 9 15,8-9-15,9 8 16,-1-8 0,-16 0-16,8 9 15,0-9 1,-8 8-16,-9 1 15,-8-1 1,-9 1-16,-9-9 16,1 0-1,-1 0-15,-8 0 16,0 0 0,-17 0-16,-17 8 15,-8 1 1,-1-9-16,9 0 15,0 0 1,-1 0-16,1 0 16,17 0-1,0 0-15,9 0 16,-1 0 0,9 0-1,0 0-15,0 0 16,0 0-16,34 8 15,52 1 1,42-1-16,0-16 16,8-1-1,1-8 1,-35 0-16,-42 17 16,-26 0-16,-8 0 15,-26 0 1,-9 9-1</inkml:trace>
  <inkml:trace contextRef="#ctx0" brushRef="#br0" timeOffset="42094.19">21235 8011 0,'0'0'0,"0"0"0,0 0 16,0 0-16,-9 0 0,1 0 31,-1 0-15,1 0-16,-18 0 15,1 0-15,-1 0 0,0 0 16,1 0 15,-1 17-31,1 9 0,-27 16 16,-16 35-16,8-1 31,9 18-15,17 25-16,8 17 0,18-25 31,8-9-31,17 0 16,26 8-1,8 1-15,17-18 16,9-25 0,0-17-16,8-25 15,35-9 1,33-34-16,-16-17 15,-1-43 1,1-16-16,-18-1 16,-25-8-1,-25-25-15,-35-1 16,-34 26 0,-43-9-16,-59-16 15,-103-9 1,-77 42-16,-128 94 15,-93 85 1,110 0-16</inkml:trace>
  <inkml:trace contextRef="#ctx0" brushRef="#br0" timeOffset="72119.16">18760 9602 0,'0'0'0,"0"0"0,0 17 0,0 17 16,0 0 0,17 8-1,8 1-15,44 8 16,76 8-16,51-8 16,35-8-1,16-18 1,35 1-16,25-1 15,17-8-15,18 0 16,-18-8 0,9-1-1,8-8-15,-25 0 16,17 17-16,-43-8 16,-42-1-1,-43 1-15,-60-1 16,-34-8-1,-52 0 1,-25 0-16,-16 0 16,-10 0-1,1 0-15,-9 0 16,-26-8-16,-111-26 16,-84-9-1,-87 1 1,-76 8-16,34 8 15,-34 18-15,-43-1 16,26 1-16,17 8 16,0 0-1,-43-9-15,77 1 16,35-1 0,-10 1-1,69 8-15,77-9 16,51 1-16,43-1 31,42 1-31,17 8 16,18 0-1,16-9-15,69-8 16,137-25-16,118 16 16,18 18-1,34 25-15,52 17 16,8 0-1,8 0-15,0 0 16,18 0-16,16 0 16,-25 0-1,-34-9 1,-69-8 0,-50-8-16,-61-1 15,-51-8-15,-51 0 16,-85 0-16,-34 0 31,-18 0-31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09T21:14:58.4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12854 4899 0,'0'0'0,"0"0"0,0 0 16,0 0-1,-9 0-15,-8 0 16,-34 8-1,-17 18 1,-43 25-16,-43 34 16,17 0-16,35-17 15,8 17 1,-8 8-16,8 9 16,17 26-1,26-9-15,25-25 16,18-9-1,33-9-15,26-8 0,9-17 16,60-17 0,67-25-1,-16-26 1,0-34-16,42-9 16,-42-8-1,-17-25 1,8-26-16,-34 8 15,-26 17-15,-34-16 16,-42-1 0,-43-8-1,-51-8-15,-86 8 16,-111 34 0,-136 68-16,-85 76 15,-35 94-15,9 77 16,154-35-1</inkml:trace>
  <inkml:trace contextRef="#ctx0" brushRef="#br0" timeOffset="15080.58">11787 7714 0,'0'0'0,"0"0"0,17 0 16,77-9 0,85-25-16,77-17 15,34-9-15,35 1 16,33-18 0</inkml:trace>
  <inkml:trace contextRef="#ctx0" brushRef="#br0" timeOffset="19687.7">15303 7629 0,'0'0'0,"0"0"0,0 0 15,0 0 1,9 0 0,42 0-16,43 0 15,25 0-15,-33 0 16,76 8-1,77 1-15,94 8 16,-18-9 0,27 1-1,170 8-15,-102 8 16</inkml:trace>
  <inkml:trace contextRef="#ctx0" brushRef="#br0" timeOffset="50549.5">31554 6446 0,'0'0'0,"0"0"0,0 0 0,-9 0 16,-16-8-1,-1-1-15,-17 1 16,1 8-1,-27 0-15,-7 0 16,-10 8 0,18 9-16,-9 0 15,9 17 1,0 9 0,-1-1-1,18 1-15,8-9 16,9 17-1,0 9-15,17 8 16,17 17-16,0 8 16,17-8-1,17 0-15,17-8 0,18-1 32,8 1-32,8-9 15,0-9-15,1-8 16,25-34-1,17-25-15,17-43 32,-17-17-32,-9-9 15,-34-16-15,-8-9 16,-34-17 0,-43 8-1,-26-8-15,-50-25 16,-61-10-1,-34 35-15,-68 34 16,-102-8 0</inkml:trace>
  <inkml:trace contextRef="#ctx0" brushRef="#br0" timeOffset="53631.87">26134 6319 0,'0'0'0,"0"0"0,0 0 16,0-9-1,0 1-15,0-1 16,-9 1 0,1-9-16,-26-9 15,-17 9 1,-35 0-16,-25 17 15,34 17 1,9 9-16,-34 16 16,-9 9-1,0 0-15,0 0 16,34 0 0,0 0-16,-17 9 15,1 8 1,7 17-16,26-8 15,18-18 1,16-8-16,9-8 16,17 8-1,17 0-15,17 25 16,43 9 0,0-17-16,-9-17 15,35 9-15,16-9 16,1-17-1,-27-17-15,27-9 16,25 1 0,9-18-1,-35-16-15,-33-1 16,33-16-16,18-18 16,-9 1-1,-43 8-15,-25-17 16,-18 0-1,-8 0 1,-25 0-16,-9-9 16,-26-8-1,-50-17-15,-52-17 16,-26 17 0,-8 0-16,-43 8 15,-8 35 1,-52 25-16,-85 34 15</inkml:trace>
  <inkml:trace contextRef="#ctx0" brushRef="#br0" timeOffset="58970.81">28729 7492 0,'0'0'0,"0"0"16,-9 0-16,-8 0 16,-26 17-16,-51 0 15,-34 17 1,-25 9 0,-52 8-16,26-8 15,25-9-15,9 0 16,43-9-1,33-8-15,27-8 16,25-1-16,0 1 16,8-9-1,9 0 1,34-9-16,43-8 16,34-8-16,34-1 15,26 1 1,-26-1-1,-26 1-15,-25 8 16,-43 8 0,-25 1-16,-9 8 15,-8 0-15,-86 25 32,-205 69-32,-93 25 15</inkml:trace>
  <inkml:trace contextRef="#ctx0" brushRef="#br0" timeOffset="71339.89">23377 2305 0,'0'0'0,"0"0"16,-8 25-16,-1 9 15,1 26 1,-18 25-16,-8 34 0,-17 17 16,-9 0-1,0-17 1,17-34-1,9-17-15,17-17 16,0-25-16,9-1 16,-1-16-1,9-1-15,0-16 16,34-52-16,26-59 31,25-8-31,18-1 16,16 0-1,-8 26-15,-25 26 16,-18 33-16,-8 18 16,-18 16-1,-8 9 1,9 17-16,0 17 16,-18 0-16,-16 26 15,-26 16-15,-17 35 16,0-9-1,-1-17 1,18-25-16,0-18 16,17-16-1,17-1 1,0-16-16</inkml:trace>
  <inkml:trace contextRef="#ctx0" brushRef="#br0" timeOffset="71832.67">24367 3359 0,'0'0'0,"0"0"0,0 0 16,0 0-16,0 0 16,0 0-1,-8 0-15,-9 9 16,-17 8-1,-9 17-15,-17 8 16,9 9 0,25 0-16,9 0 15,26 9 1,16-9-16,35-9 16,34-25-1,25-17-15,18-34 16,-17-34-1,-27-8-15,-33-1 16,-17 1 0,-26-1-1,-17 1-15,-43 8 16,-42 8-16,25 35 16</inkml:trace>
  <inkml:trace contextRef="#ctx0" brushRef="#br0" timeOffset="73237.22">26458 2271 0,'0'0'15,"-8"0"-15,-26 17 0,-26 0 16,0 17 0,0 0-16,18 0 15,-1 8 1,9 1-16,17-1 15,17 1 1,0-18-16,25 9 16,27-8-1,24-9-15,27-26 16,-1-42 0,-16-8-16,-18-18 15,0 9 1,-25 26-16,-17 16 15,-18 9 1,1 17-16,-26 9 16,-18 50-1,-33 52 1,8 8-16,26-34 16,26 8-16,25-16 15,8-34 1,-16-26-16</inkml:trace>
  <inkml:trace contextRef="#ctx0" brushRef="#br0" timeOffset="73621.32">28438 2152 0,'0'0'0,"-17"8"31,-25 26-31,-27 43 16,-7 16-16,-1 9 16,0-8-16,9-9 31,8-9-31,9-25 16,17-8-1,8-9-15,17-25 16</inkml:trace>
  <inkml:trace contextRef="#ctx0" brushRef="#br0" timeOffset="73859.1">27611 2322 0,'0'0'0,"0"8"16,34 26-16,43 17 15,16 9-15,10-9 0,8-26 16,0-8 15,-26-8-31,-42-9 16</inkml:trace>
  <inkml:trace contextRef="#ctx0" brushRef="#br0" timeOffset="74143.27">29770 2067 0,'0'0'0,"-9"17"15,-8 51-15,-25 42 16,-18 9 0,9-8-16,8-18 15,9-8 1,0-17-1,8-17-15,18-25 16</inkml:trace>
  <inkml:trace contextRef="#ctx0" brushRef="#br0" timeOffset="74573.1">30436 2517 0,'0'0'0,"0"0"0,8 9 16,26 8-1,18-9 1,-1 1-16,0-1 16,0 1-1,9-18-15,-9 1 16,-17-9-16,-8 0 15,-18 0 1,1 8 0,-18 1-16,-42-18 15,-43 9-15,-17 17 16,-8 34 0,-9 26-1,25 16-15,27 1 16,16-1-1,34 10-15,35-10 16,25-16-16,51-9 16,-8-34-1,-43-17-15</inkml:trace>
  <inkml:trace contextRef="#ctx0" brushRef="#br0" timeOffset="75012.73">31622 2568 0,'0'0'0,"-9"0"0,-33 17 16,-35 34-16,0 17 16,9-8-1,8 8-15,17 9 16,18-18-1,33 1-15,27-1 16,33-25-16,17-17 16,35-25-1,16-35 1,-16-8-16,-35 9 16,-25 8-1,-26 8-15,-8 9 16,-18 17-1,1 0-15,-9 0 16,-9 34 0,-17 51-1,1 9-15,8-26 16,0-9 0,17-8-16,8 0 15,9-17 1,-8-17-16</inkml:trace>
  <inkml:trace contextRef="#ctx0" brushRef="#br0" timeOffset="75393.82">32706 3045 0,'0'0'0,"0"0"0,-9 0 16,-8 0-16,-25 17 16,-1 0-1,0 8-15,9-8 16,0 0 0,17 0-16,0 9 15,17 8 1,17 17-16,17 8 15,17 18 1,-8 8-16,-9-9 16,-17 1-16,-17-1 15,-34 1 1,-17-9-16,-17 0 16,16-34-1,10-17-15,8-25 16,25-1-1</inkml:trace>
  <inkml:trace contextRef="#ctx0" brushRef="#br0" timeOffset="75626.1">33329 3028 0,'-9'8'0,"-16"69"0,-18 50 0,-8 18 16,-17 33-16,-18-25 0,86-153 0,-111 120 16,9-1-16,34-34 15,34-34 1,16-26-16,18-16 15</inkml:trace>
  <inkml:trace contextRef="#ctx0" brushRef="#br0" timeOffset="75877.95">33030 3453 0,'0'0'0,"51"34"15,43 17-15,0 8 0,26 18 32,-26-26-32,-18-17 15,95 17 1</inkml:trace>
  <inkml:trace contextRef="#ctx0" brushRef="#br0" timeOffset="76585.42">27568 3810 0,'0'0'16,"0"0"-16,8 0 0,18 9 0,25-9 31,9 0-31,0-9 15,-1-8 1,1-9 0,0-8-16,-26 17 15,-8 0-15,-9 9 16,-9 8 0,1 8-16,-1 18 15,1 50 1,-9 35-16,-9-9 15,1-8 1,-1-9-16,1-17 16,-1-17-1,1-26-15,-18-8 16,18-8 0</inkml:trace>
  <inkml:trace contextRef="#ctx0" brushRef="#br0" timeOffset="76817.6">27559 4499 0,'0'0'0,"0"8"0,26 18 16,42 25-16,43-9 15,26-33 1,42-35-16,17-25 16,-8-25-16,85-69 31</inkml:trace>
  <inkml:trace contextRef="#ctx0" brushRef="#br0" timeOffset="77421.56">29377 3640 0,'0'0'0,"17"-9"16,35-25-16,24-17 15,18 0 1,0-8-16,0-1 16,-17 9-1,-17 17-15,-9 9 16,-17 8-1,-8 17-15,-18 8 0,1 26 16,-26 60-16,-43 59 31,-17 8-15,0 1-16,9-26 16,17-25-1,8-26-15,9-26 16,8-16-1,9-18-15,-17-8 16,17-8 0</inkml:trace>
  <inkml:trace contextRef="#ctx0" brushRef="#br0" timeOffset="77571.31">29138 4278 0,'0'0'0,"9"8"16,85 43-16,85 34 16,68 0-1,44-25-15,67-1 16</inkml:trace>
  <inkml:trace contextRef="#ctx0" brushRef="#br0" timeOffset="106020.5">27030 7084 0,'0'0'0,"0"0"0,0 0 15,-8 0-15,-1 17 16,1 17-1,-9 9 1,-1-1-16,1-8 16,9-8-1,-1-1-15,9 1 16,0-9 0,0 0-1,9 0-15,16 17 16,27 8-16,16-8 15,34 0 1,35 9-16,17-1 16,16 1-1,9 0-15,-25-9 16,-43-9 0,-43-8-16,-8 0 15,-9 9 1,-25-9-16,-1-9 15,-16 1 1,0-1 0,-1 1-16,1-9 15,-9 0-15,0-26 16,34-59 0,34-94-16,52-33 15,-10 16 1,36-76-16</inkml:trace>
  <inkml:trace contextRef="#ctx0" brushRef="#br0" timeOffset="108919.26">29744 7816 0,'0'0'0,"0"0"0,9 0 0,25 8 16,68 1-1,112-26 1,127-9-16</inkml:trace>
  <inkml:trace contextRef="#ctx0" brushRef="#br0" timeOffset="117219.86">29813 5664 0,'0'0'0,"0"0"0,0 0 16,0 0 0,0 0-1,0 0-15,17-9 16,25 9-1,35 0-15,0 9 0,0 8 16,-9 0 15,-25 0-31,-18 0 0,-16 9 16,-18 25 0,-42 34-16,-43 17 15,9 0 1,8-17-1,17-17-15,18-26 16,16 1 0,26-9-16,17-9 15,51 9 1,95 9-16,24-43 16,112-34-1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0T00:21:50.6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9286 8624 0,'0'0'0,"0"0"0,0-9 16,9 1-1,-1-9-15,9 8 16,34 0-1,35 9-15,33 9 16,9 0-16,17-1 16,86-16-1,-18-1 1,94-25 0</inkml:trace>
  <inkml:trace contextRef="#ctx0" brushRef="#br0" timeOffset="527.16">13118 8538 0,'0'0'0,"9"0"0,59-8 16,94-1-16,43 9 16,43 0-1,42 9-15,68 8 16</inkml:trace>
  <inkml:trace contextRef="#ctx0" brushRef="#br0" timeOffset="18228">17667 7237 0,'0'0'0,"0"0"0,0 0 15,0 0-15,0 0 16,-8 17 0,-9 17-16,-17 9 31,-18 16-31,-7 26 15,-1 0 1,26-8-16,0 8 16,17 0-16,17-8 15,17 8 1,0-9 0,8-16-16,18 8 15,25 0 1,26 0-16,26-9 15,8-8-15,25 0 16,27-17 0,-1-8-16,-9-1 15,10-8 1,-1 1-16,-17 7 16,26 9-16,0-17 15,-9 0 16,17 9-31,0-18 16,9 1-16,-25 8 16,16-9-1,-8 1-15,-9-1 16,26 1-16,8-1 31,-8-16-31,17-1 16,0 1-16,0-1 15,-9 9 1,-8 0-16,0 0 16,8 9-1,0-18-15,9 1 16,-8-1-16,-1 9 16,-17 0-1,18-8 1,-1-1-16,9 1 15,0-9 1,8 0-16,-8 0 16,-8 8-1,-1 1-15,-25-1 16,-26 9-16,9-8 16,-1-1-1,-16-8 1,-17 0-16,-18 0 15,-8 0 1,-17-9-16,-9 1 16,-25-1-1,-9 1-15,-17 8 16,-8-9 0,0 1-1,-9-9-15,-9-26 16,1 1-1,-18 8-15,1 0 16,-18 0 0,-8 8-16,-17-8 15,-35 0-15,9 9 16,-8-1 0,-9 1-16,9-9 15,-26 8 1,0-8-1,9 17-15,-9 8 16,0-8 0,-34 9-16,-26-9 15,26 25-15,-43 1 16,-17-1 0,26 9-16,-26 0 15,-17 9 1,-17 8-1,0-9-15,0 9 16,0 9-16,9-9 16,-9 8-1,8-16 1,-25-1-16,-8 1 16,-1-9-1,-8 9-15,-26 8 16,-25-9-16,17 1 15,-35 8 1,1 0-16,0-9 16,-44 9-1,44-17-15,17 0 16,-60 9 0,34-18-16,0 18 15,-68-1-15,34 1 31,8 8-31,-25 0 16,0-9-16,51 9 16,43-8-1,-60-9 1</inkml:trace>
  <inkml:trace contextRef="#ctx0" brushRef="#br0" timeOffset="27865">6632 9202 0,'0'0'0,"0"0"0,-9 0 16,-16 0 0,-27 0-16,-16 8 15,-17 1 1,-26 8-1,0 17-15,8 0 16,-8 8-16,-8 9 16,-9 9-1,25-9-15,10 17 16,16 0 0,17 9-16,17-9 15,18-17 1,8 8-16,17-8 15,17 17-15,17 17 32,9 9-32,-1-9 15,-16-26 1,-1 1-16,1-1 16,-9-16-16,-8-9 15,-1 0 1,-16 0-16,-1 17 15,-25 0 1,-17 0-16,8-8 16,9-18-16,0-8 15,17-8 1,0-1 0,8 1-16,1-9 15,8 0 1,-9 8-1,9 9-15,0 26 16,9 16-16,25 18 16,17 33-16,9 18 31,-18-9-31,1-8 16,-9 25-16,-17 17 15,-17-17-15,-34 25 16,-43 43-1,-8-25 1,25-9 0,43 0-16,68 0 15,112 34-15,127-16 16,51-18 0</inkml:trace>
  <inkml:trace contextRef="#ctx0" brushRef="#br0" timeOffset="30402.13">7169 9831 0,'0'0'0,"0"0"0,0 0 16,17 9-16,18 8 31,16 0-31,43-9 15,68 1 1,60-9-16,51 8 16,9 1-16,16 8 15,18 0 1,25 0 0,52 0-16,-9-17 15,17-17 1,-17-17-16</inkml:trace>
  <inkml:trace contextRef="#ctx0" brushRef="#br0" timeOffset="31238.23">12026 9695 0,'0'0'0,"0"0"0,0 0 16,0 0-16,17 0 15,51-8 1,111-9-16,77 0 16,60 0-1,43 17-15,25 8 16,8 9-16</inkml:trace>
  <inkml:trace contextRef="#ctx0" brushRef="#br0" timeOffset="34822.5">7323 10826 0,'0'0'0,"0"0"0,0 0 15,0 0 1,0 0-1,0 0 1,0 0-16,0 0 16,0 0-1,0 0-15,0 0 0,0 0 32,0 0-32,0 0 0,0 0 31,9 0-16,8 9-15,17-1 16,8 1-16,35-1 0,17 1 16,0-9 15,0 0-31,0 8 16,25 1-1,26-18-15,-8 9 16,-18-8-1,61-9-15,7 0 16,-50 0-16,59 0 16,1 0-1,-52 0 1,68 8-16,9 9 16,-51 0-16,42 17 15,-17 0 1,-8 0-16,8-17 15,-25-17 1,25-8 0,137-18-16</inkml:trace>
  <inkml:trace contextRef="#ctx0" brushRef="#br0" timeOffset="38890.61">7212 11932 0,'0'0'0,"0"0"0,0 0 16,0 0-16,0 0 16,0 0-1,0 0 1,9 0-16,-1 0 16,-8 0-1,17 0 1,0 0-16,17-9 0,18 1 31,16-9-31,51 0 16,9 0-1,-17 8-15,26 1 0,34 8 16,16 17 0,27 8-1,33 9-15,9 0 0,9-8 16,17-1-1,-9-8 1,-26-8 0,1 8-16,-26-9 15,17 1-15,8-1 16,-34-16-16,1-18 16,102-8-1</inkml:trace>
  <inkml:trace contextRef="#ctx0" brushRef="#br0" timeOffset="41925.69">8296 13088 0,'0'0'0,"0"0"0,0 0 16,0 0-16,0 0 0,0 0 31,0 0-31,0 0 16,0 0-1,0 0-15,0 0 16,9 9-1,-9-9-15,25 0 16,18 0 0,25-9-16,60-8 15,26-17 1,-18 0-16,18-8 16,17 16-16,-26 9 0,-26 0 15,35 0 16,17 0-31,-18 9 16,26-1-16,18 1 0,-27-1 31,10 1-15,16-1-16,-25-8 16,51 9-1,8-1-15,-17-8 16,60-17-1,9-17-15,68-34 16</inkml:trace>
  <inkml:trace contextRef="#ctx0" brushRef="#br0" timeOffset="43437.89">9175 11889 0,'0'0'0,"0"0"0,0 9 0,0 16 16,0 9-1,-8 17-15,-1 9 16,0 8 0,-16 8-1,-1 26-15,-8-8 16,9-17 0,7-9-16,1 0 15,0 0-15,17 0 16,0 0-1,9-9 1,8-8-16,0-8 16,0-1-16,0-8 15,17-8 1,26-1 0,51-8-16,34-17 15,26-17-15,34-8 16,-9 8-1,17-9-15,9 1 16,-17-1 0,8 9-1,-16 17-15,33-8 0,-16 8 32,-10 0-32,18 0 15,-25 0-15,-18 8 16,-17 1-1,-34-9 1,-26 8-16,-33-16 16,-18-1-1,-8 1-15,-9-1 16,8-16-16,10-9 16,7-9-1,1-16-15,-17-9 16,-1 8-1,-16-8-15,0 17 16,-18 0-16,1 9 16,-1 8-1,-8-1-15,0 10 32,0-1-32,0 9 15,0 0 1,0 9-16,-8-1 15,-26 1-15,-9-9 16,-8 8 0,-18 1-1,-7-1-15,-10 1 16,-33-9 0,-9 0-16,17 0 15,-17-9 1,-51-8-16,-18 9 15,9-1 1,-33 9-16,-10 0 16,-34 0-1,1-8-15,-26-1 16,-35 9 0,18 0-16,-26 9 15,17-1 1,-8 18-16,-34-1 15,-9-8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Amortized: “running average”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A50AE-6676-4050-BB67-AE6E697DAE8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00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09D29-1373-6246-9F8A-DDFD735F706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1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1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11.png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3: Algorithm Analysis pt.2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0037"/>
            <a:ext cx="10972800" cy="4525963"/>
          </a:xfrm>
        </p:spPr>
        <p:txBody>
          <a:bodyPr anchor="t">
            <a:normAutofit/>
          </a:bodyPr>
          <a:lstStyle/>
          <a:p>
            <a:r>
              <a:rPr lang="en-US" dirty="0"/>
              <a:t>Units of “time”</a:t>
            </a:r>
          </a:p>
          <a:p>
            <a:pPr lvl="1"/>
            <a:r>
              <a:rPr lang="en-US" dirty="0"/>
              <a:t>Operations</a:t>
            </a:r>
          </a:p>
          <a:p>
            <a:pPr lvl="2"/>
            <a:r>
              <a:rPr lang="en-US" dirty="0"/>
              <a:t>Whichever operations we pick</a:t>
            </a:r>
          </a:p>
          <a:p>
            <a:r>
              <a:rPr lang="en-US" dirty="0"/>
              <a:t>How do we express running time?</a:t>
            </a:r>
          </a:p>
          <a:p>
            <a:pPr lvl="1"/>
            <a:r>
              <a:rPr lang="en-US" dirty="0"/>
              <a:t>Function</a:t>
            </a:r>
          </a:p>
          <a:p>
            <a:pPr lvl="2"/>
            <a:r>
              <a:rPr lang="en-US" dirty="0"/>
              <a:t>Domain (input): size of the input</a:t>
            </a:r>
          </a:p>
          <a:p>
            <a:pPr lvl="2"/>
            <a:r>
              <a:rPr lang="en-US" dirty="0"/>
              <a:t>Range: count of operations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D1330-4380-45F9-8B45-6212445A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0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(context-dependent)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</p:spTree>
    <p:extLst>
      <p:ext uri="{BB962C8B-B14F-4D97-AF65-F5344CB8AC3E}">
        <p14:creationId xmlns:p14="http://schemas.microsoft.com/office/powerpoint/2010/main" val="252817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B2E5-E7E4-2DD3-AA25-FF7C6C28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EBC22-87E4-6333-D94C-B591DE7121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If an algorithm has a worst case </a:t>
                </a:r>
                <a:r>
                  <a:rPr lang="en-US" b="1" dirty="0"/>
                  <a:t>running time</a:t>
                </a:r>
                <a:r>
                  <a:rPr lang="en-US" b="0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Among all possible size-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inputs, the “worst” one will 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“</a:t>
                </a:r>
                <a:r>
                  <a:rPr lang="en-US" b="1" dirty="0"/>
                  <a:t>operations</a:t>
                </a:r>
                <a:r>
                  <a:rPr lang="en-US" dirty="0"/>
                  <a:t>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gives the maximum count of </a:t>
                </a:r>
                <a:r>
                  <a:rPr lang="en-US" b="1" dirty="0"/>
                  <a:t>operations</a:t>
                </a:r>
                <a:r>
                  <a:rPr lang="en-US" dirty="0"/>
                  <a:t> needed from among all inputs 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EBC22-87E4-6333-D94C-B591DE7121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15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BC43-DD63-2B24-550B-B08D8456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Running Time – General Guide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6B4E2-CD04-DDD0-E33D-A4B22AE7A8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Add together the time of consecutive statements</a:t>
                </a:r>
              </a:p>
              <a:p>
                <a:r>
                  <a:rPr lang="en-US" dirty="0"/>
                  <a:t>Loops: Sum up the time required through each iteration of the loop</a:t>
                </a:r>
              </a:p>
              <a:p>
                <a:pPr lvl="1"/>
                <a:r>
                  <a:rPr lang="en-US" dirty="0"/>
                  <a:t>If each takes the same time, then [time per loop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number of iterations]</a:t>
                </a:r>
              </a:p>
              <a:p>
                <a:r>
                  <a:rPr lang="en-US" dirty="0"/>
                  <a:t>Conditionals: Sum together the time to check the condition and time of the slowest branch</a:t>
                </a:r>
              </a:p>
              <a:p>
                <a:r>
                  <a:rPr lang="en-US" dirty="0"/>
                  <a:t>Function Calls: Time of the function’s body</a:t>
                </a:r>
              </a:p>
              <a:p>
                <a:r>
                  <a:rPr lang="en-US" dirty="0"/>
                  <a:t>Recursion: Solve a </a:t>
                </a:r>
                <a:r>
                  <a:rPr lang="en-US" dirty="0">
                    <a:solidFill>
                      <a:srgbClr val="FF0000"/>
                    </a:solidFill>
                  </a:rPr>
                  <a:t>recurrence relation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6B4E2-CD04-DDD0-E33D-A4B22AE7A8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398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3A1F-2F28-72B9-7893-6E4BD4508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E26A-C2F5-7B5B-4759-C1446F45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Running Time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E1733-8A24-7197-0553-9AFFD203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609600"/>
            <a:ext cx="10515600" cy="64515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myFunction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b = 55 + 5; // 1</a:t>
            </a:r>
          </a:p>
          <a:p>
            <a:pPr marL="0" indent="0">
              <a:buNone/>
            </a:pPr>
            <a:r>
              <a:rPr lang="en-US" dirty="0"/>
              <a:t>    c = b / 3;  // 1</a:t>
            </a:r>
          </a:p>
          <a:p>
            <a:pPr marL="0" indent="0">
              <a:buNone/>
            </a:pPr>
            <a:r>
              <a:rPr lang="en-US" dirty="0"/>
              <a:t>    b = c + 100;  // 1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//0</a:t>
            </a:r>
          </a:p>
          <a:p>
            <a:pPr marL="0" indent="0">
              <a:buNone/>
            </a:pPr>
            <a:r>
              <a:rPr lang="en-US" dirty="0"/>
              <a:t>        b++; // 1 each iteration across n iterations</a:t>
            </a:r>
          </a:p>
          <a:p>
            <a:pPr marL="0" indent="0">
              <a:buNone/>
            </a:pPr>
            <a:r>
              <a:rPr lang="en-US" dirty="0"/>
              <a:t>   } </a:t>
            </a:r>
          </a:p>
          <a:p>
            <a:pPr marL="0" indent="0">
              <a:buNone/>
            </a:pPr>
            <a:r>
              <a:rPr lang="en-US" dirty="0"/>
              <a:t>    if (b % 2 == 0) {  //1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c++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    else { </a:t>
            </a:r>
          </a:p>
          <a:p>
            <a:pPr marL="0" indent="0">
              <a:buNone/>
            </a:pPr>
            <a:r>
              <a:rPr lang="en-US" dirty="0"/>
              <a:t>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//0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c++</a:t>
            </a:r>
            <a:r>
              <a:rPr lang="en-US" dirty="0"/>
              <a:t>; // 1 each iteration across n iterations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c;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5FE405-21FA-86BC-EF0B-7959FD174D9C}"/>
                  </a:ext>
                </a:extLst>
              </p:cNvPr>
              <p:cNvSpPr txBox="1"/>
              <p:nvPr/>
            </p:nvSpPr>
            <p:spPr>
              <a:xfrm>
                <a:off x="6096000" y="1223466"/>
                <a:ext cx="5816657" cy="526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Questions to ask: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units of the input size?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Number of things in the list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operations we’re counting?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arithmetic (+-*%) except for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++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each line: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many times will it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long does it take to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Does this change with different inputs?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Answer: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1+1+1+n+1+n=4+2n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5FE405-21FA-86BC-EF0B-7959FD174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23466"/>
                <a:ext cx="5816657" cy="5262979"/>
              </a:xfrm>
              <a:prstGeom prst="rect">
                <a:avLst/>
              </a:prstGeom>
              <a:blipFill>
                <a:blip r:embed="rId2"/>
                <a:stretch>
                  <a:fillRect l="-1572" t="-927" r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548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16DD-36F5-8C12-841E-7550A341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Running Time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7DF6-6456-9C6C-709D-BEBF2D0F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609600"/>
            <a:ext cx="10515600" cy="64515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myFunction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b = 55 + 5; // 1</a:t>
            </a:r>
          </a:p>
          <a:p>
            <a:pPr marL="0" indent="0">
              <a:buNone/>
            </a:pPr>
            <a:r>
              <a:rPr lang="en-US" dirty="0"/>
              <a:t>    c = b / 3;  // 1</a:t>
            </a:r>
          </a:p>
          <a:p>
            <a:pPr marL="0" indent="0">
              <a:buNone/>
            </a:pPr>
            <a:r>
              <a:rPr lang="en-US" dirty="0"/>
              <a:t>    b = c + 100;  // 1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// 1, n times</a:t>
            </a:r>
          </a:p>
          <a:p>
            <a:pPr marL="0" indent="0">
              <a:buNone/>
            </a:pPr>
            <a:r>
              <a:rPr lang="en-US" dirty="0"/>
              <a:t>        b++; // 1</a:t>
            </a:r>
          </a:p>
          <a:p>
            <a:pPr marL="0" indent="0">
              <a:buNone/>
            </a:pPr>
            <a:r>
              <a:rPr lang="en-US" dirty="0"/>
              <a:t>   } </a:t>
            </a:r>
          </a:p>
          <a:p>
            <a:pPr marL="0" indent="0">
              <a:buNone/>
            </a:pPr>
            <a:r>
              <a:rPr lang="en-US" dirty="0"/>
              <a:t>    if (b % 2 == 0) { // 1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c++</a:t>
            </a:r>
            <a:r>
              <a:rPr lang="en-US" dirty="0"/>
              <a:t>; // 1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    else { </a:t>
            </a:r>
          </a:p>
          <a:p>
            <a:pPr marL="0" indent="0">
              <a:buNone/>
            </a:pPr>
            <a:r>
              <a:rPr lang="en-US" dirty="0"/>
              <a:t>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// 1, n times 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c++</a:t>
            </a:r>
            <a:r>
              <a:rPr lang="en-US" dirty="0"/>
              <a:t>; // 1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c;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/>
              <p:nvPr/>
            </p:nvSpPr>
            <p:spPr>
              <a:xfrm>
                <a:off x="6096000" y="1223466"/>
                <a:ext cx="5816657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Questions to ask: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units of the input size?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# of items in the list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operations we’re counting?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Arithmetic ops (+-*/)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each line: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many times will it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long does it take to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Does this change with different inputs?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Answer: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US" sz="2400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23466"/>
                <a:ext cx="5816657" cy="4893647"/>
              </a:xfrm>
              <a:prstGeom prst="rect">
                <a:avLst/>
              </a:prstGeom>
              <a:blipFill>
                <a:blip r:embed="rId2"/>
                <a:stretch>
                  <a:fillRect l="-1572" t="-998" r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2038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16DD-36F5-8C12-841E-7550A341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Running Time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7DF6-6456-9C6C-709D-BEBF2D0F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044654"/>
            <a:ext cx="10515600" cy="6451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beAnnoying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List m = [];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++){ // iterates n times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m.add</a:t>
            </a:r>
            <a:r>
              <a:rPr lang="en-US" dirty="0"/>
              <a:t>(n[</a:t>
            </a:r>
            <a:r>
              <a:rPr lang="en-US" dirty="0" err="1"/>
              <a:t>i</a:t>
            </a:r>
            <a:r>
              <a:rPr lang="en-US" dirty="0"/>
              <a:t>]); // 0</a:t>
            </a:r>
          </a:p>
          <a:p>
            <a:pPr marL="0" indent="0">
              <a:buNone/>
            </a:pPr>
            <a:r>
              <a:rPr lang="en-US" dirty="0"/>
              <a:t>        for (j=0; j&lt;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j++</a:t>
            </a:r>
            <a:r>
              <a:rPr lang="en-US" dirty="0"/>
              <a:t>){ // iterates n times per outer loop</a:t>
            </a:r>
          </a:p>
          <a:p>
            <a:pPr marL="0" indent="0">
              <a:buNone/>
            </a:pPr>
            <a:r>
              <a:rPr lang="en-US" dirty="0"/>
              <a:t>            print (“Hi, I’m annoying”); // once per inner loop 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/>
              <p:nvPr/>
            </p:nvSpPr>
            <p:spPr>
              <a:xfrm>
                <a:off x="6596942" y="4270453"/>
                <a:ext cx="5595058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Questions to ask: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units of the input size?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Size of the list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operations we’re counting?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Count prints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each line: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many times will it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long does it take to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Does this change with the input size?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Answer: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942" y="4270453"/>
                <a:ext cx="5595058" cy="4893647"/>
              </a:xfrm>
              <a:prstGeom prst="rect">
                <a:avLst/>
              </a:prstGeom>
              <a:blipFill>
                <a:blip r:embed="rId2"/>
                <a:stretch>
                  <a:fillRect l="-1634" t="-998" r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999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5417A-E6C5-87EA-7920-49532B7D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7A5C-50F3-28D9-983F-194010493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Running Time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53F75-C222-9FA9-3DC9-6A0B759E3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044654"/>
            <a:ext cx="10515600" cy="6451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beAnnoying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List m = [];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++){ // n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m.add</a:t>
            </a:r>
            <a:r>
              <a:rPr lang="en-US" dirty="0"/>
              <a:t>(n[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      for (j=0; j&lt;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j++</a:t>
            </a:r>
            <a:r>
              <a:rPr lang="en-US" dirty="0"/>
              <a:t>){ // n iterations per outer</a:t>
            </a:r>
          </a:p>
          <a:p>
            <a:pPr marL="0" indent="0">
              <a:buNone/>
            </a:pPr>
            <a:r>
              <a:rPr lang="en-US" dirty="0"/>
              <a:t>            print (“Hi, I’m annoying”); // 1 time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431723-5CC5-DB8E-EA72-4108117A5CDA}"/>
                  </a:ext>
                </a:extLst>
              </p:cNvPr>
              <p:cNvSpPr txBox="1"/>
              <p:nvPr/>
            </p:nvSpPr>
            <p:spPr>
              <a:xfrm>
                <a:off x="7729220" y="1044654"/>
                <a:ext cx="5595058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Questions to ask: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units of the input size?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Size of the list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operations we’re counting?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printing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each line: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many times will it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long does it take to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Does this change with the input size?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431723-5CC5-DB8E-EA72-4108117A5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220" y="1044654"/>
                <a:ext cx="5595058" cy="4154984"/>
              </a:xfrm>
              <a:prstGeom prst="rect">
                <a:avLst/>
              </a:prstGeom>
              <a:blipFill>
                <a:blip r:embed="rId2"/>
                <a:stretch>
                  <a:fillRect l="-1743" t="-1173" r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0340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150D-94BD-222A-8DA4-2D8A6622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DF385-A7DC-13AA-5EA4-7481DD9F3F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For( I = 0 up to n)</a:t>
                </a:r>
              </a:p>
              <a:p>
                <a:pPr marL="0" indent="0">
                  <a:buNone/>
                </a:pPr>
                <a:r>
                  <a:rPr lang="en-US" dirty="0"/>
                  <a:t>	for(j = I up to n)</a:t>
                </a:r>
              </a:p>
              <a:p>
                <a:pPr marL="0" indent="0">
                  <a:buNone/>
                </a:pPr>
                <a:r>
                  <a:rPr lang="en-US" dirty="0"/>
                  <a:t>		stuff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I = 0, we do stuff n times</a:t>
                </a:r>
              </a:p>
              <a:p>
                <a:pPr marL="0" indent="0">
                  <a:buNone/>
                </a:pPr>
                <a:r>
                  <a:rPr lang="en-US" dirty="0"/>
                  <a:t>I = 1 we do stuff n-1 times</a:t>
                </a:r>
              </a:p>
              <a:p>
                <a:pPr marL="0" indent="0">
                  <a:buNone/>
                </a:pPr>
                <a:r>
                  <a:rPr lang="en-US" dirty="0" err="1"/>
                  <a:t>i</a:t>
                </a:r>
                <a:r>
                  <a:rPr lang="en-US" dirty="0"/>
                  <a:t>=2 … n-2 times</a:t>
                </a:r>
              </a:p>
              <a:p>
                <a:pPr marL="0" indent="0">
                  <a:buNone/>
                </a:pPr>
                <a:r>
                  <a:rPr lang="en-US" dirty="0"/>
                  <a:t>n + n-1 + n-2 + n-3 + … 1 = n(n+1)/2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1 + 2     + 3      + 4 +        n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DF385-A7DC-13AA-5EA4-7481DD9F3F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595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7711-2C9F-C400-7B2E-F7113BCC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483E-FA76-F83C-AF97-9517E9B1D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I’d like to park in a lot where they charge $10 per day to park</a:t>
            </a:r>
          </a:p>
          <a:p>
            <a:r>
              <a:rPr lang="en-US" dirty="0"/>
              <a:t>If you are caught in the lot without paying you are given a warning</a:t>
            </a:r>
          </a:p>
          <a:p>
            <a:r>
              <a:rPr lang="en-US" dirty="0"/>
              <a:t>If you get 3 warnings, you are charged a $25 fine, and your warnings reset.</a:t>
            </a:r>
          </a:p>
          <a:p>
            <a:r>
              <a:rPr lang="en-US" dirty="0"/>
              <a:t>Should you actually pay to park?</a:t>
            </a:r>
          </a:p>
          <a:p>
            <a:pPr lvl="1"/>
            <a:r>
              <a:rPr lang="en-US" dirty="0"/>
              <a:t>If you pay every day then you pay an average of $10 per day</a:t>
            </a:r>
          </a:p>
          <a:p>
            <a:pPr lvl="1"/>
            <a:r>
              <a:rPr lang="en-US" dirty="0"/>
              <a:t>If you do not pay then for every three days parking costs $0+$0+$25, for an average of $8.33 per day</a:t>
            </a:r>
          </a:p>
          <a:p>
            <a:pPr lvl="2"/>
            <a:r>
              <a:rPr lang="en-US" dirty="0"/>
              <a:t>Worst case analysis: parking costs $25</a:t>
            </a:r>
          </a:p>
          <a:p>
            <a:pPr lvl="2"/>
            <a:r>
              <a:rPr lang="en-US" dirty="0"/>
              <a:t>Amortized analysis: parking costs $8.33</a:t>
            </a:r>
          </a:p>
        </p:txBody>
      </p:sp>
    </p:spTree>
    <p:extLst>
      <p:ext uri="{BB962C8B-B14F-4D97-AF65-F5344CB8AC3E}">
        <p14:creationId xmlns:p14="http://schemas.microsoft.com/office/powerpoint/2010/main" val="94873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9A94-1220-2804-63AB-870822DB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Complexity Example - </a:t>
            </a:r>
            <a:r>
              <a:rPr lang="en-US" dirty="0" err="1"/>
              <a:t>ArrayList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is the worst case running time of add?</a:t>
                </a:r>
              </a:p>
              <a:p>
                <a:pPr lvl="1"/>
                <a:r>
                  <a:rPr lang="en-US" dirty="0"/>
                  <a:t>Input size: size of “this”</a:t>
                </a:r>
              </a:p>
              <a:p>
                <a:pPr lvl="1"/>
                <a:r>
                  <a:rPr lang="en-US" dirty="0"/>
                  <a:t>Operations counted: indexing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E0DF2B-2C50-08CC-5BA6-B5A1FBAD4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35" y="1825625"/>
            <a:ext cx="567066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add(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value){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size)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resize();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data[size] = value;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size++;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resize(){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data;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 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data[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C5BA8BD-51EE-EABB-4F2E-343D3C7F139E}"/>
                  </a:ext>
                </a:extLst>
              </p14:cNvPr>
              <p14:cNvContentPartPr/>
              <p14:nvPr/>
            </p14:nvContentPartPr>
            <p14:xfrm>
              <a:off x="4691880" y="4200480"/>
              <a:ext cx="5749200" cy="1721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C5BA8BD-51EE-EABB-4F2E-343D3C7F13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2520" y="4191120"/>
                <a:ext cx="5767920" cy="173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8566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9D7957-B208-5E47-448C-922F4E817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35" y="1825625"/>
            <a:ext cx="567066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add(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value){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size)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resize();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data[size] = value;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size++;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resize(){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data;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 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data[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69A94-1220-2804-63AB-870822DB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Complexity Example - </a:t>
            </a:r>
            <a:r>
              <a:rPr lang="en-US" dirty="0" err="1"/>
              <a:t>ArrayList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Amortized Analysis Idea:</a:t>
                </a:r>
              </a:p>
              <a:p>
                <a:pPr lvl="1"/>
                <a:r>
                  <a:rPr lang="en-US" dirty="0"/>
                  <a:t>Suppose we have a program that in total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adds.</a:t>
                </a:r>
              </a:p>
              <a:p>
                <a:pPr lvl="1"/>
                <a:r>
                  <a:rPr lang="en-US" dirty="0"/>
                  <a:t>How much time was spent “on average” across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be the initial size of </a:t>
                </a:r>
                <a:r>
                  <a:rPr lang="en-US" dirty="0">
                    <a:latin typeface="Consolas" panose="020B0609020204030204" pitchFamily="49" charset="0"/>
                  </a:rPr>
                  <a:t>data</a:t>
                </a:r>
              </a:p>
              <a:p>
                <a:pPr lvl="1"/>
                <a:r>
                  <a:rPr lang="en-US" dirty="0"/>
                  <a:t>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 take: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next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next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Overall: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 take an average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time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2241" r="-118" b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6D5D4F1-8370-387D-F6D8-21C5C80D4F42}"/>
              </a:ext>
            </a:extLst>
          </p:cNvPr>
          <p:cNvSpPr txBox="1"/>
          <p:nvPr/>
        </p:nvSpPr>
        <p:spPr>
          <a:xfrm>
            <a:off x="3394362" y="2766559"/>
            <a:ext cx="297595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Every time we resize, we earn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data.length</a:t>
            </a:r>
            <a:r>
              <a:rPr lang="en-US" dirty="0">
                <a:solidFill>
                  <a:srgbClr val="FF0000"/>
                </a:solidFill>
              </a:rPr>
              <a:t> more adds guaranteed to not resize!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A4A632-C2AC-7864-4F4E-4A5F61D15BA8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4339244" y="3689889"/>
            <a:ext cx="543097" cy="9070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62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in a Sorted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contains(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a,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k){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a.size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++){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a.get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== k)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848916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1965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way?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Can you think of a faster algorithm to solve this problem?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1040108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9699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contains(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a,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k){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start =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end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(start &lt; end){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mid = start + (end-start)/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a.get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(mid) == k)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a.get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(mid) &lt; k)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start = mid+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end = mid;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1040108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9985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6DFD315-2225-9415-4253-A46A693C98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is this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6DFD315-2225-9415-4253-A46A693C98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FDEE10-F003-DFC8-090A-78AFCCF96A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the beginning: </a:t>
                </a:r>
                <a:r>
                  <a:rPr lang="en-US" dirty="0">
                    <a:latin typeface="Consolas" panose="020B0609020204030204" pitchFamily="49" charset="0"/>
                  </a:rPr>
                  <a:t>end-start=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After 1 iteration: </a:t>
                </a:r>
                <a:r>
                  <a:rPr lang="en-US" dirty="0">
                    <a:latin typeface="Consolas" panose="020B0609020204030204" pitchFamily="49" charset="0"/>
                  </a:rPr>
                  <a:t>end-start=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>
                    <a:latin typeface="Consolas" panose="020B0609020204030204" pitchFamily="49" charset="0"/>
                  </a:rPr>
                  <a:t>mid-start = (start+(end-start)/2)-start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</a:rPr>
                  <a:t>end-mid = end-(start+(end-start)/2)</a:t>
                </a:r>
              </a:p>
              <a:p>
                <a:r>
                  <a:rPr lang="en-US" dirty="0"/>
                  <a:t>Each iteration cuts the “gap” in half!</a:t>
                </a:r>
              </a:p>
              <a:p>
                <a:r>
                  <a:rPr lang="en-US" dirty="0"/>
                  <a:t>We stop when the gap is 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FDEE10-F003-DFC8-090A-78AFCCF96A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639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66A6-036F-846E-F4AC-15AAFD0E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C8BB0-49B0-7D5E-92DD-CF544CC7D6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/>
          <a:stretch/>
        </p:blipFill>
        <p:spPr>
          <a:xfrm>
            <a:off x="6095999" y="1829365"/>
            <a:ext cx="6048478" cy="3748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957566-1767-9559-3814-497EED16DC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47522" y="1829365"/>
            <a:ext cx="6048477" cy="37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7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42A1-F3AE-5E9B-5D67-C317DC46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Running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10524-FA66-B677-DB0A-E879D6F9F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I have these algorithms, all of which have the same input/output behavior:</a:t>
                </a:r>
              </a:p>
              <a:p>
                <a:pPr lvl="1"/>
                <a:r>
                  <a:rPr lang="en-US" dirty="0"/>
                  <a:t>Algorithm A’s worst case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+900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Algorithm B’s worst case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Algorithm C’s worst case running time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Which algorithm is best?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10524-FA66-B677-DB0A-E879D6F9F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269CA3-CC17-C609-F84E-1D6AB8FC4568}"/>
                  </a:ext>
                </a:extLst>
              </p14:cNvPr>
              <p14:cNvContentPartPr/>
              <p14:nvPr/>
            </p14:nvContentPartPr>
            <p14:xfrm>
              <a:off x="2519640" y="2486160"/>
              <a:ext cx="7660080" cy="1797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269CA3-CC17-C609-F84E-1D6AB8FC45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0280" y="2476800"/>
                <a:ext cx="7678800" cy="181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5629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721600" y="1676400"/>
                <a:ext cx="23730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𝑛</m:t>
                      </m:r>
                      <m:r>
                        <a:rPr lang="en-US" sz="2400" b="0" i="1" smtClean="0">
                          <a:latin typeface="Cambria Math"/>
                        </a:rPr>
                        <m:t>)=</m:t>
                      </m:r>
                      <m:r>
                        <a:rPr lang="en-US" sz="2400" b="0" i="1" smtClean="0">
                          <a:latin typeface="Cambria Math"/>
                        </a:rPr>
                        <m:t>𝑂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1600" y="1676400"/>
                <a:ext cx="2373022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514" r="-51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735490" y="2438400"/>
                <a:ext cx="23575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𝑛</m:t>
                      </m:r>
                      <m:r>
                        <a:rPr lang="en-US" sz="2400" b="0" i="1" smtClean="0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/>
                        </a:rPr>
                        <m:t>Θ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490" y="2438400"/>
                <a:ext cx="2357505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517" r="-258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19381" y="3195935"/>
                <a:ext cx="23655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𝑛</m:t>
                      </m:r>
                      <m:r>
                        <a:rPr lang="en-US" sz="2400" b="0" i="1" smtClean="0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/>
                        </a:rPr>
                        <m:t>Ω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381" y="3195935"/>
                <a:ext cx="2365519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258" r="-515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90"/>
          <a:stretch/>
        </p:blipFill>
        <p:spPr bwMode="auto">
          <a:xfrm>
            <a:off x="821900" y="640875"/>
            <a:ext cx="6884343" cy="5640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FA8199B-EB86-178D-9E74-98E6632A23EF}"/>
                  </a:ext>
                </a:extLst>
              </p14:cNvPr>
              <p14:cNvContentPartPr/>
              <p14:nvPr/>
            </p14:nvContentPartPr>
            <p14:xfrm>
              <a:off x="7930440" y="1396080"/>
              <a:ext cx="3201840" cy="2673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FA8199B-EB86-178D-9E74-98E6632A23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21080" y="1386720"/>
                <a:ext cx="3220560" cy="269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2497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set of functions</a:t>
                </a:r>
                <a:r>
                  <a:rPr lang="en-US" dirty="0"/>
                  <a:t> with asymptotic behavior less than or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Upper-bounded </a:t>
                </a:r>
                <a:r>
                  <a:rPr lang="en-US" dirty="0"/>
                  <a:t>by a constant times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enough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endParaRPr lang="en-US" b="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 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&gt;0.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set of functions</a:t>
                </a:r>
                <a:r>
                  <a:rPr lang="en-US" dirty="0"/>
                  <a:t> with asymptotic behavior greater than or equal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Lower-bounded </a:t>
                </a:r>
                <a:r>
                  <a:rPr lang="en-US" dirty="0"/>
                  <a:t>by a constant times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enough 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&gt;0. 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&gt;0.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“</a:t>
                </a:r>
                <a:r>
                  <a:rPr lang="en-US" dirty="0">
                    <a:solidFill>
                      <a:srgbClr val="FF33CC"/>
                    </a:solidFill>
                  </a:rPr>
                  <a:t>Tightly</a:t>
                </a:r>
                <a:r>
                  <a:rPr lang="en-US" dirty="0"/>
                  <a:t>” within constant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/>
                      </a:rPr>
                      <m:t>∩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C3FD018-FAD5-F341-C27F-270BFC6CC588}"/>
                  </a:ext>
                </a:extLst>
              </p14:cNvPr>
              <p14:cNvContentPartPr/>
              <p14:nvPr/>
            </p14:nvContentPartPr>
            <p14:xfrm>
              <a:off x="3533400" y="2792160"/>
              <a:ext cx="5291280" cy="8636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C3FD018-FAD5-F341-C27F-270BFC6CC5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24040" y="2782800"/>
                <a:ext cx="5310000" cy="88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3758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64C020-2384-061C-18C1-14BB89BF20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Idea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64C020-2384-061C-18C1-14BB89BF20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09C80-61B9-4DC9-01AB-659ECF1BC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09C80-61B9-4DC9-01AB-659ECF1BC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222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C47647-9A1A-6416-B736-9C899F2881AD}"/>
                  </a:ext>
                </a:extLst>
              </p14:cNvPr>
              <p14:cNvContentPartPr/>
              <p14:nvPr/>
            </p14:nvContentPartPr>
            <p14:xfrm>
              <a:off x="3880800" y="744120"/>
              <a:ext cx="8262360" cy="2094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C47647-9A1A-6416-B736-9C899F2881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71440" y="734760"/>
                <a:ext cx="8281080" cy="211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5178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dirty="0"/>
                  <a:t>. Show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≥6.10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≡10≤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	This is True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 is strictly increasing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FCEE8D-B3FE-C9E6-51D5-6B9B504367FF}"/>
                  </a:ext>
                </a:extLst>
              </p14:cNvPr>
              <p14:cNvContentPartPr/>
              <p14:nvPr/>
            </p14:nvContentPartPr>
            <p14:xfrm>
              <a:off x="1895760" y="2605320"/>
              <a:ext cx="8010720" cy="2284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FCEE8D-B3FE-C9E6-51D5-6B9B504367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6400" y="2595960"/>
                <a:ext cx="8029440" cy="230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7011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9960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. Show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dirty="0"/>
                  <a:t>                This is certainly true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:r>
                  <a:rPr lang="en-US" dirty="0"/>
                  <a:t>                 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2280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Want to show that there does not exist a pair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740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To Show: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Contradiction</a:t>
                </a:r>
              </a:p>
              <a:p>
                <a:pPr lvl="1"/>
                <a:r>
                  <a:rPr lang="en-US" b="1" dirty="0"/>
                  <a:t>Proof:</a:t>
                </a:r>
                <a:r>
                  <a:rPr lang="en-US" dirty="0"/>
                  <a:t> 	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 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𝑐𝑛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Let us derive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 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we know: </a:t>
                </a:r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	</a:t>
                </a:r>
                <a:br>
                  <a:rPr lang="en-US" dirty="0"/>
                </a:br>
                <a:r>
                  <a:rPr lang="en-US" dirty="0"/>
                  <a:t>	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</a:t>
                </a:r>
                <a:br>
                  <a:rPr lang="en-US" dirty="0"/>
                </a:br>
                <a:r>
                  <a:rPr lang="en-US" dirty="0"/>
                  <a:t>		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lower bounded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cannot be a constant and make this        		True.</a:t>
                </a:r>
                <a:br>
                  <a:rPr lang="en-US" dirty="0"/>
                </a:br>
                <a:r>
                  <a:rPr lang="en-US" dirty="0"/>
                  <a:t>		Contradiction.  Therefore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DE9E742-86D9-924A-813D-0470A2EDFFFC}"/>
              </a:ext>
            </a:extLst>
          </p:cNvPr>
          <p:cNvSpPr txBox="1"/>
          <p:nvPr/>
        </p:nvSpPr>
        <p:spPr>
          <a:xfrm>
            <a:off x="9144000" y="1504146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Proof by Contradiction!</a:t>
            </a:r>
          </a:p>
        </p:txBody>
      </p:sp>
    </p:spTree>
    <p:extLst>
      <p:ext uri="{BB962C8B-B14F-4D97-AF65-F5344CB8AC3E}">
        <p14:creationId xmlns:p14="http://schemas.microsoft.com/office/powerpoint/2010/main" val="309123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DF01-CB08-62DC-1215-866A0F10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0356D-0C36-B454-54CF-5259710738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6125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When doing asymptotic analysis of functions:</a:t>
                </a:r>
              </a:p>
              <a:p>
                <a:pPr lvl="1"/>
                <a:r>
                  <a:rPr lang="en-US" dirty="0"/>
                  <a:t>If multiple expressions are added together, ignore all but the “biggest”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grows asymptotically faster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Ignore all multiplicative constants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for any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Ignore bases of logarithms</a:t>
                </a:r>
              </a:p>
              <a:p>
                <a:pPr lvl="1"/>
                <a:r>
                  <a:rPr lang="en-US" dirty="0"/>
                  <a:t>Do NOT ignore:</a:t>
                </a:r>
              </a:p>
              <a:p>
                <a:pPr lvl="2"/>
                <a:r>
                  <a:rPr lang="en-US" dirty="0"/>
                  <a:t>Non-multiplicative and non-additive constants (e.g. in exponents, bases of exponents)</a:t>
                </a:r>
              </a:p>
              <a:p>
                <a:pPr lvl="2"/>
                <a:r>
                  <a:rPr lang="en-US" dirty="0"/>
                  <a:t>Logarithms themselves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+ 5 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+ 2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+ 7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+ 3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(10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0356D-0C36-B454-54CF-5259710738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61256"/>
              </a:xfrm>
              <a:blipFill>
                <a:blip r:embed="rId2"/>
                <a:stretch>
                  <a:fillRect l="-928" t="-2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466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8004-4521-2990-7545-99E7189B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D13FC-5562-5001-9E77-3F64F87265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Is each of the following True or False?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4+3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+2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pt-B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1.1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D13FC-5562-5001-9E77-3F64F8726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76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6FAC-3CF1-21C8-D24E-C2A51388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Categories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529C92-55F1-90A3-C1FE-36A88CEA9C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	“constant”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b="0" dirty="0"/>
                  <a:t> 	“logarithmic”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	“linear”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	“log-linear”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“quadratic”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“cubic”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“polynomial”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“exponential”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529C92-55F1-90A3-C1FE-36A88CEA9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072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(context-dependent)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</p:spTree>
    <p:extLst>
      <p:ext uri="{BB962C8B-B14F-4D97-AF65-F5344CB8AC3E}">
        <p14:creationId xmlns:p14="http://schemas.microsoft.com/office/powerpoint/2010/main" val="5454825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0072-AB08-4A0C-5E2D-26E006D9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Beware!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D91F2-5C48-7245-42C5-5BA66D8E1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Worst case, Best case, amortized are ways to select a function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are ways to compare functions</a:t>
                </a:r>
              </a:p>
              <a:p>
                <a:r>
                  <a:rPr lang="en-US" dirty="0"/>
                  <a:t>You can mix and match!</a:t>
                </a:r>
              </a:p>
              <a:p>
                <a:r>
                  <a:rPr lang="en-US" dirty="0"/>
                  <a:t>The following statements totally make sense!</a:t>
                </a:r>
              </a:p>
              <a:p>
                <a:pPr lvl="1"/>
                <a:r>
                  <a:rPr lang="en-US" dirty="0"/>
                  <a:t>The worst case running time of my algorithm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best case running time of my algorithm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best case running time of my algorithm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D91F2-5C48-7245-42C5-5BA66D8E1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55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12980</TotalTime>
  <Words>2800</Words>
  <Application>Microsoft Office PowerPoint</Application>
  <PresentationFormat>Widescreen</PresentationFormat>
  <Paragraphs>397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Calibri Light</vt:lpstr>
      <vt:lpstr>Consolas</vt:lpstr>
      <vt:lpstr>Cambria Math</vt:lpstr>
      <vt:lpstr>Calibri</vt:lpstr>
      <vt:lpstr>Arial</vt:lpstr>
      <vt:lpstr>Office Theme</vt:lpstr>
      <vt:lpstr>CSE 332 Winter 2026 Lecture 3: Algorithm Analysis pt.2</vt:lpstr>
      <vt:lpstr>Running Time Analysis</vt:lpstr>
      <vt:lpstr>Defining your running time function</vt:lpstr>
      <vt:lpstr>Worst Case Running Time Analysis</vt:lpstr>
      <vt:lpstr>Worst Case Running Time – General Guide</vt:lpstr>
      <vt:lpstr>Worst Case Running Time - Example</vt:lpstr>
      <vt:lpstr>Worst Case Running Time - Example</vt:lpstr>
      <vt:lpstr>Worst Case Running Time – Example 2</vt:lpstr>
      <vt:lpstr>Worst Case Running Time – Example 2</vt:lpstr>
      <vt:lpstr>PowerPoint Presentation</vt:lpstr>
      <vt:lpstr>Amortized Analysis Analogy</vt:lpstr>
      <vt:lpstr>Amortized Complexity Example - ArrayList</vt:lpstr>
      <vt:lpstr>Amortized Complexity Example - ArrayList</vt:lpstr>
      <vt:lpstr>Searching in a Sorted List</vt:lpstr>
      <vt:lpstr>Faster way?</vt:lpstr>
      <vt:lpstr>Binary Search</vt:lpstr>
      <vt:lpstr>Why is this log_2⁡n?</vt:lpstr>
      <vt:lpstr>Comparing</vt:lpstr>
      <vt:lpstr>Comparing Running Times</vt:lpstr>
      <vt:lpstr>PowerPoint Presentation</vt:lpstr>
      <vt:lpstr>Asymptotic Notation</vt:lpstr>
      <vt:lpstr>Idea of Θ</vt:lpstr>
      <vt:lpstr>Asymptotic Notation Example</vt:lpstr>
      <vt:lpstr>Asymptotic Notation Example</vt:lpstr>
      <vt:lpstr>Asymptotic Notation Example</vt:lpstr>
      <vt:lpstr>Asymptotic Notation Example</vt:lpstr>
      <vt:lpstr>Asymptotic Notation Example</vt:lpstr>
      <vt:lpstr>Asymptotic Notation Example</vt:lpstr>
      <vt:lpstr>Gaining Intuition</vt:lpstr>
      <vt:lpstr>More Examples</vt:lpstr>
      <vt:lpstr>Common Categories</vt:lpstr>
      <vt:lpstr>Defining your running time function</vt:lpstr>
      <vt:lpstr>Beware!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62</cp:revision>
  <dcterms:created xsi:type="dcterms:W3CDTF">2023-09-26T20:08:20Z</dcterms:created>
  <dcterms:modified xsi:type="dcterms:W3CDTF">2026-01-12T19:08:27Z</dcterms:modified>
</cp:coreProperties>
</file>