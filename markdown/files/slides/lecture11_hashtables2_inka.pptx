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37" r:id="rId3"/>
    <p:sldId id="336" r:id="rId4"/>
    <p:sldId id="346" r:id="rId5"/>
    <p:sldId id="349" r:id="rId6"/>
    <p:sldId id="378" r:id="rId7"/>
    <p:sldId id="352" r:id="rId8"/>
    <p:sldId id="353" r:id="rId9"/>
    <p:sldId id="354" r:id="rId10"/>
    <p:sldId id="355" r:id="rId11"/>
    <p:sldId id="356" r:id="rId12"/>
    <p:sldId id="379" r:id="rId13"/>
    <p:sldId id="380" r:id="rId14"/>
    <p:sldId id="357" r:id="rId15"/>
    <p:sldId id="358" r:id="rId16"/>
    <p:sldId id="359" r:id="rId17"/>
    <p:sldId id="381" r:id="rId18"/>
    <p:sldId id="382" r:id="rId19"/>
    <p:sldId id="383" r:id="rId20"/>
    <p:sldId id="360" r:id="rId21"/>
    <p:sldId id="361" r:id="rId22"/>
    <p:sldId id="362" r:id="rId23"/>
    <p:sldId id="363" r:id="rId24"/>
    <p:sldId id="365" r:id="rId25"/>
    <p:sldId id="370" r:id="rId26"/>
    <p:sldId id="371" r:id="rId27"/>
    <p:sldId id="364" r:id="rId28"/>
    <p:sldId id="372" r:id="rId29"/>
    <p:sldId id="373" r:id="rId30"/>
    <p:sldId id="375" r:id="rId31"/>
    <p:sldId id="374" r:id="rId32"/>
    <p:sldId id="366" r:id="rId33"/>
    <p:sldId id="368" r:id="rId34"/>
    <p:sldId id="369" r:id="rId35"/>
    <p:sldId id="376" r:id="rId36"/>
    <p:sldId id="377" r:id="rId37"/>
  </p:sldIdLst>
  <p:sldSz cx="12192000" cy="6858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0:47:19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4950 5477 0,'0'0'0,"0"0"16,-8 8-16,-1 18 15,1 8 1,-1 8-16,1 1 16,-1-18-1,1 1-15,8-18 16,0 1 0,0 8-16,0 9 15,17 16 1,8 18-1,9 8-15,9-9 0,-17 1 32,8-18-32,0 1 15,0-9-15,17-9 16,18 1 0,16-1-1,9 1-15,17-18 16,17 1-1,8-18-15,9 1 16,26-18 0,0-8-16,25 0 15,26 17 1,-34 0-16,25 26 16,18 8-1,-18 8-15,0 9 16,-8 0-1,-9 9-15,1-1 16,-27-8 0,-41-17-16,-27 9 15,-34-18 1,-17 1-16,-8-9 16,-17 0-1,-1-9-15,9-8 16,18-42-1,7-35-15,10-8 16,-10-17 0,-33 60-16</inkml:trace>
  <inkml:trace contextRef="#ctx0" brushRef="#br0" timeOffset="11197.23">9337 7416 0,'0'0'0,"0"0"16,0 0-16,0-9 15,0 1 1,-8-1-16,-1-8 15,1-8-15,-18-1 16,-17 1 0,1-1-1,-10 9-15,-24-8 16,-10 8 0,44 17-16,7 0 15,-41 8 1,-35 18-16,-34-1 15,25 1-15,52-1 16,-35 9 0,-42 9-1,17-26-15,34-9 16,43 1 0,17-1-16,17 1 15,0-1-15,8 1 16</inkml:trace>
  <inkml:trace contextRef="#ctx0" brushRef="#br0" timeOffset="11572.62">7938 7084 0,'0'0'0,"0"0"0,0 0 16,0 0-1,-9 0-15,-8 0 16,-17 17 0,-9 0-16,17 0 15,1 17-15,-18 0 16,1 17-1,-10 0-15,18 17 16,0-8 0,17-18-16,17 1 15,17-9 1,9-9 0,-1-16-16,35-9 0,-17 0 31</inkml:trace>
  <inkml:trace contextRef="#ctx0" brushRef="#br0" timeOffset="17202.34">10421 8003 0,'0'0'0,"0"0"15,0 0 1,-8 0-1,-1 8 1,-8 9-16,-26 17 16,-8 0-16,0 0 15,-43 9 1,0-9 0,43 0-16,-17-9 15,-43 9-15,-60-8 0,43-9 31,68 0-31,-34 0 0,-8 0 16,-9 8 15,9-8-31,25-8 16,34-1 0,17-8-16,9 0 15,0-8 1,9 8-16</inkml:trace>
  <inkml:trace contextRef="#ctx0" brushRef="#br0" timeOffset="17448.89">9286 7969 0,'0'0'0,"0"0"0,-9 0 15,-8 8 1,-34 18-16,-51 50 15,-18 18 1,43-9-16,-8 0 16,0-9-1,17-16-15,25-1 16,34-7-16,26 7 16,35-8-1,127 0 1,179 17-16</inkml:trace>
  <inkml:trace contextRef="#ctx0" brushRef="#br0" timeOffset="29195.83">4088 8394 0,'0'0'0,"0"0"0,0 0 16,0 0-16,-8 17 15,8 17 1,0 0-16,-9 25 16,-8 10-1,-9 16 1,1-9-16,8-16 16,17-18-1,0 1-15,0-9 16,8-9-1,1 1-15,8-1 16,17 1-16,17-1 16,18 1-1,7-9 1,18 0-16,-17 0 16,-9 0-1,1 8-15,-10 1 16,-7-1-16,-27-16 15,1-1 1,-18 1-16,1-1 16,-1 1-1,1-18 1,8-16-16,17-35 16,9-42-1,-18 51-15</inkml:trace>
  <inkml:trace contextRef="#ctx0" brushRef="#br0" timeOffset="41865.19">19673 9806 0,'0'0'0,"0"0"16,0 0-16,-8 25 15,-1 9 1,0 17-16,1 0 16,-1 9-1,1 8-15,-18 0 16,9-9-1,0-16-15,17-18 16,0 1-16,0-1 16,34-8-1,52 9 1,42-9-16,8-9 16,35 1-1,51 8-15,-9 8 16,35 1-1,-18-17-15,26 8 16,9 0 0,-9 0-16,8 0 15,-25 0 1,9 8-16,-26 9 16,0-8-1,-43-18-15,-34 9 16,-8 9-1,-61-18-15,-24 1 16,-27-9 0,-8 0-16,-8 0 15,-1 0 1,-8-9-16,-17-8 16,-17-34-1,-9-42-15,9-35 16,-25-161-1</inkml:trace>
  <inkml:trace contextRef="#ctx0" brushRef="#br0" timeOffset="63607.48">28882 10222 0,'0'0'0,"0"0"0,0 0 16,-8 9-16,-1 8 15,1 25 1,-18 18-1,-34 42 1,-25 26 0,-9-18-16,-8-8 15,33-8 1,27-1-16,8 1 16,-1-26-16,18-17 15,0-26 1,17-16-16,0-9 15,0 0 1</inkml:trace>
  <inkml:trace contextRef="#ctx0" brushRef="#br0" timeOffset="63863.46">28063 10563 0,'0'0'0,"0"0"15,-9 17 1,1 25-16,-1 18 16,-16 42-1,-1 42 1,-8-16-16,17-43 16,17-26-16,8-8 15,27-8 1,41-9-16,52-26 15,77-33 1,145-35-16</inkml:trace>
  <inkml:trace contextRef="#ctx0" brushRef="#br0" timeOffset="105667.17">8330 12476 0,'0'0'0,"0"0"0,0 0 0,0 0 0,0 0 0,9 17 16,8 17 0,0 9-1,0 25-15,8 8 16,1 1-1,0-18-15,-1 1 16,1-1 0,-1 9-16,1 0 0,8 9 15,-8-35 1</inkml:trace>
  <inkml:trace contextRef="#ctx0" brushRef="#br0" timeOffset="106042.03">8364 12995 0,'0'0'0,"0"0"15,0 0 1,0 0-16,0 0 16,0 0-1,0 0-15,0 0 16,-8 0-1,-1 8-15,-8 9 16,-8 0 0,-18 9-16,0 8 15,-17 0 1,-16 17 0,33-9-16</inkml:trace>
  <inkml:trace contextRef="#ctx0" brushRef="#br0" timeOffset="147100.85">31579 13003 0,'0'0'0,"0"0"0,0 0 16,0 0 0,0 0-16,0 0 15,0 0 1,0 0-1,9 9-15,-1 8 16,-8 8-16,9 18 16,-1 8-1,10 17-15,-10 0 16,1-8 0,-1-1-16,1 1 15,-1-1 1,-16-8-1,-9 9-15,0-26 0</inkml:trace>
  <inkml:trace contextRef="#ctx0" brushRef="#br0" timeOffset="147817.29">31485 13531 0,'0'0'0,"0"0"15,0 0-15,0 0 16,0 0-1,0 0-15,0 0 16,0 0 0,0 0-1,0 0-15,0 0 16,0 0-16,0 0 16,0 0-1,0 0-15,0 0 16,0 0-1,0 0-15,0 0 16,0 0 0,0 0-16,0 0 15,0 0 1,0 0-16,0 0 16,0 0-1,0 0-15,0 0 16,0 0-1,0 0-15,0 0 16,0 0 0,0 0-16,0 0 15,0 0 1,0 0 0,0 0-16,0 0 15,0 0-15,-8 8 16,-9 18-1,-17 16-15,-18 18 16,-7-1 0,16-8-1,9-25-15,17-1 16,0 1-16,8-9 16,1 0-1,-1 0 1,1 0-16</inkml:trace>
  <inkml:trace contextRef="#ctx0" brushRef="#br0" timeOffset="148263.54">30786 14109 0,'0'0'0,"0"0"0,0 0 0,25 0 16,26-9-1,43-8-15,26 0 16,16 0 0,26-8-1,9 8 1,-34 0-16,8-9 15,-9 9 1,-16 0-16,16-8 16,146-9-16</inkml:trace>
  <inkml:trace contextRef="#ctx0" brushRef="#br0" timeOffset="148980.35">31520 14611 0,'0'0'0,"0"0"16,0 0 0,0-9-16,8 1 15,1-1-15,-1 1 16,1-1-1,-1 9 1,9 0-16,0 0 16,9 9-16,0 8 15,-1 0 1,-8 17-16,-8 0 16,-9 8-1,-17 26-15,-17 0 31,-18 0-31,1-17 16,17-17 0,17-8-16,0-9 15,17-9-15,8 9 16,27 0 0,33 0-16,34 9 15,18-9-15,-9-17 16,-69 0-1</inkml:trace>
  <inkml:trace contextRef="#ctx0" brushRef="#br0" timeOffset="173545.88">21551 15231 0,'0'0'0,"0"0"0,0 0 0,0 0 15,-9 0 1,-16 9 0,-18 17-1,-25 16-15,-18 18 16,18-1-1,17 1-15,17-18 16,0-16-16,16 8 16,-7 0-16,-1 17 15,9 17 1,0 8 0,0-16-1,17-9-15,0-17 16,0-9-16,0 1 15,17-9 1,0 0-16,17-9 16,26 9-1,25 0 1,18 0-16,25 0 16,34 0-1,17-8-15,18 8 16,33-9-1,0 9-15,35 18 16,0-10-16,-1 9 16,1 9-1,-26-1 1,-34 1-16,-69-18 16,-50-16-1,-35-1 1,-26 1-16,-8-9 15,-8 0-15,-9-9 16,0 1-16,0-43 16,0-51-1,8-128 1,27-136 0</inkml:trace>
  <inkml:trace contextRef="#ctx0" brushRef="#br0" timeOffset="178814.29">25921 15146 0,'0'0'0,"0"0"15,0 0 1,0 0-16,0 0 16,0 0-1,0 0-15,0 0 16,0 17 0,17 26-16,8 25 15,35 26 1,0 8-16,8 0 15,0 25 1,9 18-16,-17-18 16,-9-25-1,0-8-15,1-26 16,-10-17 0,-16-17-16,-18-25 15,1-9 1</inkml:trace>
  <inkml:trace contextRef="#ctx0" brushRef="#br0" timeOffset="179149.15">26484 15682 0,'-9'0'0,"-8"0"16,0-8-16,0 8 16,0 0-1,-8 0-15,-35 17 16,-34 8-16,-26 35 31,-25 16-31,9 1 0,16-9 31,26-17-31,43-17 16,26-17 0,16-9-16,9-8 15,0 0-15</inkml:trace>
  <inkml:trace contextRef="#ctx0" brushRef="#br0" timeOffset="180380.65">27722 15317 0,'0'0'0,"0"0"0,0 0 16,0 0-1,-9 8-15,0 1 16,1-1-1,-1 1-15,1-1 16,-1 9 0,-16 0-16,-9 17 15,-18 0 1,-7-8-16,-27 8 16,-25 8-1,34-8-15,35-8 16,16-18-1,9 1-15,9-1 16,8 1 0,25 8-16,35 0 15,17 0 1,17 0-16,34-9 16,25 1-1,1-1-15,-18 9 16,-7 0-16,-19-8 15,-24-1 1,-52 1 0</inkml:trace>
  <inkml:trace contextRef="#ctx0" brushRef="#br0" timeOffset="180863.55">27363 16184 0,'0'0'0,"0"0"0,0 0 0,0 0 16,17 17 0,26 0-16,51 0 15,42 9 1,18-1-16,25 1 15,-8-18 1,119 9-16</inkml:trace>
  <inkml:trace contextRef="#ctx0" brushRef="#br0" timeOffset="181457.53">29932 15495 0,'0'0'0,"0"0"0,0 0 16,0 0 0,0 0-16,0 0 15,0 0 1,-17 0-16,-26 9 15,-42 16 1,-60 52-16,-26 67 16,0 43-1,26 17-15,51 1 16,69-10 0,93 1-16,146-9 15,101 17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0:50:53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11505 15682 0,'0'0'0,"0"0"0,0 17 15,0 17-15,0 9 16,0 8-1,0 8 1,0 1-16,0-18 16,0-8-1,0-8-15,9-1 16,-1 1 0,-8-9-16,0 0 15,0 8-15,0-8 16,0 9-1,0-9 1,0 0 0,0 0-16,0 0 15,0 9-15,17 16 16,17 1-16,26-1 16,34 1-1,0-9-15,8-17 31,43-9-31,52 1 16,-27-1 0,27 1-16,8-9 15,8 0-15,52 8 16,-27 9 0,27-8-16,-26-1 15,0-8-15,-9-8 16,-33-1-1,42 1 1,-51 8-16,-26-9 16,25-8-1,-59 0-15,-51 0 16,17 0 0,0-8-16,-9-1 15,-25 1 1,-26 8-1,-8 8-15,-9 1 16,-8-1 0,8-16-16,8-9 15,-8 17-15</inkml:trace>
  <inkml:trace contextRef="#ctx0" brushRef="#br0" timeOffset="7300.73">20142 16754 0,'0'0'0,"-8"0"0,-1 0 16,1 0-1</inkml:trace>
  <inkml:trace contextRef="#ctx0" brushRef="#br0" timeOffset="8321.91">19485 16005 0,'0'0'0,"0"0"16,0 0 0,0 0-16,0 0 15,-8 0-15,-1 17 16,-8 26 0,0 16-1,0 9-15,0 18 16,0-10-1,8 1 1,9-18-16,0 1 0,17-18 31,18 1-31,16-9 16,26-9 0,42 1-16,18-9 15,16-9 1,18-8-16,34 0 15,17-8 1,8-1-16,9 18 16,26 8-1,33 0-15,10 0 16,-1 0 0,-8 8-16,8-8 15,0 9 1,0-9-16,18 8 15,-1-16 1,26-1-16,8 1 16,9-18-1,0 1-15,-17-1 16,-17 9-16,-25 9 16,-44-1-1,-59 9-15,-34 9 16,-35-9-1,-59-9-15,-26 1 16,-17-9 0,-8 0-16,0-9 15,-1 1 1,9-18 0,9-33-16,8-35 15,0-25 1,-33 51-16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0:52:23.8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10302 5519 0,'0'0'0,"0"0"0,0 0 15,-9 17 1,1 9-16,-1 16 15,1 9-15,-10 0 16,-7 18 0,-9-1-1,-9-17-15,-8 8 16,0 1-16,16-9 16,1-9-1,26 9-15,16 0 16,18 0-1,59-17-15,18-8 16,16-18 0,43-8-1,18-17-15,-10 9 16,10-1-16,16-8 16,9 17-1,42 0 1,-16 17-16,8 0 15,-9 9 1,-8 8-16,8 8 16,1 1-1,33 8-15,-25-9 16,-8-8 0,-1-8-16,-8-9 15,0 8-15,-51-16 16,-18-9-16,-16-9 31,-9 1-15,-26-18-16,1-16 15,-9-9 1,-9-17-16,0-9 0,-16-8 31,-1 0-31,0-17 16,-34 51-1</inkml:trace>
  <inkml:trace contextRef="#ctx0" brushRef="#br0" timeOffset="1148.93">17454 6310 0,'0'0'0,"0"0"0,0 0 16,0 0-1,0 0-15,0 0 16,0 0 0,34 17-16,43 0 15,59 0 1,27 9 0,16 8-16,17 0 15,0-9-15,43 18 16,-34-9-1,9-17-15,25 0 16,34 0 0,25-9-16,35 9 15,17 0 1,-42-17-16,93 9 16,17-9-1,-68-26-15,51 18 16,34-1-1,-17-8-15,52-25 16,42-1 0,9 18-16,33 16 15,10 9-15,-1 9 16,9 25 0,-9 0-1,-34-9-15,-42 9 16,-69-25-16,-17 16 15,-42-16 1,-69-26-16,60-17 16</inkml:trace>
  <inkml:trace contextRef="#ctx0" brushRef="#br0" timeOffset="2371.4">3115 6957 0,'0'0'0,"0"0"16,0 0-16,0 0 0,0 0 15,0 0 1,0 0 0,0 8-1,-8 9-15,-1 26 16,1 16 0,-1 18-16,9 8 0,0-9 15,0-16 1,17-1-16,0-16 31,17-9-31,18-9 0,7-16 16,44-18-1,76-25 1,-17-8 0,0-18-16,60 1 15,-51 16 1,-9 9-16,69 17 15,-35 0 1,9 9-16,-9 8 16,9 0-1,59 17-15,-33 8 16,16 9 0,-25 9-16,-8-1 15,16-8 1,-17 0-16,26-8 15,-51-18 1,-51 1-16,8-1 16,-9 1-1,-33-9-15,-52 0 16,-25 0 0,-9-9-16,-9-8 15,-25-25 1,-34-60-16,17 34 15</inkml:trace>
  <inkml:trace contextRef="#ctx0" brushRef="#br0" timeOffset="7337.78">7733 8173 0,'0'0'0,"17"0"16,17-9-16,9 1 15,-9-1 1,-9 1 0,1-9-16,-18 8 15,1 1-15,0-1 16,-1 9 0,-8 0-1,0 0-15,0 0 16,0 0-1,0 0-15,0 0 16,0 0-16,0 0 16,0 9-1,0 16-15,-8 18 16,-1 8 0,9 8-1,0-8-15,9-8 16,8-1-1,8 1-15,26-1 16,18-25 0,33-8-16,18-18 15,25-8 1,17 0-16,-9-8 16,1-1-16,17 9 15,8 9 1,17-1-16,18 9 15,-1 9 1,0 8 0,18 0-16,-1 0 15,1-9 1,-1 1-16,1-1 16,-9 1-1,-9-1-15,-8 9 16,0 9-1,25-18-15,-8 1 16,8-9 0,1 0-16,-26-9 15,17 9 1,-9 9-16,0-9 16,-8 8-1,-17 1-15,25 0 16,-8-9-1,-17-9-15,17 0 16,-17 1 0,-52 8-16,9 0 15,-25 0 1,-43 0-16,-26 8 16,-17 1-1,-9-9-15,-16 0 16,8 0-1,9-17 1,25-34-16,9-26 16,-1-42-16,-16 0 15,0 17 1,-9 0-16,0 26 16,-17 50-1</inkml:trace>
  <inkml:trace contextRef="#ctx0" brushRef="#br0" timeOffset="23744.62">4455 8743 0,'0'0'0,"0"0"0,0 17 15,0 0 1,0 17-16,0 0 15,0 17 1,-17 17 0,-8 17-16,-10-9 15,10 1 1,-9-1-16,17-16 16,8-18-16,1-8 15,8-8 1,0-9-1,0-9-15,17 1 16,8-1 0,26 1-16,26-1 15,17-16-15,9-1 16,16 1 0,9-1-16,0 1 15,-8-1 1,16 9-1,18 0-15,-9 0 16,0 0-16,9 0 16,8 0-1,-9 0-15,1 17 16,0 0 0,-1 0-16,1-8 15,8-9 1,-8 8-1,-35-8-15,-25-8 16,-9-1-16,-16-8 16,-10 9-1,-7-1 1,-27 1-16,1-1 16,-9 1-16,0-9 15,0 0 1</inkml:trace>
  <inkml:trace contextRef="#ctx0" brushRef="#br0" timeOffset="28020.48">20168 9040 0,'0'0'0,"0"0"16,0 17-16,-8 0 15,-1 9 1,0 8-16,1 8 16,-1 26-1,1-8-15,8-1 16,0-16-1,8-1 1,9-8-16,18 0 16,24 1-1,44-18-15,16-17 16,1-9 0,-1-8-16,9 0 15,0 8-15,-8 9 16,16 0-1,61 0 1,-1 0-16,9-8 16,8 8-1,9 0-15,17 8 16,-26 1-16,-8-9 16,34-9-1,34 1 1,26-1-16,8 1 15,26 8 1,-17-9-16,0 9 16,0 9-16,34 8 15,-9 9 1,-25-9 0,25 0-16,1 0 15,25-9-15,-35-8 16,-24 0-1,7 0 1,-24 17-16,-27-8 16,-33-1-1,-52-8-15,-34 0 16,-34-8-16,-17-9 16,-9-9-1,0-16-15,1-10 16,16-16-1,1-34-15,16-17 16,120-76 0</inkml:trace>
  <inkml:trace contextRef="#ctx0" brushRef="#br0" timeOffset="37192.01">21798 11005 0,'0'0'0,"0"0"0,0 0 0,0 0 15,0 0 1,0 0 0,-8 8-1,-1 9-15,1 0 16,-1 9-1,1-9-15,-1-9 16,1 1 0,-1-1-16,0 1 15,9-1 1,0 1-16,0-9 16,-8 17-1,8-9-15,0 1 16,0-1-1,0 1-15,0-1 16,0 1-16,8-1 16,10 9-1,24 0 1,9 0-16,9-8 16,0-1-1,0 1-15,8-1 16,-8 1-1,-1-9-15,27 0 16,16 8-16,26 9 16,0-8-1,0-1 1,9 9-16,-9 0 16,8 0-16,1-8 15,17-1 1,8-8-1,17 9-15,0-9 16,26 0 0,8 9-16,1-1 15,-35 1-15,17-1 32,26 18-32,-25-9 15,16 0-15,-8 8 16,17 1-1,25-1-15,9 1 16,26-1 0,-18 1-16,1-1 15,0-8 1,-9 9-16,-34-18 16,-43 9-1,26 9 1,-26-9-16,-17 0 15,43 17-15,8-9 16,-16 9 0,-10 0-16,-7 0 15,7-8 1,-33-9-16,-17 8 16,-1-8-1,26-8-15,-25-9 16,8 8-1,9-8-15,-9-8 16,-17-1-16,-52-16 16,-24-1-1,-18 9 1,-26 9 0</inkml:trace>
  <inkml:trace contextRef="#ctx0" brushRef="#br0" timeOffset="38545.5">4455 12425 0,'0'0'0,"0"0"0,0 0 16,0 0-16,0 0 16,0 0-1,26 0 1,8 9-16,0-1 15,34-8 1,26 9-16,-8 8 16,-10 0-1,52 0-15,52 17 16,-1-9 0,9-16-16,34-1 15,-26-8-15,34 9 16,-59-1-1,0-8 1,42 9-16,-59-18 0,-26 1 31,17-1-31,-9-8 16,-33 0 0,-35 0-16,-25 9 15,-18 8-15,-16-9 16,-1 1-1,1-1 1,8-33-16,9-78 16,25-169-1</inkml:trace>
  <inkml:trace contextRef="#ctx0" brushRef="#br0" timeOffset="56106.07">11957 11166 0,'0'0'0,"0"0"15,-8 0-15,-1 0 16,1 0 0,-9 9-16,-9 8 0,1 0 31,-10 17-31,1 0 16,9 0-1,8 8-15,0 9 16,-1 1-1,10 7-15,8-8 16,0-8 0,17-9-16,0-9 15,26 1-15,25-1 16,26-8 0,8-8-1,18-9-15,16-9 16,18 1-1,0-9-15,-1 0 16,27 0 0,-1 17-16,-9 0 15,10 0-15,7 17 16,-7 0 0,7 0-16,-16 8 15,-9-8 1,0-8-16,-25 8 15,-35-9 1,-42-8 0,-26 0-16,-8 0 15,-18 0 1,1-8-16,-9-9 16,-9-34-16,-8-34 15,9 34 1</inkml:trace>
  <inkml:trace contextRef="#ctx0" brushRef="#br0" timeOffset="75090.87">3900 10392 0,'0'0'16,"0"0"-16,-8 0 15,-18 0-15,-16 9 16,-1-1 0,-42 18-16,-26 8 15,42 17 1,10 9-16,-27 16 15,9 1 1,9-26-16,17 0 16,8 8-1,18-16 1,16-9-16,9-9 16,26 9-16,25 0 15,-8-8 1,-9-1-1,-9-8-15,-8 0 16,9 0 0,8 9-16,-8-1 15,-1 1 1,-16-1-16,0 9 16,-18 0-16,0 0 15,1 9 1,-1 0-16,-33 8 15,-27 8 1,-7-16-16,33-18 16,9-16-16,17-1 31,17-8-31,8-8 16,26 8-16,9 0 15,-9 8-15,-8 18 16,8 25-1,-8 68 1,-1 68 0,-8-9-16,9-42 0,85 9 15,68-43 1,179-127 0,52-35-1</inkml:trace>
  <inkml:trace contextRef="#ctx0" brushRef="#br0" timeOffset="139778.28">6000 14305 0,'0'0'0,"0"0"0,0 0 16,0 0 0,-8 0-16,-1 8 15,0 9 1,-16 9-16,-1 25 15,-8 8 1,9 9-16,-10 0 16,10 17-1,-1 17-15,18-8 16,8-26 0,0-26-16,0-8 15,17-8-15,0-1 16,8 9-1,10-8-15,7-1 16,9 1 0,35-9-1,8 8-15,0-7 16,16-1-16,18 8 16,18-8-1,7-8-15,9-9 16,9 0-1,17-9 1,-9-8-16,26 0 16,0 9-1,8-1-15,1-8 16,-10 0 0,27 0-16,-9 0 15,8 0 1,-25 8-16,-9 1 15,9-9-15,-9 17 16,-8 0 0,-9 0-1,-25 0-15,0 8 16,-9-8 0,0 0-16,-9 0 15,1 9 1,0-18-16,-26 1 15,-26 8-15,-8 0 16,-18 0 0,1 0-1,-17-9-15,0 1 16,-9-9-16,-9-9 16,1-16-1,-1-18 1,-7-8-16,-1-17 15,0-8-15,0 42 16</inkml:trace>
  <inkml:trace contextRef="#ctx0" brushRef="#br0" timeOffset="142550.07">19084 13548 0,'0'0'0,"0"0"16,0 0-16,0 8 31,-8 1-31,8-1 16,-9-8 0,1 9-16,-18-9 15,0 0-15,1 8 16,-18-8-1,0 9 1,1-1-16,-27 18 16,-7 25-1,-10 25-15,1 26 0,0 0 16,16-8 0,1-9-1,17-9 1,17-7-16,0-18 15,16-9-15,1 9 16,9 0 0,8 17-16,17 0 15,9-8 1,16 8 0,35 0-16,17-9 15,25-8 1,61-8-16,7-9 15,-7 0-15,42 0 0,-9-17 32,0 0-17,-25 0-15,0-26 16,25 1 0,-25-18-16,-34-8 0,-1 0 31,-16-25-31,-35-1 15,-34 1 1,-16-1-16,-10-8 16,-25-17-1,-25-17-15,-43-8 16,-60-35 0,-60-25-16,-34 34 15,-68 8 1,-17 9-16,-52 9 15,-50 16 1,16 43-16,-59 43 16,-43 33-1,85 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0:48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9337 5706 0,'0'0'0,"0"9"0,0 17 16,-8 16-1,-1 1 1,1-1-16,-9 9 15,-9 9 1,0 8-16,9 0 16,17-9-16,0-16 15,17-1 1,0-16 0,0-9-16,35 0 15,16-9 1,34-16-16,9-1 15,-17 9 1,-8 0-16,25 17 16,-1 9-1,27 16-15,-9 1 16,9 8 0,50 0-16,-7-9 15,-1-16 1,26-1-16,-26-25 15,-25-8-15,8-9 16,-34-9 0,-43 9-1,-17-8-15,9-18 16,-9-8-16,1-42 16,-18-18-1,-25 52 1</inkml:trace>
  <inkml:trace contextRef="#ctx0" brushRef="#br0" timeOffset="2141.96">16310 16754 0,'0'0'0,"0"0"0,0 0 15,0 0 1,0 17-16,0-9 15,0 9-15,0-8 32,0 8-32,9 0 15,-1-9 1,18 9-16,34 0 0,68-17 16,0-17-1,-17-8-15,8-18 16,35-8-1,-1 0 1,-50 0 0,-1-8-16,18-9 0,-18 8 15,-16 9 1,-35 17 0,-17 17-16,-8 0 15,-18 9 1,1-1-16,-18 1 15,9-1-15</inkml:trace>
  <inkml:trace contextRef="#ctx0" brushRef="#br0" timeOffset="2538.07">17249 16329 0,'0'0'15,"0"0"-15,9 8 16,25 9-16,-9 9 16,1-9-16,0-9 15,-9 1 1,17-1-1,26-8-15,33-25 16,27-26 0,-18-9-16,-25-8 15,9-9 1,-10 9-16,-16 17 16,-34 26-1,-1 16-15,9 43 16,1 85-1,-10 77-15,1-26 16,16-68 0,-16-51-16</inkml:trace>
  <inkml:trace contextRef="#ctx0" brushRef="#br0" timeOffset="9377.39">17992 15954 0,'0'0'0,"0"0"0,0 0 16,0 0 0,0 0-16,0 0 15,0 0-15,0 0 16,0 0 0,0 17-1,17 9-15,0 16 16,8 18-1,10 25-15,-1 43 16,0-1 0,9-16-16,-1-9 15,18-17 1,17 8-16,17-16 16,-9-26-1,0-17-15,1-9 16,8-16-1,8-18-15,0-25 16,1-17 0,-9-8-16,8-18 15,-8-16 1,-17 8-16,-26 17 16,-25 8-1,-1 26-15,-16 9 16,-1 8-1,-8 0-15,-8 8 16,-1-8 0,-16 0-16,-10 9 15,-7-9-15,8 17 16,0 0 0,8 0-1,9 8-15,0 9 16,0 0-1,8-8-15,1-1 16,-1 1 0,1-1-16,8 1 15,0-9-15,0 0 16,0 0 0,0 0-16,0-17 15,17-17 1,17-17-1,34-17 1,17-9-16,-8 26 16,-17 17-16,0 17 15,-1 25 1,-7 18-16,-1 16 16,-8 27-1,8 24 1,9 26-16,-26-51 15</inkml:trace>
  <inkml:trace contextRef="#ctx0" brushRef="#br0" timeOffset="14554.03">19767 16244 0,'0'0'0,"0"0"0,0 0 16,0 0-1,0 0-15,0 0 16,0 8 0,0 26-1,0 26-15,8 16 16,1 1-16,8-9 15,0 0 1,9 8 0,8-8-16,0 9 15,17-18 1,9 1-16,8-18 16,1-8-16,-1-25 15,17-26 1,1-17-16,33-34 15,9-9 1,9-16-16,-1-26 16,9-17-1,0 8-15,-42 26 16,-26 17 0,-9 8-1,-25 9-15,-9 26 16,-17 8-1,-9 17-15,1 0 16,-1 8 0,-25 1-16,9 8 15</inkml:trace>
  <inkml:trace contextRef="#ctx0" brushRef="#br0" timeOffset="14879.3">20911 16261 0,'0'0'0,"0"0"15,0 0 1,0 0 0,0 0-16,0 0 15,0 0-15,0 0 16,8-9 0,9 1-1,17-18-15,18-25 16,16-9-1,9 9-15,-9 0 16,-8 17 0,-9 9-16,9 16 15,-1 26-15,10 34 16,7 17 0,-16 9-1,0 17-15,0-1 16,8 1-1,-34-52-15</inkml:trace>
  <inkml:trace contextRef="#ctx0" brushRef="#br0" timeOffset="17660.09">21670 16218 0,'0'0'0,"0"0"16,0 0-16,-8 0 15,8 9 1,0-1-16,-9 9 16,1 17-1,-1 43-15,9 25 16,0 8 0,0 1-16,0 8 15,0-9 1,17-16-16,34-9 15,26-25 1,17-18-16,17-16 16,60-26-1,-9-17-15,-34-17 16,8-18 0,1-16-16,-26 0 15,-17 9 1,-17-9-16,-1 8 15,-16-16 1,0-9-16,-9 17 16,-17 8-1,-8 26-15,-18 17 16,1 0 0,-9 17-16,0 0 15,-9 0 1,-33 17-16,-35 0 15,-8 9-15,25-9 16,9 0 0,8-9-1,9 1-15,17-1 16,8-8-16,9 0 31,0 0-31,0 0 16,0 0-16,9-8 15,25-9 1,34-26-16,26-16 16,26-1-16,-1 1 15,-34 25 1,-25 17-16,0 8 16,-17 18-1,-1 42-15,1 42 16,-17 43-1,-1 17-15,18-17 16,-18-68 0</inkml:trace>
  <inkml:trace contextRef="#ctx0" brushRef="#br0" timeOffset="19804.09">23249 16609 0,'0'0'16,"0"0"-16,0 0 15,0 0 1,0 0-16,0 0 16,0 17-1,17 17-15,17 9 16,18 16-16,16 18 16,-8-9-1,8-9 1,17-16-16,26-26 15,17-26 1,17-33-16,-8-18 16,8-16-16,0-9 15,-17-17 1,-17-9-16,-9-8 16,1 0-1,-9 26-15,-34 24 16,-9 10-1,-26 16-15,-8 18 16,-8 8 0,-9 0-1,-9 17-15</inkml:trace>
  <inkml:trace contextRef="#ctx0" brushRef="#br0" timeOffset="20147.55">24376 16541 0,'0'0'0,"0"0"15,0 0 1,8-8 0,18-18-16,17-8 15,8-17-15,0 0 16,0 0-1,0 9-15,9-18 16,8 0-16,1 9 31,-9 9-31,-9 16 16,0 35 0,0 16-16,9 52 15,8 85-15,-8 16 16,17-25-1,102 102 1</inkml:trace>
  <inkml:trace contextRef="#ctx0" brushRef="#br0" timeOffset="25204.92">25050 16507 0,'0'0'0,"0"0"0,0 0 16,0 0-1,0 0-15,0 0 16,0 0-16,0 0 15,-8 9 1,-18 16 0,-25 26-16,-18 26 15,-50 42 1,-26 25-16,0-8 16,-26-25-16,-42-9 15,-26 9 1,-9-26-16,-16-26 15,-27-8 1,-24-25-16,-18-18 16,-43 1-1,-16 8 1,-27 8-16,-7-8 16,-35-8-1,-9-18-15,-8-16 16,-34-18-16,-8-8 15,-18 17 1,-8 9 0,-1-1-16,10-8 15,8-8 1,8-9-16,17 8 16,9 9-16,9-8 15,-9-1 1,0 9-16,0 8 15,34 9 1,9-8-16,85-9 16,42 0-16,9 0 31,69 0-31,51 0 0,51 8 31,8-8-31,43 17 16,34 0-1,26 9-15,17-1 16,0 9 0,9 0-16,-1 0 15,0 0 1,1 0-16,-1 0 16,1-8-16,-1-1 15,1-8-15,-1-17 16,1-25-1,-9-18 1,0 1-16,8 33 16,1 9-1,-1 17 1,9 0-16,0 9 16,0-1-1,0 9-15,0 0 16,0 0-1,0 0-15,9 0 16,25 26 0,17 16-16,-8 1 15,-1-1 1,-25-16-16,-8-9 16</inkml:trace>
  <inkml:trace contextRef="#ctx0" brushRef="#br0" timeOffset="25552.92">8748 16524 0,'0'0'0,"0"0"15,0 0-15,0 0 16,17-17 0,18-17-16,16-17 15,0-8 1,9-1-16,-1-16 16,10 7-1,-10 10-15,1 16 16,-9 26-1,-8 17-15,8 26 16,1 25-16,16 43 16,-34-43-1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2:21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16379 2840 0,'0'0'0,"0"0"0,0 0 0,0 0 15,0 18-15,0-1 31,-9 25-31,-8 26 0,-9 0 32,-16 9-17,8-18-15,8 9 16,9 9-16,0 16 0,17 9 31,17-8-31,17-18 16,0-25-1,-8 0-15,51 9 16,93 17 0,-25-35-1,-8-25-15,102 9 16,-9-18-16,52-16 16,25-1-1,-25 9-15,0 17 16,-18 17-1,26 9-15,-17-1 16,35 18 0,-44-9-1,52 8-15,-34 9 16,-52-34 0,35 0-16,-86 0 15,34-25-15,-16-1 16,-112-25-1,17-25-15,26-26 16,9-34 0,-9-34-16,-34-17 15,-34-60 1,-26-51 0,0-84-16</inkml:trace>
  <inkml:trace contextRef="#ctx0" brushRef="#br0" timeOffset="2600.44">6623 5894 0,'0'0'0,"0"0"0,0 0 16,0 0-16,0 0 16,0 0-1,0 0-15,0-9 16,0 1-1,0-1-15,0 9 16,0-8 0,0-1-16,0-16 15,0 16 1</inkml:trace>
  <inkml:trace contextRef="#ctx0" brushRef="#br0" timeOffset="3276.02">6632 5894 0,'0'0'0,"0"0"16,0 0-16,0 0 15,0 0 1,0 0-16,0 0 16,0 0-16,0 0 15,0 17 1,-9 17-16,1 17 31,-9 17-31,-1 8 0,1-16 16,17-1-16,9-16 15,-1-18 1,1-8 0,0-8-1,42-1 1,60-8-16,25 0 15,-42-8-15,-51-1 16,17 9 0,50 0-16,61 0 0,-43 0 31,-34 9-15,77 8-16,17 0 15,-60-9 1,0 1-16,76 8 15,-50-17-15,-94 8 16,-26-16 0,9-1-1,-18 9-15,1-8 16,-18-18-16,1-33 0,-1-26 16,-8-26-1,0 52 1</inkml:trace>
  <inkml:trace contextRef="#ctx0" brushRef="#br0" timeOffset="7143.09">7707 6838 0,'0'0'0,"0"0"16,0 0-16,0 8 0,-8 26 15,-1 26 1,-17 16-16,1 1 15,-1 8 1,9 8 0,0-25-1,17-8-15,0-18 16,0 1 0,17-18-16,0 1 15,17-18 1,18 1-16,-1-9 15,17-9 1,9-16-16,8-1 0,1 1 31,-1 8-31,-8 0 16,0 0-16,-18 8 16,1 9-1,-9 0 1,-8 0-16,-9 0 0,-8 0 15,-1 0 1,-16 0-16,-1 0 31,1 0-31,-1-8 16,9-9 0,1-26-16,7-16 15,-8 16-15</inkml:trace>
  <inkml:trace contextRef="#ctx0" brushRef="#br0" timeOffset="9417.31">9209 7101 0,'0'0'0,"0"0"16,0 0-16,0 0 15,0 0-15,0 0 16,0 0 0,0 0-1,0 0 1,0 9-16,17 8 16,0 25-16,-8 18 15,-9 16 1,-9 18-1,-8-9-15,17-34 0,0-9 16,0-16 0,17 0-1,0-9-15,26-9 16,25 1 0,9-18-1,9-8-15,33-9 16,1-8-1,-1 9-15,0-1 16,18 1 0,0 16-16,-9 1 15,-9 8 1,-16 8-16,-1 9 16,-17 0-1,-16 9-15,-18-9 0,-9 8 31,-16-8-31,0 1 16,-1-10-16,-16 1 16,-1-9-1,9-9 1,0-17 0,18-25-16,-10-17 15,9-17-15,-17-17 16,-8 17-16,-9 51 31</inkml:trace>
  <inkml:trace contextRef="#ctx0" brushRef="#br0" timeOffset="13871.41">13425 7314 0,'0'0'0,"0"0"0,0 0 16,0 0 0,0 0-16,0-9 15,9 1-15,8-9 16,0 8-16,9-8 31,8 9-15,0-1-16,26 1 15,42-1 1,35 9-16,-18 0 16,9-8-1,43-1-15,8 9 16,18-8 0,50 8-16,9 17 15,26 0-15,25 0 16,0-9-1,69 9 1,-26 9-16,-52-18 16,69-16-1,-8-1-15,-1-8 16,120-68 0,-77 0-16</inkml:trace>
  <inkml:trace contextRef="#ctx0" brushRef="#br0" timeOffset="25059.62">18000 8011 0,'0'0'0,"0"0"0,0 0 16,0 0-1,0 0-15,0 0 16,0 0 0,0 9-16,0 8 15,0 0 1,0 8-16,0 9 16,-8 0-1,8 9-15,0-9 16,0 0-16,0 0 15,0-9 1,0 1 0,0-18-16,0 9 15,0 0-15,17 0 16,0 0 0,25-8-16,18-1 15,26-16 1,-1-1-16,-17-8 15,9-8 1,0 8-16,0 0 16,8 0-1,0 8 1,-8 9-16,17 0 16,17 17-16,8 0 15,1 0 1,-9 0-1,-17 9-15,8-1 16,1 1 0,8-1-16,0-8 0,-9 0 15,-8 0 1,-17 0 0,-9-8-16,-8-1 15,-18 1 1,-7-9-16,-10 0 15,-16 0-15,-1 0 16,1 0 0,-1-9-16,1-8 31,-1-17-31,-8-17 16,-8-34-1,8-25-15,25-26 16,44-34-16,59-128 15</inkml:trace>
  <inkml:trace contextRef="#ctx0" brushRef="#br0" timeOffset="29110.45">14159 8709 0,'0'0'0,"0"0"0,0 0 16,0 0 0,-8 17-16,-1 34 15,-8 34 1,-8 34-16,-1-17 16,1-9-16,-1 26 15,9-8 1,0-9-1,17-25-15,0-26 16,17-17-16,17 8 16,9 1-1,25-18 1,26 1 0,25-18-16,9 1 15,0-1 1,9-8-16,17 0 15,-18 0 1,9-8-16,0-1 16,-17-8-1,0 9-15,-42-1 16,-27 1 0,1-1-16,-17 1 15,0-1 1,-9-16-16,0-18 15,0-16 1,0-9-16,-8-18 16,8-7-1,26-26-15,33-68 16,53-128-16</inkml:trace>
  <inkml:trace contextRef="#ctx0" brushRef="#br0" timeOffset="30610.82">13938 10001 0,'0'0'0,"0"0"16,0 0-16,0 0 16,0 0-1,0 0-15,0 17 16,0 17 0,0 26-16,-9 33 15,-17 1 1,1-9-16,8-9 15,0-16 1,8-17-16,9-18 16,0 1-1,0-1-15,17-8 16,26 0-16,42 0 16,26-8-1,34-1 1,26-16-16,8-1 15,0-8-15,35-8 16,-1 16 0,9 9-16,-17 9 31,-34 8-31,-1 17 16,-25 8-16,-59-16 15,-35-1 1,-17-8-16,-8-8 15,-9-1 1,-9 1 0,-8-18-16,9-42 15,-1-59-15,1-60 16,25-145-16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4:39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16379 18106 0,'0'0'16,"0"0"0,0 0-16,0 0 0,0 0 31,0 17-31,0 0 15,8 9-15,35 8 16,42-9 0,43-25-1,-25-25-15,-18-9 16,51-34 0,1-9-16,-17 9 15,-44 25-15,10 9 16,8-8-1,-9-1 1,-25-8-16,-1 0 16,-24 9-1,-10 8-15,-16 0 16,-9 8-16,-9 9 16,-34-25-1,9 16 1</inkml:trace>
  <inkml:trace contextRef="#ctx0" brushRef="#br0" timeOffset="313.35">17181 17698 0,'0'0'0,"0"0"0,8-9 16,18 1-1,17-9-15,-1-9 0,1 1 32,17-18-17,25 1 1,0-18-16,1 9 16,-9 17-16,-18 17 15,-24 17-15,-1 60 0,-9 67 31,-33 43-15,8 26-16,25-52 16,-8-92-1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5:32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9568 6974 0,'0'0'0,"0"0"0,0 0 15,0 0 1,0 0-16,0 0 15,0 8-15,-9 9 16,-16 34 0,-27 26-16,10-1 15,8-16 1,16-1-16,1-16 16,17-1-1,9-8-15,17 0 16,16 0-1,35 0 1,34-17-16,-34-8 16,17-9-1,25 0-15,18 8 16,-9 1 0,-34-9-16,34 0 15,51 0-15,-34 8 16,-51-8-1,8 0-15,1 0 16,-9 9 0,-9-9-16,-34 8 15,-17 1-15,-8-9 32,-9 0-32,0-9 15,0 1 1,9-18-16,-1-25 15,1-17-15,-9-34 16,0 43-16</inkml:trace>
  <inkml:trace contextRef="#ctx0" brushRef="#br0" timeOffset="858.83">12905 7152 0,'0'0'0,"0"0"0,0 0 16,0 0 0,0 9-1,25 16-15,10 9 16,-1 0 0,25 9-1,78-1-15,42 1 16,18-9-16,76 0 0,17-9 15,0-25 17,154-8-32,-9 8 15,-85-9-15,60 1 0,42-35 32,9 9-32,-120 9 15,-25 16 1,0-8-1,42 0-15</inkml:trace>
  <inkml:trace contextRef="#ctx0" brushRef="#br0" timeOffset="1674.61">7707 7450 0,'0'0'0,"26"8"0,110 43 16,112 0 0,85-8-16,145-26 0,-69-34 15</inkml:trace>
  <inkml:trace contextRef="#ctx0" brushRef="#br0" timeOffset="6626.56">6965 8173 0,'0'0'0,"0"0"0,0 0 15,0 0-15,0 0 16,0 0-1,0 0 1,0 0-16,0 8 16,0 9-16,0 9 15,0-1 1,-9 9 0,0 0-16,9-8 15,0-1 1,0 1-16,0-18 15,0 1 1,9 8-16,25-9 16,9-8-16,34-17 15,51-17 1,25 17-16,-42 0 16,-25 17-1,16 9-15,0 8 16,1 17-16,-9 0 31,-17 8-31,-26-8 16,-26-8-1,1-1-15,-18 1 16,1-17-16,0-1 16,-1 1-1,-8-18 1,9-25-16,-1-51 0,18-43 15,-9 60 1</inkml:trace>
  <inkml:trace contextRef="#ctx0" brushRef="#br0" timeOffset="8672.66">18000 8581 0,'0'0'0,"0"0"0,0 0 16,60-9-16,102-16 16,0-18-1,103-67 1,110-35-16</inkml:trace>
  <inkml:trace contextRef="#ctx0" brushRef="#br0" timeOffset="13248.43">21482 7799 0,'0'0'0,"0"0"15,0 0 1,0 17-16,9 0 16,8 17-1,-8 8 1,-1 35-16,-8 16 16,-8 9-1,-1-8 1,-8-9-16,0-17 15,8-34-15,1-9 16,8-8-16,0-8 31,0-1-31,0 1 16,0-1-16,0-8 16,8-8-1,27-9-15,33-9 16,9-8-1,8 0 1,9 17-16,-17 9 16,-9 8-1,-8 0-15,8 17 16,17 8-16,1 1 16,8 8-1,8 0-15,9 0 16,25 9-1,-16-18-15,-9 1 16,-9-1-16,26 1 31,17-18-31,1-8 16,16-8 0,25-1-16,1-16 15,26-1-15,-10 9 16,-24 9-1,25-9 1,-9 8-16,-25 1 16,16-1-1,-7 0-15,-18 1 16,25 8-16,-7 0 16,-18 0-1,43 17 1,-9 0-16,-8 0 15,25-8 1,-17-1-16,-8 1 16,9-1-16,-18-8 15,34 0 1,-17 0 0,-25 0-16,34 17 15,8-8-15,-33 8 16,24 8-1,1-16 1,-60 8-16,0-9 16,-17-8-1,-42 0-15,-35 0 16,-17 0 0,-8-8-16,-1-1 15,1-16-15,8-35 16,0-34-1,-8-50-15,8-154 16</inkml:trace>
  <inkml:trace contextRef="#ctx0" brushRef="#br0" timeOffset="18447.66">7630 9721 0,'0'0'0,"0"-9"16,17 1-16,17-9 16,35-9-1,59-8-15,17 0 16,8 0-1,27 17-15,25 0 16,25-9 0,26-8-1,103-25-15,33-9 16</inkml:trace>
  <inkml:trace contextRef="#ctx0" brushRef="#br0" timeOffset="19184.93">15039 9763 0,'0'0'0,"0"0"15,0 0-15,25-8 16,9-9-16,9 0 16,-17 0-1,-1 8 1,-8 1-16,17-1 15,43 1 1,77-1-16,51 9 16,68-17-1,34 0-15,-8 0 16,68-17 0,17 9-16</inkml:trace>
  <inkml:trace contextRef="#ctx0" brushRef="#br0" timeOffset="21622.95">20757 9168 0,'0'0'0,"0"0"0,0 0 31,0 0-31,0 0 0,0 0 16,0 0 0,0 0-1,0 0-15,-9 17 16,1 8-16,-1 9 31,1 0-31,8 0 16,0 0-1,0-8-15,0-1 16,8 1 0,18 8-16,17 8 15,51 10 1,25-18-16,9-9 16,26 1-1,33-18-15,-7 1 16,7-1-1,10 1-15,8 8 16,51 0 0,0-9-16,8 1 15,-8-1 1,9 9-16,25-17 16,0 0-1,18-8-15,-10-18 16,18 9-16,-9 0 15,-8 0 1,-17 9-16,-9-1 16,-26 1-1,-25-1 1,9 1-16,-26 8 16,-1 0-16,-24-9 15,-27 9 1,1-8-1,-18-1-15,-16 1 16,-35-1 0,-8 9-16,-26 0 15,-17 0-15,-8 0 16,-17 0 0,-1 0-16,1-8 15,8-9 1,-9-26-1,1-42-15,-9 34 16</inkml:trace>
  <inkml:trace contextRef="#ctx0" brushRef="#br0" timeOffset="25086.69">7118 10741 0,'0'0'0,"0"0"15,0 0-15,0 0 16,68 17 0,112-17-16,153-34 15,34-8 1,25-18-16,86-50 16,-77-1-1</inkml:trace>
  <inkml:trace contextRef="#ctx0" brushRef="#br0" timeOffset="25604.84">14288 10316 0,'0'0'0,"-9"0"15,9 0-15,0 0 16,-9 0-1,9 8-15</inkml:trace>
  <inkml:trace contextRef="#ctx0" brushRef="#br0" timeOffset="26221.34">18000 10852 0,'0'0'0,"0"0"0,0 0 16</inkml:trace>
  <inkml:trace contextRef="#ctx0" brushRef="#br0" timeOffset="27558.09">19050 10273 0,'0'0'0,"0"0"16,0 0-1,0 0 1,0 0-16,0 17 16,0 0-1,0 0-15,9 9 16,16 8 0,35 8-16,25 1 15,43 0 1,-25-9-16,-1-17 0,43 0 31,17 0-15,-17 0-16,26-9 15,43-8-15,-10 9 16,44 8 0,-26-9-16,17 1 15,34-1 1,26-8-1,-1 0-15,10-17 16,24 0 0,-50 0-16,77 9 15,-18 16-15,-25 1 16,59-1 0,-33 9-1,25 0-15,-9-8 16,-42 8-1,42 0-15,-42 8 16,-34-8 0,-26 0-16,-51-8 15,-35 16 1,-59-16-16,-34-18 16,0-8-16,0 9 15,-17-18 1,-9-16-1,9-18-15,-1-8 16,-16-8 0,8-10-16,0-16 15,-25 51 1</inkml:trace>
  <inkml:trace contextRef="#ctx0" brushRef="#br0" timeOffset="34902.26">21892 11336 0,'0'0'0,"0"0"15,0 0-15,0 0 16,17 0-1,0 0-15,0 17 16,9 0 0,0 17-16,-1 1 15,1 16-15,-1 0 16,-8 8 0,-8 1-1,8-9-15,0 0 16,0-9-1,9 1-15,34-1 16,8 1 0,0-18-16,9 1 15,34-18 1,34-8-16,34-8 16,26-18-1,34 1-15,-9 8 16,18 0-1,-1 8-15,10 9 16,-10-8 0,-17 8-16,-16 8 15,-43-8-15,-1 9 16,-16-9 0,-52 0-1,-33 0-15,-18 0 16,-26 0-1,1 0-15,-9-9 16,-8 9-16</inkml:trace>
  <inkml:trace contextRef="#ctx0" brushRef="#br0" timeOffset="52087.95">17403 15631 0,'0'0'0,"0"0"16,0 0-16,0 0 15,0 0 1,0 0-16,0 0 16,0 0-1,0 0-15,0 9 16,8 8 0,9 17-16,17 34 15,26 17 1,0 8-16,8-8 15,9 0 1,8 0-16,-16-8 16,-1 8-1,26 0-15,-9-34 16,-16-17-16,-10-8 16,10-18-1,-35-8-15</inkml:trace>
  <inkml:trace contextRef="#ctx0" brushRef="#br0" timeOffset="52389.22">18273 15631 0,'0'0'0,"0"0"0,0 0 0,-8 9 16,-43 33-1,-35 60 1,-67 77-16,-61 33 16,44-41-1,41-18 1,19-43-16,41-59 15,35-34 1</inkml:trace>
  <inkml:trace contextRef="#ctx0" brushRef="#br0" timeOffset="59357.26">19545 15623 0,'0'0'0,"0"0"0,0 0 16,0 17-1,0 17-15,17 8 16,17 26 0,17 17-1,9 0-15,17 9 16,8-1 0,9-7-16,0-10 15,-9-16-15,-16-9 16,-35-26-1</inkml:trace>
  <inkml:trace contextRef="#ctx0" brushRef="#br0" timeOffset="59679.42">20458 15852 0,'0'0'0,"-8"0"0,-18 17 0,-25 0 16,-34 17-1,-26 17 1,0 9-16,-26 25 15,1 26-15,25-9 32,42-26-32,52-16 15,17-35 1</inkml:trace>
  <inkml:trace contextRef="#ctx0" brushRef="#br0" timeOffset="62368.45">20714 15682 0,'0'0'0,"0"0"16,0 0-16,0 0 15,0 0 1,0 0 0,0 0-16,26 0 15,25 17 1,43 9-16,8 8 15,18 8 1,8 9-16,-9 9 16,-25-1-1,-8 1-15,-18-1 16,0 9 0,-8 1-16,8-10 15,-8-8-15,-17-8 16,-18-18-1,-16-16-15</inkml:trace>
  <inkml:trace contextRef="#ctx0" brushRef="#br0" timeOffset="62681.72">21704 15580 0,'0'0'0,"0"0"0,0 0 16,0 0 0,0 0-16,-17 17 15,-42 34 1,-35 26-16,-26 25 15,18-9 1,33-8 0,44-17-16,16-25 15,18-26-15</inkml:trace>
  <inkml:trace contextRef="#ctx0" brushRef="#br0" timeOffset="70592.99">8134 14236 0,'0'-8'0,"25"-9"16,35-26-1,34 1 1,26-26-16,42-17 16,25-17-1,10-9-15,42 9 16,25 0-1,44-17-15,50-34 16,-34 17-16,26 25 16,69-8-1,-35 0 1,8 0-16,43 26 16,1 42-1,8 17-15,-77 25 16,34 26-16,25 0 15,-93 17 1,26 26-16,25 16 16,-60-16-1,1 8 1,-10 8-16,-59-8 16,-25-8-1,-1 25-15,-25 8 16,-51 9-1,-35 1-15,-16 7 16,-27 43 0,-16 9-16,-26-18 15,-8 18-15,-9-17 16,-8-35 0,-1-16-16,1-9 15,-9 0 1,0-9-1,0-8-15,-9-25 16,1-9 0,-1-9-16,0-16 15,1-9 1,-9-51-16,-9-17 16,18 25-16,-1 9 15,1-8 1,8-9-1,-9 8-15,9 18 16,0 8-16,-8 8 16,-1 9-1,1 0-15,-10 9 16,1 8 0,0 17-16,0 17 15,9 8 1,8 9-1,0 17-15,17-8 16,0-35 0,17 1-16,0-18 15,17 1 1,26-9-16,43-26 16,42-59-16,9-85 15,59-93 1</inkml:trace>
  <inkml:trace contextRef="#ctx0" brushRef="#br0" timeOffset="73173.25">18026 15002 0,'0'0'0,"0"0"0,0 0 16,0 0-1,0 0-15,0 0 16,0 0 0,0 0-16,0-9 15,0 1 1,17-18-16,17-16 15,17-9 1,9-9-16,17 1 16,8 8-1,18-9-15,25-16 16,25-43 0,-8 8-1,0 9-15,-8 34 16,0 17-1,-9 8-15,-35 9 16,-24 17-16,-18 17 16,-8 0-1,-9 0-15,-9 9 16,1-1 0,-9 18-16,-8 16 15,-1 52 1,-8 17-1,-8-18-15,-1-16 16,-8-18 0,0 1-16,0-9 15,0-26 1,8 1-16,1-9 16,8-9-1,-9 1-15,9-1 16,-8-16-16,-1-1 15,-17-8-15,18 9 16,-120-77 0,128 85-1,0 0-15,0 0 16,0 0 0,0 0-16,0 0 15,0 0 1,0 0-1,0 0-15,8 17 16,1 0 0,-1 8-16,1 9 15,0 0 1,-1 9-16,-8 8 16,0-9-1,0 1-15,0-18 16,9 1-1,8-9-15,8-9 16,35-25 0,68-68-16,17-42 15,103-69 1</inkml:trace>
  <inkml:trace contextRef="#ctx0" brushRef="#br0" timeOffset="84020.8">20125 14781 0,'0'0'0,"0"0"0,0 0 15,0 0 1,0 0-16,0 0 16,0 0-1,0 0-15,0 0 16,0 0 0,0-17-1,0-9-15,26-25 16,25-51-1,35-42-15,7 8 16,-7 33 0,8 27-16,8 8 15,1 0 1,-10 0-16,1 17 16,-25 25-1,-18 18-15,0 16 16,-8 43-1,-9 26-15,-9 42 0,-8 8 32,-17-16-17,-8-26-15,-1-17 0,-8-8 32,0-9-32,9-9 15,-1-16-15,1-1 16,8-16-1,0-18-15,-9 1 16,9 8 0</inkml:trace>
  <inkml:trace contextRef="#ctx0" brushRef="#br0" timeOffset="84259.15">20979 14322 0,'0'0'0,"-9"34"0,1 17 15,-1 0-15,-8 17 16,9 0 0,8 8-1,0-16-15,17-9 16,0-9 0,17-8-16,9-8 15,16-26-15,27-43 16,33-33-1,-59 42-15</inkml:trace>
  <inkml:trace contextRef="#ctx0" brushRef="#br0" timeOffset="97672.17">22063 15053 0,'0'0'0,"-9"0"16,1 0-16,-9-17 15,-9-34 1,-8-43 0,17 18-1,0 25-15,8 17 16,1 17 0,-1 0-16,9 0 15,0 17-15,0 0 16,0 0-1,0-9-15,0 1 16,17-1 0,0-8-16,26-8 15,42-18-15,9 1 32,34-9-32,17-17 15,-8 0 1,-9 17-16,0 8 15,-26 26-15,-8 0 16,-17 25 0,8 26-1,9 43-15,-25 25 16,-35 9 0,-9 16-16,-8 1 0,-8-26 15,-9-34 1,0-34-1,0-9-15,0-8 16,0-8 0,0-18-16,0 9 15</inkml:trace>
  <inkml:trace contextRef="#ctx0" brushRef="#br0" timeOffset="97909.12">23403 14747 0,'0'0'0,"-9"0"15,-8 17-15,-8 8 16,-10 18-16,1 8 16,0 8-1,9 1 1,8-1 0,8 1-16,9-18 15,0-8 1,17-8-16,0 0 15,34-18 1,35-8-16,25-17 16,17-17-16,153-34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8:08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13016 12570 0,'0'0'0,"0"0"16,-9 0 0,9 0-16,0 0 15,0 0 1,0 0-16,9 0 31,33-17-31,52-26 0,86-16 16,-27-18-1,-67 9 1,7-26 0,-7 9-16,-35 26 15,-25 25-15,-9 8 16,-9 1-1,-33-1-15,-18 9 0,26 17 32,-564-17-17,581 17-15,0 0 16,0 0 0,0 0-16,0 0 15,18 0 1,16 0-16,34 0 15,26 9 1,17-9-16,-9-9 0,-8 1 16,9 8-1,-1 0-15,0 0 16,-8 0 0,0 8-1,-8 9 1,-10 0-16,1 17 15,-17 9 1,8 33-16,-25-16 16</inkml:trace>
  <inkml:trace contextRef="#ctx0" brushRef="#br0" timeOffset="7978.13">15406 9100 0,'0'0'0,"0"0"15,0 0-15,0 0 16,0 0-1,0 0 1,0 0-16,0 0 16,-9 25-1,9 9-15,0 26 16,9 16-16,16 9 16,18 17-1,17-8 1,8 0-16,17-1 15,9-8 1,-17-8-16,0-1 16,0-8-1,-1 0-15,10 17 16,25-17-16,-26-17 31,-8-8-31,-9-1 16,-8-8-1,-17-8-15,-18-17 16,1-1 0,-1 1-16,-8-1 15,0-16 1,18-9-16,-1-26 16,17-25-16,-8-34 15,-9-77-15,8-144 16</inkml:trace>
  <inkml:trace contextRef="#ctx0" brushRef="#br0" timeOffset="8609.86">17087 9006 0,'0'0'0,"0"0"15,0 0-15,0 0 16,0 0 0,0 0-16,0 0 15,0 0-15,0 0 16,0 0 0,-9 0-1,1 17-15,-26 9 16,-26 25-1,-17 25-15,9 9 16,0-17 0,16-8-16,1-18 15,0 9 1,-9-8-16,1 0 16,-1-9-16,0 17 15,9 0 1,17 8-1,0-8-15,-1-8 16,10-1 0,-1 1-16,9-18 15,0 1-15,0-1 16,0-16 0,8-1-1,1 1-15,-1-1 16,1 1-1,8-1-15,0-8 16,-9 0 0,1 9-16,-1 8 15,-25 17 1,-26 34-16,-8 8 16,8-16-16,18-18 15,16-16 1,9-1-16,-9 9 15,18-16 1</inkml:trace>
  <inkml:trace contextRef="#ctx0" brushRef="#br0" timeOffset="20059.41">13673 16439 0,'0'0'16,"0"0"-16,0 0 15,0 9 1,0-1 0,0 1-16,0-9 15,0 0 1,0 8-16,0-8 15,0-8-15,17-35 16,34-16-16,26-1 16,34-33-1,0-27-15,-9-7 32,-8 25-32,-17 25 15,0 9 1,8-17-16,-16 9 15,-27 33 1,-8 9-16,-17 17 0,1 0 16,-1 17-1,0 9-15,17 16 16,0 18 0,-8 16-1,-1 52 1,-8 59-16,-8-34 15,-9-60 1,0-8-16,0-17 0,0-8 31,8-17-31,1-9 16,-1-9 0,-8-8-16</inkml:trace>
  <inkml:trace contextRef="#ctx0" brushRef="#br0" timeOffset="20305.11">14083 16133 0,'0'0'0,"0"0"0,0 0 15,8 0 1,26 17-16,35 0 16,50 0-1,35 9-15,8-18 16,9-8 0,144 0-16</inkml:trace>
  <inkml:trace contextRef="#ctx0" brushRef="#br0" timeOffset="21067.7">18410 15427 0,'0'0'0,"0"0"0,-17 0 15,-17 17-15,-18 9 16,10 8 0,-44 8-1,-16 18-15,17 8 16,-1 17-1,27 0-15,24-9 16,18 1-16,26-18 16,17 9-1,42 0 1,60-8-16,43-34 16,16-43-1,121-26-15</inkml:trace>
  <inkml:trace contextRef="#ctx0" brushRef="#br0" timeOffset="21801.41">19801 15784 0,'0'0'0,"0"0"0,0 0 0,0 0 16,0 17-1,0 17-15,-8 9 16,-1 33 0,-17 1-1,1 8-15,-9 0 16,8 9-16,9-26 15,8-17 1,9-26-16,0 1 16,0-9-1,0-17-15</inkml:trace>
  <inkml:trace contextRef="#ctx0" brushRef="#br0" timeOffset="22133.33">19835 15827 0,'0'0'0,"0"-9"15,17 1 1,-8-1-16,8 1 16,0-1-1,9 9-15,16 0 16,27 17-1,7 17-15,1 9 16,-17 16 0,-9 9-16,-8 9 15,-26 33-15,-34 27 16,-26-1 0,-25-26-1,-18-16-15,-7-18 16,-1-8-1,0-34-15,26-42 0,16-9 16,35 8 0</inkml:trace>
  <inkml:trace contextRef="#ctx0" brushRef="#br0" timeOffset="22937.85">21721 15767 0,'0'0'0,"0"0"0,-8-8 16,-9-1-16,0 1 15,0-1 1,0 1-1,0 8-15,-1 0 16,-7 0 0,-1 0-16,-16 25 15,-10 18 1,10 25 0,-1 17-16,0 17 0,-8-9 31,8 1-31,1 0 15,8-9 1,0-26-16,16-8 16,1-8-16,0-1 15,17-16 1,0-1 0,9 1-16,8-1 15,17 1-15,0-1 16,17 1-1,1-1 1,-1 1-16,0-9 16,0-9-16,0 1 15,1-1-15,-10-16 16,1-9 0,-17 8-1</inkml:trace>
  <inkml:trace contextRef="#ctx0" brushRef="#br0" timeOffset="23115.35">21252 16261 0,'0'0'0,"9"8"0,50 26 15,103 43 1,154 50-16</inkml:trace>
  <inkml:trace contextRef="#ctx0" brushRef="#br0" timeOffset="29050.45">14433 13003 0,'0'0'0,"0"0"0,-9 9 16,1 16-1,-1 35-15,0 25 16,9 25 0,-8-7-1,-1 7-15,-16 26 16,8-8-16,8-43 16,-8-9-1,0-16-15,0-18 16,0-8-1,8-8 1,9-18-16,0 1 16,0-1-16,0-8 15,0 0 1,-8 0-16,-1-8 16,1 8-1,-1-9 1,-8 9-16,-8-8 15,-10 8-15,-7 0 16,-1 8 0,0 9-16,1 26 15,-10 42 1,18 17-16,17-34 16,17-17-1,0-8-15,17-1 16,17-16-1,9-18-15,43-8 16,16-25 0,26-86-16,34-50 15,86-52 1</inkml:trace>
  <inkml:trace contextRef="#ctx0" brushRef="#br0" timeOffset="34644.51">14757 14390 0,'0'0'0,"0"0"15,0 0-15,0 0 16,0-9-1,0 1-15,17-18 16,26-16 0,25-27-16,51-24 15,44-35 1,7 1-16,-8 16 16,18 18-1,-27 25-15,-33 34 16,-18 25-1,-8 18-15,0 16 16,-9 35 0,-16 33-16,-18 18 15,-17-9 1,-17 0-16,-8 17 16,-1-8-1,-16-9-15,-1-17 16,-17-9-1,1-16-15,8-18 16,0-16 0,17-18-16,0-8 15,-9-8 1,1-1-16,-9 1 16,-1-1-1,1 1-15,9-1 16,-9 9-16,0 0 15,0 0 1,8 0-16,1 0 16,-1 9-1,1 42-15,-10 68 16,1 8 0,17-59-16,0-17 15,0-17 1,17-17-1,43-8-15,43-35 16,59-76-16,17-51 16,60-68-1</inkml:trace>
  <inkml:trace contextRef="#ctx0" brushRef="#br0" timeOffset="152604.1">21354 14832 0,'0'0'0,"0"0"15,0 0-15,9 8 16,-9-8 0,0 0-16,0 0 15,0 0 1,0 0-16,0 0 16,0 0-1,0 0-15,0 0 16,0 0-1,0 0-15,0 0 16,0 0 0,0 0-16,0 0 15,0 0 1,0 0-16,0 0 16,0 0-1,0 0-15,0 0 16,0 0-1,0 0-15,0 0 16,0 0 0,0 0-16,0 0 15,0 0 1,-9-8-16,1-1 16,-9-8-16,0 0 15,0-8 1,-26-18-16,-25-16 15,-26-1 1,-26-25 0,18 0-16,17 9 15,-35-27 1,-25 1-16,0 17 16,-17 0-1,-52-8-15,18-1 16,8 18-1,-34-1-15,9 9 16,17 17 0,34 0-16,-9 17 15,-8 9-15,16 8 16,10 8 0,-9 18-16,-9 25 31,-8 17-31,-9 34 15,17 17 1,26 8-16,26-8 0,25-8 16,8-9-1,1 8-15,17-8 16,17-16 0,25-35-1,9-9-15,8-16 16,1-1-1,8 1-15,-9-18 16,9 1-16,0-26 16,9-26-1,8-17 1,0 18 0,0-9-16,0 17 15,-8 17 1,-1 8-16,1 9 15,-9 0 1,0 17-16,0 0 0,0 0 31,-9 9-31,1 25 16,-18 17 0,-8 8-16,17 9 0,17 0 15,43-8-15,93-9 31,171 0-31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09:19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12948 13003 0,'0'0'0,"0"0"0,0 0 0,0 0 0,8 0 0,26-17 16,9-42-1,59-52-15,18-25 16,8 43 0,-17 8-16,-26-26 15,9-8 1,8 8-16,-33 26 16,-10 34-1,-7 9-15,-27 8 16,-8 8-1,-17 9-15,-59 17 16,-1 0 0,-205 17-16,257-17 15,-18 17 1,-8 9-16,0 8 16,0-9-1,17 1-15,8-18 16,9 1-1,0-1-15,26-8 16,16-17 0,27-25-1,25 8-15,-18 8 16,1 1 0,-17 8-16,-17 0 15,-1 17-15,-8 0 16,1 25-1,-1 18-15,0 33 16,-9 1-16,10-9 16,7-26-1,-16-16 1</inkml:trace>
  <inkml:trace contextRef="#ctx0" brushRef="#br0" timeOffset="3500.94">15491 12986 0,'0'0'0,"0"0"15,0 0 1,0 0-16,0 0 16,0 0-16,0 0 15</inkml:trace>
  <inkml:trace contextRef="#ctx0" brushRef="#br0" timeOffset="3650.08">15295 13003 0,'0'0'0,"0"0"0,8 0 16,1 0-1,-1 0 1,-8 0 0</inkml:trace>
  <inkml:trace contextRef="#ctx0" brushRef="#br0" timeOffset="4125.57">15295 13131 0,'0'0'0,"0"0"31,0 0-31,0 0 16,0 0-16,0 0 15,0 0 1,0-9 0,17-16-16,0-1 15,17-25 1,0-34-16,9-17 15,-1 9 1,-16 16-16,8 18 16,0 16-1,17-8-15,-8-8 16,0-18 0,-18 9-16,1 17 15,-17 0 1,-1 17-16,1 17 15,-1 0 1,-8 8-16,0 1 16,0 8-1,0 0-15</inkml:trace>
  <inkml:trace contextRef="#ctx0" brushRef="#br0" timeOffset="4287.45">15295 12459 0,'0'0'0</inkml:trace>
  <inkml:trace contextRef="#ctx0" brushRef="#br0" timeOffset="4738.17">15474 12459 0,'0'0'0,"0"0"0,0 0 15,0 0 1,0 0-1,0 0 1,0 0-16,0 0 0,0 0 31,0 0-15,0 0-16,0 0 16,8 0-1,9 0-15,9-8 16,25-26-16,18-35 15,-10 1 1,1-8 0,8-1-16,-8 18 15,-17 16 1,-9 26-16,-9 0 16,10 17-16,-1 9 15,17 16-15,0 35 31,9 8-31,-17-9 16,-9 1 0,8-1-16,-16-33 15</inkml:trace>
  <inkml:trace contextRef="#ctx0" brushRef="#br0" timeOffset="7695.24">17189 13199 0,'0'0'0,"0"0"16,0 0 0,0 0-16,0-9 15,9-16 1,-1-9-16,18 0 15,17-51 1,16-60-16,-7 9 16,-27 51-1,1 43-15,-9 8 16,0 0 0,-8 8-16,-1-16 15,-8 8-15,-8-9 16,-1-8-1,0 0 1,1 8-16,-1 9 16,-16 0-1,-1 17-15,1 0 16,-1 17-16,0 0 16,-8 17-1,0 0 1,0 9-16,8-1 15,9-8 1,0-8-16,9-1 16,-1 1-1,9-1-15,0-8 16,0 0 0,0 0-16,9-8 15,25-26-15,26-26 16,25-8-1,9 9 1,-9 16-16,-25 26 16,-17 9-1,8 16-15,0 35 16,-8 33 0,-1 9-16,-7-8 15,-1-26 1,-9-26-16</inkml:trace>
  <inkml:trace contextRef="#ctx0" brushRef="#br0" timeOffset="12631.2">19024 13003 0,'0'0'0,"0"0"0,0 0 16,0 0 0,0-17-16,9-51 15,8-51 1,0 9-16,9-9 16,8-26-1,8-25-15,-7 42 16,-10 52-1,-16 16-15,-1 9 16,-16 17 0,-1 0-16,1 17 15,-1 0 1,-16 17-16,-27 17 16,-16 0-1,0 0-15,0 17 16,25-8-1,9-1-15,17-16 16,0-1 0,17 1-16,0-9 15,8 0 1,35-9-16,17 1 16,8-9-16,-8 0 15,-9 0 1,-9 17-1,1 8-15,8 60 16,9 60-16,-9-18 16,9-42-1,-9-25-15,-25-26 32</inkml:trace>
  <inkml:trace contextRef="#ctx0" brushRef="#br0" timeOffset="18080">14211 8283 0,'0'0'0,"0"0"0,0 0 31,0 0-15,0 0-16,0 0 15,0 0 1,0-8-16,17-1 16,25-16-16,35-18 15,34-16 1,0-26 0,0 0-16,34-9 15,0 9 1,-17 26-16,0 16 15,17 1 1,9-1-16,-17 17 16,-26 18-1,17 16-15,-9 9 16,-16 0 0,-27 18-16,-7 41 15,-18 52 1,-26-9-16,-16-9 15,-9 1 1,0-18-16,8-25 16,-8-25-16,0-18 15,0-16 1,0-1 0,0-16-16,0-26 15,0-17 1,-8 17-16,-1 8 15,-16 1 1,-1-1-16,-8 9 16,0 0-1,0 9-15,-9 8 16,9 0 0,0 0-16,0 8 15,17 1 1,0-1-16,17 1 15,0-1 1,8 1-16,26-1 16,35-8-1,16-17-15,17-8 16,9-9 0,-8-17-16,-1-26 15,-17 9 1,-42 34-16</inkml:trace>
  <inkml:trace contextRef="#ctx0" brushRef="#br0" timeOffset="19217.68">16327 8173 0,'0'0'15,"0"0"-15,0 0 16,0 0 0,0 0-16,0 0 15,0-9-15,17-8 16,18-42 0,41-43-1,10-9-15,-1 26 16,9 9-1,0 8-15,8 8 16,1-8-16,8 0 16,-17 17-1,-26 17-15,-8 17 16,8 0 0,-8 8-1,-1 9-15,-7 26 16,-1 25-16,0 25 15,-17 18-15,-17 42 32,-8 26-32,-18-52 15,1-42 1,8-17-16,0-17 16,0-8-1,0-9-15,0-9 16,0 1-1,0-9-15,0 0 16,0 0 0,-9 0-16,1-9 15,-1 9 1,0 0-16,-25 9 16,-17 25-16,8 42 15,18 26 1,8-17-1,17-25-15,0-35 16,8 1 0,9-9-16,0 0 15,18-8 1,50-43-16,26-52 16,-9-16-1,1 9-15,-9 25 16,25-9-1,137-76-15</inkml:trace>
  <inkml:trace contextRef="#ctx0" brushRef="#br0" timeOffset="19989.53">17958 8496 0,'0'0'0,"0"0"16,8-17-16,43-43 16,35-25-16,25 17 15,8 0 1,-8-25-16,26-35 16,8 9-1,-9 26-15,1 8 16,-1 8-16,-8 0 15,-17 18-15,-34 16 16,-34 26 15,-1 17-31,-16 0 16,0 17-16,-9 26 0,-17 25 31,-17 51-15,-35 77-16,10-26 0,8-17 15,8 17 1,35-60 0,16-67-1,-8-35-15</inkml:trace>
  <inkml:trace contextRef="#ctx0" brushRef="#br0" timeOffset="20347.36">19357 7833 0,'0'8'0,"9"35"15,8 33 1,0 9-16,0 43 15,-26 25 1,-8-43-16,17-50 16,0-35-16,0 1 15,35-18 1,16-25 0,51-51-16,52-34 15,-9 9 1,-17 8-16,-17 0 15,-26 0 1,-17 8-16,-42 43 16</inkml:trace>
  <inkml:trace contextRef="#ctx0" brushRef="#br0" timeOffset="21121.49">19562 8283 0,'0'0'0,"0"0"0,0 0 16,0 0 0,0-8-16,26-1 15,16-16-15,27 8 16,16 0-1,26-9 1,-17-25-16,0-17 16,42-42-1,35-9-15,-26 25 16,-8 26 0,16-9-16,1 9 15,-43 17 1,-26 26-16,9 16 15,-9 18 1,-25 16-16,-17 26 16,-18 26-1,-7 68-15,-18-1 16,-9-50-16,0-18 16,1-8-1,-1-17 1,1-8-16,-9-9 15,-9-9 1,-8-8 0,17-8-16,8-9 15</inkml:trace>
  <inkml:trace contextRef="#ctx0" brushRef="#br0" timeOffset="21390.6">21192 8207 0,'0'0'0,"0"0"16,0 8 0,0 18-16,17 42 15,9 8-15,0-8 0,-1 0 32,9-25-17,0-9-15,18-8 16,42-1-1,25-33-15,35-61 16,-1-41 0,-8-9-16,-34 0 15,-59 68 1</inkml:trace>
  <inkml:trace contextRef="#ctx0" brushRef="#br0" timeOffset="38697.08">14159 16660 0,'0'0'0,"0"0"32,0 0-32,0 0 0,0 0 31,0 0-31,0-8 16,0-26-16,18-51 15,24-17 1,18-26-16,25-59 15,-8 8 1,0 52 0,8-9-16,-8-9 15,-9 35 1,-16 42-16,-27 34 16,-8 17-1,-8 17-15,8 0 0,0 42 31,9 43-31,-18 60 16,1 93 0,-18-34-16,1-43 15,8 27 1,0-52-16,8-60 16,-8-33-1,0-18-15,0 1 16,0-18-1,0 1-15</inkml:trace>
  <inkml:trace contextRef="#ctx0" brushRef="#br0" timeOffset="38925.83">14322 16141 0,'0'0'0,"0"0"0,8 0 15,26 9 1,43 8-16,43 0 16,8-9-1,-69 1-15</inkml:trace>
  <inkml:trace contextRef="#ctx0" brushRef="#br0" timeOffset="41045.14">18000 15793 0,'0'0'0,"0"0"16,0 0-16,-8 0 16,-26 17-16,-18 0 15,-7 17 1,-18 0 0,-17 17-16,9 25 15,25-8 1,17-8-1,17-9-15,18 9 16,25 16 0,43-8-16,85-17 15,34-25 1,17-52-16,9-16 16,85-52-1</inkml:trace>
  <inkml:trace contextRef="#ctx0" brushRef="#br0" timeOffset="41737.21">19784 15793 0,'0'0'0,"0"0"15,0 0 1,0 0 0,-9 8-16,-8 26 15,-34 43 1,-9 25-16,-8-9 16,0 10-16,8-1 15,9-17 1,17-17-16,17-34 15,0-9 1,17-16-16,0-1 16,8-16-1,18-26 1,25-26-16,9-16 16,-1-1-1,1 9-15,-9 17 16,1 0-1,-10 17-15,10 17 16,-1 8 0,0 18-16,-8 25 15,-1 8 1,-16 52-16,-26 42 16,-17 0-1,-17-42-15,0-26 16,-18 0-1,-7-9-15,-1-25 16,-8-17-16,-26-34 16,42 0-1</inkml:trace>
  <inkml:trace contextRef="#ctx0" brushRef="#br0" timeOffset="42395.69">22020 15912 0,'0'0'0,"-17"0"0,-17-9 16,-9 1-1,1-1-15,-18 1 16,-8-1-1,-1-8 1,-8-8-16,9-1 0,0 9 16,17 0-1,8 0 1,9 9 0,8 8-16,1 0 15,-9 25 1,-18 26-16,-7 43 15,-1 16-15,26 1 16,0 8 0,17-8-1,8-18-15,9-16 16,17-9 0,0-9-16,0-8 15,17-8 1,-8-1-16,0-16 15,8-1 1,17-8-16,17 9 16,0-18-1,9-16-15,0-1 16,-17-16-16,-35 16 16</inkml:trace>
  <inkml:trace contextRef="#ctx0" brushRef="#br0" timeOffset="42625.74">21005 16286 0,'0'0'0,"0"0"15,0 0-15,34 0 16,94 17 0,119 9-1,60-26-15,60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11:21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13528 6480 0,'0'0'0,"0"0"0,25 0 0,86 0 31,154-17-31,136-8 16,69-18-1,93 1-15,26-1 16,-9 1 0,52-18-16,-214 1 15</inkml:trace>
  <inkml:trace contextRef="#ctx0" brushRef="#br0" timeOffset="5062.63">6862 8428 0,'0'0'0,"0"0"0,0 0 16,0 0-1,0 0 1,0 0-16,0 0 0,0 0 16,0 0-1,-8 8 1,8 18-16,0 8 15,17 17 1,8 9-16,9-9 16,18-9-1,-1-8-15,26-25 16,16-9-16,1-9 31,0 1-31,17-18 16,17 9-1,9 0-15,8 17 16,17 0-16,-8 0 16,16 9-1,1 8 1,-9-9-16,-8 9 16,-9 9-1,-17-1-15,0 9 16,-17 0-16,-17 0 15,-9-8 1,-17-1-16,-16-8 16,-27-8-1,-8-1-15,-8 1 16,8-18 0,9-16-1,16-43-15,18-26 16,8-50-1,1-27-15,7-16 16,52-110 0</inkml:trace>
  <inkml:trace contextRef="#ctx0" brushRef="#br0" timeOffset="8295.29">10361 7594 0,'0'0'0,"0"0"16,0 0 0,0 0-1,-8 9-15,8 34 16,-9 42-16,1 25 16,-1 9-1,1-8 1,-1-26-16,9-9 0,0-16 31,17 8-31,9 0 16,25-9-1,-8-16-15,8-1 16,17-16-16,26 0 16,17-18-1,17 1 1,-8 8-16,8 8 15,17 1 1,8-1-16,18-16 0,25-1 31,35 9-15,-18 0-16,18 0 16,16 0-1,9-8-15,9-1 16,-18 1-1,1-9-15,-1 0 16,9 0 0,0-17-16,-8-9 15,8-8 1,-26-8-16,-8-1 16,-42 9-1,-44 17-15,-33 17 16,-18 0-16,-34 0 15,-17 0 1,-8 0-16,-18 0 16,1 0-1,-1 0-15,-8 0 16,0 0 0,0-8-16,9-9 15,8-43 1,9-51-16,8-42 15,8-25 1,10 25-16,-1 17 16,-8 8-1,-9 51 1,-9 18-16,-16 25 16,-1 17-1,1 0-15,-1 8 16,-8 1-1,-17-9-15,-34 0 16,-17-9-16,-35 1 16,-25-9-1,-8-9-15,-1 9 16,-8-8 0,-51-9-1,-17 8-15,-35 9 16,-34 9-1,-42 33-15,17 1 16,8 8 0,-25 0-16,25-9 15,17-8-15,18 9 16,16-18 0,-8 9-1,34 0-15,-17-8 16,-8 8-1,33 0-15,18 8 0,43-16 16,16 8 0,0 0-1,26 0-15,52 0 16,25 0 0,16 0-16,1 0 15,9 0 1,8-9-1,0-8-15,8 9 16</inkml:trace>
  <inkml:trace contextRef="#ctx0" brushRef="#br0" timeOffset="53757.89">11932 14611 0,'-9'0'0,"-8"8"0,-34 43 0,-231 306 16,206-212-16,-18 42 15,17-51-15,17-42 16,-17 42 0,18 17-16,7-34 15,18-26 1,0 27-16,17 41 15,0-16 1,8-60-16,9-9 16,9 26-1,17 17-15,8-17 16,8-17 0,1-34-16,0 1 15,25 7 1,9 1-16,-17-18 15,25 9 1,51 0-16,18-8 16,-43-9-1,9 8-15,50 1 16,-16-1 0,-18 1-16,10-9 15,50-9 1,-34-16-16,9 8 15,42-9 1,-34 1 0,9-1-16,25 1 15,-16-9-15,59 8 16,-9-8 0,18-17-16,-1-8 15,1-9 1,-17 8-16,-9 1 15,0-9 1,-26 8-16,43 1 16,-43 8-1,35 0 1,-35-9-16,-8-8 16,17 0-1,-34 0-15,17 0 16,-26 0-16,-17-8 15,26 8 1,-9 0-16,0-26 16,17-25-16,-25-9 31,-51 18-31,-9-9 16,0 8-1,-35 9-15,-16-8 16,-17-1-16,-18 1 15,-25-9 1,-34-26 0,-34 0-16,-9-8 15,-34-8 1,-17-18-16,-25 1 16,-1 16-16,-17 9 15,-17 0 1,-16 17-16,-18 8 15,0 9 1,-9 9 0,-33-9-16,-26 8 15,-9 1 1,-25 25-16,-35 0 16,1 17-1,-26 17-15,-9 8 16,-34 9-16,-17 9 15,-8-1-15,-60 9 32,-17 17-32,-9 17 15,0 9 1,9 8-16,-9 25 16,137 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14:37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7536 6455 0,'0'0'0,"-8"8"0,-1 9 16,-16 9 0,-18 42-1,0 34-15,9 0 16,9-8-1,8-18 1,-1-25-16,18-8 0,0-1 31,0-8-31,0-8 16,9-1 0,0 1-16,-1-1 15,9-8-15,0 9 16,34-9-16,18 0 31,7-9-31,27-8 16,33-8-1,10-1-15,-18 1 16,8 8 0,60-9-16,-8 9 15,17-8-15,17-1 16,17 1-1,34 8-15,-34 0 16,34 0-16,-17 8 31,0 1-31,-17-1 16,-34 1 0,0 8-16,-34 0 15,25 0 1,-17 0-16,-59 0 15,-1 0 1,1 8-16,-18-8 16,-8 0-1,-26 9-15,-17-18 16,-16 9 0,-1 0-16,17 0 15,17 9 1,18-1-16,24 1 15,-7-9 1,25-8-16,34-18 16,-8 0-1,-9-8-15,0 17 16,51-8 0,9 8-16,8 34 15,-8 9 1,26-9-16,25 0 15,-9-9 1,9 1-16,-17-9 16,-8-9-1,-9-8-15,-18-8 16,18 8 0,-42 0-16,-1-9 15,0 9 1,-25-8-16,-1-1 15,18 1 1,-43-9-16,-25-9 16,7 1-16,1-9 15,-8 8 1,8-8-16,-26 8 16,-25 1-1,-9-9 1,0 8-16,1-8 15,-1 0-15,-9 17 16,-16 0 0,0 0-1,-9 9-15,0-1 16,0-16 0,8-35-16,1-33 15,0-18-15,-1-8 16,-16 0-1,-18-17-15,1 25 16,-18 18 0,0 16-16,-16 1 15,-9 8 1,-1 17 0,1 0-16,9 0 15,-10 8 1,-7 1-1,-10 8-15,-8 17 16,-42 8-16,-77 18 16,-43-1-16,-52-8 15,-58-34 1,-44-8 0,-51 16-16,-8 1 15,-52 25 1,-16 0-16,-1 8 15,-25 9 1,8 0-16,-8 9 16,-18-9-1,-33 0 1,-35 0-16,-8 8 16,17 9-16,-25 0 15,16 0-15,-68-34 31,273-8-31</inkml:trace>
  <inkml:trace contextRef="#ctx0" brushRef="#br0" timeOffset="6217.04">6589 7773 0,'0'0'0,"-9"0"16,1 0-16,-1 17 15,-16 17 1,-1 26-16,-8 33 16,8 18-1,9 25-15,9 8 16,8-50-16,17-35 16,8-16-1,1-17 1,0-18-16,25 1 15,34-1 1,18-16-16,33-18 16,-25-8-16,0 17 15,34 0 1,9 0 0,34 17-16,42 17 15,-17 0 1,1 0-16,25 8 15,0 10 1,17-10-16,-26 1 16,-16 8-1,-35-9-15,-8-8 16,33 9-16,-41 8 16,-27 0-1,-8 0-15,-25-9 16,-27 1-1,-24-18 1,-18 1-16,-17-1 16,-9-8-16,-16-8 15,-9-9-15,-17-34 32,-9-17-32,17 25 15</inkml:trace>
  <inkml:trace contextRef="#ctx0" brushRef="#br0" timeOffset="7798.22">15132 8709 0,'0'0'0,"18"0"0,7 0 15,52-9 1,111-8-16,-9 0 16,-25 9-16,76-9 31,0 8-31,52 18 15,34 8-15,-34-9 16,187 9 0,-51 9-1</inkml:trace>
  <inkml:trace contextRef="#ctx0" brushRef="#br0" timeOffset="10252.51">21730 8709 0,'0'0'0,"0"8"16,0 18 0,9 8-16,-1 8 15,9 1-15,-8-9 16,-1-9 0,1 1-1,-1-9-15,1 0 16,-1 0-1,9-9-15,0 1 16,1-1 0,16 1-16,25-1 15,10-16-15,25-1 16,34-16 0,17-9-1,8 8-15,27 9 16,-1 0-16,-17 9 15,9 8 1,-1 8-16,-42 9 16,-8 0-1,8 9 1,-9-1-16,-25-8 16,0 0-16,-17 0 15,0 0 1,0-8-1,-26-1-15,-17 1 16,-8-1-16,-18-8 16,1 0-16,-1 0 15,-8-8 1,0-26 0,0-26-16,26-50 15,-9-60 1,8-137-1</inkml:trace>
  <inkml:trace contextRef="#ctx0" brushRef="#br0" timeOffset="30665.83">12265 10767 0,'0'0'0,"0"0"0,-9-9 0,1 1 15,-1-1 1,1 1-16,-9-1 16,-9-8-1,9-8 1,0 8-16,8 8 15,1 1 1,8 8-16,-17 17 16,-35 34-1,-33 51-15,0 8 16,25-33 0,26-26-16,17-26 15,8 1 1,9-18-1,9-8-15,25-8 16,34-9-16,52-26 16,33-8-16,1 9 31,8 8-31,17 8 16,9 9-1,25 0-15,26 9 0,17 8 31,18 8-15,24 18-16,-16-9 16,-26 8-16,-34-8 15,-34-8 1,-26 8-16,-26 0 16,-25 0-1,-17 0 1,-17 0-16,-17-9 15,-9 1-15,-25-1 16,-1-8-16,9-8 16,9-26-1,0-26 1,8-8-16,-8-25 16,-1-18-1,-16 9 1,0-8-16,-1-1 15,26-17-15,69-135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15:43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20185 8079 0,'0'0'0,"0"0"0,0 0 16,0 0 15,9 9-31,-9-1 16,0 1-16,0-9 0</inkml:trace>
  <inkml:trace contextRef="#ctx0" brushRef="#br0" timeOffset="591.59">19630 8258 0,'0'0'0,"0"0"31,0 0-16,0 0-15,0 0 16,0 0 0,0 0-16,9 8 15,-1 9 1,1 0-16,0 17 16,-1 17-1,1 9-15,-9 16 16,-26 10-1,9-10-15,0-16 16,8-18-16,9-16 16,0-9-1,0-9 1,0-8-16,26-8 16,25-1-16,17-16 15,1 8 1,16 0-16,0 17 15,9 0 1,0 8 0,0 18-16,-17 8 15,0 0 1,-18 8-16,-16 1 16,-17-18-1,-1-8-15,-16-8 16,-1-1-16,1 1 15,-1-1 1,-8-25 0,9-25-16,8-52 15,0-118 1,9-137-16</inkml:trace>
  <inkml:trace contextRef="#ctx0" brushRef="#br0" timeOffset="4990.41">15363 9219 0,'0'0'0,"0"0"16,0 0-16,8 0 16,1 17-1,0 8-15,-1 9 16,1 9-1,-9-1-15,0-16 16,0-1 0,0-16-16,0-1 15,0 1 1,0-1-16,8 1 16,9-1-1,9 9 1,16-8-16,1-1 15,8-8-15,9 0 16,8 9 0,1-9-1,-10 0-15,1 0 16,0 9-16,-17-1 16,-18 1-1,1-1-15,-18-8 16,1 0-1,-1 0-15,1 0 16,-1 0 0,-8 0-1,9-8-15,8-18 16,0-17-16,-8-25 16,-1 26-16</inkml:trace>
  <inkml:trace contextRef="#ctx0" brushRef="#br0" timeOffset="49022.64">21133 12536 0,'0'0'0,"0"0"16,17 0-1,8 17-15,61 8 16,84 26-1,35-17-15,85-42 16,69-26 0,-9-26-16,51 18 15,8 25 1,-16 0-16,-60 17 16,60 25-1,-26 9 1,-86-34-16,78-8 15</inkml:trace>
  <inkml:trace contextRef="#ctx0" brushRef="#br0" timeOffset="50634.23">8740 13139 0,'0'0'0,"0"0"16,0 0-16,0 0 15,0 0 1,0 0-16,0 0 15,0 0-15,0 0 16,0 0 0,-9 0-16,1 9 15,-1 8-15,1 8 16,-1 9 0,9 0-1,0 9 1,0-9-16,9-8 15,-1-1-15,1 1 16,8-9 0,17 0-16,0 0 15,9-9 1,-1 1 0,1-1-16,8 1 15,9-1-15,0-8 16,-9 0-16,-8 0 31,25-8-31,17-1 16,9-8-1,34 0-15,-8 0 16,-26 9 0,-1 8-16,-24 0 15,-27 0 1,-16 0-16,0 0 15,-18 0 1,1 0-16,-1 0 16,-8 0-16,0 0 15,0 0 1,0-9 0,26-25-16,25-77 15,69-161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30T21:18:47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18034 7348 0,'0'0'0,"0"0"0,-8 8 15,-1 9 1,1 17-16,-35 9 16,-34 8-16,0 0 15,-16 8 1,16-7-16,26-1 15,16 0 1,1 8 0,17 18-16,0 8 15,9-9 1,16-8-16,18-8 16,8-18-1,17 1-15,43-9 16,0-17-16,-9-9 15,52-25 1,25-8 0,-26-18-16,-59 9 15,-34-8 1,0-26-16,-18-9 16,-16-8-1,-35 0-15,-76-25 16,-60 8-1,-77 25-15,-26 51 16,26 35 0,-111 25-16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2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12" Type="http://schemas.openxmlformats.org/officeDocument/2006/relationships/image" Target="../media/image210.png"/><Relationship Id="rId2" Type="http://schemas.openxmlformats.org/officeDocument/2006/relationships/image" Target="../media/image110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0.png"/><Relationship Id="rId5" Type="http://schemas.openxmlformats.org/officeDocument/2006/relationships/image" Target="../media/image140.png"/><Relationship Id="rId15" Type="http://schemas.openxmlformats.org/officeDocument/2006/relationships/image" Target="../media/image30.png"/><Relationship Id="rId10" Type="http://schemas.openxmlformats.org/officeDocument/2006/relationships/image" Target="../media/image190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11: hashing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89670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pic>
        <p:nvPicPr>
          <p:cNvPr id="1026" name="Picture 2" descr="Key Clipart Images – Browse 33,319 Stock Photos, Vectors, and Video | Adobe  Stock">
            <a:extLst>
              <a:ext uri="{FF2B5EF4-FFF2-40B4-BE49-F238E27FC236}">
                <a16:creationId xmlns:a16="http://schemas.microsoft.com/office/drawing/2014/main" id="{A711E177-0A03-6A78-A571-9F53531A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64328"/>
            <a:ext cx="1252220" cy="75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5CEE9F9-2EBE-4CC1-9403-3C322B3D011A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1470660" y="4001294"/>
            <a:chExt cx="5120640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15F891-EABE-C715-0CC0-B077530D6B06}"/>
                </a:ext>
              </a:extLst>
            </p:cNvPr>
            <p:cNvSpPr/>
            <p:nvPr/>
          </p:nvSpPr>
          <p:spPr>
            <a:xfrm>
              <a:off x="147066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16793F-F73D-8588-59C0-B5CD1713D13C}"/>
                </a:ext>
              </a:extLst>
            </p:cNvPr>
            <p:cNvSpPr/>
            <p:nvPr/>
          </p:nvSpPr>
          <p:spPr>
            <a:xfrm>
              <a:off x="211074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F5FE7C-60F8-DCCD-71CA-23CCA50514E5}"/>
                </a:ext>
              </a:extLst>
            </p:cNvPr>
            <p:cNvSpPr/>
            <p:nvPr/>
          </p:nvSpPr>
          <p:spPr>
            <a:xfrm>
              <a:off x="275082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908263-8B67-5D74-ACF7-D2EF2DE9F6C9}"/>
                </a:ext>
              </a:extLst>
            </p:cNvPr>
            <p:cNvSpPr/>
            <p:nvPr/>
          </p:nvSpPr>
          <p:spPr>
            <a:xfrm>
              <a:off x="339090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C47B54-CFE9-D28C-B605-0944181CD613}"/>
                </a:ext>
              </a:extLst>
            </p:cNvPr>
            <p:cNvSpPr/>
            <p:nvPr/>
          </p:nvSpPr>
          <p:spPr>
            <a:xfrm>
              <a:off x="403098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809D88-9346-16AB-47D9-15E1AB178F52}"/>
                </a:ext>
              </a:extLst>
            </p:cNvPr>
            <p:cNvSpPr/>
            <p:nvPr/>
          </p:nvSpPr>
          <p:spPr>
            <a:xfrm>
              <a:off x="467106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30064F-7EE5-1285-D430-ECA89FA194B5}"/>
                </a:ext>
              </a:extLst>
            </p:cNvPr>
            <p:cNvSpPr/>
            <p:nvPr/>
          </p:nvSpPr>
          <p:spPr>
            <a:xfrm>
              <a:off x="531114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5BB3CB-8E1A-CB22-7ACF-36852255E9A8}"/>
                </a:ext>
              </a:extLst>
            </p:cNvPr>
            <p:cNvSpPr/>
            <p:nvPr/>
          </p:nvSpPr>
          <p:spPr>
            <a:xfrm>
              <a:off x="5951220" y="4001294"/>
              <a:ext cx="640080" cy="6400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8BC6414-62CE-EA22-FB80-F74A3FDF0CD2}"/>
              </a:ext>
            </a:extLst>
          </p:cNvPr>
          <p:cNvSpPr txBox="1"/>
          <p:nvPr/>
        </p:nvSpPr>
        <p:spPr>
          <a:xfrm>
            <a:off x="713741" y="5942568"/>
            <a:ext cx="119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Object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59360" y="5078329"/>
            <a:ext cx="1422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between 0 and length-1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pic>
        <p:nvPicPr>
          <p:cNvPr id="18" name="Picture 2" descr="Key Clipart Images – Browse 33,319 Stock Photos, Vectors, and Video | Adobe  Stock">
            <a:extLst>
              <a:ext uri="{FF2B5EF4-FFF2-40B4-BE49-F238E27FC236}">
                <a16:creationId xmlns:a16="http://schemas.microsoft.com/office/drawing/2014/main" id="{54070E1C-8E07-4C18-0042-FC895ADDB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118" y="5185664"/>
            <a:ext cx="513663" cy="30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AE7921-37C6-D987-ECCC-13611CBD6373}"/>
              </a:ext>
            </a:extLst>
          </p:cNvPr>
          <p:cNvSpPr txBox="1"/>
          <p:nvPr/>
        </p:nvSpPr>
        <p:spPr>
          <a:xfrm>
            <a:off x="8100060" y="5435076"/>
            <a:ext cx="8148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&amp; value</a:t>
            </a:r>
          </a:p>
        </p:txBody>
      </p:sp>
    </p:spTree>
    <p:extLst>
      <p:ext uri="{BB962C8B-B14F-4D97-AF65-F5344CB8AC3E}">
        <p14:creationId xmlns:p14="http://schemas.microsoft.com/office/powerpoint/2010/main" val="310851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table[h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28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7D1AD0-1B9E-412D-3A20-E79C7C02DFF4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386195-BD90-00BB-B11C-2E0A51EBF726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268444-E9D8-103A-F880-AB46C12BC76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FE7D612-CC0B-0352-BEBB-325F28C5F24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94040C-B153-41DB-4A4A-4062B5FB7766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086E2FC-87C5-76F1-BF3B-38BF8C1727B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BEE80FF-E49F-4242-CE72-CE8B36A5165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0C3ED64-7D18-86F3-420B-1C3D977FD62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1237C98-7B2E-9E91-022B-629C5413948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8E410D9-4E58-2B93-328E-E35FEF26D71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5871046-D0CF-483C-3624-DB67CD87402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E97B709-8E5C-B28D-C6FB-76F340883847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104D4D-BF21-079D-627C-D3EF4B58C1C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2CA787-F351-99CE-8252-3670679984A2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DE562F-FEFB-3C87-66C5-4FC515819004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A1EED9-0D82-9636-8B98-6D690796FEDE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BDFB5B6-896C-C056-1726-CBD6B12B0DE9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90583C2-0EFF-A52C-5C11-BC8107E92DD0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B9558DB-4D3B-2005-36D4-28AC5C20D22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24E418-7E41-4486-364E-ACB18FBC9F0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DEB544B-D1D8-EE6A-385C-E7D77E8C8DB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E74979-FA11-F7E9-3C7A-3704658B6B3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ED3DD26-95AB-A798-AE3E-AB168FC60C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9EE3D-D77C-1669-D63E-C775BFAB8BA3}"/>
              </a:ext>
            </a:extLst>
          </p:cNvPr>
          <p:cNvSpPr/>
          <p:nvPr/>
        </p:nvSpPr>
        <p:spPr>
          <a:xfrm>
            <a:off x="6755765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C057F3-CE4E-FEA4-8BF7-41B10D3E6F86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6990080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549F27C-56EF-C166-BA10-B4920B8A79A7}"/>
              </a:ext>
            </a:extLst>
          </p:cNvPr>
          <p:cNvSpPr/>
          <p:nvPr/>
        </p:nvSpPr>
        <p:spPr>
          <a:xfrm>
            <a:off x="8703309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3F12D4-0282-8596-10ED-55462BC4C9AF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8937624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82D35A-7B8F-9FB2-74C6-AA71BF05EB5A}"/>
              </a:ext>
            </a:extLst>
          </p:cNvPr>
          <p:cNvSpPr/>
          <p:nvPr/>
        </p:nvSpPr>
        <p:spPr>
          <a:xfrm>
            <a:off x="8703309" y="3947797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92726D-8930-6161-E4CD-6CD38D725815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8937624" y="441642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365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7D1AD0-1B9E-412D-3A20-E79C7C02DFF4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386195-BD90-00BB-B11C-2E0A51EBF726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268444-E9D8-103A-F880-AB46C12BC76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FE7D612-CC0B-0352-BEBB-325F28C5F24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94040C-B153-41DB-4A4A-4062B5FB7766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086E2FC-87C5-76F1-BF3B-38BF8C1727B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BEE80FF-E49F-4242-CE72-CE8B36A5165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0C3ED64-7D18-86F3-420B-1C3D977FD62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1237C98-7B2E-9E91-022B-629C5413948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8E410D9-4E58-2B93-328E-E35FEF26D71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5871046-D0CF-483C-3624-DB67CD87402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E97B709-8E5C-B28D-C6FB-76F340883847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104D4D-BF21-079D-627C-D3EF4B58C1C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2CA787-F351-99CE-8252-3670679984A2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DE562F-FEFB-3C87-66C5-4FC515819004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A1EED9-0D82-9636-8B98-6D690796FEDE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BDFB5B6-896C-C056-1726-CBD6B12B0DE9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90583C2-0EFF-A52C-5C11-BC8107E92DD0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B9558DB-4D3B-2005-36D4-28AC5C20D22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24E418-7E41-4486-364E-ACB18FBC9F0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DEB544B-D1D8-EE6A-385C-E7D77E8C8DB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E74979-FA11-F7E9-3C7A-3704658B6B3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ED3DD26-95AB-A798-AE3E-AB168FC60C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9EE3D-D77C-1669-D63E-C775BFAB8BA3}"/>
              </a:ext>
            </a:extLst>
          </p:cNvPr>
          <p:cNvSpPr/>
          <p:nvPr/>
        </p:nvSpPr>
        <p:spPr>
          <a:xfrm>
            <a:off x="6755765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C057F3-CE4E-FEA4-8BF7-41B10D3E6F86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6990080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549F27C-56EF-C166-BA10-B4920B8A79A7}"/>
              </a:ext>
            </a:extLst>
          </p:cNvPr>
          <p:cNvSpPr/>
          <p:nvPr/>
        </p:nvSpPr>
        <p:spPr>
          <a:xfrm>
            <a:off x="8703309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3F12D4-0282-8596-10ED-55462BC4C9AF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8937624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82D35A-7B8F-9FB2-74C6-AA71BF05EB5A}"/>
              </a:ext>
            </a:extLst>
          </p:cNvPr>
          <p:cNvSpPr/>
          <p:nvPr/>
        </p:nvSpPr>
        <p:spPr>
          <a:xfrm>
            <a:off x="8703309" y="3947797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92726D-8930-6161-E4CD-6CD38D725815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8937624" y="441642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83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91ECDB6-DBDB-A8C5-13B8-D40E0B56F6CF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AA78154-D2A0-BF2C-9B37-89A4A1379974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B331FF7-4ADF-F5C5-5A92-E2E26C322D8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43150A1-3A0C-0E2E-806A-D901BAA46E5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7FA6F73-9326-7623-286F-F79D18C948C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B00C70B-769B-1252-448C-DD9A7F25B82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A2345D6-30A8-DE1D-1642-CCCCDFD9C13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9FD4096-164B-4E14-BE95-4D30896294AD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5C0D695-3EA8-5B0F-C8B5-F6B37DA781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64378A1-329E-3EB3-A369-D972CA452FA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1D4BB78-3629-F57F-7936-EEB4230E3113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5268C3D-BFFE-225B-A692-AF99650934DB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B1FA29-7E34-0841-EC22-1222491D9C3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A02254A-91CA-3383-8EF6-F5AAF94312F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117B7E3-7CA7-C371-0E02-C5C5A9B5A6B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1CDC39D-5234-7CFE-F9A7-BFA74A9CBB84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7FECAC9-D12D-95A0-AB8A-DD19A4DFF49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31F0E9C-6E2C-32C5-2754-D26A3538B18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D4FDA9-756B-31B1-096F-002F125364F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B26DF93-8ABD-57E7-3342-E8BB1220BBE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9BDE1C0-1567-F432-BFC9-5D6917EBB1F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4E56DA0-CB51-CD5D-0F83-6A455B6DB6CA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FA49A12-E978-D7D8-6386-D6286151FBC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8BF4F05-1F9D-06B3-2DDC-C289E853CCE0}"/>
              </a:ext>
            </a:extLst>
          </p:cNvPr>
          <p:cNvSpPr/>
          <p:nvPr/>
        </p:nvSpPr>
        <p:spPr>
          <a:xfrm>
            <a:off x="6755765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787E9B0-35F3-4A63-957F-9FA7F2B518A2}"/>
              </a:ext>
            </a:extLst>
          </p:cNvPr>
          <p:cNvCxnSpPr>
            <a:cxnSpLocks/>
            <a:stCxn id="48" idx="0"/>
            <a:endCxn id="56" idx="2"/>
          </p:cNvCxnSpPr>
          <p:nvPr/>
        </p:nvCxnSpPr>
        <p:spPr>
          <a:xfrm flipV="1">
            <a:off x="6990080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099790F-4528-AB94-CDB3-F6CC4231DE2C}"/>
              </a:ext>
            </a:extLst>
          </p:cNvPr>
          <p:cNvSpPr/>
          <p:nvPr/>
        </p:nvSpPr>
        <p:spPr>
          <a:xfrm>
            <a:off x="8703309" y="4671696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0104CAB-B7CB-EF56-EAD8-BC0CD889224E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8937624" y="514032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2E13C852-F822-AC77-8026-CE353C7665DD}"/>
              </a:ext>
            </a:extLst>
          </p:cNvPr>
          <p:cNvSpPr/>
          <p:nvPr/>
        </p:nvSpPr>
        <p:spPr>
          <a:xfrm>
            <a:off x="8703309" y="3947797"/>
            <a:ext cx="46863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k,v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1ADFC5-0306-0154-E32F-D9B258F02E0B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8937624" y="441642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53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8051DE-6B5B-E793-21A3-FD3E9A4F8294}"/>
                  </a:ext>
                </a:extLst>
              </p14:cNvPr>
              <p14:cNvContentPartPr/>
              <p14:nvPr/>
            </p14:nvContentPartPr>
            <p14:xfrm>
              <a:off x="1434960" y="1971720"/>
              <a:ext cx="10265760" cy="419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8051DE-6B5B-E793-21A3-FD3E9A4F82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5600" y="1962360"/>
                <a:ext cx="10284480" cy="421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0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D58BCF-DB78-70BA-E8DC-D5B0CDF1FCA7}"/>
                  </a:ext>
                </a:extLst>
              </p14:cNvPr>
              <p14:cNvContentPartPr/>
              <p14:nvPr/>
            </p14:nvContentPartPr>
            <p14:xfrm>
              <a:off x="4141800" y="5645520"/>
              <a:ext cx="5838480" cy="478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D58BCF-DB78-70BA-E8DC-D5B0CDF1FC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2440" y="5636160"/>
                <a:ext cx="5857200" cy="4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903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8504-CA46-CA67-A734-8DDC6861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6C4D0-09F9-C2D9-56AC-4F81B37D1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your load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gets too large, copy everything over to a larger hash table</a:t>
                </a:r>
              </a:p>
              <a:p>
                <a:pPr lvl="1"/>
                <a:r>
                  <a:rPr lang="en-US" dirty="0"/>
                  <a:t>To do this: make a new, larger array</a:t>
                </a:r>
              </a:p>
              <a:p>
                <a:pPr lvl="1"/>
                <a:r>
                  <a:rPr lang="en-US" dirty="0"/>
                  <a:t>Re-insert all items into the new hash table by reapplying the hash function</a:t>
                </a:r>
              </a:p>
              <a:p>
                <a:pPr lvl="2"/>
                <a:r>
                  <a:rPr lang="en-US" dirty="0"/>
                  <a:t>We need to reapply the hash function because items should map to a different index</a:t>
                </a:r>
              </a:p>
              <a:p>
                <a:pPr lvl="1"/>
                <a:r>
                  <a:rPr lang="en-US" dirty="0"/>
                  <a:t>New array should be “roughly” double the length (but probably still want it to be prime)</a:t>
                </a:r>
              </a:p>
              <a:p>
                <a:r>
                  <a:rPr lang="en-US" dirty="0"/>
                  <a:t>What does “too large” mean?</a:t>
                </a:r>
              </a:p>
              <a:p>
                <a:pPr lvl="1"/>
                <a:r>
                  <a:rPr lang="en-US" dirty="0"/>
                  <a:t>For separate chaining, typically we want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open addressing, typically we want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6C4D0-09F9-C2D9-56AC-4F81B37D1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F79BA3-79A7-0051-07AB-2711CA29F8ED}"/>
                  </a:ext>
                </a:extLst>
              </p14:cNvPr>
              <p14:cNvContentPartPr/>
              <p14:nvPr/>
            </p14:nvContentPartPr>
            <p14:xfrm>
              <a:off x="1109160" y="1986840"/>
              <a:ext cx="10219680" cy="352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F79BA3-79A7-0051-07AB-2711CA29F8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9800" y="1977480"/>
                <a:ext cx="10238400" cy="354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434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08AF-DF9A-73DA-75F4-9E637D15C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63F0AD-B366-C970-FEE0-A04A115DD57E}"/>
              </a:ext>
            </a:extLst>
          </p:cNvPr>
          <p:cNvGrpSpPr/>
          <p:nvPr/>
        </p:nvGrpSpPr>
        <p:grpSpPr>
          <a:xfrm>
            <a:off x="3002280" y="327342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9C43E9-2D02-A0AE-77F2-A88FDACCC3C2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2AE310-76CF-A4D1-646A-CF24361BD1F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1462BD-18BE-92D9-F615-720C0D73819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EE0AF8-5E31-EE08-B930-3691FC794464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55D9A24-F483-575F-AC5F-5F0956AC42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202C58-CBB5-012D-D557-2A031682B6B5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89122-E844-682A-D3C8-8FEB6934524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16D899-11B0-3132-F34D-1A8546F8896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F0C92C-0A6A-A736-6854-6B83789D1F3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10D7F84-AB37-0A22-EEBF-60DCC570F6AE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1791840-5C39-5A87-C232-121A7EFD5A3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AC9D25-BE1B-EA8E-3CDF-55103A55DC6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DE504D8-C13D-913E-0F85-BCB0208DE1B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1517909-B239-ADEF-BE68-21168FF28B4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F83179-0D61-6102-E798-298CCFBFBEB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3EBF93-6D9A-6005-B678-19C29F8FB65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42C8D5-406E-0A13-A085-6CA809BE4D2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020D2B5-E5BA-F903-664F-E14D4888F269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F2615A-DEB3-179F-B749-F850767EF3A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6ADB1-F3AC-5513-3A43-A3DACE0EEBB3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2600D7-9784-D14C-E329-06747D4BA92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19CA43-9C52-3476-02AB-173F335F4DC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/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blipFill>
                <a:blip r:embed="rId2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6838AF-6EEE-FDD0-E016-B6452060B852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4602480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/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blipFill>
                <a:blip r:embed="rId3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620DF4-C4AC-F0A0-8AF7-1B9AA29AE047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550024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/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blipFill>
                <a:blip r:embed="rId4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DDAB81-8C43-B648-39FE-E4FB6BFD9151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6550024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138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08AF-DF9A-73DA-75F4-9E637D15C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63F0AD-B366-C970-FEE0-A04A115DD57E}"/>
              </a:ext>
            </a:extLst>
          </p:cNvPr>
          <p:cNvGrpSpPr/>
          <p:nvPr/>
        </p:nvGrpSpPr>
        <p:grpSpPr>
          <a:xfrm>
            <a:off x="3002280" y="327342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9C43E9-2D02-A0AE-77F2-A88FDACCC3C2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2AE310-76CF-A4D1-646A-CF24361BD1F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1462BD-18BE-92D9-F615-720C0D73819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EE0AF8-5E31-EE08-B930-3691FC794464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55D9A24-F483-575F-AC5F-5F0956AC42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202C58-CBB5-012D-D557-2A031682B6B5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89122-E844-682A-D3C8-8FEB6934524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16D899-11B0-3132-F34D-1A8546F8896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F0C92C-0A6A-A736-6854-6B83789D1F3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10D7F84-AB37-0A22-EEBF-60DCC570F6AE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1791840-5C39-5A87-C232-121A7EFD5A3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AC9D25-BE1B-EA8E-3CDF-55103A55DC6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DE504D8-C13D-913E-0F85-BCB0208DE1B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1517909-B239-ADEF-BE68-21168FF28B4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F83179-0D61-6102-E798-298CCFBFBEB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3EBF93-6D9A-6005-B678-19C29F8FB65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42C8D5-406E-0A13-A085-6CA809BE4D2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020D2B5-E5BA-F903-664F-E14D4888F269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F2615A-DEB3-179F-B749-F850767EF3A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6ADB1-F3AC-5513-3A43-A3DACE0EEBB3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2600D7-9784-D14C-E329-06747D4BA92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19CA43-9C52-3476-02AB-173F335F4DC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/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blipFill>
                <a:blip r:embed="rId2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6838AF-6EEE-FDD0-E016-B6452060B852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4602480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/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blipFill>
                <a:blip r:embed="rId3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620DF4-C4AC-F0A0-8AF7-1B9AA29AE047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550024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/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blipFill>
                <a:blip r:embed="rId4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DDAB81-8C43-B648-39FE-E4FB6BFD9151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6550024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26F0FDA-D34D-B8D0-9980-0ABC895BC06B}"/>
                  </a:ext>
                </a:extLst>
              </p:cNvPr>
              <p:cNvSpPr/>
              <p:nvPr/>
            </p:nvSpPr>
            <p:spPr>
              <a:xfrm>
                <a:off x="6315709" y="1101726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26F0FDA-D34D-B8D0-9980-0ABC895BC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1101726"/>
                <a:ext cx="468630" cy="468630"/>
              </a:xfrm>
              <a:prstGeom prst="rect">
                <a:avLst/>
              </a:prstGeom>
              <a:blipFill>
                <a:blip r:embed="rId5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352F6C-DE53-32FA-E0D5-C4BD09FE69CB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6550024" y="157035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0B67D5-585B-A19C-12CE-7279BCB526D7}"/>
                  </a:ext>
                </a:extLst>
              </p:cNvPr>
              <p:cNvSpPr/>
              <p:nvPr/>
            </p:nvSpPr>
            <p:spPr>
              <a:xfrm>
                <a:off x="8834754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0B67D5-585B-A19C-12CE-7279BCB526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2549524"/>
                <a:ext cx="468630" cy="468630"/>
              </a:xfrm>
              <a:prstGeom prst="rect">
                <a:avLst/>
              </a:prstGeom>
              <a:blipFill>
                <a:blip r:embed="rId6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EAD4BB-F71C-4B78-6EE6-A124E0BA4014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9069069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85C7EF-EC8A-9112-3297-6CC7CFC47952}"/>
                  </a:ext>
                </a:extLst>
              </p:cNvPr>
              <p:cNvSpPr/>
              <p:nvPr/>
            </p:nvSpPr>
            <p:spPr>
              <a:xfrm>
                <a:off x="8834754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85C7EF-EC8A-9112-3297-6CC7CFC47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1825625"/>
                <a:ext cx="468630" cy="468630"/>
              </a:xfrm>
              <a:prstGeom prst="rect">
                <a:avLst/>
              </a:prstGeom>
              <a:blipFill>
                <a:blip r:embed="rId7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3F4EF4-64CB-DDD5-DC1F-9C3F90800DD7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9069069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C250B66-D88B-576F-2EE4-97FA99D031C8}"/>
                  </a:ext>
                </a:extLst>
              </p:cNvPr>
              <p:cNvSpPr/>
              <p:nvPr/>
            </p:nvSpPr>
            <p:spPr>
              <a:xfrm>
                <a:off x="8834754" y="1084897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C250B66-D88B-576F-2EE4-97FA99D03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1084897"/>
                <a:ext cx="468630" cy="468630"/>
              </a:xfrm>
              <a:prstGeom prst="rect">
                <a:avLst/>
              </a:prstGeom>
              <a:blipFill>
                <a:blip r:embed="rId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7CECB3-6B1F-DDE3-F042-3FC3931A51F3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9069069" y="155352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279382-C643-1AFC-B041-2C279813F34E}"/>
                  </a:ext>
                </a:extLst>
              </p:cNvPr>
              <p:cNvSpPr/>
              <p:nvPr/>
            </p:nvSpPr>
            <p:spPr>
              <a:xfrm>
                <a:off x="8834754" y="360998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279382-C643-1AFC-B041-2C279813F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360998"/>
                <a:ext cx="468630" cy="468630"/>
              </a:xfrm>
              <a:prstGeom prst="rect">
                <a:avLst/>
              </a:prstGeom>
              <a:blipFill>
                <a:blip r:embed="rId9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1C2F5F-EF97-7D03-A3CD-00BF6AC7D8DF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9069069" y="829628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56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08AF-DF9A-73DA-75F4-9E637D15C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63F0AD-B366-C970-FEE0-A04A115DD57E}"/>
              </a:ext>
            </a:extLst>
          </p:cNvPr>
          <p:cNvGrpSpPr/>
          <p:nvPr/>
        </p:nvGrpSpPr>
        <p:grpSpPr>
          <a:xfrm>
            <a:off x="3002280" y="327342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9C43E9-2D02-A0AE-77F2-A88FDACCC3C2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2AE310-76CF-A4D1-646A-CF24361BD1F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1462BD-18BE-92D9-F615-720C0D73819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EE0AF8-5E31-EE08-B930-3691FC794464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55D9A24-F483-575F-AC5F-5F0956AC42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202C58-CBB5-012D-D557-2A031682B6B5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089122-E844-682A-D3C8-8FEB6934524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116D899-11B0-3132-F34D-1A8546F8896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F0C92C-0A6A-A736-6854-6B83789D1F3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10D7F84-AB37-0A22-EEBF-60DCC570F6AE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1791840-5C39-5A87-C232-121A7EFD5A3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AC9D25-BE1B-EA8E-3CDF-55103A55DC6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DE504D8-C13D-913E-0F85-BCB0208DE1B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1517909-B239-ADEF-BE68-21168FF28B4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F83179-0D61-6102-E798-298CCFBFBEB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3EBF93-6D9A-6005-B678-19C29F8FB65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E42C8D5-406E-0A13-A085-6CA809BE4D2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020D2B5-E5BA-F903-664F-E14D4888F269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0F2615A-DEB3-179F-B749-F850767EF3A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6ADB1-F3AC-5513-3A43-A3DACE0EEBB3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32600D7-9784-D14C-E329-06747D4BA92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19CA43-9C52-3476-02AB-173F335F4DC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/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BE152A-DD21-A1D9-F9DB-36C450E2C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65" y="2549524"/>
                <a:ext cx="468630" cy="468630"/>
              </a:xfrm>
              <a:prstGeom prst="rect">
                <a:avLst/>
              </a:prstGeom>
              <a:blipFill>
                <a:blip r:embed="rId2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6838AF-6EEE-FDD0-E016-B6452060B852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V="1">
            <a:off x="4602480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/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FCB5F-C80E-58DD-C419-EE8648D2A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2549524"/>
                <a:ext cx="468630" cy="468630"/>
              </a:xfrm>
              <a:prstGeom prst="rect">
                <a:avLst/>
              </a:prstGeom>
              <a:blipFill>
                <a:blip r:embed="rId3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620DF4-C4AC-F0A0-8AF7-1B9AA29AE047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550024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/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CA7CFFF-707E-EEF0-FCB3-F96A6B073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1825625"/>
                <a:ext cx="468630" cy="468630"/>
              </a:xfrm>
              <a:prstGeom prst="rect">
                <a:avLst/>
              </a:prstGeom>
              <a:blipFill>
                <a:blip r:embed="rId4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DDAB81-8C43-B648-39FE-E4FB6BFD9151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6550024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26F0FDA-D34D-B8D0-9980-0ABC895BC06B}"/>
                  </a:ext>
                </a:extLst>
              </p:cNvPr>
              <p:cNvSpPr/>
              <p:nvPr/>
            </p:nvSpPr>
            <p:spPr>
              <a:xfrm>
                <a:off x="6315709" y="1101726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26F0FDA-D34D-B8D0-9980-0ABC895BC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709" y="1101726"/>
                <a:ext cx="468630" cy="468630"/>
              </a:xfrm>
              <a:prstGeom prst="rect">
                <a:avLst/>
              </a:prstGeom>
              <a:blipFill>
                <a:blip r:embed="rId5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A352F6C-DE53-32FA-E0D5-C4BD09FE69CB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6550024" y="1570356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0B67D5-585B-A19C-12CE-7279BCB526D7}"/>
                  </a:ext>
                </a:extLst>
              </p:cNvPr>
              <p:cNvSpPr/>
              <p:nvPr/>
            </p:nvSpPr>
            <p:spPr>
              <a:xfrm>
                <a:off x="8834754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0B67D5-585B-A19C-12CE-7279BCB526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2549524"/>
                <a:ext cx="468630" cy="468630"/>
              </a:xfrm>
              <a:prstGeom prst="rect">
                <a:avLst/>
              </a:prstGeom>
              <a:blipFill>
                <a:blip r:embed="rId6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EAD4BB-F71C-4B78-6EE6-A124E0BA4014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9069069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85C7EF-EC8A-9112-3297-6CC7CFC47952}"/>
                  </a:ext>
                </a:extLst>
              </p:cNvPr>
              <p:cNvSpPr/>
              <p:nvPr/>
            </p:nvSpPr>
            <p:spPr>
              <a:xfrm>
                <a:off x="8834754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85C7EF-EC8A-9112-3297-6CC7CFC47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1825625"/>
                <a:ext cx="468630" cy="468630"/>
              </a:xfrm>
              <a:prstGeom prst="rect">
                <a:avLst/>
              </a:prstGeom>
              <a:blipFill>
                <a:blip r:embed="rId7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3F4EF4-64CB-DDD5-DC1F-9C3F90800DD7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9069069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C250B66-D88B-576F-2EE4-97FA99D031C8}"/>
                  </a:ext>
                </a:extLst>
              </p:cNvPr>
              <p:cNvSpPr/>
              <p:nvPr/>
            </p:nvSpPr>
            <p:spPr>
              <a:xfrm>
                <a:off x="8834754" y="1084897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C250B66-D88B-576F-2EE4-97FA99D03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1084897"/>
                <a:ext cx="468630" cy="468630"/>
              </a:xfrm>
              <a:prstGeom prst="rect">
                <a:avLst/>
              </a:prstGeom>
              <a:blipFill>
                <a:blip r:embed="rId8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7CECB3-6B1F-DDE3-F042-3FC3931A51F3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9069069" y="155352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279382-C643-1AFC-B041-2C279813F34E}"/>
                  </a:ext>
                </a:extLst>
              </p:cNvPr>
              <p:cNvSpPr/>
              <p:nvPr/>
            </p:nvSpPr>
            <p:spPr>
              <a:xfrm>
                <a:off x="8834754" y="360998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279382-C643-1AFC-B041-2C279813F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754" y="360998"/>
                <a:ext cx="468630" cy="468630"/>
              </a:xfrm>
              <a:prstGeom prst="rect">
                <a:avLst/>
              </a:prstGeom>
              <a:blipFill>
                <a:blip r:embed="rId9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1C2F5F-EF97-7D03-A3CD-00BF6AC7D8DF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9069069" y="829628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03BAA4C-B007-C380-6D00-7D95F25871FA}"/>
                  </a:ext>
                </a:extLst>
              </p:cNvPr>
              <p:cNvSpPr/>
              <p:nvPr/>
            </p:nvSpPr>
            <p:spPr>
              <a:xfrm>
                <a:off x="4374197" y="1825625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03BAA4C-B007-C380-6D00-7D95F2587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197" y="1825625"/>
                <a:ext cx="468630" cy="468630"/>
              </a:xfrm>
              <a:prstGeom prst="rect">
                <a:avLst/>
              </a:prstGeom>
              <a:blipFill>
                <a:blip r:embed="rId10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72FA18-6A5B-A1AF-51F3-05EBCDEAB760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4608512" y="2294255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E2F806D-D1B1-DF73-6BDA-A4668BEDD6CA}"/>
                  </a:ext>
                </a:extLst>
              </p:cNvPr>
              <p:cNvSpPr/>
              <p:nvPr/>
            </p:nvSpPr>
            <p:spPr>
              <a:xfrm>
                <a:off x="5607366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E2F806D-D1B1-DF73-6BDA-A4668BEDD6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366" y="2549524"/>
                <a:ext cx="468630" cy="468630"/>
              </a:xfrm>
              <a:prstGeom prst="rect">
                <a:avLst/>
              </a:prstGeom>
              <a:blipFill>
                <a:blip r:embed="rId11"/>
                <a:stretch>
                  <a:fillRect l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F82035-F31B-DDB2-87BB-A0A1AEB721D2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5841681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E2D19C4-9589-8C78-5C2C-A7145D3AEBE5}"/>
                  </a:ext>
                </a:extLst>
              </p:cNvPr>
              <p:cNvSpPr/>
              <p:nvPr/>
            </p:nvSpPr>
            <p:spPr>
              <a:xfrm>
                <a:off x="7593010" y="256206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E2D19C4-9589-8C78-5C2C-A7145D3AEB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010" y="2562064"/>
                <a:ext cx="468630" cy="468630"/>
              </a:xfrm>
              <a:prstGeom prst="rect">
                <a:avLst/>
              </a:prstGeom>
              <a:blipFill>
                <a:blip r:embed="rId12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0D314E1-854A-65E6-9B7F-C273F6FDE7DA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7827325" y="303069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EF44CA0-7BB2-4E78-982C-D3C3E70B39E5}"/>
                  </a:ext>
                </a:extLst>
              </p:cNvPr>
              <p:cNvSpPr/>
              <p:nvPr/>
            </p:nvSpPr>
            <p:spPr>
              <a:xfrm>
                <a:off x="3126421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EF44CA0-7BB2-4E78-982C-D3C3E70B3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421" y="2549524"/>
                <a:ext cx="468630" cy="468630"/>
              </a:xfrm>
              <a:prstGeom prst="rect">
                <a:avLst/>
              </a:prstGeom>
              <a:blipFill>
                <a:blip r:embed="rId13"/>
                <a:stretch>
                  <a:fillRect l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668F0C-0B35-AA65-2737-CBC7BE8228E2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3360736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A295C55-7A02-3F40-BBC1-E88C568E017D}"/>
                  </a:ext>
                </a:extLst>
              </p:cNvPr>
              <p:cNvSpPr/>
              <p:nvPr/>
            </p:nvSpPr>
            <p:spPr>
              <a:xfrm>
                <a:off x="7593010" y="1846579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A295C55-7A02-3F40-BBC1-E88C568E0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010" y="1846579"/>
                <a:ext cx="468630" cy="468630"/>
              </a:xfrm>
              <a:prstGeom prst="rect">
                <a:avLst/>
              </a:prstGeom>
              <a:blipFill>
                <a:blip r:embed="rId14"/>
                <a:stretch>
                  <a:fillRect l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F63374C-DE0C-C5B4-3F72-3B27EC9BC237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7827325" y="2315209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473778A-2878-4EF8-9556-821A278D079D}"/>
                  </a:ext>
                </a:extLst>
              </p:cNvPr>
              <p:cNvSpPr/>
              <p:nvPr/>
            </p:nvSpPr>
            <p:spPr>
              <a:xfrm>
                <a:off x="8213090" y="2549524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473778A-2878-4EF8-9556-821A278D0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0" y="2549524"/>
                <a:ext cx="468630" cy="468630"/>
              </a:xfrm>
              <a:prstGeom prst="rect">
                <a:avLst/>
              </a:prstGeom>
              <a:blipFill>
                <a:blip r:embed="rId15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0B7F36-8C50-B7B5-8D5D-F7C2197D449B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8447405" y="3018154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215489C-1C00-DF44-EE09-420899356F8E}"/>
                  </a:ext>
                </a:extLst>
              </p:cNvPr>
              <p:cNvSpPr/>
              <p:nvPr/>
            </p:nvSpPr>
            <p:spPr>
              <a:xfrm>
                <a:off x="7577135" y="1133157"/>
                <a:ext cx="468630" cy="4686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215489C-1C00-DF44-EE09-420899356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135" y="1133157"/>
                <a:ext cx="468630" cy="468630"/>
              </a:xfrm>
              <a:prstGeom prst="rect">
                <a:avLst/>
              </a:prstGeom>
              <a:blipFill>
                <a:blip r:embed="rId16"/>
                <a:stretch>
                  <a:fillRect l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8F43A32-977F-43FE-EAAB-FDBF4149C224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7811450" y="1601787"/>
            <a:ext cx="0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74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0C561-7C0A-77D5-7D16-0EEEF8EC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2C67-A348-85FC-F378-49B7E5A9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F30BEF-7C18-0791-2451-C3D03B082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968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3CD2-C515-235D-16B5-A9138D97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B8F5-FC65-0B0C-8CF3-A7E7353D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EDD00-1685-7530-DFB5-FCDF84E5F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EDD00-1685-7530-DFB5-FCDF84E5F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865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7498-9DAE-DEB6-261A-D13AF09F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C831-F25F-B861-FC1F-B53A6412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0D415C-0036-C33E-EC5B-DC3A8160F6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your load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gets too large, copy everything over to a larger hash table</a:t>
                </a:r>
              </a:p>
              <a:p>
                <a:pPr lvl="1"/>
                <a:r>
                  <a:rPr lang="en-US" dirty="0"/>
                  <a:t>To do this: make a new, larger array</a:t>
                </a:r>
              </a:p>
              <a:p>
                <a:pPr lvl="1"/>
                <a:r>
                  <a:rPr lang="en-US" dirty="0"/>
                  <a:t>Re-insert all items into the new hash table by reapplying the hash function</a:t>
                </a:r>
              </a:p>
              <a:p>
                <a:pPr lvl="2"/>
                <a:r>
                  <a:rPr lang="en-US" dirty="0"/>
                  <a:t>We need to reapply the hash function because items should map to a different index</a:t>
                </a:r>
              </a:p>
              <a:p>
                <a:pPr lvl="1"/>
                <a:r>
                  <a:rPr lang="en-US" dirty="0"/>
                  <a:t>New array should be “roughly” double the length (but probably still want it to be prime)</a:t>
                </a:r>
              </a:p>
              <a:p>
                <a:r>
                  <a:rPr lang="en-US" dirty="0"/>
                  <a:t>What does “too large” mean?</a:t>
                </a:r>
              </a:p>
              <a:p>
                <a:pPr lvl="1"/>
                <a:r>
                  <a:rPr lang="en-US" dirty="0"/>
                  <a:t>For separate chaining, typically we want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open addressing, typically we want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56C4D0-09F9-C2D9-56AC-4F81B37D1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708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EDC5B4B-0846-3147-7F0E-1AD935F8278E}"/>
                  </a:ext>
                </a:extLst>
              </p14:cNvPr>
              <p14:cNvContentPartPr/>
              <p14:nvPr/>
            </p14:nvContentPartPr>
            <p14:xfrm>
              <a:off x="3149280" y="2054160"/>
              <a:ext cx="6035040" cy="4317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EDC5B4B-0846-3147-7F0E-1AD935F827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9920" y="2044800"/>
                <a:ext cx="6053760" cy="433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9601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B10E7BB-6674-A9DB-A8E1-7798F3E4CA98}"/>
                  </a:ext>
                </a:extLst>
              </p14:cNvPr>
              <p14:cNvContentPartPr/>
              <p14:nvPr/>
            </p14:nvContentPartPr>
            <p14:xfrm>
              <a:off x="2362680" y="1022400"/>
              <a:ext cx="5678640" cy="2878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B10E7BB-6674-A9DB-A8E1-7798F3E4CA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3320" y="1013040"/>
                <a:ext cx="5697360" cy="28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335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4754C0-2C5E-7308-BCE7-AE97E0F791CB}"/>
                  </a:ext>
                </a:extLst>
              </p14:cNvPr>
              <p14:cNvContentPartPr/>
              <p14:nvPr/>
            </p14:nvContentPartPr>
            <p14:xfrm>
              <a:off x="5896440" y="6251760"/>
              <a:ext cx="556200" cy="309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4754C0-2C5E-7308-BCE7-AE97E0F791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7080" y="6242400"/>
                <a:ext cx="574920" cy="3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909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836966A-F5CF-7D47-13F9-E71B4E7078EB}"/>
                  </a:ext>
                </a:extLst>
              </p14:cNvPr>
              <p14:cNvContentPartPr/>
              <p14:nvPr/>
            </p14:nvContentPartPr>
            <p14:xfrm>
              <a:off x="2500920" y="2510640"/>
              <a:ext cx="8361000" cy="3493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836966A-F5CF-7D47-13F9-E71B4E7078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1560" y="2501280"/>
                <a:ext cx="8379720" cy="351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1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A, B, C, D, and E all hashed to 3</a:t>
            </a:r>
          </a:p>
          <a:p>
            <a:r>
              <a:rPr lang="en-US" dirty="0"/>
              <a:t>Now let’s delete B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317F43-9CD7-8DA0-A5D0-001E0001053F}"/>
              </a:ext>
            </a:extLst>
          </p:cNvPr>
          <p:cNvGrpSpPr/>
          <p:nvPr/>
        </p:nvGrpSpPr>
        <p:grpSpPr>
          <a:xfrm>
            <a:off x="2837411" y="3198609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202B14-1CA9-7427-2AFA-FA1DD7757A51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A3C04AB-11E3-0E1D-5512-CF9905E76CA3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505F905-78AC-0FED-63A8-D158F9F6DB98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6C3C739-190D-77AE-094B-B5A1ABEDD15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DB671C4-36E4-5759-BD56-4B984DE8E14C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E106D1-7203-82F6-280F-7E853F2B0A6B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0048179-5B5B-1D84-4BEE-B63E119BE515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AF1E2D4-BFD0-E7A3-64D2-1DB262FEE59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9BCC972-4F49-985D-FF80-F251AC888966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F5EC299-2C81-C998-0B48-905B653F207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35EE393-F261-7112-0EE4-348AA0A1637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74D851-AE84-7BB2-15D2-B8B3FDBD30F2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D037339-333A-C3D8-3E6C-65B8FAD0630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D452F40-2861-0C61-C782-DA10FBC1BF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DF1C0F-B926-C860-D53D-B0773489824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466C9CD-1D81-A75D-F1FC-9BF215023E2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15135D2-4A37-6E73-2735-7DD762D195B1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4DAB7D0-ACAD-CF90-8FD1-642768251F99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6C6D38-B5FA-0844-809D-ECE94165422E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481B7C-6E6D-1241-B31F-BBD1206BCAC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7E7B75A-56BD-E34F-5441-E945C702414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10EF039-58EA-D1AF-24E2-766AB95BFBA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116AA1-79E7-7B8F-6B63-5AD080903693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E2BEEE4-F2F5-4A6D-A7F1-74E5F59B87C3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6E892C7-4BB7-7892-D8EF-72CBDED3855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C937C9A-A150-3B3B-5F5D-A46B057E77E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14F1BB8-CD89-6CC4-271E-B54E8B76D927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B063377-763D-7E6B-A2E2-168A8418FD90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BDC69C8-0C62-202A-1D29-F6FA1961746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C24F4D-45E7-429F-1A5A-E2F8B8908173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9CAD924-3E43-437B-0227-B82DCA6BCC6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082242E-03C9-DAC8-4F5A-35CBD59C5E64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CCBA9C-3E8E-4B95-CA6E-01032FF83852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792AA63-0871-0F41-E9F2-588857F0A4F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509C928-E94D-95A9-C016-C6809689E499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2AA9EB9-788C-B4ED-3ADA-785D5BE1408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FBF553E-1BDD-5C2E-6BB1-8C3C791134B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8A8E60-CF0C-00C6-275F-9CBAE91141F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C89A41F-BF8D-9B3D-B3C1-AA50B5DDCE1C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7892DC-2FA8-A5BA-5797-5FBAD88AFA6D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EF67158-5307-F23C-E512-778B1FDB75D9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788CA28-DB30-5C22-5B10-37895107B11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AF9FD98-F08E-74AD-B4D7-CC0C2EDE31F7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5B24D09-3912-D852-0607-0B6184BE452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4A771A6-FE79-3EE8-742B-09A1A7CE80E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70D4F65-1C9F-2430-9212-AF08A10A5B82}"/>
              </a:ext>
            </a:extLst>
          </p:cNvPr>
          <p:cNvSpPr txBox="1"/>
          <p:nvPr/>
        </p:nvSpPr>
        <p:spPr>
          <a:xfrm>
            <a:off x="1600429" y="3301311"/>
            <a:ext cx="86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D923D7-3737-D6A6-A7FB-34380866D88E}"/>
              </a:ext>
            </a:extLst>
          </p:cNvPr>
          <p:cNvSpPr txBox="1"/>
          <p:nvPr/>
        </p:nvSpPr>
        <p:spPr>
          <a:xfrm>
            <a:off x="1600429" y="5603357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C7987B2-E0DB-9575-55DD-629C242EAB4C}"/>
                  </a:ext>
                </a:extLst>
              </p14:cNvPr>
              <p14:cNvContentPartPr/>
              <p14:nvPr/>
            </p14:nvContentPartPr>
            <p14:xfrm>
              <a:off x="4682520" y="3242160"/>
              <a:ext cx="3165120" cy="2835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C7987B2-E0DB-9575-55DD-629C242EAB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3160" y="3232800"/>
                <a:ext cx="3183840" cy="28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583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A, B, and E all hashed to 3, and C and D hashed to 5</a:t>
            </a:r>
          </a:p>
          <a:p>
            <a:r>
              <a:rPr lang="en-US" dirty="0"/>
              <a:t>Now let’s delete B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57A905-A4AB-3521-6E44-053E83039717}"/>
              </a:ext>
            </a:extLst>
          </p:cNvPr>
          <p:cNvGrpSpPr/>
          <p:nvPr/>
        </p:nvGrpSpPr>
        <p:grpSpPr>
          <a:xfrm>
            <a:off x="2837411" y="3198609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80D7FBF-B01A-0263-3C32-5EE2F7A16537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47806BC-9D6A-BA52-C7E9-2B88DE6B0DB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E16997F-BE67-C4CF-33DB-F3CEB9B5E7F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F4DD397-D99C-7646-A67D-CF7F7D487B88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CB4BB42-9793-1214-47D0-4B30BC0780D9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F4F6AC1-6C76-A972-3D3C-C502B6358025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D294464-AC69-3D07-3DB2-36131BDFBEAC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BF1821F-C1E3-EA41-AE19-92A28DAE621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A3F0A40-04D7-AD38-9174-FBAA27A8621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E94F093-0B15-C706-A522-819BF36D2D9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3FB048E-0C7B-F708-75DA-E2C6FA8F58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0DD7863-789A-A342-31AA-A1A494FE2D02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74489EC-EAE6-0437-2AD4-E63C397FE36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12EB49C-DAB9-BEB9-59C3-10CAFDCCA95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E59E87-303A-7922-37B0-7EED645DBB8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548E299-9524-3D95-0330-A77CA45E23C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65189A-1BBE-D762-F7A0-0E1C52656C4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374B8B0-C318-594E-6595-2927D1887D2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6478652-DF0C-8932-2F4B-DCFF3721D7AE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E1CC52F-5B67-A094-24D5-3FFD152CCCB4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281D43C-365F-E9E0-2F3E-3AEC6E041CFF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0EFE913-0974-C71F-7F24-0616C60282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0E7FA8-3BC2-B1F6-F856-E242C2F1AE79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080B4AB-EF77-14B3-B419-5CA35BE5DB03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4249A9C-6ED1-D9FC-95EC-B4B4859E7E6A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AB09D0E-533D-6A0E-99E3-33D37733B1A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8410FC4-E45A-B5FD-B222-FC7DA0EAD62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CCC229D-3A1C-5FEB-FC0B-A77D5870FA3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E62C7C2-8671-2E6A-DA8F-CF7A29CDA5AD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F6BD7A7-540E-8EC5-D043-5E081630C2C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8D7D4D6-8E24-244C-3971-3CCAD4261AEC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67DFB6D-37C3-C196-F5BA-42A77E9D771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A4B8E49-61D8-BCC7-82FA-A482EDEE8E0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06DB1D8-0C5C-14B6-26C6-6D75B2A5EFB1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2D755FE-F515-40EC-653B-223CEB76CA7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1D220B9-29A0-64DD-2500-3019131C007D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3D5157E-11D6-BE97-7FBE-07ED93BE870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DA80E3F-EE44-1BE6-C659-DB84450793F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B8FC242-387C-B27E-C1C6-8FE7AA601A7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43771C7-E8E0-43A1-2859-0D4A771F59E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F78C97C-EF94-9133-7554-3A31C4B65CD3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74F169C-2BD0-1676-4932-755C5A0E5328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FB6C60F-0F31-9D5A-8B8B-2719532609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3F8A554-51E7-EB90-5525-BCC34E507E3E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851A8B6-4F8D-214A-6A55-233D3318CC0D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AB07EE8C-AC48-9B51-CA01-3DF09601C283}"/>
              </a:ext>
            </a:extLst>
          </p:cNvPr>
          <p:cNvSpPr txBox="1"/>
          <p:nvPr/>
        </p:nvSpPr>
        <p:spPr>
          <a:xfrm>
            <a:off x="1600429" y="3301311"/>
            <a:ext cx="86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4787DE-530B-3E10-4F22-AADFE50C03BD}"/>
              </a:ext>
            </a:extLst>
          </p:cNvPr>
          <p:cNvSpPr txBox="1"/>
          <p:nvPr/>
        </p:nvSpPr>
        <p:spPr>
          <a:xfrm>
            <a:off x="1600429" y="5603357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003B0E-0D80-08CE-A50D-D683951037C4}"/>
                  </a:ext>
                </a:extLst>
              </p14:cNvPr>
              <p14:cNvContentPartPr/>
              <p14:nvPr/>
            </p14:nvContentPartPr>
            <p14:xfrm>
              <a:off x="4661280" y="2635920"/>
              <a:ext cx="3343320" cy="344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003B0E-0D80-08CE-A50D-D683951037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1920" y="2626560"/>
                <a:ext cx="3362040" cy="34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74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and E hashed to 3, and B,C, and D hashed to 4</a:t>
            </a:r>
          </a:p>
          <a:p>
            <a:r>
              <a:rPr lang="en-US" dirty="0"/>
              <a:t>Now let’s delete B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57A905-A4AB-3521-6E44-053E83039717}"/>
              </a:ext>
            </a:extLst>
          </p:cNvPr>
          <p:cNvGrpSpPr/>
          <p:nvPr/>
        </p:nvGrpSpPr>
        <p:grpSpPr>
          <a:xfrm>
            <a:off x="2837411" y="3198609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80D7FBF-B01A-0263-3C32-5EE2F7A16537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47806BC-9D6A-BA52-C7E9-2B88DE6B0DB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E16997F-BE67-C4CF-33DB-F3CEB9B5E7F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F4DD397-D99C-7646-A67D-CF7F7D487B88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CB4BB42-9793-1214-47D0-4B30BC0780D9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F4F6AC1-6C76-A972-3D3C-C502B6358025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D294464-AC69-3D07-3DB2-36131BDFBEAC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BF1821F-C1E3-EA41-AE19-92A28DAE621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A3F0A40-04D7-AD38-9174-FBAA27A8621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E94F093-0B15-C706-A522-819BF36D2D9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3FB048E-0C7B-F708-75DA-E2C6FA8F58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0DD7863-789A-A342-31AA-A1A494FE2D02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74489EC-EAE6-0437-2AD4-E63C397FE36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12EB49C-DAB9-BEB9-59C3-10CAFDCCA95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E59E87-303A-7922-37B0-7EED645DBB8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548E299-9524-3D95-0330-A77CA45E23C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65189A-1BBE-D762-F7A0-0E1C52656C4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374B8B0-C318-594E-6595-2927D1887D2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6478652-DF0C-8932-2F4B-DCFF3721D7AE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E1CC52F-5B67-A094-24D5-3FFD152CCCB4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281D43C-365F-E9E0-2F3E-3AEC6E041CFF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0EFE913-0974-C71F-7F24-0616C60282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0E7FA8-3BC2-B1F6-F856-E242C2F1AE79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080B4AB-EF77-14B3-B419-5CA35BE5DB03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4249A9C-6ED1-D9FC-95EC-B4B4859E7E6A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AB09D0E-533D-6A0E-99E3-33D37733B1A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8410FC4-E45A-B5FD-B222-FC7DA0EAD62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CCC229D-3A1C-5FEB-FC0B-A77D5870FA3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E62C7C2-8671-2E6A-DA8F-CF7A29CDA5AD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F6BD7A7-540E-8EC5-D043-5E081630C2C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8D7D4D6-8E24-244C-3971-3CCAD4261AEC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67DFB6D-37C3-C196-F5BA-42A77E9D771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A4B8E49-61D8-BCC7-82FA-A482EDEE8E0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06DB1D8-0C5C-14B6-26C6-6D75B2A5EFB1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2D755FE-F515-40EC-653B-223CEB76CA7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1D220B9-29A0-64DD-2500-3019131C007D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3D5157E-11D6-BE97-7FBE-07ED93BE870F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DA80E3F-EE44-1BE6-C659-DB84450793F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B8FC242-387C-B27E-C1C6-8FE7AA601A7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43771C7-E8E0-43A1-2859-0D4A771F59E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F78C97C-EF94-9133-7554-3A31C4B65CD3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74F169C-2BD0-1676-4932-755C5A0E5328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FB6C60F-0F31-9D5A-8B8B-2719532609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3F8A554-51E7-EB90-5525-BCC34E507E3E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851A8B6-4F8D-214A-6A55-233D3318CC0D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AB07EE8C-AC48-9B51-CA01-3DF09601C283}"/>
              </a:ext>
            </a:extLst>
          </p:cNvPr>
          <p:cNvSpPr txBox="1"/>
          <p:nvPr/>
        </p:nvSpPr>
        <p:spPr>
          <a:xfrm>
            <a:off x="1600429" y="3301311"/>
            <a:ext cx="86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4787DE-530B-3E10-4F22-AADFE50C03BD}"/>
              </a:ext>
            </a:extLst>
          </p:cNvPr>
          <p:cNvSpPr txBox="1"/>
          <p:nvPr/>
        </p:nvSpPr>
        <p:spPr>
          <a:xfrm>
            <a:off x="1600429" y="5603357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</a:p>
        </p:txBody>
      </p:sp>
    </p:spTree>
    <p:extLst>
      <p:ext uri="{BB962C8B-B14F-4D97-AF65-F5344CB8AC3E}">
        <p14:creationId xmlns:p14="http://schemas.microsoft.com/office/powerpoint/2010/main" val="1211498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do this together!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F387865-D6B3-8587-09E8-5CD31E13046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181C52-626F-FED7-E42B-5197B1371785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1A939B2-C32B-6627-7D0A-988872501ED4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19772A-B0F4-4ADD-DB4F-9629D7C5512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60AC0AE-1B49-6671-B294-33F730D8276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96B516C-93B9-57A5-6B86-232A242A0550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ED7752-D7E4-7171-A7FE-B10E19044DA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575A89-6E67-D480-DD5F-3137641C88E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F8F715-4079-97B3-A6A5-2A78BD64DF8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D9C4C72-1025-EC8B-3ACA-FABBC3652DA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4C3245-CE3A-9FF3-02B6-13180C87DCA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1430E6-19F4-92A9-81E3-2A173BB21087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B83A83-94DE-8C82-C87A-70DDD7775F65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39240A-6DCC-53C4-D040-B382ACE1771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B6038A-3189-2451-C956-1CC4E3230B8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D5C3A8-31FF-19C5-01D2-FDA293EB0C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0102509-1C4B-5D84-C96E-A5AE1AAF3AF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436469-A3A6-DF70-D8C0-9999C0D8541B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643D0A-07F3-117B-A8BB-008B9DDDA498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65022D3-8588-6E98-AA75-FEE59861FF49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E7651B-5654-CB4A-084B-117AF7224368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60B1476-0333-B34B-FAD7-DED45ACA45C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418FACF-8183-0EB6-9A9C-04DAB6E8AA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9814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key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where </a:t>
            </a:r>
            <a:r>
              <a:rPr lang="en-US" dirty="0">
                <a:latin typeface="Consolas" panose="020B0609020204030204" pitchFamily="49" charset="0"/>
              </a:rPr>
              <a:t>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Assume it is present</a:t>
            </a:r>
          </a:p>
          <a:p>
            <a:r>
              <a:rPr lang="en-US" dirty="0"/>
              <a:t>Beginning at index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/>
              <a:t>, probe until we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(call this location index </a:t>
            </a:r>
            <a:r>
              <a:rPr lang="en-US" dirty="0">
                <a:latin typeface="Consolas" panose="020B0609020204030204" pitchFamily="49" charset="0"/>
              </a:rPr>
              <a:t>j</a:t>
            </a:r>
            <a:r>
              <a:rPr lang="en-US" dirty="0"/>
              <a:t>)</a:t>
            </a:r>
          </a:p>
          <a:p>
            <a:r>
              <a:rPr lang="en-US" dirty="0"/>
              <a:t>Mark </a:t>
            </a:r>
            <a:r>
              <a:rPr lang="en-US" dirty="0">
                <a:latin typeface="Consolas" panose="020B0609020204030204" pitchFamily="49" charset="0"/>
              </a:rPr>
              <a:t>j</a:t>
            </a:r>
            <a:r>
              <a:rPr lang="en-US" dirty="0"/>
              <a:t> as empty (e.g. null), then…</a:t>
            </a:r>
          </a:p>
          <a:p>
            <a:pPr lvl="1"/>
            <a:r>
              <a:rPr lang="en-US" dirty="0"/>
              <a:t>Challenge: we need to make sure future finds could be successful</a:t>
            </a:r>
          </a:p>
          <a:p>
            <a:pPr lvl="1"/>
            <a:r>
              <a:rPr lang="en-US" dirty="0"/>
              <a:t>What if there were values that mapped to index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/>
              <a:t> that appeared after </a:t>
            </a:r>
            <a:r>
              <a:rPr lang="en-US" dirty="0">
                <a:latin typeface="Consolas" panose="020B0609020204030204" pitchFamily="49" charset="0"/>
              </a:rPr>
              <a:t>j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if there were items that hashed to a value between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j</a:t>
            </a:r>
            <a:r>
              <a:rPr lang="en-US" dirty="0"/>
              <a:t> and appeared after </a:t>
            </a:r>
            <a:r>
              <a:rPr lang="en-US" dirty="0">
                <a:latin typeface="Consolas" panose="020B0609020204030204" pitchFamily="49" charset="0"/>
              </a:rPr>
              <a:t>j</a:t>
            </a:r>
            <a:r>
              <a:rPr lang="en-US" dirty="0"/>
              <a:t> due to probing?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F387865-D6B3-8587-09E8-5CD31E13046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181C52-626F-FED7-E42B-5197B1371785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1A939B2-C32B-6627-7D0A-988872501ED4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19772A-B0F4-4ADD-DB4F-9629D7C5512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60AC0AE-1B49-6671-B294-33F730D8276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96B516C-93B9-57A5-6B86-232A242A0550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ED7752-D7E4-7171-A7FE-B10E19044DA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575A89-6E67-D480-DD5F-3137641C88E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3F8F715-4079-97B3-A6A5-2A78BD64DF8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D9C4C72-1025-EC8B-3ACA-FABBC3652DA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4C3245-CE3A-9FF3-02B6-13180C87DCA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1430E6-19F4-92A9-81E3-2A173BB21087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B83A83-94DE-8C82-C87A-70DDD7775F65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39240A-6DCC-53C4-D040-B382ACE1771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B6038A-3189-2451-C956-1CC4E3230B8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D5C3A8-31FF-19C5-01D2-FDA293EB0C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0102509-1C4B-5D84-C96E-A5AE1AAF3AF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436469-A3A6-DF70-D8C0-9999C0D8541B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643D0A-07F3-117B-A8BB-008B9DDDA498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65022D3-8588-6E98-AA75-FEE59861FF49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E7651B-5654-CB4A-084B-117AF7224368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60B1476-0333-B34B-FAD7-DED45ACA45C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418FACF-8183-0EB6-9A9C-04DAB6E8AA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2270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Option 1 (harder)</a:t>
            </a:r>
            <a:r>
              <a:rPr lang="en-US" dirty="0"/>
              <a:t>: Plug the hole with other items in a way that makes probes behave correctly</a:t>
            </a:r>
          </a:p>
          <a:p>
            <a:r>
              <a:rPr lang="en-US" b="1" dirty="0"/>
              <a:t>Option 2 (easier)</a:t>
            </a:r>
            <a:r>
              <a:rPr lang="en-US" dirty="0"/>
              <a:t>: “Tombstone” deletion. Leave a special object that indicates an something was deleted from there</a:t>
            </a:r>
          </a:p>
          <a:p>
            <a:pPr lvl="1"/>
            <a:r>
              <a:rPr lang="en-US" dirty="0"/>
              <a:t>The tombstone does not act as an open space when finding (so keep looking after its reached)</a:t>
            </a:r>
          </a:p>
          <a:p>
            <a:pPr lvl="1"/>
            <a:r>
              <a:rPr lang="en-US" dirty="0"/>
              <a:t>When inserting you can replace a tombstone with a new item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398797-8895-3723-4DFA-5FD577DC625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94E3EBE-92D3-3CBC-4097-E854D2FB517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/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68045C-4DD0-521D-E388-E155A93DAFF1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/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/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72695B-70F4-3DA6-F9C7-C39AA3021A9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/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B62BA5-C7A9-1093-C1C5-92B30048EF2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E8C7D0-301F-810C-81D7-8032D43CCED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EF34426-81D0-A00D-F869-CE2CC1F69D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7B13CF2-FF93-8502-9E02-8932AAC3B6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CD7BD24-78C4-485A-B642-694347CAF79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07A55D-FD55-65C4-B762-EE475FB813D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B816F0-1D87-DCEE-EE23-73BA3F93C0D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72B5DE-98C0-ED41-C1C2-5402072D17E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1DF7F5A-E96D-9469-1E44-2B9982B5F417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290CC6-A7C4-513F-0046-64C15C576672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AFCECB-C9D4-B0F1-13A6-E6A0B9F5E5FC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6966F40-4191-1551-B59D-C33E64E92ED2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B32752-91AD-18C5-0ABD-530E78C6EAE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50CBD8-72AD-EB1F-CF08-19E9158FCF5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2A5AD5E-A38F-FFBF-1612-402BB356C25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pic>
        <p:nvPicPr>
          <p:cNvPr id="1026" name="Picture 2" descr="Tombstone Graphic by Lowkey21 · Creative Fabrica">
            <a:extLst>
              <a:ext uri="{FF2B5EF4-FFF2-40B4-BE49-F238E27FC236}">
                <a16:creationId xmlns:a16="http://schemas.microsoft.com/office/drawing/2014/main" id="{4D539D6B-C7E5-D7DC-674F-BD419E48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2" t="13451" r="15903" b="12240"/>
          <a:stretch/>
        </p:blipFill>
        <p:spPr bwMode="auto">
          <a:xfrm>
            <a:off x="5515827" y="5640183"/>
            <a:ext cx="510106" cy="38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F8C6E9-D89D-A5C9-641F-C1C3D3A0A405}"/>
                  </a:ext>
                </a:extLst>
              </p14:cNvPr>
              <p14:cNvContentPartPr/>
              <p14:nvPr/>
            </p14:nvContentPartPr>
            <p14:xfrm>
              <a:off x="2467440" y="2213640"/>
              <a:ext cx="4691880" cy="4203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F8C6E9-D89D-A5C9-641F-C1C3D3A0A4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8080" y="2204280"/>
                <a:ext cx="4710600" cy="42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96CC0A8-1382-E84D-4477-4C24E937A485}"/>
                  </a:ext>
                </a:extLst>
              </p14:cNvPr>
              <p14:cNvContentPartPr/>
              <p14:nvPr/>
            </p14:nvContentPartPr>
            <p14:xfrm>
              <a:off x="2313720" y="2109600"/>
              <a:ext cx="6517080" cy="1892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96CC0A8-1382-E84D-4477-4C24E937A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4360" y="2100240"/>
                <a:ext cx="6535800" cy="19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>
                <a:latin typeface="Consolas" panose="020B0609020204030204" pitchFamily="49" charset="0"/>
              </a:rPr>
              <a:t>x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EE637C6-64C9-8F54-D025-4C65858A4B0B}"/>
                  </a:ext>
                </a:extLst>
              </p14:cNvPr>
              <p14:cNvContentPartPr/>
              <p14:nvPr/>
            </p14:nvContentPartPr>
            <p14:xfrm>
              <a:off x="3130920" y="2908440"/>
              <a:ext cx="6075000" cy="1953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EE637C6-64C9-8F54-D025-4C65858A4B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1560" y="2899080"/>
                <a:ext cx="6093720" cy="197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756A925-2670-21C5-C7AB-8AE9EEE84225}"/>
                  </a:ext>
                </a:extLst>
              </p14:cNvPr>
              <p14:cNvContentPartPr/>
              <p14:nvPr/>
            </p14:nvContentPartPr>
            <p14:xfrm>
              <a:off x="6163560" y="2645280"/>
              <a:ext cx="498240" cy="355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756A925-2670-21C5-C7AB-8AE9EEE842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4200" y="2635920"/>
                <a:ext cx="516960" cy="37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29170</TotalTime>
  <Words>2556</Words>
  <Application>Microsoft Office PowerPoint</Application>
  <PresentationFormat>Widescreen</PresentationFormat>
  <Paragraphs>575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Consolas</vt:lpstr>
      <vt:lpstr>Calibri Light</vt:lpstr>
      <vt:lpstr>Calibri</vt:lpstr>
      <vt:lpstr>Cambria Math</vt:lpstr>
      <vt:lpstr>Aptos</vt:lpstr>
      <vt:lpstr>Arial</vt:lpstr>
      <vt:lpstr>Office Theme</vt:lpstr>
      <vt:lpstr>CSE 332 Winter 2026 Lecture 11: hashing 2</vt:lpstr>
      <vt:lpstr>Dictionary (Map) ADT</vt:lpstr>
      <vt:lpstr>Next topic: Hash Tables</vt:lpstr>
      <vt:lpstr>Hash Tables</vt:lpstr>
      <vt:lpstr>Properties of a “Good” Hash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</vt:lpstr>
      <vt:lpstr>Rehashing</vt:lpstr>
      <vt:lpstr>Load Factor?</vt:lpstr>
      <vt:lpstr>Load Factor?</vt:lpstr>
      <vt:lpstr>Load Factor?</vt:lpstr>
      <vt:lpstr>Formal Running Time Analysis</vt:lpstr>
      <vt:lpstr>Formal Running Time Analysis</vt:lpstr>
      <vt:lpstr>Rehashing</vt:lpstr>
      <vt:lpstr>Collision Resolution: Linear Probing</vt:lpstr>
      <vt:lpstr>Linear Probing: Insert Procedure</vt:lpstr>
      <vt:lpstr>Linear Probing: Find</vt:lpstr>
      <vt:lpstr>Linear Probing: Find</vt:lpstr>
      <vt:lpstr>Linear Probing: Delete</vt:lpstr>
      <vt:lpstr>Linear Probing: Delete</vt:lpstr>
      <vt:lpstr>Linear Probing: Delete</vt:lpstr>
      <vt:lpstr>Linear Probing: Delete</vt:lpstr>
      <vt:lpstr>Linear Probing: Delete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132</cp:revision>
  <dcterms:created xsi:type="dcterms:W3CDTF">2023-09-26T20:08:20Z</dcterms:created>
  <dcterms:modified xsi:type="dcterms:W3CDTF">2026-01-30T21:33:14Z</dcterms:modified>
</cp:coreProperties>
</file>