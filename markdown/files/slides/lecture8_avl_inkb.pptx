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5"/>
  </p:notesMasterIdLst>
  <p:sldIdLst>
    <p:sldId id="256" r:id="rId2"/>
    <p:sldId id="258" r:id="rId3"/>
    <p:sldId id="263" r:id="rId4"/>
    <p:sldId id="268" r:id="rId5"/>
    <p:sldId id="269" r:id="rId6"/>
    <p:sldId id="454" r:id="rId7"/>
    <p:sldId id="271" r:id="rId8"/>
    <p:sldId id="270" r:id="rId9"/>
    <p:sldId id="272" r:id="rId10"/>
    <p:sldId id="455" r:id="rId11"/>
    <p:sldId id="274" r:id="rId12"/>
    <p:sldId id="275" r:id="rId13"/>
    <p:sldId id="276" r:id="rId14"/>
    <p:sldId id="456" r:id="rId15"/>
    <p:sldId id="467" r:id="rId16"/>
    <p:sldId id="278" r:id="rId17"/>
    <p:sldId id="279" r:id="rId18"/>
    <p:sldId id="280" r:id="rId19"/>
    <p:sldId id="281" r:id="rId20"/>
    <p:sldId id="282" r:id="rId21"/>
    <p:sldId id="284" r:id="rId22"/>
    <p:sldId id="283" r:id="rId23"/>
    <p:sldId id="285" r:id="rId24"/>
    <p:sldId id="286" r:id="rId25"/>
    <p:sldId id="468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  <p:sldId id="296" r:id="rId36"/>
    <p:sldId id="297" r:id="rId37"/>
    <p:sldId id="298" r:id="rId38"/>
    <p:sldId id="300" r:id="rId39"/>
    <p:sldId id="299" r:id="rId40"/>
    <p:sldId id="301" r:id="rId41"/>
    <p:sldId id="302" r:id="rId42"/>
    <p:sldId id="303" r:id="rId43"/>
    <p:sldId id="305" r:id="rId44"/>
  </p:sldIdLst>
  <p:sldSz cx="12192000" cy="6858000"/>
  <p:notesSz cx="6858000" cy="9144000"/>
  <p:embeddedFontLst>
    <p:embeddedFont>
      <p:font typeface="Cambria Math" panose="02040503050406030204" pitchFamily="18" charset="0"/>
      <p:regular r:id="rId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8/10/relationships/authors" Target="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3:43:16.67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7238 6166 0,'0'0'0,"17"8"16,0 1-16,-9-1 0,1 1 16,-1 8-1,9 25-15,-8 9 16,0 26-1,-1 16-15,1 9 16,8-8-16,0-51 16</inkml:trace>
  <inkml:trace contextRef="#ctx0" brushRef="#br0" timeOffset="1841.85">5223 8173 0,'0'0'0,"0"0"0,0 0 16,0 0-16,0 0 31,0 0-31,0 0 16,0 0-16,9 8 16,8 1-1,9 8 1,8 0-16,17-9 15,-8 1 1,-1-1-16,1-8 16,-9 0-1,-8 0-15,-18 0 0,1 0 16,-18 0 0,-16 26-1,-35 16-15,-34 26 16,0 0-1,26-8 1,17-1-16,17-24 16,16-10-1,18-8-15,18 0 16,24 0 0,44-8-16,33-9 15,9-26 1,26-8-16,144-34 15</inkml:trace>
  <inkml:trace contextRef="#ctx0" brushRef="#br0" timeOffset="2762.96">8791 8122 0,'0'0'0,"0"0"0,26 0 16,33 8-1,44 9 1,16-17-16,9-17 16,17 0-1,-8 0-15,-26 0 16,-43 9-16,-34 8 15,-8 0-15,-18 0 32,1 0-32,-18 17 15,-16 8 1,-26 18-16,-9-1 16,-8 1-1,8-18-15,26-16 16,17-1-1,0 1-15,8-1 16,9 1 0,0-9-16,9 0 15,8 0 1,17 0-16,0 0 16,0 8-1,-8 9-15,-1 0 16,-25 26-1,-25 16-15,-44 26 16,-42 9-16,-128 0 16,-119-1-1</inkml:trace>
  <inkml:trace contextRef="#ctx0" brushRef="#br0" timeOffset="3514.81">2885 9925 0,'0'0'15,"0"0"-15,0 0 0,0 17 16,0 0-16,0 17 16,0 8-1,0 9-15,0 9 16,-9-1-16,9 9 15,0-8 1,17-1 0,0 1-16,0 0 15,9-9 1,8-17-16,0-9 16,1 1-1,-1-1 1,17 1-16,0-18 15,-8 1-15,8-18 16,0 1 0,9-26-16,-26 17 15</inkml:trace>
  <inkml:trace contextRef="#ctx0" brushRef="#br0" timeOffset="3773.07">3423 10290 0,'-9'9'0,"0"25"0,-16 59 15,-9 35-15,0-17 16,16-26-16,1 8 31,34 26-31,52 162 16</inkml:trace>
  <inkml:trace contextRef="#ctx0" brushRef="#br0" timeOffset="5626.16">6000 9916 0,'0'0'0,"0"0"0,0 0 0,0 0 15,-8 0 1,-1 9-1,0 8-15,-16 17 16,-1 0-16,-16 17 16,7-9-1,18-8-15,0-8 16,9-1 0,8-16-16,0 8 15,17-9 1,0 9-16,17-8 15,0-1-15,0 1 16,0 8 0,-8 0-1,0 0-15,-9 17 16,0 8 0,-9 9-16,1 18 15,-18-1 1,-16-9-1,-1-8-15,-8-17 16,0-8-16,17-18 16</inkml:trace>
  <inkml:trace contextRef="#ctx0" brushRef="#br0" timeOffset="5843.5">6085 9755 0,'0'0'0,"0"0"0,0 0 0,17 17 16,35 8-1,67 9-15,43-8 31,146-1-31</inkml:trace>
  <inkml:trace contextRef="#ctx0" brushRef="#br0" timeOffset="6988.01">7707 9908 0,'0'0'0,"0"0"0,0 0 0,0 0 16,0-9-16,0 9 31</inkml:trace>
  <inkml:trace contextRef="#ctx0" brushRef="#br0" timeOffset="7607.72">8467 9465 0,'0'0'0,"0"0"0,-9 0 16,-8 0-1,-9 17 1,-25 17-16,-26 26 0,-8 25 31,-9 9-31,0 42 0,18 0 16,24-17-1,18-9 1,26 9-16,25 1 16,17-35-1,26-26-15,8-16 16,-8-26-16,-9-26 31,-9-16-31,-7-9 16,-18 0-1,-17 0-15,-17-9 16,-35 9-16,-41 26 16,-18 16-1,8 26 1,43 9-16,26-9 15,17-9 1,17-16-16</inkml:trace>
  <inkml:trace contextRef="#ctx0" brushRef="#br0" timeOffset="8183.19">10626 9933 0,'0'0'0,"0"0"0,0 0 0,0 0 15,17 17 1,26 0-16,25 0 16,-8 0-1,8 0-15,9-8 16,-17-1 0,-18 1-16,-16-1 15,-1 1 1,-16-9-16,0 8 15,-35 18 1,-76 59-16,-120 68 16,0 9-1,68-43-15,43-43 16,77-42 0</inkml:trace>
  <inkml:trace contextRef="#ctx0" brushRef="#br0" timeOffset="10541.26">1707 12204 0,'0'0'0,"0"0"0,-9 0 16,1 0 0,8 0-16,-34 17 15,-9 17 1,0 0-16,-16 17 16,7 0-1,10-8-15,16-1 16,9-8-1,9 0 1,8 0-16,8 0 16,9 0-16,17 0 15,26 9 1,25 8-16,-8-9 16,-26 1-1,-8-1-15,-9-8 16,-17 17-1,-25 34 1,-9 34-16,-34-17 16,25-33-16,-17-35 15,9-17 1,9-17-16,7-26 16,-7-51-1,33-33-15,44-43 16,16-51-1,9 34-15,8 34 16,9 8 0,0 17-1,-9 18-15,-42 59 16</inkml:trace>
  <inkml:trace contextRef="#ctx0" brushRef="#br0" timeOffset="24455.75">29924 5111 0,'0'0'0,"0"9"0,0 16 0,-9 26 16,-8 34 0,-17 34-16,-17 60 15,-18 8 1,1 0-16,0 17 16,17-25-1,-9-9 1,-9 9-16,1-35 15,17-42-15,8-17 16,9-25 0,0-9-1,8-17-15,9-26 16,0 1-16,9-18 16,-9 1-16,-9-26 31,-8-34-31,-9-34 15,9 8 1,0 26-16,0 17 16,17 17-1,0 17-15,0 0 16,8 0-16,1 8 16,8 9-1,0 0 1,0 18-16,-9 58 15,1 35 1,-1-9-16,9-9 16,9 9-16,25-8 15,17-26-15,34-34 32,43-26-32,43-50 15,0-35-15,93-50 16</inkml:trace>
  <inkml:trace contextRef="#ctx0" brushRef="#br0" timeOffset="27377.16">29164 9627 0,'0'0'0,"0"0"0,0 0 16,0 0-16,-9 17 16,-8 43-1,-25 50 1,-1 35-16,-8-9 15,25-85-15</inkml:trace>
  <inkml:trace contextRef="#ctx0" brushRef="#br0" timeOffset="28152.08">27209 11600 0,'0'0'0,"0"0"0,9 0 16,25 0 0,0 0-1,9 9-15,0 8 16,-1 0-16,-16 0 16,-1 0-1,-7 8 1,-10 9-16,-16 9 15,-27 8-15,-16-9 16,-9 1 0,1-9-16,25-26 15,-1 1 1,18-9 0,0 0-16,17 0 15,0 0-15,26 0 16,34 0-1,16 0 1,18 0-16,9 8 16,-9-8-1,-35 0-15,-42 0 16</inkml:trace>
  <inkml:trace contextRef="#ctx0" brushRef="#br0" timeOffset="28973.77">30367 10358 0,'0'0'0,"0"0"0,0 0 0,34 17 16,18 0-1,16 0 1,17 17-16,1-8 16,-1 8-1,-8 0-15,-9 0 16,-17-8-16,-25-1 15,-9 9 1,-34 17 0,-26 26-16,1-18 15,-10-8 1,10-17-16,16-8 16,9-18-16,17 1 15,0-9 1,9 0-16,16 8 15,9 1 1,18 8-16,-10 8 16,-16 9-1,-9 9 1,-34 33-16,-51 43 16,-43 9-1,-43 0-15,-8-1 16,-103 60-16</inkml:trace>
  <inkml:trace contextRef="#ctx0" brushRef="#br0" timeOffset="29738.86">25366 13369 0,'0'0'0,"0"0"0,0 0 0,0 0 16,-9 17 0,1 0-16,-1 0 15,1 17 1,-9 9-16,0-1 16,0 1-1,-1-1 1,18 1-16,0-1 15,0-16-15,18-1 16,24 1-16,26-1 16,18 1-1,-1-18 1,9-16-16,-17-1 16,0 1-16,-18-1 31,-16-8-31,0-8 15,-26 8-15</inkml:trace>
  <inkml:trace contextRef="#ctx0" brushRef="#br0" timeOffset="29935.65">25844 13658 0,'0'0'0,"-9"43"0,-16 50 16,-18 9-16,-8 9 15,8 8 1,18-17-16,16-25 16,18-43-1</inkml:trace>
  <inkml:trace contextRef="#ctx0" brushRef="#br0" timeOffset="31193.38">27798 13548 0,'0'0'0,"0"0"0,0 0 0,-8 0 16,-1 17-1,-16 0 1,-9 17-16,-9 8 15,9 1 1,8-9-16,9-9 16,0-8-1,17-8-15,0-1 16,17 1 0,0-1-16,17-8 15,0 17 1,1 0-16,-10 9 15,1 8 1,-9 8-16,-26 18 16,1 8-16,-18-9 15,1-8 1,7-17 0,10-25-16</inkml:trace>
  <inkml:trace contextRef="#ctx0" brushRef="#br0" timeOffset="31401.73">27943 13216 0,'0'0'0,"0"0"0,9 0 0,17 17 15,33 0 1,10 0-16,16 8 16,9 1-1,42 17-15,146 67 16</inkml:trace>
  <inkml:trace contextRef="#ctx0" brushRef="#br0" timeOffset="31906.13">29702 13241 0,'-9'0'0,"-17"17"0,-25 17 16,-26 26-1,-16 17 1,-1 8-16,-9 25 16,9 9-16,35-17 15,16-34 1,26 0-16,17-8 15,25-1 1,44-16 0,16-26-16,35-34 15,8-17 1,-17 0-16,-26-26 16,-42 9-1,-26 0-15,-34 17 16,-18 0-16,-24 17 15,-10 9 1,1 25-16,8 0 16,18 0-1,33 0-15,9 0 16</inkml:trace>
  <inkml:trace contextRef="#ctx0" brushRef="#br0" timeOffset="32533.42">31545 13309 0,'0'0'0,"0"0"0,0 0 16,26 17-16,34 9 16,42 8-1,17 0 1,1-8-16,-18-9 16,-8 17-1,-17-9-15,-17 9 16,-26 0-1,-17 17-15,-34 43 16,-77 50 0,-51 9-16,-51 17 15,8 1 1,-34 41-16</inkml:trace>
  <inkml:trace contextRef="#ctx0" brushRef="#br0" timeOffset="33776.19">23241 15682 0,'0'0'0,"-9"0"0,1 0 0,-9 0 16,-1 0-16,1 0 31,0 9-31,9-1 15,8 1-15,0-9 16,8 17 0,26 0-16,18 17 15,7 0 1,18 8 0,-9 1-16,-16-1 15,-10 9 1,-16-8-16,-17-1 0,-18-16 15,-17-1 1,1-8 0,-1 0-16,-8-8 15,0-1-15,0 1 16,17-1-16,8-16 31,9-18-15,9-33-16,8-35 15,34-8-15,17 17 16,35 0 0,16 0-1,-34 34-15,-50 34 16</inkml:trace>
  <inkml:trace contextRef="#ctx0" brushRef="#br0" timeOffset="36575.83">25741 15146 0,'0'0'0,"0"0"0,0 0 0,0 0 16,0 0-1,0 0-15,0 0 16,0 0-1,-8 0-15,-1-8 16,-16 8 0,-1 0-16,-17 0 15,-16 0 1,-18 25-16,-8 35 16,8 34-1,34-18-15,26-16 16,17-18-1,9 1 1,33-9-16,18-9 16,34-33-1,34-43-15,-9-26 16,-42 9-16,-26 26 16,-17 16-1,-16 9-15,-10 0 16,1 17-1,-9 0-15,-9 17 16,-8 51 0,0 17-16,8-17 15,1-8 1,8 25 0,17-9-16,34 1 15,0-35 1,-34-33-16</inkml:trace>
  <inkml:trace contextRef="#ctx0" brushRef="#br0" timeOffset="37520.17">26988 15223 0,'0'0'0,"0"0"0,-9 0 15,0 17 1,1 0 0,-18 9-16,-16 33 0,-10 9 15,1 9 16,9-18-31,24-16 16,1-18-16,17-16 16,0-1-1</inkml:trace>
  <inkml:trace contextRef="#ctx0" brushRef="#br0" timeOffset="37987.94">27218 15334 0,'0'0'0,"0"0"0,0 17 0,-9 0 16,1 17-16,-18 8 15,1 9 1,-9-8 0,16-9-16,1-9 15,17-8 1,0-8-16,9-1 15,8 1-15,9-9 16,16-17 0,27-17-1,-10-26-15,1 9 16,-26 9 0,-8 8-1,-18 17-15,1 17 16,-18 0-16,-8 8 15,-25 26 1,16-8-16</inkml:trace>
  <inkml:trace contextRef="#ctx0" brushRef="#br0" timeOffset="38292.11">28054 15546 0,'-8'0'0,"-9"17"0,-17 17 0,-9 0 0,0 0 31,18-8-15,8-18-16,17 1 16</inkml:trace>
  <inkml:trace contextRef="#ctx0" brushRef="#br0" timeOffset="38479.62">28310 15385 0,'0'0'0,"-17"25"0,17-25 0,-34 85 0,-17 9 15,8-1 1,18-16-1,25-26-15,8-34 16</inkml:trace>
  <inkml:trace contextRef="#ctx0" brushRef="#br0" timeOffset="38822.8">28797 15180 0,'0'0'0,"0"0"0,-9 0 16,-8 26-16,-17 25 31,-43 43-31,1 16 16,16-33-1,0-18-15,34-33 16</inkml:trace>
  <inkml:trace contextRef="#ctx0" brushRef="#br0" timeOffset="39308.89">28899 15402 0,'0'0'15,"0"0"-15,0 0 0,0 0 16,0 0-16,0 0 16,-8 8-1,-1 35-15,-16 16 16,-1-16-1,-8-1-15,0-16 16,17-9 0,0-9-16,17 1 15,0-9 1,0 0-16,0 0 16,0 0-1,0 0-15,0 0 16,0 0-1,17 17-15,0 0 16,-9 8 0,9-8-16,9 9 15,25-18 1,-25-8-16</inkml:trace>
  <inkml:trace contextRef="#ctx0" brushRef="#br0" timeOffset="39547.9">29915 15529 0,'0'0'0,"-9"0"0,1 17 0,-1 9 16,1-1-16,-1 1 15,9-9 1,0-9 0,0-8-16</inkml:trace>
  <inkml:trace contextRef="#ctx0" brushRef="#br0" timeOffset="39993.94">30308 15325 0,'0'0'0,"-9"0"0,-8 26 0,-9 16 15,-8 18 1,0-18-16,17 1 0,0-18 31,17-8-31,0-8 16,8 8-16,18-9 15,8 1-15,9-1 16,-17-8-16,-9 0 31,-9 0-15,1 0-16,-1 0 0,-8 0 15,0 0-15,0 9 16,0 8 15,9 0-31,-1 17 0,1-9 16,-1 1 0,-16-1-16,-1 1 15,-16 8 1,-1-9-1,18-8 1</inkml:trace>
  <inkml:trace contextRef="#ctx0" brushRef="#br0" timeOffset="40380.62">31434 15291 0,'0'0'0,"-8"0"0,-9 17 15,-18 9-15,-16 33 16,-17 26 0,0-17-16,16 0 15,18 0-15,0 0 16,17 9-1,9-35-15</inkml:trace>
  <inkml:trace contextRef="#ctx0" brushRef="#br0" timeOffset="40756.97">31588 15529 0,'0'0'0,"-9"9"15,1 8 1,-18 17-16,-17 8 16,9 1-1,0-1-15,17-16 16,0-1 0,17 1-16,9 8 15,8-9 1,8-8-16,-8-8 15,17-1 1,26-25-16,26-25 16,-44 16-1</inkml:trace>
  <inkml:trace contextRef="#ctx0" brushRef="#br0" timeOffset="40935.5">31554 16073 0,'0'9'0,"0"16"0,0 1 0,8-1 16,35 9-16,-9-16 15</inkml:trace>
  <inkml:trace contextRef="#ctx0" brushRef="#br0" timeOffset="41251.1">32979 15427 0,'0'0'0,"-9"26"16,-8 16-1,0 9-15,0 0 16,-8 26-16,-9 8 15,-1 0-15,10-9 16,16-42 0</inkml:trace>
  <inkml:trace contextRef="#ctx0" brushRef="#br0" timeOffset="41602.83">33192 15733 0,'0'0'0,"0"0"0,0 0 16,0 0-16,0 17 15,0 0 1,0 26-1,17 8 1,1 8-16,24 9 16,1-8-16,-9-9 15,-17-9 1,0-25-16,-8 9 16,-18 0-1,-33-9-15,-1-9 16,17-8-1</inkml:trace>
  <inkml:trace contextRef="#ctx0" brushRef="#br0" timeOffset="41751.37">33252 15665 0,'0'0'0,"0"0"0,17 0 0,43 26 16,85 16 0,239 69-16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3:44:15.6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22490 9908 0,'-9'0'0,"-17"0"0,-16 8 0,-61 26 16,-76 43 0,0 16-16,25 18 15,18 16 1,50-7-16,52-27 16,43-16-1,42-18-15,94-8 16,94-34-1,26-68-15,-1-42 16,-59-9 0,-60 16-16,-42 35 15,-52 17 1,-34 0-16,-17 9 16,-43-1-1,-59 9 1,-95 26-16,27 8 15,119-9-15</inkml:trace>
  <inkml:trace contextRef="#ctx0" brushRef="#br0" timeOffset="283.19">22720 10954 0,'0'0'0,"0"0"0,0 0 15,0 0 1,0 0-16,26 17 15,25 17 1,51 8-16,26 9 0,9 9 31,-1 8-31,129 59 16</inkml:trace>
  <inkml:trace contextRef="#ctx0" brushRef="#br0" timeOffset="753.29">24111 11524 0,'-8'0'16,"-18"0"-16,-25 8 0,-34 18 0,-9 8 16,0 25-1,0 26-15,9 9 16,33-9-1,35 8-15,51 1 16,52-26 0,33-34-1,18-51-15,42-43 16,-25-33 0,-43 8-16,-43-9 15,-34-8 1,-34 26-16,-26-1 15,-50 1-15,-44 25 16,69 34 0</inkml:trace>
  <inkml:trace contextRef="#ctx0" brushRef="#br0" timeOffset="1108.91">24376 12042 0,'0'0'0,"0"0"0,0 0 16,8 0 0,9 17-1,52 0-15,50 9 16,35 8-16,-43-9 16,8 26-1,69 17-15,111 52 16</inkml:trace>
  <inkml:trace contextRef="#ctx0" brushRef="#br0" timeOffset="1558.31">25955 12238 0,'-9'0'0,"-33"0"0,-35 17 0,-17 17 31,-17 8-31,8 18 16,18 8-16,25 9 15,35 8 1,25-9 0,51 9-16,26-17 15,34-25 1,59-9-16,-24-26 15,-53-16 1,-16-18-16,-8-8 16,-18-17-1,-26-8-15,-25-18 16,-25 9 0,8 34-16</inkml:trace>
  <inkml:trace contextRef="#ctx0" brushRef="#br0" timeOffset="1883.88">26117 13088 0,'0'0'0,"0"0"0,0 0 16,8 9-16,44 33 15,33 9 1,26 17-16,8 0 15,-42-8 1,-34-26-16</inkml:trace>
  <inkml:trace contextRef="#ctx0" brushRef="#br0" timeOffset="2361.36">27431 13633 0,'-17'-9'0,"-34"1"0,-34-1 16,-26 9-16,-34 0 16,8 26-1,26 16-15,0 18 16,43-18-16,25 1 15,26-18 1,26 9 0,16-8-16,61-1 15,50-25-15,18-34 16,-35-8 0,9-26-16,-17-9 15,-34 18 1,-43 33-16</inkml:trace>
  <inkml:trace contextRef="#ctx0" brushRef="#br0" timeOffset="2795.38">27235 13905 0,'0'0'0,"17"17"15,34 25-15,18 26 0,33 9 32,-8 8-32,-34-9 15,-35-41 1</inkml:trace>
  <inkml:trace contextRef="#ctx0" brushRef="#br0" timeOffset="3191.49">28609 14543 0,'-8'0'0,"-27"-9"0,-50-8 0,-43 0 16,-43 26-16,-16 33 15,-1 35 1,43-9-16,59 0 16,35 0-1,34-9-15,51-16 16,69-1-1,93-25 1,26-42-16,-34-26 16,-26-9-16,-51-8 15,-60 9 1,-34 25-16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3:45:50.66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27192 1794 0,'0'0'0,"0"0"0,-8 0 0,-1 17 15,-16 0-15,-1 17 16,-17 26 0,1 8-16,8 26 15,8 8 1,9-26-16,8 1 16,9-9-1,9 8-15,34 1 16,25-1-1,43-8-15,77 0 16,-26-34 0,17-8-16,43-9 15,-68-8 1,-18-9-16,1 0 16,-52 0-1,-25 8-15,-18 1 16,-16-1-1,0 1-15,-18-1 16,1 1-16,-9-9 16,8 0-1,-8 0 1,0 0-16,0-9 16,9-16-1,16-52-15,18-42 16,17-77-16,-9-33 15,9-77 1</inkml:trace>
  <inkml:trace contextRef="#ctx0" brushRef="#br0" timeOffset="16624.3">26629 2237 0,'0'0'15,"-9"0"-15,-8 0 0,-25 0 0,-9 17 0,-26 8 16,-34 26 0,-17 17-1,-9 0-15,-25 9 16,-34 16-16,-18 18 15,-33 17 1,-18-1 0,-16 26-16,-18 43 15,-17 8 1,-128 85-16,52-8 16,25 16-16,-26 35 15,94-34 1,1 42-16,7-17 15,10-8 1,-1-9 0,35-26-16,25-16 15,42-34 1,18-52-16,43-25 16,42-34-1,26-42-15,25-43 16,26-25-16</inkml:trace>
  <inkml:trace contextRef="#ctx0" brushRef="#br0" timeOffset="18088.59">26697 1922 0,'0'0'0,"9"9"0,8 8 15,9 17-15,8 34 16,17 42 0,9 9-16,-1-8 15,61 42 1,42 51-16,-34-25 16,26 42-1,16 8 1,18-8-16,43 35 15,-18-35 1,-34 8-16,35 18 16,16 25-16,-42-25 31,17-9-31,-9 0 0,17 9 16,-8-1-16,-68-67 15,-18 25 1,1-26-1,-26-50-15,-26-17 16,-25-9-16,-18-26 31,1-16-31,-18-18 16,1-16 0,-1-1-16,-8-16 15,0-1-15,0 1 16,0-9-1,0 0 1,0 0-16,0 0 16,0 0-1,0 0-15,0 0 16,0 0-16,0 0 16,0 8-16,0-8 15,0 9 1,0-1-1,0 1-15,0-1 16,0 1-16,0-1 31,0 1-31,0-1 16,-8 9 0,-1 9-16,-8 25 15,0 25 1,0 18-16,9 8 15,8-8 1,0-1-16,8 26 16,9 9-1,0-18-15,9-8 16,-9 9 0,8 8-16,-7 9 0,-1-26 15,-9-26 1,1-8-1,8 0 1,-9 9-16,1-9 16,-1-9-1,1-16 1,-1-1-16,1-16 16,-9-9-16,0-9 15,0 1-15,0-1 16,0-8-1,0 0 1,-9 0-16,-8 0 16,-119-25-1,-120-26-15,-60-26 16,-119-8 0,-26 17-16,-17 26 15,-51-1 1,-43 1-1,-43 8-15,-16-9 16,-44 1-16,-84 8 16,-1 0-1,-68 8 1,-76 1-16,-18-9 0,-51 25 16,0 18-1,486 8 1</inkml:trace>
  <inkml:trace contextRef="#ctx0" brushRef="#br0" timeOffset="28546.58">4814 5052 0,'0'0'0,"0"0"0,0 0 16,0 0-16,0 0 15,0 0-15,0 0 16,0 0-1,-9 0 1,1 17-16,-18 17 16,0 25-1,1 18-15,-1-1 16,1 26 0,-10 9-1,18-9-15,17-34 16,0-17-16,9-8 15,8-18 1,17 9-16,34-8 16,26-9-1,17-9 1,26-8-16,25-8 16,0 8-16,17-9 15,9 1-15,17 16 16,34 1-1,0-9 1,8 0 0,10 8-16,-1 9 15,17-8 1,8 8-16,27 0 16,-1 17-16,9 17 15,-1-26-15,44 9 31,-9 9-31,-43-18 16,-8-8-16,-35 9 16,-42-9-16,-51 0 31,-17-9-31,-43 1 16,-60-9-1,-17 0-15,-17 0 0,-8 0 16,-1 0-1,-16-9-15,-1-25 16,-25-42-16,0-26 16,17-9-1,8 52 1</inkml:trace>
  <inkml:trace contextRef="#ctx0" brushRef="#br0" timeOffset="38838.69">10088 6710 0,'0'0'0,"0"26"0,17 16 0,9 9 16,-9 9-16,0-9 15,-8 0-15,-18 0 31,-8 17-31,-9-9 16,9-8-16,0-17 16,9-8-1,8-18 1,0 1-16,0-9 16,8 0-1,26 0-15,26-9 16,51 9-16,0-8 15,-17-1 1,-9 9-16,-8 0 16,43 9-1,-1-1-15,-42 1 16,0 8-16,-9-9 31,-17 1-31,0-1 16,18-8-1,8-8-15,-18-9 16,-7-17-16,-10-26 16,-8-16-1,-8-35 1,0-33-16,-9-18 16,8-127-1</inkml:trace>
  <inkml:trace contextRef="#ctx0" brushRef="#br0" timeOffset="42555.44">6034 3938 0,'0'0'0,"-8"-9"0,-1 1 16,9 8-16,0 0 15,9-34 1,-1 8-16</inkml:trace>
  <inkml:trace contextRef="#ctx0" brushRef="#br0" timeOffset="42698.34">5881 3682 0,'0'0'0,"0"0"0,0 0 16,0 0-16,0 0 15,0 0-15,-9 0 32,1 0-32,8 0 15</inkml:trace>
  <inkml:trace contextRef="#ctx0" brushRef="#br0" timeOffset="43286.57">4515 3419 0,'0'0'15,"0"0"-15,0 0 0,-9 0 16,1 0-16,-18 17 16,-16 17-1,-27 25 1,-7 26 0,-1 9-16,8 34 15,18 8 1,26-9-16,16 1 15,35 8 1,33 17-16,27-17 0,8-51 31,25-25-31,52-35 16,-18-59-16,-33-60 16,8-25-1,-26-8 1,-42-18-16,-34-16 15,-52 16 1,-68 26-16,-170 17 16,-223 76-1,78 60-15</inkml:trace>
  <inkml:trace contextRef="#ctx0" brushRef="#br0" timeOffset="47054.48">6043 8122 0,'0'0'0,"-9"0"0,1 17 16,-1 17-16,-8 0 16,0 8-1,0 1 1,8-1-16,-8 1 15,9-9 1,8 0-16,0-9 0,17 1 16,34-1-1,26 1 1,25-9-16,43-17 16,18-17-1,-10 0-15,18-9 16,0 9-16,8 17 31,0 0-31,26 9 16,17 8-1,25-9 1,-8 9-16,0-8 0,0-1 16,-17 1-16,17 8 15,-25 0 1,-1 9-1,9 8-15,-9 8 16,1-8 0,-27-8-1,-16-1-15,-9-8 0,-17 0 16,-34-8 0,-34-9-1,-26 0 1,-25 0-16,-1 0 15,-16-9 1,0-8-16,-1-17 0,1-68 31,8-170-31</inkml:trace>
  <inkml:trace contextRef="#ctx0" brushRef="#br0" timeOffset="56193.01">9585 9117 0,'0'0'0,"0"0"0,0 0 0,0 0 16,0 0-16,0 0 15,0 17 1,8 17-16,-8 17 16,0 17-1,0 0 1,0 0 0,0-9-16,0-7 15,0-10-15,17-8 16,0 0-1,0-8 1,35-1-16,33 1 16,9-18-1,0 1-15,17-9 16,42 8 0,1 1-16,-34 16 0,25 1 15,25 8 1,18 0-1,0 8 1,17-16-16,-18-1 16,44 1-16,16-9 15,-33 0-15,-1-9 16,-42-8 0,-18 9-1,-7-9 1,-35-9-16,-60 9 15,-9 0-15,-16 0 0,-17-8 32,-1-1-17,1 1-15,-9-9 16,-17-34 0,-1 8-16</inkml:trace>
  <inkml:trace contextRef="#ctx0" brushRef="#br0" timeOffset="62117.82">5744 11294 0,'0'0'0,"0"0"0,0 0 16,0 0 0,0 0-16,0 0 15,0 8 1,0 9-1,9 17-15,-9 9 16,0 8 0,0-8-16,0 8 15,17 0 1,0 8-16,8-8 16,1-8-16,-9-1 15,17-16 1,9-1-16,25 1 15,0-18 1,9 1 0,9-18-16,16 1 15,26-1 1,9-16-16,8-1 16,34 1-1,17 8-15,0 0 16,-8 0-1,9 8-15,24 1 0,-16-1 16,-17 9 0,8 0-1,18 0 1,-9 0-16,-18 9 16,1-1-1,8-16-15,-25 8 16,0-9-1,-18 1-15,-16-1 16,-35-8 0,-25 9-16,-17-1 0,-9 9 31,-25-8-31,-1 8 16,-8-9-16,-8 1 15,8-9 1,0-17-1,9-17-15,-9 25 16</inkml:trace>
  <inkml:trace contextRef="#ctx0" brushRef="#br0" timeOffset="69616.67">9935 12255 0,'0'0'0,"0"0"0,0 0 0,0 0 0,0 0 16,8 17-1,1 8-15,-1 9 16,-8 0 0,0 1-1,0 16-15,0 17 16,0-9-1,0 1-15,0-18 0,0-8 32,9-8-32,-1-1 15,9 1-15,18-18 16,24 1-16,35-18 16,43-16 15,-9-1-31,-9 1 15,26-9 1,18 0-16,-10 17 16,26 0-1,26 8-15,-8 9 0,33-8 32,-8 8-32,-26 0 15,26 0-15,0-9 16,34 1-1,-8-9 1,-9 0-16,0 0 0,-9 8 16,9-8-16,-43 9 31,-8 8-15,0 8-16,-43 1 15,-17 8 1,0 0-16,0 0 15,-34 0 1,-26 0-16,-25-9 16,-18 1-1,1-1-15,-17-8 16,-1 0 0,9-8-16,0-18 15,0-33 1,0-18-16,-8-25 15,-1 51 1</inkml:trace>
  <inkml:trace contextRef="#ctx0" brushRef="#br0" timeOffset="75802.63">5377 17290 0,'0'0'0,"0"0"0,0 0 0,0 0 16,17 0-16,17 0 16,26 0-16,25 0 15,9 0-15,17 0 32,51-9-32,9 1 0,34-18 15,17-8 1,17 9-1,34-9 1,17 8-16,9 9 16,34 25-16,51 18 0,25 42 31,-25 9-31</inkml:trace>
  <inkml:trace contextRef="#ctx0" brushRef="#br0" timeOffset="83777">5829 14296 0,'0'0'0,"0"0"0,0 0 0,0 0 0,9 17 15,-1 17-15,1 43 16,-26 33-16,-9 9 15,9-8 1,0-26-16,0-34 16,9-17-1,8-9-15,0-16 16,0-1 0,0 1-16,25-1 15,43-25 1,35-17-16,25-8 15,8-9 1,-8 0 0,26 8-16,8 1 15,0 8 1,43 0-16,9 0 16,25 8-16,8 9 15,-8 0 1,17 9-1,-8 8-15,-1-9 16,26 9 0,0-25-16,-8-1 15,-17 9 1,-27-8-16,-16-9 16,-8 8-1,-10-16-15,-33 8 16,-43-1-1,-17 1-15,-17 9 16,-43 8 0</inkml:trace>
  <inkml:trace contextRef="#ctx0" brushRef="#br0" timeOffset="87217.17">9585 15810 0,'0'0'0,"0"0"0,0 0 16,0 0-16,0 0 16,0 0-1,0 0-15,0 0 16,0 17 0,0 8-16,17 1 15,0-1 1,26-8-16,50 0 15,27-8 1,8-18 0,68 1-16,9-1 15,0 1 1,51 8-16,51 8 16,9 1-16,43-1 15,16-8 1,-16 0-1,25 17-15,-9 9 16,-25 8-16,-17 17 16,0-9-1,-17-8-15,-43 0 16,-17 9 0,-34-17-1,-43-1-15,-25 1 16,-26-9-1,-43-9-15,-34-8 16,-17 0 0,-8-8-16,-9-1 15,0-25 1,-8-25-16,8-61 16,8-169-1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3:52:22.653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3918 4618 0,'0'0'0,"0"0"0,0 0 0,0 0 15,0 0-15,0 0 16,-18 0-16,-33 8 16,-60 43-1,-25 26 1,-18 17-16,-76 50 15,42 18 1,26-26-16,-26 0 16,26 8-16,51-16 31,17-9-31,-17-17 16,17 9-1,9 8-15,17 0 16,25-26-16,17-16 15,26 25-15,26 8 16,17 1 0,25 8-16,17-25 15,-25-35 1,17 26 0,34 17-1,8 0-15,-8 0 16,-34-25-16,-26 8 15,-8 9 1,-18 16-16,-25 1 16,-25-18-1,-61 9 1,-50 0-16,16-17 16,1-8-1,-35-9-15,26-43 16,51-16-16,35-1 15,16-8 1,9 0 0,0 0-16,8 0 15,9 0 1,0 17-16,26 43 0,25 42 16,1 51-16,-1 34 15,-34 43 1,-34 25-1,-43 34 1,-25-17 0,33-51-16,27-42 15,33-9-15,61-8 0,76-1 32,85-33-17,69-43-15,128-77 16,-18-25-1</inkml:trace>
  <inkml:trace contextRef="#ctx0" brushRef="#br0" timeOffset="45029.26">26356 2271 0,'0'0'0,"0"8"0,8 26 16,27 43-16,50 67 0,17 35 15,35 17 1,25 16-1,-8-8-15,16 9 16,44 33-16,-18-41 16,-17-1-1,18-9-15,-61-50 16,-59-52 0,-9-8-1,1-8-15,-18 0 16,-9-26-16,-7-17 15,-1-17 1,34-17-16,-17 0 16</inkml:trace>
  <inkml:trace contextRef="#ctx0" brushRef="#br0" timeOffset="45339.88">28840 3665 0,'-9'0'0,"-42"9"0,-111 16 31,-94 9-31,-52 0 16,-42 18-16,-102 7 15,-34 18-15,-1-9 16,9 0 0,86 0-16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3:57:42.812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28217 3113 0,'0'0'0,"0"0"15,17 8-15,529 434 0,-427-357 0,1 26 0,-9 0 16,8 8-16,-8-17 16,-25-9-1,-1 18-15,-17-18 16,-8-25 0,0-8-16,-18-18 15,-8-16 1,-8-9-16,-17-9 15,-1 1 1,-8-9-16</inkml:trace>
  <inkml:trace contextRef="#ctx0" brushRef="#br0" timeOffset="517.77">30026 3989 0,'0'0'0,"0"0"0,0 0 16,0 0 0,0 0-1,0 17 1,0 0-16,8 8 16,1 9-1,17 17-15,16 43 16,27 33-16,-1-25 15,17 0 1,1 0 0,-10-8-16,-16 0 15,-17-18-15,-18-25 16,-16-25-16,-1-9 16,1-9-16,-35 9 31,-42-8-31,-26-18 15,-25-16 1,-35-9 0,-25-9-16,0 9 0,-9 9 15,-119 8 1</inkml:trace>
  <inkml:trace contextRef="#ctx0" brushRef="#br0" timeOffset="11934.1">28404 4984 0,'0'0'0,"-8"0"0,-9 25 15,-35 18-15,-16 33 16,-43 52 0,-51 50-16,-17 9 15,-9 9 1,-34 17-16,9-43 16,59-34-1,-8 8-15,25-33 16,61-43-1,24-8-15,18-18 16,17-16 0,0-1-1,17-8-15,9-8 16,16-1-16,9 1 16,1-9-1,-10 0 1,-8-9-16,-8 1 0,-1-1 15,-16 1 1,-9-1 0,-9-8-16,-8 17 15,-26 0 1,-8 17 0,0 17-16,8 0 0,-17 17 15,-8 9 1,25-18-16,26-16 15,17-1 1,0-16-16,17-1 31,8-8-31,43 9 16,95-1-16,144-33 16,60-1-16,8 26 15</inkml:trace>
  <inkml:trace contextRef="#ctx0" brushRef="#br0" timeOffset="202265.81">3363 4677 0,'0'0'0,"-9"-8"0,-8-9 0,-26-9 16,-42-8-1,-26 0-15,0 17 31,-25 17-31,-78 9 16,35 33-16,25 35 0,-33 8 16,25 9-1,25 8-15,9 8 32,26 9-32,42-17 15,17 9-15,17 16 16,26 9-1,43-8 1,34-9-16,0-8 0,17 25 31,0-17-31,-26-26 16,-8-16 0,-18-1-16,-8-8 15,-34 9-15,0 0 16,-25-9-1,-18 17 1,-25 8-16,8-33 16,17-18-1,9-16-15,0-18 16,17 1-16,0-1 16,17-8-1,0 0-15,17 0 16,51 26-1,52 16 1,16 9-16,-59 0 16,0 26-1,8 42-15,-33 43 16,-52 33 0,-77 60-16,-60 17 15,-16-33-15,67-61 16,61-25-1,59-8 1,85-18-16,214-8 16,205-68-1,-120-51-15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3:58:16.886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3021 5179 0,'0'0'0,"-8"9"0,-26 25 16,-18 42-16,-7 26 15,-10 60 1,1 17-16,17-35 15,8 9 1,1 17 0,16-51-16,9-51 15,0-8 1,17-1-16,0-16 16,0-9-1,0-9-15,0 1 16,25-9-16,18 0 15,17-8 1,59-18-16,35-8 16,8-9-1,43-8 1,34-8-16,9 8 16,25 8-16,0 1 15,25 8 1,18 17-1,-8-9-15,41 18 16,-33 8-16,-26 0 16,1-9-1,-27 9 1,-8 0-16,-34-8 16,-34 8-1,-9-9-15,-8 1 16,-43-1-1,-34 1-15,-34-9 16,-18-9 0,-8-8-16,0-8 15,9-18-15,0-8 16,0-25 0,-1-18-1,-16-16-15,-9-1 16,-9 52-1</inkml:trace>
  <inkml:trace contextRef="#ctx0" brushRef="#br0" timeOffset="1316.17">2680 9806 0,'0'0'0,"0"0"0,0 17 16,9 8-16,-1 9 0,-8 26 31,0 33-15,-8 52-16,-1 33 0,-8 10 31,0-18-31,0-17 16,8-34-16,1-26 15,8-42 1,0-8 0,0-9-16,17 0 15,51 0 1,34-17-16,35-17 15,59-17 1,9-9-16,0 1 16,25 8-1,18 0-15,34 8 16,68 9 0,8 0-16,18 0 15,42 17 1,-26 9-16,1-18 15,0 9 1,-35 0-16,-34-17 16,1-8-1,-44-1-15,-50-16 16,-35 8 0,-68 0-16,-34 0 15,-43 0 1,-17 8-16,-17 1 15,-17-18 1,-8-16-16,-35-18 16,-51-16-1,-34 8-15,69 42 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3T23:58:42.470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7519 10852 0,'0'0'0,"0"0"0,-8 8 0,-18 35 15,-17 16 1,9 26-16,0 0 15,17-17 1,9-8 0,16-1-16,26 1 15,35-9-15,-1-17 16,17 0 0,60-8-1,17-9-15,-25-9 16,8 9-16,43 0 15,-35-8 1,18 8-16,43 8 16,-61-16-1,-25 8 1,-8 0-16,-26-9 16,-26 1-16,-17-1 15,-17 1 1,-8-9-16,-18 0 15,1-9 1,-1 1 0,1-26-16,-1-26 15,1-25 1,0-9-16,-1 52 16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4T00:00:47.161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19588 11804 0,'0'0'0,"0"0"0,0 0 16,0 0-16,0 17 0,8 17 15,-8 17 1,-8 26-16,-1 8 15,1-9 1,8-16 0,0-1-16,0 1 15,8-9-15,9-8 16,9-9-16,8 0 16,9-9-1,16 1-15,10-9 16,16-17-1,35-9-15,8-8 16,-9 0 0,1 0-1,16-8-15,9 8 16,-17 0 0,34-9-16,9 9 15,-9 0 1,52-9-1,-10 1-15,-41 8 16,41 0 0,18 8-16,-17-8 15,17 0 1,-9 17-16,9 0 16,26 0-16,-18 0 15,9 9 1,-8-9-1,16 0-15,9 8 16,9 1-16,-26-9 16,17 8-1,9 1 1,-9 8-16,-17-9 16,-18 9-1,10 0-15,-35 0 16,26 0-1,-9 9-15,-76-9 16,0-8 0,-9-1-16,-43-8 15,-42 0 1,-18 0-16,-8-8 16,0-1-1,18-16-15,-1-27 16,17-24-1,0-43-15,60-153 16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4T00:02:00.107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3499 9653 0,'0'0'0,"0"0"0,0 0 15,0 0-15,17 17 16,0 0-1,1 25-15,-1 18 16,-9 33 0,1 18-1,-9-26-15,0-34 16,0-9 0,0-16-16,0-9 15,0-9-15,0 1 16,0-1-1,17 1-15,17 8 16,17-9 0,9 1-1,34-1-15,25-8 16,26 0-16,-8-8 16,-1 8-1,61 0-15,-35-9 16,-8 9-16,25 9 15,-9-1 1,-16 1 0,0-9-16,8 8 15,-26-8 1,-25 0 0,-8 0-16,-18 0 0,-25 0 15,-17 0 1,-18 0-1,-8-8-15,0-9 16,-8-43-16,8-59 16,0 0-1,17-8 1,51-60 0,26-1-16,77-50 15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4T00:02:38.968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10430 5843 0,'0'0'0,"0"0"0,0 8 0,-9 298 0,9-229 0,0-9 0,0-68 0,0 42 15,26-8-15,16 9 16,44-9 0,25-17-16,0-17 15,17-9 1,42 1-16,-16-9 16,0 0-16,59-9 15,-17 1 1,1 8-16,50 0 15,-33 8 1,16 18 0,0-9-16,18 0 15,34 0-15,25 0 16,17 0 0,-17 0-16,43 8 15,-17 18 1,34-1-1,-34 1-15,-9-1 16,69 9 0,-43 0-16,-26-25 15,69 25 1,-18-9-16,-25-8 16,34 17-16,-42 1 15,-52-10 1,69 18-1,-1-1-15,-51-16 16,18-1 0,-44-8-16,-8-8 15,-8-1-15,-52 9 16,-51-8 0,-42-9-16,-35-9 31,-33 1-31,-18-1 15,-9 1-15,1-18 16,-9-8 0,-9-42-16,1-35 15,-9-17 1,9 60 0</inkml:trace>
  <inkml:trace contextRef="#ctx0" brushRef="#br0" timeOffset="981.44">6324 7577 0,'0'0'0,"0"0"0,43 0 16,59-8 0,86-9-1,60-9-15,68 1 0,16-1 16,-7-8 0,102 9-1,-1 8 1,27 17-16,67 17 15,26 0 1,60 8-16,69 26 16,-35 17-16,-222-8 15</inkml:trace>
  <inkml:trace contextRef="#ctx0" brushRef="#br0" timeOffset="3882.23">3013 8096 0,'0'0'0,"0"0"0,0 0 16,0 9-16,-9 16 16,9 9-1,0 0 1,0 17-16,-8 0 15,-1 17-15,9-8 16,0-1 0,0-16-16,0-1 15,0-7 1,26-1-16,8-9 16,9-8-1,68 0-15,25-17 16,9-17-16,60-8 31,0-9-31,-43 8 16,43 9-1,-9 17-15,-59 0 16,-35 17-16,-8 9 16,-9-1-1,-33 1-15,-18-18 16,-9 1-1,-16-1 1,-1-8-16,1-8 0,0-18 16,-1-42-1,1-43-15,-9-59 32,-35-144-32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4T00:03:49.381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3038 2858 0,'0'0'0,"-8"8"0,-1 26 0,-16 34 0,-9 34 31,-18 26-31,1 25 0,17 17 31,8-51-31,9-51 16,17-26-16,0-8 16,9-8-1,25-9 1,51 0-16,43-8 15,-8-9 1,16-9-16,44-8 16,-18-9-1,17 18-15,43-1 0,-17 1 16,8 16 0,26 9-1,17 1-15,0-1 16,35 0-1,16 0-15,17 8 0,26 1 16,-26-9 15,26 8-31,-34 1 16,-9-1-16,-25 1 16,-43-1-1,-17-16 1,-43 8-16,0 0 15,-51-17 1,-42-9-16,-35 1 16,-25-1-1,-1 1-15,1-26 16,-9-17-16,-9-26 16,1-16-1,-9-52-15,25-153 16</inkml:trace>
  <inkml:trace contextRef="#ctx0" brushRef="#br0" timeOffset="33997.01">4327 9780 0,'0'0'0,"0"0"0,0 0 0,0 0 0,-8 0 0,-1 17 0,1 0 15,-18 26-15,0 16 16,1 26-1,8 0-15,0-25 32,8-18-32,1 9 15,-1 0 1,9-8-16,0-1 16,0-8-16,0 0 15,9-8 1,-1 0-1,9-9-15,9 0 16,8-9 0,9 1-16,-1-18 0,35 1 15,8-1 1,18 1 0,8-9-1,-17 8-15,25 1 16,35-10-1,-1 1-15,18 0 16,17-8-16,0 8 16,8 0-1,9 0 1,-26 8-16,9 1 16,42-1-16,-8 9 15,-8 0 1,7 0-16,18 0 15,0 9 1,17-9 0,9 0-16,0 0 15,-1 8 1,1 1-16,-1 8 0,-25-9 31,-8-8-31,-18 9 0,9-9 16,9 8-1,-1 1 1,0-1-16,-42 1 16,-17-1-16,0 9 15,-35 0 1,-42-8-16,-26 8 31,-8 0-31,-9-8 16,-8-1-16,-17 1 15,-9-1 1,-9-8 0,1 0-16,8-8 15,0-9 1,0-9-16,0-17 0,0-16 16,-8-18-16,-9 35 31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4T00:05:45.557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15295 5060 0,'0'0'0,"0"0"0,-35 9 0,-101 42 16,-18 25 0,86-16-1,0 8-15,-35 25 16,-42 43-16,9-8 15,50-17 1,27-9-16,24 8 16,10 26-1,50-8 1,69-9-16,51-34 16,-51-26-16,128-16 15,17-9 1,-128-43-1,77-16-15,17-35 16,-94-8-16,-52-25 16,-16-26-1,-17-9-15,-18-8 16,-8-8 0,-34 16-1,-43 9 1,-68-26-16,26 35 15,76 50-15,0 9 16,-25 0 0,34 26-1</inkml:trace>
  <inkml:trace contextRef="#ctx0" brushRef="#br0" timeOffset="3201.17">14757 6523 0,'0'0'0,"0"0"0,0 0 0,-9 0 0,1 17 32,-18 0-32,-8 8 15,-34 9-15,-18 18 16,-33-1 0,-35 8-1,1 26-15,-27 26 16,1 8-1,9-9-15,24-16 16,36-26 0,16 8-16,34-25 0,26-8 31,17-18-31,0 1 16,17-18-1,0-8-15</inkml:trace>
  <inkml:trace contextRef="#ctx0" brushRef="#br0" timeOffset="3616.89">13076 7518 0,'-18'0'0,"-33"0"0,-60 25 15,-42 43 1,-27 26-16,-24 8 16,-10 34-1,18 17-15,76-42 16,52-35 0,25-8-16,35-17 15,25 0-15,94 9 16,111-35-1,51-42 1,-8-51-16,-35-25 16,-17-26-16,-42-9 15,-60 26 1,-51 26-16,-35-1 16,-50 1-1,-137-9-15,-222 76 16,-86 77-1,78-8 1</inkml:trace>
  <inkml:trace contextRef="#ctx0" brushRef="#br0" timeOffset="28250.83">11514 8564 0,'0'0'0,"0"0"0,0 0 16,0 0-16,-26 17 0,-42 34 31,-86 26-31,-34 8 16,-16 17-16,-1 0 15,25 0-15,18 0 16,51-17-1,9-26 1,59-33 0</inkml:trace>
  <inkml:trace contextRef="#ctx0" brushRef="#br0" timeOffset="28599.7">9875 9619 0,'-9'0'0,"-33"25"0,-52 18 15,-26 25-15,18 0 16,42-9-16,26 1 15,17-9 1,8-17-16,44 0 16,101-17-1,52-51-15,76-60 16,-33 1 0,-86 8-1,0-17-15,-68 25 16,-51 18-16,-61-18 15,-7 26 1</inkml:trace>
  <inkml:trace contextRef="#ctx0" brushRef="#br0" timeOffset="28953.53">8962 10418 0,'-9'0'0,"-25"0"0,-43 25 0,-42 10 15,-35 16 1,-8 0-16,17 17 16,8 8-1,9 18-15,26-26 16,68-34-1</inkml:trace>
  <inkml:trace contextRef="#ctx0" brushRef="#br0" timeOffset="29349.97">7502 11294 0,'-8'0'0,"-26"8"0,-52 26 0,-25 17 16,-17 9-1,0 25-15,17 0 16,26-17-1,25 0-15,43-17 16,34 0 0,77-8-16,43-18 15,42-42 1,51-51-16,-51-42 16,-16-9-1,-27-9-15,-50 9 16,-44 0-16,-33 17 15,-9 51 1</inkml:trace>
  <inkml:trace contextRef="#ctx0" brushRef="#br0" timeOffset="29767.59">6435 12357 0,'-8'0'0,"-43"17"0,-60 34 0,-43 34 31,-17 9-31,9 8 16,34-17-1,9-9-15,67-42 16</inkml:trace>
  <inkml:trace contextRef="#ctx0" brushRef="#br0" timeOffset="30145.85">5044 13275 0,'0'0'0,"-17"9"0,-68 25 15,-60 34 1,-9 17-16,9 17 15,17 0 1,25-8-16,52-9 16,26-26-1,42-8-15,34-8 16,85-26 0,112-43-16,8-76 15,0-42-15,-51-18 16,-43 1-1,-25 7 1,-61 27-16,-41 25 16,-18 59-1</inkml:trace>
  <inkml:trace contextRef="#ctx0" brushRef="#br0" timeOffset="30719.28">16020 6821 0,'0'0'16,"26"8"-16,51 35 0,16 25 16,1 17-16,17 17 15,0-9 1,9 1-16,-18 8 15,-59-60-15</inkml:trace>
  <inkml:trace contextRef="#ctx0" brushRef="#br0" timeOffset="31158.82">17172 7833 0,'-34'0'15,"-26"17"-15,-33 25 16,-18 9-16,25 17 16,35 0-16,25-8 15,52 8 1,17-9 0,85-16-16,85-18 15,0-33 1,35-43-16,-52-26 15,-51-8 1,-8 0-16,-60 9 16,-60 16-1,-17 35-15</inkml:trace>
  <inkml:trace contextRef="#ctx0" brushRef="#br0" timeOffset="31664.34">17778 8726 0,'0'0'0,"0"0"0,0 0 15,9 8 1,16 18-16,18 16 15,8 9 1,35 26 0,59 25-16,8 8 0,10 1 31,-10-18-31,129 43 16</inkml:trace>
  <inkml:trace contextRef="#ctx0" brushRef="#br0" timeOffset="32060.31">19315 9738 0,'-9'0'0,"-25"-9"0,-34 18 15,-26 33-15,-26 9 0,18 17 32,34 0-17,25-8-15,34-9 16,43 25-16,43-8 15,60-8 1,76-35-16,-16-42 16,-18-51-1,17 0 1,-59 0-16,-61 9 16,-33-9-1,-26 34-15</inkml:trace>
  <inkml:trace contextRef="#ctx0" brushRef="#br0" timeOffset="32945.57">19784 10733 0,'0'0'0,"0"0"0,9 8 16,33 35-16,61 33 16,42 26-1,17-8 1,17-1 0,-42 9-16,-18 9 15,-8-17-15,-68-52 16</inkml:trace>
  <inkml:trace contextRef="#ctx0" brushRef="#br0" timeOffset="33352.62">21517 11949 0,'-9'-9'16,"-25"-16"-16,-26-18 16,-17 9-16,-17 9 15,-16 16-15,-1 9 16,8 26-1,43 8-15,26 8 16,17 9 0,60 0-16,76 17 15,9-17 1,60-25 0,26-26-16,-27-26 15,-7-8-15,-52-8 16,-35-1-1,-24 18-15,-44 16 16</inkml:trace>
  <inkml:trace contextRef="#ctx0" brushRef="#br0" timeOffset="33971.29">21619 12246 0,'0'0'0,"0"0"0,17 9 16,26 16-1,68 35-15,42 42 16,-8-8 0,9 8-16,25 25 15,1 1 1,-52-9-16,-9 0 15,120 111 1</inkml:trace>
  <inkml:trace contextRef="#ctx0" brushRef="#br0" timeOffset="34491.35">23428 13488 0,'0'0'0,"-8"9"0,-43 16 0,-26 9 15,9 9-15,8-1 16,17 9-1,35 0 1,33 17 0,52 17-16,68 0 15,86-17-15,-61-42 16,-33-35-16,8-25 16,-60-17-1,-25-17 1,-51-25-16,-69-69 15,-111-16-15,-111 42 16,-67 25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4T00:06:59.378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14757 4490 0,'0'0'0,"-26"-8"0,-59-18 16,-52 18-16,-25 25 16,-26 42-16,-25 60 15,68 0 1,60 18-16,33 24 16,44-8-1,25-42-15,102-1 16,52 1-1,145-43-15,17-51 16,-60-68 0,0-9-16,-77-25 15,-8-25-15,-85 16 16,-52-8 0,-51 0-16,-120-34 15,-153-68 1</inkml:trace>
  <inkml:trace contextRef="#ctx0" brushRef="#br0" timeOffset="417.53">14194 5741 0,'-9'0'0,"-34"34"0,-68 59 16,-51 35-1,-43 42-15,-34-9 16,60-50-1,51-35-15,17-25 16,77-25 0</inkml:trace>
  <inkml:trace contextRef="#ctx0" brushRef="#br0" timeOffset="820.97">12529 7084 0,'-17'9'0,"-51"33"0,-60 43 0,8 9 16,18 25-1,8 8-15,17-24 16,35 7 0,42 1-16,34-18 15,60-8 1,102-25-16,26-43 16,34-68-1,-34-51-15,-34-26 16,-43 9-1,-86 9-15,-41-1 16,-95-8 0,-128 17-16,-145 17 15,-43 25 1</inkml:trace>
  <inkml:trace contextRef="#ctx0" brushRef="#br0" timeOffset="12715.66">10609 7025 0,'0'0'0,"-9"-9"0,-16 1 0,-1-9 0,1 17 16,-27 8-1,-24 26-15,-27 43 16,1 33-1,8 9-15,8 17 16,27 0-16,42-16 16,42-10-1,35-8 1,60-17-16,33-34 16,35-59-1,8-52-15,-17-33 16,1-35-1,-35-16-15,-51 7 16,-69-16-16,-59-8 16,-77 16-1,-128-67 1</inkml:trace>
  <inkml:trace contextRef="#ctx0" brushRef="#br0" timeOffset="15923.2">11172 7475 0,'0'0'0,"0"0"0,0 0 0,0 0 0,0-8 15,0-1-15,0 1 16,0 8-1,0-9-15,0 9 16,0 0 0,-8 0-1,-52-8-15,-51 16 16,-17 35 0,-17 8-1,-17 17-15,-9 9 16,9-1-16,-17 1 15,25-26-15,69 0 32,51-26-32</inkml:trace>
  <inkml:trace contextRef="#ctx0" brushRef="#br0" timeOffset="39625.51">17317 7365 0,'0'0'0,"0"0"0,0 0 15,0 0 1,0 0-1,17 0 1,1 0-16,-1 0 0,25 17 31,35 0-31,8-9 16,18-8 0,-1-8-16,-42-1 15,-9-25-15,-17 17 16</inkml:trace>
  <inkml:trace contextRef="#ctx0" brushRef="#br0" timeOffset="39856.58">18453 6863 0,'0'0'0,"0"0"0,0 9 0,8 42 16,9 42 0,0 60-1,9 17-15,-18-42 16,1-77-16</inkml:trace>
  <inkml:trace contextRef="#ctx0" brushRef="#br0" timeOffset="45061.66">21440 8853 0,'-9'0'0,"-16"9"0,-78 59 15,-25 42 1,17 18-16,0 16 16,26 1-16,34-17 15,34-18 1,59-16-16,86-1 15,-17-50 1,60-69-16,77-33 16,-61-26-1,27-77-15,-27-17 16,-76 26 0,-51-25-1,-26 25-15,-17 17 16,-17 34-16,-34 25 15,-111 43 1,-188 17-16</inkml:trace>
  <inkml:trace contextRef="#ctx0" brushRef="#br0" timeOffset="45349.98">20757 10401 0,'0'0'15,"0"0"-15,-9-9 0,-8-16 16,-51-1-1,-43-8-15,-34 9 0,-51 33 16,-52 26 0,18 34-1,-52 26-15,-85 17 16</inkml:trace>
  <inkml:trace contextRef="#ctx0" brushRef="#br0" timeOffset="45708.84">18692 10767 0,'-18'0'0,"-16"17"15,-34 25-15,-51 35 16,-9 42 0,0 17-16,51-34 15,34-9 1,17-7-16,35-1 16,34-9-1,42-25-15,17-42 16,-25-35-1,9-50-15,-1-18 16,-25-17 0,-52-33-16,-25 8 15,-17 34 1,8 68-16</inkml:trace>
  <inkml:trace contextRef="#ctx0" brushRef="#br0" timeOffset="46123.26">17591 11770 0,'0'0'0,"0"0"0,0 0 0,0 0 15,-9 0 1,-34 9-1,-68 25-15,-85 42 16,17 35 0,17 16-16,-35 9 15,61-42 1,42-26-16,17-34 16,43-25-1</inkml:trace>
  <inkml:trace contextRef="#ctx0" brushRef="#br0" timeOffset="46452.06">16293 12127 0,'-17'0'0,"-34"0"0,-69 26 0,-50 25 0,-18 42 15,-8 27 1,34 7 0,51-8-16,34-8 15,43-18 1,42-16-16,26-9 16,43-9-16,77-33 15,-1-35 1,10-33-16,33-35 15,-25-33-15,-43-18 32,-18 9-32,-50 17 15,-43 68 1</inkml:trace>
  <inkml:trace contextRef="#ctx0" brushRef="#br0" timeOffset="46943.15">21431 9576 0,'0'0'0,"26"34"0,34 51 16,42 43-16,43 16 15,34 18 1,-16-35-16,16 9 31,51 9-31,69 25 16</inkml:trace>
  <inkml:trace contextRef="#ctx0" brushRef="#br0" timeOffset="47295.34">23266 10852 0,'-8'0'0,"-18"0"15,-51 8-15,-8 35 16,8 25-16,17 34 15,18 8 1,33-8-16,18-17 16,59 1-1,69-18-15,-26-43 16,8-25 0,43-34-16,-34-25 15,-25-1 1,-18-8-16,-34-34 15,-25 51 1</inkml:trace>
  <inkml:trace contextRef="#ctx0" brushRef="#br0" timeOffset="47674">24248 11660 0,'0'0'0,"0"0"16,0 0-16,0 0 15,-9-9-15,9 9 16,0 0 0,0 0-16,9 9 15,33 33-15,35 35 16,51 25 15,86 42-31,-52-16 0,-34-18 16,68 18-1,-34-26 1,-102-59-16</inkml:trace>
  <inkml:trace contextRef="#ctx0" brushRef="#br0" timeOffset="48089.37">26638 12689 0,'-9'0'0,"-25"0"0,-51 25 31,-35 18-31,1 16 16,-35 35-16,-17 16 16,35-25-1,59-25-15,34-9 16,35-9 0,42-8-16,85-8 15,129-43 1,25-43-16,-26-25 15,-42 0 1,-111 17 0,-51 0-16,-86-25 15,0 42-15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4T00:08:41.230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17078 3359 0,'0'0'0,"0"0"0,-8 0 0,-9 0 15,0 0-15,0 0 16,8 0 0,-8 0-1,-43 0-15,-42 0 16,-35 26-1,26-1-15,43 26 16,8 26-16,-42 25 16,-9 8-16,-17 10 31,8 24-31,61-8 16,16-25-1,35 8-15,50 42 16,69 1-16,9-51 15,-52-69 1,43-8 0,128-17-16,-60-34 15,-17-42-15,77-52 16,-94 17 0,-42 1-16,59-60 15,-17-17-15,-51 42 16,-17-8-1,-35-26 1,-33 9-16,-43 17 16,-26 34-1,-51 0-15,17 26 16,-42 67-16,-189 26 16</inkml:trace>
  <inkml:trace contextRef="#ctx0" brushRef="#br0" timeOffset="521.24">15909 4677 0,'0'0'0,"-8"0"0,-1 17 16,-51 26 0,-51 25-16,-42 17 15,8 34 1,-35 34-16,-24-8 16,76-60-1,59-34-15,35-17 16</inkml:trace>
  <inkml:trace contextRef="#ctx0" brushRef="#br0" timeOffset="2121.08">14936 5468 0,'0'0'0,"0"0"0,-8-8 16,-1-1 0,-17 1-16,1-9 15,8 0 1,0 8-16,8 1 15,-25 8-15,-34 0 16,-35 8 0,-16 18-16,8 8 15,43 34 1,-69 59 0,-8 10-16,8-1 15,26 17-15,60 0 16,26-17-1,8-34-15,51 17 16,68 0 0,26-34-1,9-34-15,102-51 0,-34-42 16,-35-35 0,86-17-16,-85 1 31,-52-52-31,1-8 15,-52 26 1,-42 8-16,-43-26 16,-34 0-1,-43 9-15,-86 9 16,-33 33 0,-86 9-16</inkml:trace>
  <inkml:trace contextRef="#ctx0" brushRef="#br0" timeOffset="18611.55">21849 6914 0,'-17'17'0,"-42"60"15,-35 33-15,17 18 0,43-18 16,25-25-16,43-8 16,26-1-1,34-16-15,102-9 16,-33-42 0,-18-52-16,77-51 15,-35-42 1,-76 0-16,-42 0 15,-10-8 1,-33 16-16,-35 26 16,-25 17-1,-51 17-15,-77 25 16,-137 9 0</inkml:trace>
  <inkml:trace contextRef="#ctx0" brushRef="#br0" timeOffset="18977.06">21909 7577 0,'0'0'0,"-17"9"0,-60 34 15,-76 42 1,-44 34-1,-16 25-15,-17 18 0,-1 8 16,9 0 0,17-8-1,26-1 1,-68 60-16</inkml:trace>
  <inkml:trace contextRef="#ctx0" brushRef="#br0" timeOffset="19427.04">20381 9049 0,'-8'0'0,"-35"-9"15,-59 9-15,-52 26 16,-42 25-16,-26 42 16,17 18-1,34 8-15,69-25 16,34-18-1,34-16-15,25-18 16,26-16 0,51-1-16,78-25 15,33-42 1,0-60-16,-25-26 16,-52 26-1,-34-17-15,-34 8 16,-42 9-1,-95-34-15,-153-76 16</inkml:trace>
  <inkml:trace contextRef="#ctx0" brushRef="#br0" timeOffset="19764.41">18845 10299 0,'0'0'0,"-8"0"0,-9 0 31,-26 8-31,-51 26 16,-51 26-16,-26 34 16,9 16-1,8 1 1,1 8-16,-26 42 16,-78 77-1</inkml:trace>
  <inkml:trace contextRef="#ctx0" brushRef="#br0" timeOffset="20206.97">17514 11319 0,'0'0'0,"-17"0"0,-43 17 15,-60 26 1,-25 25 0,17 34-16,-17 26 15,17-26-15,34-26 16,26-8-1,25 0-15,18 0 16,25-8 0,25-18-1,52-8-15,17-25 16,43-43-16,42-34 16,-34-17-1,-43-9-15,-25-16 16,-9-18-1,-33 9-15,-35 0 16,-43 8 0,-51 18-16,34 50 15</inkml:trace>
  <inkml:trace contextRef="#ctx0" brushRef="#br0" timeOffset="20712.45">16319 12357 0,'-9'0'0,"-8"-9"0,-43 9 0,-42 26 15,-60 42 1,-26 43-16,17 25 15,18 8 1,33-16-16,18-1 16,17 18-1,-61 127-15</inkml:trace>
  <inkml:trace contextRef="#ctx0" brushRef="#br0" timeOffset="21057.17">14518 13973 0,'0'0'0,"-9"0"0,9 8 0,0 1 16,17 8-1,26 0-15,68-9 16,68-25 0,1-42-1,7-43-15,10 0 16,-52 8 0,-43 9-16,-42-8 15,-26-1 1,-17 17-16,-25 9 15,-44-17 1,10 34-16</inkml:trace>
  <inkml:trace contextRef="#ctx0" brushRef="#br0" timeOffset="21665.48">22788 7654 0,'0'0'0,"0"0"0,0 9 0,26 42 15,34 25 1,25 26-16,17 17 16,18 17-1,-18-8 1,-16 25-16,67 128 15</inkml:trace>
  <inkml:trace contextRef="#ctx0" brushRef="#br0" timeOffset="22100.89">24504 9287 0,'0'0'0,"-9"0"0,-25 0 16,-34 17-16,-26 8 31,0 9-16,9 9-15,25 8 16,17-9 0,18 1-16,8-17 15,17-1 1,25-8-16,26-8 16,52-9-1,16-34-15,-42-9 16,-26-8-16,-8-9 15,-17-16 1,-35-1-16,-34 1 16,-85 8-1,-25 34 1,85 34-16</inkml:trace>
  <inkml:trace contextRef="#ctx0" brushRef="#br0" timeOffset="22637.77">24256 9976 0,'0'0'0,"0"0"0,0 0 16,17 17-16,18 34 15,24 34-15,10 17 16,16 17 0,9 17-16,8 9 15,9-1 1,-25-25 0,-10 9-16,86 127 15</inkml:trace>
  <inkml:trace contextRef="#ctx0" brushRef="#br0" timeOffset="23042.95">25409 11311 0,'-9'0'0,"-8"0"0,-34 8 16,-43 35-16,-26 34 16,-16 33-1,25 1-15,43-26 16,33-26-1,27-16-15,25-1 16,43-8 0,42-17-16,52-25 15,25-35 1,-42-25-16,-44-17 16,1-17-1,-25 0-15,-35 26 16,-43 16-1,1 26-15</inkml:trace>
  <inkml:trace contextRef="#ctx0" brushRef="#br0" timeOffset="23471.96">25571 12017 0,'0'0'0,"0"0"0,0 8 0,0 35 15,17 42 1,17 42-16,26 10 31,16 7-31,27-8 16,-1-17-16,-33-51 15,-44-42 1</inkml:trace>
  <inkml:trace contextRef="#ctx0" brushRef="#br0" timeOffset="23870.62">26979 13224 0,'0'0'0,"-26"-8"0,-42-1 16,-51 18-1,-44 25 1,-16 25-16,0 35 16,34 8-16,17 0 15,42 9 1,44-26 0,33-26-16,60 9 15,60-8 1,103-35-16,33-50 15,9-77-15,-17-26 16,-51-8 0,-34-17-16,-60 0 15,-52 0 1,-59 0-16,-51-136 16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4T00:09:21.666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18529 3853 0,'0'0'0,"0"0"0,-17 0 16,-34 0-1,-85 34 1,-44 51-16,-33 68 16,-18 25-1,61 9-15,42 9 16,51-43-16,60 9 0,60-18 31,42-42-31,111-25 0,26-60 31,43-94-15,-43-33-16,-69-1 16,9-25-16,-51-26 0,-51 26 15,-51 26 1,-26-9 0,-52 17-1,-59 17 1,-111 68-16,-34 93 0,-17 86 31</inkml:trace>
  <inkml:trace contextRef="#ctx0" brushRef="#br0" timeOffset="337.69">17983 5613 0,'0'0'0,"-8"-9"16,-1-8-16,-25-8 15,-17-9-15,-35 8 16,-42 26 0,-34 26-16,-9 25 15,9 17 1,9 26-16,8-1 16,17-8-1,8-17-15,60-34 16</inkml:trace>
  <inkml:trace contextRef="#ctx0" brushRef="#br0" timeOffset="759.11">16336 6259 0,'-17'0'0,"-43"34"0,-76 43 16,-52 16 0,-9 35-1,18 8-15,60-17 16,33-25-1,35-9-15,43-26 16,16-8 0,52-8-1,76-18-15,52-42 16,9-25 0,-10-35-16,-50-33 15,-60-1-15,-26-8 16,-51 0-16,-68-17 15,-112 8 1,-127-25-16</inkml:trace>
  <inkml:trace contextRef="#ctx0" brushRef="#br0" timeOffset="2967.06">23275 8624 0,'-17'-9'16,"-69"-8"-16,-59 9 0,-25 8 16,7 17-1,10 0 1,25 17-16,25 0 0,18 25 31,0 18-31,25 33 16,26 1-16,34 16 15,42 1 1,44-18-16,50-33 16,78-52-1,-9-50 1,-26-52-16,9-16 15,-26-18 1,-34-50-16,-26-1 16,-51 18-16,-34 8 15,-34 25-15,-42 26 16,-61 34 0,-76 34-1,-146 34 1</inkml:trace>
  <inkml:trace contextRef="#ctx0" brushRef="#br0" timeOffset="3347.8">22199 9499 0,'0'0'0,"0"0"0,-17 0 31,-42 26-31,-87 34 15,-50 33 1,-17 26-16,-1 0 16,27 0-1,50-34-15,9 0 16,34-25 0,34-26-16,26-17 15,26-9-15</inkml:trace>
  <inkml:trace contextRef="#ctx0" brushRef="#br0" timeOffset="3678.53">20347 10418 0,'-8'0'0,"-43"25"0,-52 35 16,1 0-1,16-9 1,27 8-16,16-8 16,34 0-1,26 9-15,43-9 16,51-9 0,51-25-16,1-34 15,-44-8 1,-25-9-16,-17-9 15,-35-8 1,-25-17-16,-25-17 16,-35 9-1,-68-18-15,-153-59 16</inkml:trace>
  <inkml:trace contextRef="#ctx0" brushRef="#br0" timeOffset="4011.66">20279 11277 0,'-9'0'0,"-33"0"15,-35 17-15,-25 0 16,-61 34 0,-7 17-16,-10 34 15,-16 17-15,17-8 16,17-1-16,-9-8 15,-111 60 1</inkml:trace>
  <inkml:trace contextRef="#ctx0" brushRef="#br0" timeOffset="4376.99">18743 12289 0,'-9'0'0,"-8"25"0,-43 18 16,-8 17-16,17-9 15,17-9-15,17-8 32,17-8-32,17-1 15,34-8-15,34-17 16,18-34 0,-18-8-16,-8-9 0,-17-26 15,-26-8 16,-34 0-31,-26 17 0,-85-17 16,-170-77 0</inkml:trace>
  <inkml:trace contextRef="#ctx0" brushRef="#br0" timeOffset="4798.77">18197 12910 0,'0'0'0,"0"0"16,-9-9-1,-17 1-15,-25-1 16,-34 9-16,-43 26 0,-43 42 31,0 34-15,1 34-16,-10 9 15,-93 33 1</inkml:trace>
  <inkml:trace contextRef="#ctx0" brushRef="#br0" timeOffset="5177.07">16891 13616 0,'-9'0'0,"-16"0"0,-35 8 16,-43 18-16,-16 42 16,-9 25-1,42 1 1,35-18-16,34-16 16,17-18-16,26-8 15,51 0 1,68-25-16,25-26 15,-16-17 1,-17-26 0,-26-16-16,-18-9 15,-33 8-15,-17 9 16,-26 34-16</inkml:trace>
  <inkml:trace contextRef="#ctx0" brushRef="#br0" timeOffset="5651.89">22507 9372 0,'0'0'0,"0"0"0,0 0 0,17 25 16,17 26 0,26 69-16,16 33 15,18 8 1,9-8-16,8 9 15,0-18 1,0-16 0,-18-17-16,-50-52 15</inkml:trace>
  <inkml:trace contextRef="#ctx0" brushRef="#br0" timeOffset="6004.01">23898 10733 0,'0'0'16,"-9"-9"-16,1 1 0,-9-1 16,-17 1-1,-35 8-15,-33 8 16,-1 35-1,18 8-15,42-9 16,18 1 0,42 16-1,51 26-15,69-8 16,33-26-16,1-34 16,0-26-1,-52-16 1,-42-1-16,-43 1 0,-17-18 31,-8 18-31</inkml:trace>
  <inkml:trace contextRef="#ctx0" brushRef="#br0" timeOffset="6413.02">24239 11702 0,'0'0'0,"0"0"0,0 0 0,0 0 16,0 0 0,0 0-16,0 0 15,17 0 1,43 17-16,51 26 16,43 25-1,16 34-15,-25 0 16,9 25-1,0 9 1,-26-16-16,-34-35 16,-60-43-1</inkml:trace>
  <inkml:trace contextRef="#ctx0" brushRef="#br0" timeOffset="6774.95">25963 12646 0,'-8'0'0,"-18"-8"15,-59-1-15,-43 9 16,-26 26-16,-17 25 15,18 17-15,25 8 16,42 1 0,61-26-1,33 17-15,35 17 16,94 0 0,33-34-16,18-43 15,17-25-15,-60-17 16,-77 0-1,-25 0 1,-26-8-16,-34-9 16,-103-34-1,-178-68-15</inkml:trace>
  <inkml:trace contextRef="#ctx0" brushRef="#br0" timeOffset="7822.08">26108 13352 0,'0'0'0,"0"0"0,0 0 0,0 0 15,0 0 1,17 26-16,26 25 31,25 34-15,9 8-16,43 9 15,-9 0 1,0-8-16,8-9 16,9-9-1,-60-33-15</inkml:trace>
  <inkml:trace contextRef="#ctx0" brushRef="#br0" timeOffset="8201.86">27773 14253 0,'0'0'0,"0"0"0,-9-8 0,-8-9 16,-43 0-16,-25 0 16,-43 25-1,-34 43 1,-9 43-16,18 34 16,42-1-16,59 1 15,61-18 1,68 18-16,59-18 15,35-42-15,17-25 16,-35-52 0,-25-25-16,-34-17 31,-34-34-31,-34-42 16,-69-35-1,-102-110-15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4T00:10:19.462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21252 5502 0,'0'0'0,"0"0"0,0 0 0,0 0 0,0 0 16,0 9-16,-9 8 16,-8 25-16,-17 35 15,0 0 1,0-9 0,0-17-16,17-17 15,0-9 1,0 1-16,8-9 15,9 8 1,9 1-16,25 8 16,26 8-16,50-16 15,61-1 1,8-16 0,9-18-16,26 9 15,16-8 1,9 8-16,0 8 15,0 1-15,8 8 32,27 0-32,-10-9 0,26 9 31,1 9-31,-10-18 16,-16 9-16,-26 0 15,-17-8 1,-26 8-1,-8 8-15,-35-16 16,-25 8 0,-8 0-16,-26-9 0,-26 1 15,-17-9 1,-25 0 0,-1 0-1,-16 0-15,0 0 16,-1 0-16,1-9 0,-1 1 15,1-9 1,-1-17 0,1-17-1,-1 17 1</inkml:trace>
  <inkml:trace contextRef="#ctx0" brushRef="#br0" timeOffset="1637.49">3371 7186 0,'0'0'0,"0"0"0,0 0 15,0 0 1,0 0-16,0 0 16,0 0-1,0 0-15,0 0 16,0 0-1,0 0-15,0 0 16,0 0-16,0 0 31,17 17-31,26 0 16,25 9 0,35-9-16,42 8 15,34-8-15,34 0 16,52-8-1,8-1 1,34 1-16,-8-1 16,17 9-1,8 0-15,-16 9 16,59-1-16</inkml:trace>
  <inkml:trace contextRef="#ctx0" brushRef="#br0" timeOffset="7155.55">9977 6685 0,'0'0'0,"0"0"0,-8 8 16,8 35-16,-9 8 15,1 17 1,-9 8-16,-9 1 15,9-1 1,8-8 0,9-8-16,9-1 15,17-8-15,16-8 16,44-9 0,33-26-16,26-16 15,17-9 1,9-17-1,8 0-15,18 0 16,7-9-16,10 9 16,25 0-1,8 0 1,1 0-16,-9 17 16,17 0-1,-9 9-15,9-9 16,9 0-1,8 0-15,9 0 16,-1 0-16,1 8 16,0 1-1,-1-1-15,1 1 16,0 8-16,8-9 16,0 9-1,0 0 1,-8 9-1,-9 8-15,-8 0 16,-9 0 0,0 0-16,17 17 15,-9-9-15,10 9 16,7 0-16,-8-8 31,-17-1-31,0 1 16,-8 8-1,25 0-15,-8 0 16,-1 0-16,1-9 16,-26 1-1,-9-9-15,-16 0 16,25 8 0,-35-8-16,-7-8 15,-10-18 1,-7 9-1,-10-8-15,-25-9 16,-34-9 0,-42 9-16,-1-8 15,-8-18 1,-9 1-16,-8-18 16,-26-16-16,-17 33 15</inkml:trace>
  <inkml:trace contextRef="#ctx0" brushRef="#br0" timeOffset="25876.3">4515 8590 0,'0'0'0,"0"0"0,0 0 16,0 0-16,9 17 15,-1 0 1,-8 17-16,-8 8 15,8 26 1,0 0-16,0 0 16,8-8-1,1-9-15,-1 0 16,1-9-16,-1 1 16,9 8-1,9 0 1,17 0-16,8-9 15,17 1 1,17-9-16,1-9 16,8-8-16,0-8 15,16-1 1,10-16-16,-1-1 16,9 1-1,9-9-15,17 0 16,-9 0-1,0 8 1,0-8-16,26 0 16,8-8-1,-8 8-15,16 0 16,-7 0 0,-1 17-16,17 8 15,-17 9 1,1 0-16,16 0 15,-17 9 1,0-1-16,18 1 16,-1-1-1,9-8-15,0 0 16,-1-8-16,18-9 16,-17 8-1,9 9-15,7-8 16,-24 0-1,-1-1 1,0 1-16,18-9 0,8 0 31,-17-9-31,34 1 16,-1-1 0,1 9-16,0 0 15,-17-9-15,9 9 16,-26 0-16,8 0 31,9 0-31,8-8 16,18 8-1,16 0-15,1-9 16,-17 1-16,25-9 16,-17 8-1,-9-8-15,1 9 16,-1-9-1,1 0 1,-26 8-16,-17 9 16,-60 0-16,-26 0 15,9 0 1,-17 0 0,-43 0-1,-16 0-15,-27 0 16,-8 0-1,0-8-15,0-9 16,0-17-16,18-26 16,7-33-1,-16 42-15</inkml:trace>
  <inkml:trace contextRef="#ctx0" brushRef="#br0" timeOffset="31917.91">4182 10120 0,'0'0'16,"0"0"-16,0 0 0,0 0 0,0 0 15,0 0-15,0 9 32,0 16-32,9 26 15,-1 9 1,1 8-16,8 0 15,0 0-15,0-8 16,34-1 0,26 1-1,0-18-15,17-16 0,51-18 16,25-16 0,1-18-1,43-25-15,16-8 16,-8 8-1,42-9-15,27 0 16,-10 1 0,69 8-16,-51 25 15,8 9 1,0 17 0,-8 9-16,8 16 15,-16 1-15,-18 8 16,-43 8-1,-25 1-15,-85-18 16,-35-7 0,-34-10-1,-25 1-15,-18-9 16,1 0 0,-9 0-16,0-26 15,-9-42 1,9 25-16</inkml:trace>
  <inkml:trace contextRef="#ctx0" brushRef="#br0" timeOffset="46246.53">8535 13599 0,'0'0'0,"0"0"0,0 0 15,-9 0 1,1 0-16,-1 0 16,1 0-16,-1 0 15,1 0 1,-1 17-1,-8 8-15,-8 18 16,7 25 0,1 25-16,0 1 15,0-9 1,0 0-16,17 0 16,0-17-16,9-8 15,-1-18 1,1 1-16,8-9 15,0-9 1,0 1-16,0-1 16,17-8-1,26-8 1,25-9-16,26-9 16,9-16-16,25-18 15,8-8 1,1 9-16,17-1 15,-1-8 1,18 0 0,9 8-16,-1 9 0,-8 9 15,-1-1 1,1 9 0,-9 9-1,-25 8-15,17 17 16,-9 0-16,-26 17 15,-8 0 1,1 0 0,-19 8-16,-16-7 15,-17-1 1,-26-9-16,-8-8 16,-9-8-16,-8-1 15,-1 1-15,-16-1 31,-1-8-31,10-8 16,-1-9 0,17-17-16,25-35 15,-16 18 1</inkml:trace>
  <inkml:trace contextRef="#ctx0" brushRef="#br0" timeOffset="49757.84">18290 13939 0,'0'0'0,"0"0"0,0 0 15,0 0 1,0 8-16,0 26 16,0 26-1,0 16-15,0 18 16,0-17-1,0-18-15,0-16 16,9-9 0,8 0-16,0-9 15,26-8 1,34-8-16,8-1 16,9-16-1,8-1-15,52-8 16,17-8-1,-18-18-15,43 9 16,18 0-16,-18 0 16,35 0-1,-18 17 1,34 0-16,1 17 16,8 17-1,0 9-15,0 8 16,17 0-1,-8 0-15,-9 8 16,-26-8 0,-25-8-16,-43-1 15,-17 1 1,9-18-16,-17-16 16,-35-1-1,-34-8-15,-16 9 16,-27-1-1,1 1-15,-18-9 16,1 0 0,-1-9-16,-16 1 15,8 16 1</inkml:trace>
  <inkml:trace contextRef="#ctx0" brushRef="#br0" timeOffset="64324.92">26646 14568 0,'0'0'0,"9"-17"16,25-34-16,34-8 15,17-1 1,1 18-16,-1 16 16,18 18-16,33 8 15,35 17 1,51 25 0,59 1-16,52-9 15,77 8 1,93-16-16,61-18 0,50-25 31,-196 9-31</inkml:trace>
  <inkml:trace contextRef="#ctx0" brushRef="#br0" timeOffset="72809.59">9636 15095 0,'0'0'0,"0"-8"0,0 8 15,0 0 1,0-9-16,0 9 15,0 0-15,0 0 32,0 0-32,17 26 15,0 16-15,9 9 16,-9 9 0,-9-17-1,1-18-15,-1 1 16,-8-1-1,0-16-15,0-1 16,0 9 0,9 0-16,8 0 0,9 0 15,8 0 1,17 0 0,0-8-16,26-1 15,25-16 1,18-1-1,16-16-15,27-1 0,16-8 32,17 9-32,9 8 15,8 0 1,-8 17-16,0 0 16,0 8-1,0 9-15,-18 0 16,-16 9-1,-17-1-15,-1 1 16,-25-18 0,-34-8-16,-17-8 0,-9-18 15,1-16 1,-10-26 0,10-35-1,-10-33-15,-7-8 16,7-9-1,78-128-15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4T00:12:15.660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1144 11098 0,'0'0'0,"0"0"15,0-17-15,0-25 0,25-18 16,-16-84 0,25-77-16,43 25 15,8-68 1,9 35-1,8 33-15,-8-17 16,-17 77 0,8 0-16,1 0 15,-35 51 1,-8 43 0,-18 16-16,9 26 15,1 34-15,7 43 16,9 76-1,1 68-15,-10 0 16,-33 9 0,17-35-16,-18-25 15,9 17-15,17-42 16,-8-60 0,-9-42-1,-9-18-15,1-8 16,0-8-1,-9-1-15,0 1 16</inkml:trace>
  <inkml:trace contextRef="#ctx0" brushRef="#br0" timeOffset="254.66">1246 10435 0,'0'0'0,"0"0"0,43 17 0,76-9 16,86-33-1,26-26-15,-1 0 16,9-17-1,85-51 1</inkml:trace>
  <inkml:trace contextRef="#ctx0" brushRef="#br0" timeOffset="1355.7">7886 4422 0,'0'0'0,"0"0"0,0 0 16,0 9-16,-8 25 16,-1 51-16,-8 42 31,-8-16-31,-18 25 15,-8 26 1,-9-18-16,9-33 16,8-18-1,9-8-15,8-17 16,9-34 0,0-8-16,17-18 15,0-16 1,0-18-16,26-59 15,33-85 1,35-25-16,-8 16 16,-1 1-1,0 16-15,9 17 16,9 26 0,-1 17-16,-8 26 15,-17 33 1,-9 18-16,-8 16 15,-9 18 1,9 16-16,-26 18 16,-25 42-1,-27 25-15,-16 26 16,-17-17 0,8-42-16,9-26 15,17-17 1,0-8-16,9-18 15,8 1 1,0-9-16,0 0 16,17 8-1,17 9-15,26 0 16,8 17 0,0 9-16,9 33 15,-9 26-15,-17 0 16,-34-25-1,-25 25 1,-26 42-16,-26 1 16,-42-34-1,-52-18-15,-42-25 16,-18-25-16,-16-26 16,-9-26-1,-94-25 1</inkml:trace>
  <inkml:trace contextRef="#ctx0" brushRef="#br0" timeOffset="2139.6">23224 1437 0,'0'0'0,"-17"0"0,-69 9 0,-59 33 16,-43 18 0,-42 50-1,16 18 1,52-18-16,43 10 16,42 7-1,26 9-15,59 9 16,61-9-1,93-9-15,102-16 16,44-60 0,42-34-16</inkml:trace>
  <inkml:trace contextRef="#ctx0" brushRef="#br0" timeOffset="3186.82">19007 10588 0,'0'0'0,"0"0"0,-8 26 16,-9 42-16,-17 42 15,-18 43 1,1 17 0,-9-8-1,-8 25-15,8-25 16,9-43-1,17-34-15,0-34 16,17-17 0,8-9-16,9-16 15,0-18 1,17-16-16,35-94 16,16-51-1,0 0-15,0-18 16,1 27-1,25 8-15,17 0 16,-1 34 0,10 25-16,25 26 15,26 34 1,8 43-16,0 50 16,-17 35-1,-25 33-15,-26 35 16,-51 16-1,-43 1-15,-60 17 16,-76 16 0,-69-33-16,-119-9 15,-86-17 1,-17-51-16,26-17 16</inkml:trace>
  <inkml:trace contextRef="#ctx0" brushRef="#br0" timeOffset="-213372.03">3866 11387 0,'0'0'16</inkml:trace>
  <inkml:trace contextRef="#ctx0" brushRef="#br0" timeOffset="-212635.37">3687 11387 0,'0'0'0,"0"0"0,-8-8 0,-1-1 15,0 1 1,-16-18-16,-18 1 15,1-9 1,-1 0-16,9 0 16,8 0-1,9 0-15,0 8 16,-9 1 0,-8-9-16,-8 0 15,-1 17 1,-17 0-1,0 17-15,-16 8 16,-1 9 0,8 17-16,-16 34 15,-9 26-15,0 16 16,0 44-16,1 16 16,33-43-1,9 1 1,17 25-1,-1-9-15,18-25 16,17 1 0,0 24-16,26-8 0,8-25 15,26-18 1,8 9 0,34 0-16,9-25 15,9-9 1,51-17-1,-18-34-15,18-8 16,42-9 0,-51-26-16,1-25 15,16-17 1,-25 0-16,-26 8 16,-26-8-16,9-51 15,-17-17 1,-26 0-1,-25-25-15,-26-27 16,-17 1 0,-43-8-16,-34-9 0,-42 17 15,-60 25 1,-60 9 0,-69 34-16,-33 68 15,-26 68 1,-26 76-16,35 26 15</inkml:trace>
  <inkml:trace contextRef="#ctx0" brushRef="#br0" timeOffset="-200165.25">7093 15078 0,'0'0'0,"0"0"0,0 0 0,-9-8 0,0-1 16,1-16-1,-1-1-15,9-16 16,0 8-1,0 0 1,9 17-16,-1 0 16,1 8-1,0 9-15,-9 0 16,17 9 0,0 25-16,0 17 15,-9 25-15,-16 18 31,-9 16-31,-9 27 16,-8-35-16,8-26 0,1 1 31,8-9-31,0 0 16,8-26 0,1 1-1,8-18-15</inkml:trace>
  <inkml:trace contextRef="#ctx0" brushRef="#br0" timeOffset="-199948.77">6367 16184 0,'0'0'0,"0"0"0,34 17 16,86 9 0,110 8-16,86-17 15,25-34 1,35-9-16</inkml:trace>
  <inkml:trace contextRef="#ctx0" brushRef="#br0" timeOffset="-197880.36">6623 15104 0,'0'0'0,"0"-9"16,9 1-16,-1-1 15,1 1-15,-1-1 16,1 9-1,-1 0-15,-8 0 16,0 0 0,0 0-16,0 0 15,0-8 1,9-1 0,8 1-16,17-18 15,17-16 1,9-1-16,0 1 15,-18 8 1,1 0-16,-9 17 16,-8 0-16,-18 8 15,1 1 1,-1 8-16,-8 0 16,0 0-1,0 0-15,0 0 16,0 0-1,0 0 1,-8 0-16,-1 0 16,1 17-1,-1 8-15,-8 26 16,9 34 0,8 0-16,8-25 15,1-35 1</inkml:trace>
  <inkml:trace contextRef="#ctx0" brushRef="#br0" timeOffset="-196393.27">2834 12757 0,'0'0'0</inkml:trace>
  <inkml:trace contextRef="#ctx0" brushRef="#br0" timeOffset="-196092.05">2740 12774 0,'0'0'0,"-9"0"0,1 0 0,-1 0 16,9 0-1,0 0-15,0 0 16,-8 0-16,-1 0 15,-17 17 1,1 8 0,-9 9-16,8 17 15,-8 9 1,-9 8-16,1 0 16,-1-9-16,-8-8 15,8 9 1,0 8-1,9-8-15,0-18 16,26-25 0</inkml:trace>
  <inkml:trace contextRef="#ctx0" brushRef="#br0" timeOffset="-193322.16">905 14160 0,'0'0'0,"0"0"0,0 0 15,0 0-15,0 0 32,8 0-32,18 8 15,8 1 1,9-1-16,-1 1 16,1-1-16,25 1 15,9-1 1,8 1-1,9-18-15,9 1 16,-9-1 0,17-16-16,8-1 0,-68 18 31</inkml:trace>
  <inkml:trace contextRef="#ctx0" brushRef="#br0" timeOffset="-193009.41">2441 14015 0,'0'0'16,"0"0"-16,-9 9 0,-25 50 16,0 60-1,0 18-15,8-1 16,18-9-1,8-59-15</inkml:trace>
  <inkml:trace contextRef="#ctx0" brushRef="#br0" timeOffset="-166633.39">3866 8530 0,'0'0'0,"-8"25"0,-1 52 15,-8 42 1,-8 60-1,-18 25-15,-8 59 16,-1-16 0,10-26-16,8-17 15,8-85 1,0 0-16,9 0 16,0-42-16,9-34 15,-1-26 1,1-17-16,-1-9 15</inkml:trace>
  <inkml:trace contextRef="#ctx0" brushRef="#br0" timeOffset="-166347.71">3124 9908 0,'0'0'0,"-9"25"0,1 60 0,-9 9 16,8-9-16,9 25 31,0 9-31,9-16 16,8-27-16,8-33 15,27-26 1,41-60-1,70-76-15,84-102 16,112-60 0,-27 60-16</inkml:trace>
  <inkml:trace contextRef="#ctx0" brushRef="#br0" timeOffset="-139213.45">16344 1735 0,'0'0'0,"-8"0"0,-1 0 0,1 0 0,-9 8 16,-9-8-16,9 0 15,0 0 1,0 0-16,0-8 16,-9-1-1,1 1 1,-9-1-16,-35-8 15,18 17 1,8 0-16,-8 17 16,-26 0-16,1 9 15,-1 8 1,-34 17 0,17-9-16,17 18 15,-42 17-15,-9 8 16,8 0-1,18 0-15,42 0 16,9 8 0,8 18-16,0-9 15,26 0 1,17 0-16,9 17 16,8-17-1,8-17-15,52-8 16,68 25-16,-25-26 31,-9-16-31,85 8 16,-17-43-16,-59-16 15,102-18 1,-26-16 0,-76-26-16,33-9 15,26-8 1,-42 0-16,-60-42 0,-17-18 15,-1 1 1,1-35 0,-26-25-16,-34 8 15,-25-8 1,-10 26 0,-24-1-16,-52-8 0,-60 17 31,-42 17-31,-43 42 15,-35 18 1,10 33-16,-44 35 16,-50 8-1</inkml:trace>
  <inkml:trace contextRef="#ctx0" brushRef="#br0" timeOffset="-134592.93">12239 3793 0,'0'0'0,"0"0"0,0 0 15,26 0 1,33 8-16,1-8 16,-9 9-1,1-9 1,-1 17-1,9 0-15,-18 9 16,-16-1 0,-18 18-16,-8 8 15,-25 25 1,-1 9-16,-16 0 16,-1-25-16,9-9 15,17-9 1,8 1-1,26-1-15,-8-25 16,59 0 0,94-25-16,162-52 15</inkml:trace>
  <inkml:trace contextRef="#ctx0" brushRef="#br0" timeOffset="-132144.54">19084 3427 0,'0'0'0,"0"0"0,0 0 16,0 0-16,0 0 15,0 0 1,0 0-16,0 0 15,-8 0-15,-27 9 16,-7 8 0,-18 17-1,0 8-15,18-8 16,16 9 0,9-9-16,25 17 15,27 0 1,24 17-16,1-17 15,43 0-15,76 0 32,-26-34-32,-76-25 15,-9-18-15,9-16 16,-25-9 0,-44-43-1,-25-8-15,-68-26 16,-103-8-1,-111-25-15</inkml:trace>
  <inkml:trace contextRef="#ctx0" brushRef="#br0" timeOffset="-67410.65">20211 6897 0,'0'0'0,"0"9"0,8 25 16,-8 17-16,0 17 0,-8 0 16,8 8-1,0-16-15,0-9 16,0-9-16,17-16 31,8-9-31,61-34 16,67-51-1,35-43-15,8-33 16,1-9 0,-18 17-16,-25 16 15,-86 61 1</inkml:trace>
  <inkml:trace contextRef="#ctx0" brushRef="#br0" timeOffset="-66775.24">25443 6668 0,'0'0'0,"0"0"0,0 0 0,0 0 16,-9 8-16,1 43 16,-18 34-16,-8 9 15,0-9 1,8-17-1,9-9-15,9-16 16,8-9 0,8-9-1,26 1-15,26-18 16,51-16-16,43-18 16,-1 1-1,9-26-15,120-43 16</inkml:trace>
  <inkml:trace contextRef="#ctx0" brushRef="#br0" timeOffset="-66064.86">30282 4788 0,'0'0'0,"0"0"0,-9 34 0,1 26 16,-9 16 0,0 1-16,8-26 15,9-9 1,0-16-16,0-9 15,0-9 1,26-8-16,51-25 16,68-43-1,43-43-15,-26-8 16,-94 60 0</inkml:trace>
  <inkml:trace contextRef="#ctx0" brushRef="#br0" timeOffset="-60016.22">22293 4950 0,'0'0'0,"0"0"0,0 0 0,0 0 15,-8 0-15,-1 0 16,1 0 0,-1 0-1,1 17 1,-1 25-16,9 18 15,9 16 1,8-8-16,-9-17 16,9-8-1,0-18-15,26-16 16,59-43 0,78-77-16,42-50 15,17-52 1,-9 0-16,43-16 15</inkml:trace>
  <inkml:trace contextRef="#ctx0" brushRef="#br0" timeOffset="-54713.47">26390 4711 0,'0'0'0,"0"0"0,0 0 0,0 0 0,0 0 15,0 0 1,0 0-1,0 0-15,-8 0 16,-1 9-16,0 8 16,1 0-1,-1 9 1,1 8-16,8 0 16,0-9-16,0 1 15,17-1-15,9-16 31,67-26-31,52-43 16,35-42 0,25-26-16,-9-16 0,60-69 15</inkml:trace>
  <inkml:trace contextRef="#ctx0" brushRef="#br0" timeOffset="-49481.98">24325 2670 0,'0'0'16,"0"0"-16,0 0 0,0 0 16,0 0-16,0 0 15,0 17 1,0 17-1,0 17-15,0 0 16,0 1 0,8-10-16,-8 1 15,0-18-15,0-8 16,17-8-16,34-9 31,60-51-31,43-69 16,42-41-1,1 8-15,-27-9 16,27-33 0,59-43-16</inkml:trace>
  <inkml:trace contextRef="#ctx0" brushRef="#br0" timeOffset="-45967.04">31144 2628 0,'0'0'0,"0"0"0,0 0 16,0 0 0,0 0-16,9 17 15,-1 0 1,1 8-16,-1 1 15,1-1 1,-1 1-16,1-18 16,-1 1-1,1-1 1,16-8-16,44-25 16,42-26-1,17-26-15,0-16 16,17 8-1,8-9-15,-7 9 16,-87 60 0</inkml:trace>
  <inkml:trace contextRef="#ctx0" brushRef="#br0" timeOffset="-41090.3">29138 995 0,'0'0'0,"0"0"0,0 0 16,0 0 0,0 0-16,0 0 15,0 0-15,0 0 16,-8 9-1,-1 16-15,9 9 16,0-8 0,0 25-16,0-9 15,0 1 1,0-1 0,0-8-16,0-8 15,17-1 1,35-25-16,76-25 15,85-35-15,43-16 16,26-26 0,-1-9-16,44 0 15</inkml:trace>
  <inkml:trace contextRef="#ctx0" brushRef="#br0" timeOffset="8919.34">23394 11719 0,'-8'0'0,"-9"-8"16,-26-1-16,-8-8 16,-9 0-16,-25 0 15,-9 9 1,-26 16-16,-16 18 15,-18 8-15,9 17 16,-9 25 0,-50 26-1,-10 9-15,35 8 0,-26 17 16,26-17-16,8 9 31,-17 25-15,-16 25-16,-1 52 15,0 0 1,26-26-16,-1 8 16,-16 26-16,0 0 15,-9-8 1,34-9 0,-8-17-16,-9-8 15,43-34-15,34-18 16,0-8-1,0-8-15,-8 16 16,-1 35 0,18 33-16,8 10 15,26-78 1,25-42 0,18 17-16,16-8 15,35-1 1,8-25-16,-9-16 15,18 7-15,34 26 16,51 26 0,8-26-16,-25-26 15,26-8 1,51-17-16,-35-25 16,18-9-1,68 0 1,-43-9-16,35-8 15,-9 9 1,34-9-16,0 8 16,0-16-16,0 8 15,0-9 1,17 1-16,-17-1 16,9-8-1,-35 9 1,43-1-16,-42 9 15,16 17-15,-25 0 16,8-8 0,9-1-16,-8 1 15,34-9 1,-18 0-16,26 0 16,-17-9-1,9 9 1,-9 9-16,8-9 15,-16 8-15,8-8 16,-26 0 0,9 0-1,0 9-15,-34-18 16,51 1 0,-42-1-16,8-16 15,-35-9 1,-93-9-16,-26 1 15,9-18-15,-8-16 16,-35-1-16,-17-16 16,-43-52-1,-8-17 1,0 1 0,-43-35-16,-51-16 15,-17 16 1,-26 9-16,-25-9 15,0 26 1,-26-8-16,-17-9 16,0-18-1,-17-7-15,34 16 16,17 1-16,-34-1 16,0 0-1,-8-8 1,-1 17-16,-8 9 15,8 16 1,1 17-16,-9-8 16,25 17-16,-8 9 15,-17 33-15,0 9 16,0 9 0,26 25-1,42 17-15,34 0 16,9 8-16,9 18 31,16 8-31,9 17 16,52-9-1</inkml:trace>
  <inkml:trace contextRef="#ctx0" brushRef="#br0" timeOffset="10155.39">27039 11285 0,'0'0'0,"-9"-8"0,-25 8 16,-51 0-16,-43 17 15,8 8 17,9 18-32,-25 16 15,-1 10-15,18 16 16,-1 8-1,18 26-15,8 9 0,-9 8 16,18 34 0,17 0-1,25-17-15,9 9 16,25-9 0,18 0-16,25 0 15,9 0 1,34 9-1,8-1-15,17-8 16,-8-17-16,9-8 16,25-1-1,25-7-15,-8-10 16,9 1 0,17-1-16,-18-16 15,10 8 1,7 17-1,1-17-15,-9-17 16,17-9-16,26-7 16,-17-10-1,17-8-15,-17-17 16,8 0 0,34 0-16,-68-25 15,-25-9 1,25-9-16,0-16 15,-51-9-15,-17-17 32,17-34-32,-17-9 15,-17-25-15,-17-43 16,-26-25 0,-9-25-1,-25-26-15,-8-9 16,-35-25-1,-25-17-15,-35-1 16,-16 1 0,-35 9-16,-33-1 15,-35 9 1,-26 8-16,-25 43 16,-43 0-1,-8 51-15,-43 34 16,-51 8-1,-1 18-15,61 42 16,42 59 0,-42 26-16,-9 26 15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4T00:20:40.573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23420 5681 0,'0'0'0,"0"0"0,0 0 0,0 0 16,0 0-1,0 8-15,0 9 16,0-8-16,-9 0 16,-8-1-1,-17 9-15,-9-8 0,1 8 32,-18-9-17,-17 1-15,9-9 16,25 0-16,18 0 15,-1 17 1,-8 0 0,-34 0-16,-1 8 15,10 1 1,7-1-16,10-8 16,8 0-1,-1 0-15,-7 0 16,-1 9-1,9-1-15,8 1 16,9-9 0,0 0-16,0 17 15,17 0 1,17 17-16,17 8 16,1-8-1,16 0-15,8 0 16,18-8-16,-17-9 15,-26-9 1,9 1 0,25-1-16,17 1 15,-16-18-15,8 9 16,-1-8 0,-16-1-16,-17 1 15,-18-9 1,27 0-16,41 0 15,27-9 1,-1 9 0,-33-8-16,-9-1 15,34 1 1,17 8-16,-9 0 16,-25-9-16,0 1 15,34-1 1,17 1-1,-8-1-15,-52 1 16,26-9 0,17 0-16,8 0 15,-25 8-15,-51 1 16,43-9 0,16 8-16,1-8 15,-18 0 1,-25 9-16,-43-1 15,-8 1-15,-9-1 32,-9 9-32,1-8 15,-1-1 1,1 1-16,-1-1 16,-16 1-16,-9-18 15,-17 1 1,-18-18-1,-50-16-15,-9-9 16,26 8 0,-26-16-16,-17 8 0,0 8 15,17 9 1,-26 9-16,-42-1 16,17 18-1,8 7 1,-85 1-16,0 9 15,-43 8 1,1 17 0,16 9-16,-51 16 0,-34 18 31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ustomXml" Target="../ink/ink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124.png"/><Relationship Id="rId18" Type="http://schemas.openxmlformats.org/officeDocument/2006/relationships/image" Target="../media/image170.png"/><Relationship Id="rId3" Type="http://schemas.openxmlformats.org/officeDocument/2006/relationships/image" Target="../media/image210.png"/><Relationship Id="rId21" Type="http://schemas.openxmlformats.org/officeDocument/2006/relationships/image" Target="../media/image511.png"/><Relationship Id="rId7" Type="http://schemas.openxmlformats.org/officeDocument/2006/relationships/image" Target="../media/image610.png"/><Relationship Id="rId12" Type="http://schemas.openxmlformats.org/officeDocument/2006/relationships/image" Target="../media/image1110.png"/><Relationship Id="rId17" Type="http://schemas.openxmlformats.org/officeDocument/2006/relationships/image" Target="../media/image160.png"/><Relationship Id="rId2" Type="http://schemas.openxmlformats.org/officeDocument/2006/relationships/image" Target="../media/image21.png"/><Relationship Id="rId16" Type="http://schemas.openxmlformats.org/officeDocument/2006/relationships/image" Target="../media/image150.png"/><Relationship Id="rId20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0.png"/><Relationship Id="rId11" Type="http://schemas.openxmlformats.org/officeDocument/2006/relationships/image" Target="../media/image1010.png"/><Relationship Id="rId24" Type="http://schemas.openxmlformats.org/officeDocument/2006/relationships/image" Target="../media/image85.png"/><Relationship Id="rId5" Type="http://schemas.openxmlformats.org/officeDocument/2006/relationships/image" Target="../media/image410.png"/><Relationship Id="rId15" Type="http://schemas.openxmlformats.org/officeDocument/2006/relationships/image" Target="../media/image140.png"/><Relationship Id="rId23" Type="http://schemas.openxmlformats.org/officeDocument/2006/relationships/image" Target="../media/image711.png"/><Relationship Id="rId10" Type="http://schemas.openxmlformats.org/officeDocument/2006/relationships/image" Target="../media/image910.png"/><Relationship Id="rId19" Type="http://schemas.openxmlformats.org/officeDocument/2006/relationships/image" Target="../media/image180.png"/><Relationship Id="rId4" Type="http://schemas.openxmlformats.org/officeDocument/2006/relationships/image" Target="../media/image310.png"/><Relationship Id="rId9" Type="http://schemas.openxmlformats.org/officeDocument/2006/relationships/image" Target="../media/image810.png"/><Relationship Id="rId14" Type="http://schemas.openxmlformats.org/officeDocument/2006/relationships/image" Target="../media/image130.png"/><Relationship Id="rId22" Type="http://schemas.openxmlformats.org/officeDocument/2006/relationships/image" Target="../media/image61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0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image" Target="../media/image108.png"/><Relationship Id="rId16" Type="http://schemas.openxmlformats.org/officeDocument/2006/relationships/image" Target="../media/image37.png"/><Relationship Id="rId20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0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0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26" Type="http://schemas.openxmlformats.org/officeDocument/2006/relationships/image" Target="../media/image69.png"/><Relationship Id="rId39" Type="http://schemas.openxmlformats.org/officeDocument/2006/relationships/image" Target="../media/image82.png"/><Relationship Id="rId21" Type="http://schemas.openxmlformats.org/officeDocument/2006/relationships/image" Target="../media/image64.png"/><Relationship Id="rId34" Type="http://schemas.openxmlformats.org/officeDocument/2006/relationships/image" Target="../media/image77.png"/><Relationship Id="rId42" Type="http://schemas.openxmlformats.org/officeDocument/2006/relationships/image" Target="../media/image171.png"/><Relationship Id="rId7" Type="http://schemas.openxmlformats.org/officeDocument/2006/relationships/image" Target="../media/image50.png"/><Relationship Id="rId2" Type="http://schemas.openxmlformats.org/officeDocument/2006/relationships/image" Target="../media/image1111.png"/><Relationship Id="rId16" Type="http://schemas.openxmlformats.org/officeDocument/2006/relationships/image" Target="../media/image59.png"/><Relationship Id="rId29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24" Type="http://schemas.openxmlformats.org/officeDocument/2006/relationships/image" Target="../media/image67.png"/><Relationship Id="rId32" Type="http://schemas.openxmlformats.org/officeDocument/2006/relationships/image" Target="../media/image75.png"/><Relationship Id="rId37" Type="http://schemas.openxmlformats.org/officeDocument/2006/relationships/image" Target="../media/image80.png"/><Relationship Id="rId40" Type="http://schemas.openxmlformats.org/officeDocument/2006/relationships/image" Target="../media/image83.png"/><Relationship Id="rId45" Type="http://schemas.openxmlformats.org/officeDocument/2006/relationships/image" Target="../media/image88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23" Type="http://schemas.openxmlformats.org/officeDocument/2006/relationships/image" Target="../media/image66.png"/><Relationship Id="rId28" Type="http://schemas.openxmlformats.org/officeDocument/2006/relationships/image" Target="../media/image71.png"/><Relationship Id="rId36" Type="http://schemas.openxmlformats.org/officeDocument/2006/relationships/image" Target="../media/image79.png"/><Relationship Id="rId10" Type="http://schemas.openxmlformats.org/officeDocument/2006/relationships/image" Target="../media/image53.png"/><Relationship Id="rId19" Type="http://schemas.openxmlformats.org/officeDocument/2006/relationships/image" Target="../media/image62.png"/><Relationship Id="rId31" Type="http://schemas.openxmlformats.org/officeDocument/2006/relationships/image" Target="../media/image74.png"/><Relationship Id="rId44" Type="http://schemas.openxmlformats.org/officeDocument/2006/relationships/image" Target="../media/image87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Relationship Id="rId14" Type="http://schemas.openxmlformats.org/officeDocument/2006/relationships/image" Target="../media/image57.png"/><Relationship Id="rId22" Type="http://schemas.openxmlformats.org/officeDocument/2006/relationships/image" Target="../media/image65.png"/><Relationship Id="rId27" Type="http://schemas.openxmlformats.org/officeDocument/2006/relationships/image" Target="../media/image70.png"/><Relationship Id="rId30" Type="http://schemas.openxmlformats.org/officeDocument/2006/relationships/image" Target="../media/image73.png"/><Relationship Id="rId35" Type="http://schemas.openxmlformats.org/officeDocument/2006/relationships/image" Target="../media/image78.png"/><Relationship Id="rId43" Type="http://schemas.openxmlformats.org/officeDocument/2006/relationships/image" Target="../media/image86.png"/><Relationship Id="rId8" Type="http://schemas.openxmlformats.org/officeDocument/2006/relationships/image" Target="../media/image51.png"/><Relationship Id="rId3" Type="http://schemas.openxmlformats.org/officeDocument/2006/relationships/image" Target="../media/image181.png"/><Relationship Id="rId12" Type="http://schemas.openxmlformats.org/officeDocument/2006/relationships/image" Target="../media/image55.png"/><Relationship Id="rId17" Type="http://schemas.openxmlformats.org/officeDocument/2006/relationships/image" Target="../media/image60.png"/><Relationship Id="rId25" Type="http://schemas.openxmlformats.org/officeDocument/2006/relationships/image" Target="../media/image68.png"/><Relationship Id="rId33" Type="http://schemas.openxmlformats.org/officeDocument/2006/relationships/image" Target="../media/image76.png"/><Relationship Id="rId38" Type="http://schemas.openxmlformats.org/officeDocument/2006/relationships/image" Target="../media/image81.png"/><Relationship Id="rId46" Type="http://schemas.openxmlformats.org/officeDocument/2006/relationships/image" Target="../media/image200.png"/><Relationship Id="rId20" Type="http://schemas.openxmlformats.org/officeDocument/2006/relationships/image" Target="../media/image63.png"/><Relationship Id="rId41" Type="http://schemas.openxmlformats.org/officeDocument/2006/relationships/image" Target="../media/image84.png"/></Relationships>
</file>

<file path=ppt/slides/_rels/slide4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0.png"/><Relationship Id="rId18" Type="http://schemas.openxmlformats.org/officeDocument/2006/relationships/image" Target="../media/image75.png"/><Relationship Id="rId26" Type="http://schemas.openxmlformats.org/officeDocument/2006/relationships/image" Target="../media/image83.png"/><Relationship Id="rId39" Type="http://schemas.openxmlformats.org/officeDocument/2006/relationships/image" Target="../media/image115.png"/><Relationship Id="rId21" Type="http://schemas.openxmlformats.org/officeDocument/2006/relationships/image" Target="../media/image78.png"/><Relationship Id="rId34" Type="http://schemas.openxmlformats.org/officeDocument/2006/relationships/image" Target="../media/image110.png"/><Relationship Id="rId42" Type="http://schemas.openxmlformats.org/officeDocument/2006/relationships/image" Target="../media/image118.png"/><Relationship Id="rId7" Type="http://schemas.openxmlformats.org/officeDocument/2006/relationships/image" Target="../media/image94.png"/><Relationship Id="rId2" Type="http://schemas.openxmlformats.org/officeDocument/2006/relationships/image" Target="../media/image123.png"/><Relationship Id="rId16" Type="http://schemas.openxmlformats.org/officeDocument/2006/relationships/image" Target="../media/image103.png"/><Relationship Id="rId29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11" Type="http://schemas.openxmlformats.org/officeDocument/2006/relationships/image" Target="../media/image98.png"/><Relationship Id="rId24" Type="http://schemas.openxmlformats.org/officeDocument/2006/relationships/image" Target="../media/image106.png"/><Relationship Id="rId32" Type="http://schemas.openxmlformats.org/officeDocument/2006/relationships/image" Target="../media/image41.png"/><Relationship Id="rId37" Type="http://schemas.openxmlformats.org/officeDocument/2006/relationships/image" Target="../media/image113.png"/><Relationship Id="rId40" Type="http://schemas.openxmlformats.org/officeDocument/2006/relationships/image" Target="../media/image116.png"/><Relationship Id="rId45" Type="http://schemas.openxmlformats.org/officeDocument/2006/relationships/image" Target="../media/image121.png"/><Relationship Id="rId5" Type="http://schemas.openxmlformats.org/officeDocument/2006/relationships/image" Target="../media/image92.png"/><Relationship Id="rId15" Type="http://schemas.openxmlformats.org/officeDocument/2006/relationships/image" Target="../media/image102.png"/><Relationship Id="rId23" Type="http://schemas.openxmlformats.org/officeDocument/2006/relationships/image" Target="../media/image80.png"/><Relationship Id="rId28" Type="http://schemas.openxmlformats.org/officeDocument/2006/relationships/image" Target="../media/image107.png"/><Relationship Id="rId36" Type="http://schemas.openxmlformats.org/officeDocument/2006/relationships/image" Target="../media/image112.png"/><Relationship Id="rId10" Type="http://schemas.openxmlformats.org/officeDocument/2006/relationships/image" Target="../media/image97.png"/><Relationship Id="rId19" Type="http://schemas.openxmlformats.org/officeDocument/2006/relationships/image" Target="../media/image76.png"/><Relationship Id="rId31" Type="http://schemas.openxmlformats.org/officeDocument/2006/relationships/image" Target="../media/image88.png"/><Relationship Id="rId44" Type="http://schemas.openxmlformats.org/officeDocument/2006/relationships/image" Target="../media/image120.png"/><Relationship Id="rId4" Type="http://schemas.openxmlformats.org/officeDocument/2006/relationships/image" Target="../media/image91.png"/><Relationship Id="rId9" Type="http://schemas.openxmlformats.org/officeDocument/2006/relationships/image" Target="../media/image96.png"/><Relationship Id="rId14" Type="http://schemas.openxmlformats.org/officeDocument/2006/relationships/image" Target="../media/image101.png"/><Relationship Id="rId22" Type="http://schemas.openxmlformats.org/officeDocument/2006/relationships/image" Target="../media/image105.png"/><Relationship Id="rId27" Type="http://schemas.openxmlformats.org/officeDocument/2006/relationships/image" Target="../media/image84.png"/><Relationship Id="rId30" Type="http://schemas.openxmlformats.org/officeDocument/2006/relationships/image" Target="../media/image87.png"/><Relationship Id="rId35" Type="http://schemas.openxmlformats.org/officeDocument/2006/relationships/image" Target="../media/image111.png"/><Relationship Id="rId43" Type="http://schemas.openxmlformats.org/officeDocument/2006/relationships/image" Target="../media/image119.png"/><Relationship Id="rId8" Type="http://schemas.openxmlformats.org/officeDocument/2006/relationships/image" Target="../media/image95.png"/><Relationship Id="rId3" Type="http://schemas.openxmlformats.org/officeDocument/2006/relationships/image" Target="../media/image311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5" Type="http://schemas.openxmlformats.org/officeDocument/2006/relationships/image" Target="../media/image82.png"/><Relationship Id="rId33" Type="http://schemas.openxmlformats.org/officeDocument/2006/relationships/image" Target="../media/image109.png"/><Relationship Id="rId38" Type="http://schemas.openxmlformats.org/officeDocument/2006/relationships/image" Target="../media/image114.png"/><Relationship Id="rId46" Type="http://schemas.openxmlformats.org/officeDocument/2006/relationships/image" Target="../media/image122.png"/><Relationship Id="rId20" Type="http://schemas.openxmlformats.org/officeDocument/2006/relationships/image" Target="../media/image77.png"/><Relationship Id="rId41" Type="http://schemas.openxmlformats.org/officeDocument/2006/relationships/image" Target="../media/image117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8: AVL Trees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3AD86-1571-D6FB-228A-8B563D15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(Map) ADT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F7E85-C0B2-0941-5469-FBEF3EEEF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Contents:</a:t>
            </a:r>
          </a:p>
          <a:p>
            <a:pPr lvl="1"/>
            <a:r>
              <a:rPr lang="en-US" dirty="0"/>
              <a:t>Sets of </a:t>
            </a:r>
            <a:r>
              <a:rPr lang="en-US" dirty="0" err="1"/>
              <a:t>key+value</a:t>
            </a:r>
            <a:r>
              <a:rPr lang="en-US" dirty="0"/>
              <a:t> pairs</a:t>
            </a:r>
          </a:p>
          <a:p>
            <a:pPr lvl="1"/>
            <a:r>
              <a:rPr lang="en-US" dirty="0"/>
              <a:t>Keys must be comparable</a:t>
            </a:r>
          </a:p>
          <a:p>
            <a:r>
              <a:rPr lang="en-US" dirty="0"/>
              <a:t>Operations:</a:t>
            </a:r>
          </a:p>
          <a:p>
            <a:pPr lvl="1"/>
            <a:r>
              <a:rPr lang="en-US" dirty="0"/>
              <a:t>insert(key, value)</a:t>
            </a:r>
          </a:p>
          <a:p>
            <a:pPr lvl="2"/>
            <a:r>
              <a:rPr lang="en-US" dirty="0"/>
              <a:t>Adds the (</a:t>
            </a:r>
            <a:r>
              <a:rPr lang="en-US" dirty="0" err="1"/>
              <a:t>key,value</a:t>
            </a:r>
            <a:r>
              <a:rPr lang="en-US" dirty="0"/>
              <a:t>) pair into the dictionary</a:t>
            </a:r>
          </a:p>
          <a:p>
            <a:pPr lvl="2"/>
            <a:r>
              <a:rPr lang="en-US" dirty="0"/>
              <a:t>If the key already has a value, overwrite the old value</a:t>
            </a:r>
          </a:p>
          <a:p>
            <a:pPr lvl="3"/>
            <a:r>
              <a:rPr lang="en-US" dirty="0"/>
              <a:t>Consequence: Keys cannot be repeated</a:t>
            </a:r>
          </a:p>
          <a:p>
            <a:pPr lvl="1"/>
            <a:r>
              <a:rPr lang="en-US" dirty="0"/>
              <a:t>find(key)</a:t>
            </a:r>
          </a:p>
          <a:p>
            <a:pPr lvl="2"/>
            <a:r>
              <a:rPr lang="en-US" dirty="0"/>
              <a:t>Returns the value associated with the given key</a:t>
            </a:r>
          </a:p>
          <a:p>
            <a:pPr lvl="1"/>
            <a:r>
              <a:rPr lang="en-US" dirty="0"/>
              <a:t>delete(key)</a:t>
            </a:r>
          </a:p>
          <a:p>
            <a:pPr lvl="2"/>
            <a:r>
              <a:rPr lang="en-US" dirty="0"/>
              <a:t>Remove the key (and its associated value)</a:t>
            </a:r>
          </a:p>
        </p:txBody>
      </p:sp>
    </p:spTree>
    <p:extLst>
      <p:ext uri="{BB962C8B-B14F-4D97-AF65-F5344CB8AC3E}">
        <p14:creationId xmlns:p14="http://schemas.microsoft.com/office/powerpoint/2010/main" val="3568956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4CFD5-6174-1FD7-60B7-64E10B65B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attempts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7B359D6B-9B11-EAD4-2DE3-EB38FA61CE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789110336"/>
                  </p:ext>
                </p:extLst>
              </p:nvPr>
            </p:nvGraphicFramePr>
            <p:xfrm>
              <a:off x="1485900" y="1988820"/>
              <a:ext cx="9220199" cy="3611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Heap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680382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 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  <a:p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  <a:p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  <a:p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7B359D6B-9B11-EAD4-2DE3-EB38FA61CE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789110336"/>
                  </p:ext>
                </p:extLst>
              </p:nvPr>
            </p:nvGraphicFramePr>
            <p:xfrm>
              <a:off x="1485900" y="1988820"/>
              <a:ext cx="9220199" cy="3611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110448" r="-223975" b="-6865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110448" r="-139865" b="-6865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110448" r="-976" b="-6865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207353" r="-223975" b="-57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207353" r="-139865" b="-57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207353" r="-976" b="-57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11940" r="-223975" b="-4850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11940" r="-139865" b="-4850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11940" r="-976" b="-4850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05882" r="-223975" b="-37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05882" r="-139865" b="-37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05882" r="-976" b="-37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Heap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13433" r="-223975" b="-2835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13433" r="-139865" b="-2835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13433" r="-976" b="-2835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68038284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 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604412" r="-223975" b="-17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604412" r="-139865" b="-17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604412" r="-976" b="-17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73152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99167" r="-223975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99167" r="-139865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99167" r="-976" b="-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79687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2B5E9-06A8-32A2-7716-F22B52B4B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B297E-7EE5-3C68-FD59-6C5683255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7763"/>
            <a:ext cx="10515600" cy="4351338"/>
          </a:xfrm>
        </p:spPr>
        <p:txBody>
          <a:bodyPr/>
          <a:lstStyle/>
          <a:p>
            <a:r>
              <a:rPr lang="en-US" dirty="0"/>
              <a:t>Binary Tree</a:t>
            </a:r>
          </a:p>
          <a:p>
            <a:pPr lvl="1"/>
            <a:r>
              <a:rPr lang="en-US" dirty="0"/>
              <a:t>Definition:</a:t>
            </a:r>
          </a:p>
          <a:p>
            <a:pPr lvl="2"/>
            <a:r>
              <a:rPr lang="en-US" dirty="0"/>
              <a:t>Tree where each node has at most 2 children</a:t>
            </a:r>
          </a:p>
          <a:p>
            <a:r>
              <a:rPr lang="en-US" dirty="0"/>
              <a:t>Order Property</a:t>
            </a:r>
          </a:p>
          <a:p>
            <a:pPr lvl="1"/>
            <a:r>
              <a:rPr lang="en-US" dirty="0"/>
              <a:t>All keys in the left subtree are smaller than the root</a:t>
            </a:r>
          </a:p>
          <a:p>
            <a:pPr lvl="1"/>
            <a:r>
              <a:rPr lang="en-US" dirty="0"/>
              <a:t>All keys in the right subtree are larger than the root</a:t>
            </a:r>
          </a:p>
          <a:p>
            <a:pPr lvl="1"/>
            <a:r>
              <a:rPr lang="en-US" dirty="0"/>
              <a:t>Consequence: cannot have repeated values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F71E9C4-A101-FA4C-0659-721A14214FB9}"/>
              </a:ext>
            </a:extLst>
          </p:cNvPr>
          <p:cNvGrpSpPr/>
          <p:nvPr/>
        </p:nvGrpSpPr>
        <p:grpSpPr>
          <a:xfrm>
            <a:off x="5719609" y="-50800"/>
            <a:ext cx="6172672" cy="2998788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7790789-87A7-46C0-EA6C-2277D13D78EE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A295B32-4297-8096-ECFD-F8DF78979C08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BB6D470-F748-CAA2-B85B-F5670795C1A8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D716C2-27E6-7E2D-7139-2D180A5286B4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3518C3C5-E267-10AD-79B8-85A8152A145D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E710BDE-CE64-A054-63A0-910654063B2A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3D2F92E-73DC-0C75-E9E1-B514E3CDE03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CB0BCFA-A5E6-EA50-A0E5-4E556987C546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F4C1969-2C20-D8A3-AF4D-89148C62640C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A44E483-8BEE-9320-2C66-83FC9EA0B1AE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371AA0-D30E-E312-E5A8-C884765372F5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773C3A7-61D8-70EC-4EEE-3D6FE811705B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13F9A90-2C43-EFB7-CB66-282BFFEA2185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0EEC53A-1AFB-D890-5A14-FFCEFA2A15B8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BA74E8D-B454-F5F2-6149-D711F44D4890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2211060-D69A-92CF-3F0C-77A1BD53CDBE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0372726-C603-E467-D286-87E153C707A7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49884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F6548-9D98-39FE-74B0-AE28060AF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these BSTs?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E5AD0C-4A2B-9A16-4E21-6AB1559EA083}"/>
              </a:ext>
            </a:extLst>
          </p:cNvPr>
          <p:cNvGrpSpPr/>
          <p:nvPr/>
        </p:nvGrpSpPr>
        <p:grpSpPr>
          <a:xfrm>
            <a:off x="200248" y="1567009"/>
            <a:ext cx="4036614" cy="2762801"/>
            <a:chOff x="131609" y="2379747"/>
            <a:chExt cx="4036614" cy="276280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16A6EC8-5DF8-4AA2-99AA-01038135CE44}"/>
                </a:ext>
              </a:extLst>
            </p:cNvPr>
            <p:cNvSpPr/>
            <p:nvPr/>
          </p:nvSpPr>
          <p:spPr>
            <a:xfrm>
              <a:off x="2259363" y="2379747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99805804-F2DC-C6FD-B8E9-574ACB44AD21}"/>
                </a:ext>
              </a:extLst>
            </p:cNvPr>
            <p:cNvSpPr/>
            <p:nvPr/>
          </p:nvSpPr>
          <p:spPr>
            <a:xfrm>
              <a:off x="1556072" y="3043035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B2B5938-265F-ABFC-25F4-5D8918243D7E}"/>
                </a:ext>
              </a:extLst>
            </p:cNvPr>
            <p:cNvSpPr/>
            <p:nvPr/>
          </p:nvSpPr>
          <p:spPr>
            <a:xfrm>
              <a:off x="2943201" y="3007475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FF0C916-C4B6-92D6-8494-EA5DFFA91B3D}"/>
                </a:ext>
              </a:extLst>
            </p:cNvPr>
            <p:cNvSpPr/>
            <p:nvPr/>
          </p:nvSpPr>
          <p:spPr>
            <a:xfrm>
              <a:off x="820352" y="379936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A91AC77-7F7D-F3E6-C149-208F5C5970A9}"/>
                </a:ext>
              </a:extLst>
            </p:cNvPr>
            <p:cNvSpPr/>
            <p:nvPr/>
          </p:nvSpPr>
          <p:spPr>
            <a:xfrm>
              <a:off x="3555712" y="3697555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C1FA898-5F86-702E-BACF-23EAF0ED22D9}"/>
                </a:ext>
              </a:extLst>
            </p:cNvPr>
            <p:cNvSpPr/>
            <p:nvPr/>
          </p:nvSpPr>
          <p:spPr>
            <a:xfrm>
              <a:off x="131609" y="4530037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BF02345-0F06-9D9F-427F-6826149A089F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2078883" y="2902558"/>
              <a:ext cx="270180" cy="23017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FF37D10-ECAB-4C4B-8186-21080F7EB02A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2782174" y="2902558"/>
              <a:ext cx="250727" cy="1946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3B40EF5-F8EE-E10F-696D-062B8556F3FC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1343163" y="3565846"/>
              <a:ext cx="302609" cy="3232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4C5E63E-B3AA-4E99-B718-95F43830258A}"/>
                </a:ext>
              </a:extLst>
            </p:cNvPr>
            <p:cNvCxnSpPr>
              <a:cxnSpLocks/>
              <a:stCxn id="12" idx="7"/>
              <a:endCxn id="8" idx="3"/>
            </p:cNvCxnSpPr>
            <p:nvPr/>
          </p:nvCxnSpPr>
          <p:spPr>
            <a:xfrm flipV="1">
              <a:off x="654420" y="4322171"/>
              <a:ext cx="255632" cy="2975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5BC7B60-9565-522D-D281-1C17537B9FCE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3466012" y="3530286"/>
              <a:ext cx="179400" cy="2569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0884F94-B209-66BE-9805-70530BB7643C}"/>
              </a:ext>
            </a:extLst>
          </p:cNvPr>
          <p:cNvGrpSpPr/>
          <p:nvPr/>
        </p:nvGrpSpPr>
        <p:grpSpPr>
          <a:xfrm>
            <a:off x="6758024" y="2938268"/>
            <a:ext cx="3877904" cy="3796337"/>
            <a:chOff x="41909" y="1095926"/>
            <a:chExt cx="3877904" cy="3796337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48C104B-2AC3-76E9-2B47-DAB7FCAFA33F}"/>
                </a:ext>
              </a:extLst>
            </p:cNvPr>
            <p:cNvSpPr/>
            <p:nvPr/>
          </p:nvSpPr>
          <p:spPr>
            <a:xfrm>
              <a:off x="2032627" y="237198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9204F87-3913-03CF-D0FF-35DB4BAA0656}"/>
                </a:ext>
              </a:extLst>
            </p:cNvPr>
            <p:cNvSpPr/>
            <p:nvPr/>
          </p:nvSpPr>
          <p:spPr>
            <a:xfrm>
              <a:off x="1339516" y="3025542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97C5F20C-29FD-AE0D-F4C5-50410235796D}"/>
                </a:ext>
              </a:extLst>
            </p:cNvPr>
            <p:cNvSpPr/>
            <p:nvPr/>
          </p:nvSpPr>
          <p:spPr>
            <a:xfrm>
              <a:off x="2694793" y="1728962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A8EF4C2-E99D-433A-7E38-FD10C7AE2AA5}"/>
                </a:ext>
              </a:extLst>
            </p:cNvPr>
            <p:cNvSpPr/>
            <p:nvPr/>
          </p:nvSpPr>
          <p:spPr>
            <a:xfrm>
              <a:off x="674261" y="3667241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766E27F-8D6C-3E0B-4F79-2A655295B958}"/>
                </a:ext>
              </a:extLst>
            </p:cNvPr>
            <p:cNvSpPr/>
            <p:nvPr/>
          </p:nvSpPr>
          <p:spPr>
            <a:xfrm>
              <a:off x="3307302" y="1095926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16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B54C4440-F81A-3A7F-27E9-725F1CAA06F4}"/>
                </a:ext>
              </a:extLst>
            </p:cNvPr>
            <p:cNvSpPr/>
            <p:nvPr/>
          </p:nvSpPr>
          <p:spPr>
            <a:xfrm>
              <a:off x="41909" y="4279752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7012BB1-0ABB-B4AD-2F57-9C1110B619BB}"/>
                </a:ext>
              </a:extLst>
            </p:cNvPr>
            <p:cNvCxnSpPr>
              <a:cxnSpLocks/>
              <a:stCxn id="25" idx="3"/>
              <a:endCxn id="26" idx="7"/>
            </p:cNvCxnSpPr>
            <p:nvPr/>
          </p:nvCxnSpPr>
          <p:spPr>
            <a:xfrm flipH="1">
              <a:off x="1862327" y="2894791"/>
              <a:ext cx="260000" cy="22045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783DAE3-3D5D-15E4-B689-776BBAEF2CA2}"/>
                </a:ext>
              </a:extLst>
            </p:cNvPr>
            <p:cNvCxnSpPr>
              <a:cxnSpLocks/>
              <a:stCxn id="25" idx="7"/>
              <a:endCxn id="27" idx="3"/>
            </p:cNvCxnSpPr>
            <p:nvPr/>
          </p:nvCxnSpPr>
          <p:spPr>
            <a:xfrm flipV="1">
              <a:off x="2555438" y="2251773"/>
              <a:ext cx="229055" cy="20990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5E6B326-F8D7-83A0-7746-675AF1939561}"/>
                </a:ext>
              </a:extLst>
            </p:cNvPr>
            <p:cNvCxnSpPr>
              <a:stCxn id="28" idx="7"/>
              <a:endCxn id="26" idx="3"/>
            </p:cNvCxnSpPr>
            <p:nvPr/>
          </p:nvCxnSpPr>
          <p:spPr>
            <a:xfrm flipV="1">
              <a:off x="1197072" y="3548353"/>
              <a:ext cx="232144" cy="208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325648F-1B77-2F45-09C7-4D83E88B0D3C}"/>
                </a:ext>
              </a:extLst>
            </p:cNvPr>
            <p:cNvCxnSpPr>
              <a:cxnSpLocks/>
              <a:stCxn id="30" idx="7"/>
              <a:endCxn id="28" idx="3"/>
            </p:cNvCxnSpPr>
            <p:nvPr/>
          </p:nvCxnSpPr>
          <p:spPr>
            <a:xfrm flipV="1">
              <a:off x="564720" y="4190052"/>
              <a:ext cx="199241" cy="179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18FA16-BC35-AB0B-3154-ED1E47669354}"/>
                </a:ext>
              </a:extLst>
            </p:cNvPr>
            <p:cNvCxnSpPr>
              <a:cxnSpLocks/>
              <a:stCxn id="29" idx="3"/>
              <a:endCxn id="27" idx="7"/>
            </p:cNvCxnSpPr>
            <p:nvPr/>
          </p:nvCxnSpPr>
          <p:spPr>
            <a:xfrm flipH="1">
              <a:off x="3217604" y="1618737"/>
              <a:ext cx="179398" cy="1999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4DE8E303-07A5-0FEA-D6A9-AA75413C8B43}"/>
              </a:ext>
            </a:extLst>
          </p:cNvPr>
          <p:cNvGrpSpPr/>
          <p:nvPr/>
        </p:nvGrpSpPr>
        <p:grpSpPr>
          <a:xfrm>
            <a:off x="5894880" y="334374"/>
            <a:ext cx="4036614" cy="2762801"/>
            <a:chOff x="5413263" y="1203158"/>
            <a:chExt cx="4036614" cy="2762801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DE93E5E-47AF-DA70-5553-9B15F4248E19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A0D95083-1032-E089-E0A6-2DDC0645E5CD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540CD5BB-759D-9930-59D7-E866E894F84D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AFB0B45-1D09-7FB3-2584-B1C055243DC8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8E7364C8-CE67-2CDD-F323-1DB8BA6ED0FC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07B236FA-64A2-FF24-C027-2E1851FDA694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16</a:t>
                </a:r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469DE87-EE49-BE73-3F23-F86634871488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93B9DA36-B4DF-1C20-A4FD-670899389501}"/>
                  </a:ext>
                </a:extLst>
              </p:cNvPr>
              <p:cNvCxnSpPr>
                <a:cxnSpLocks/>
                <a:stCxn id="58" idx="3"/>
                <a:endCxn id="5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5C94700-070A-B561-8ADC-5D4F8C148F03}"/>
                  </a:ext>
                </a:extLst>
              </p:cNvPr>
              <p:cNvCxnSpPr>
                <a:cxnSpLocks/>
                <a:stCxn id="58" idx="5"/>
                <a:endCxn id="6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A3319A1F-7FEA-B5E1-183D-B46A7BD98F7A}"/>
                  </a:ext>
                </a:extLst>
              </p:cNvPr>
              <p:cNvCxnSpPr>
                <a:stCxn id="61" idx="7"/>
                <a:endCxn id="5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AFDEE638-D040-5710-1D02-39AA593813D4}"/>
                  </a:ext>
                </a:extLst>
              </p:cNvPr>
              <p:cNvCxnSpPr>
                <a:cxnSpLocks/>
                <a:stCxn id="63" idx="7"/>
                <a:endCxn id="6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54BFAE1A-394A-A2F5-3B40-B82D2E654900}"/>
                  </a:ext>
                </a:extLst>
              </p:cNvPr>
              <p:cNvCxnSpPr>
                <a:stCxn id="62" idx="1"/>
                <a:endCxn id="6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9FA0846D-5821-0C57-9E29-76E3C1337D8F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2250BAC-0A03-1B48-1E20-909F0F10479D}"/>
                </a:ext>
              </a:extLst>
            </p:cNvPr>
            <p:cNvCxnSpPr>
              <a:cxnSpLocks/>
              <a:stCxn id="69" idx="1"/>
              <a:endCxn id="5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BACDE4A-98B0-022C-87D8-15AEA4022316}"/>
              </a:ext>
            </a:extLst>
          </p:cNvPr>
          <p:cNvGrpSpPr/>
          <p:nvPr/>
        </p:nvGrpSpPr>
        <p:grpSpPr>
          <a:xfrm>
            <a:off x="2376685" y="3800627"/>
            <a:ext cx="4036614" cy="2762801"/>
            <a:chOff x="5413263" y="1203158"/>
            <a:chExt cx="4036614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CEFED0A-5C34-B6F0-549E-4E88321F4178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1714744-621D-F5E0-3846-0DE7B9124DEE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EE982F01-E273-B8BE-B119-E2CC24AD004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8860A6C0-91DB-9D6E-4E29-D2DA63F0461F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0A5ED5B8-C63A-1E80-38DD-8981EBB048FF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1801A08-6C6E-24D9-1F1A-23D7CC5BB202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16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A063D3F-1277-6121-2D74-062102099201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621B54F0-6F9E-6234-A5A1-BF7815089EA1}"/>
                  </a:ext>
                </a:extLst>
              </p:cNvPr>
              <p:cNvCxnSpPr>
                <a:cxnSpLocks/>
                <a:stCxn id="13" idx="3"/>
                <a:endCxn id="16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5AF691C-C423-88A5-793D-69792CD41AA7}"/>
                  </a:ext>
                </a:extLst>
              </p:cNvPr>
              <p:cNvCxnSpPr>
                <a:cxnSpLocks/>
                <a:stCxn id="13" idx="5"/>
                <a:endCxn id="18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E50A1733-3E9B-E375-CD65-075CED3234CA}"/>
                  </a:ext>
                </a:extLst>
              </p:cNvPr>
              <p:cNvCxnSpPr>
                <a:stCxn id="20" idx="7"/>
                <a:endCxn id="16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7397CF2A-3C8F-10A1-2382-29256DF9A85E}"/>
                  </a:ext>
                </a:extLst>
              </p:cNvPr>
              <p:cNvCxnSpPr>
                <a:cxnSpLocks/>
                <a:stCxn id="36" idx="7"/>
                <a:endCxn id="20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BEDE9409-B167-DA3A-92F3-63FF2E4C3C11}"/>
                  </a:ext>
                </a:extLst>
              </p:cNvPr>
              <p:cNvCxnSpPr>
                <a:stCxn id="22" idx="1"/>
                <a:endCxn id="18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9CB6E68-1D64-B8A9-6FEF-CE6C62F71FBC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59C2F0-D084-076D-73BD-249FCD714F8D}"/>
                </a:ext>
              </a:extLst>
            </p:cNvPr>
            <p:cNvCxnSpPr>
              <a:cxnSpLocks/>
              <a:stCxn id="9" idx="1"/>
              <a:endCxn id="16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A74A376-A34F-D69F-C40B-E76A77B2C3E2}"/>
                  </a:ext>
                </a:extLst>
              </p14:cNvPr>
              <p14:cNvContentPartPr/>
              <p14:nvPr/>
            </p14:nvContentPartPr>
            <p14:xfrm>
              <a:off x="491760" y="1839960"/>
              <a:ext cx="11697480" cy="400500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A74A376-A34F-D69F-C40B-E76A77B2C3E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2400" y="1830600"/>
                <a:ext cx="11716200" cy="4023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45263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B08E2-751D-F879-3C45-BB45A6036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Why not use an array?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A5E47A-18BE-FF51-7E6C-F3393F2D65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represented a heap using an array, finding children/parents by index</a:t>
                </a:r>
              </a:p>
              <a:p>
                <a:r>
                  <a:rPr lang="en-US" dirty="0"/>
                  <a:t>We will represent BSTs with nodes and references. Why?</a:t>
                </a:r>
              </a:p>
              <a:p>
                <a:pPr lvl="1"/>
                <a:r>
                  <a:rPr lang="en-US" dirty="0"/>
                  <a:t>We might have “gaps” in our tree</a:t>
                </a:r>
              </a:p>
              <a:p>
                <a:pPr lvl="1"/>
                <a:r>
                  <a:rPr lang="en-US" dirty="0"/>
                  <a:t>Memory!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A5E47A-18BE-FF51-7E6C-F3393F2D65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62A9F34-D677-BC19-CCE3-4EE64A281271}"/>
                  </a:ext>
                </a:extLst>
              </p14:cNvPr>
              <p14:cNvContentPartPr/>
              <p14:nvPr/>
            </p14:nvContentPartPr>
            <p14:xfrm>
              <a:off x="7755120" y="3566880"/>
              <a:ext cx="2544480" cy="18309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62A9F34-D677-BC19-CCE3-4EE64A28127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745760" y="3557520"/>
                <a:ext cx="2563200" cy="1849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59920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Operation (recursive)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548639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find(key, root){</a:t>
            </a:r>
          </a:p>
          <a:p>
            <a:pPr marL="0" indent="0">
              <a:buNone/>
            </a:pPr>
            <a:r>
              <a:rPr lang="en-US" dirty="0"/>
              <a:t>	if (root == Null){</a:t>
            </a:r>
          </a:p>
          <a:p>
            <a:pPr marL="0" indent="0">
              <a:buNone/>
            </a:pPr>
            <a:r>
              <a:rPr lang="en-US" dirty="0"/>
              <a:t>		return Null;</a:t>
            </a:r>
          </a:p>
          <a:p>
            <a:pPr marL="0" indent="0">
              <a:buNone/>
            </a:pPr>
            <a:r>
              <a:rPr lang="en-US" dirty="0"/>
              <a:t>	{</a:t>
            </a:r>
          </a:p>
          <a:p>
            <a:pPr marL="0" indent="0">
              <a:buNone/>
            </a:pPr>
            <a:r>
              <a:rPr lang="en-US" dirty="0"/>
              <a:t>	if (key ==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return </a:t>
            </a:r>
            <a:r>
              <a:rPr lang="en-US" dirty="0" err="1"/>
              <a:t>root.value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(key &lt;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return find(key, </a:t>
            </a:r>
            <a:r>
              <a:rPr lang="en-US" dirty="0" err="1"/>
              <a:t>root.left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(key &gt;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return find(key, </a:t>
            </a:r>
            <a:r>
              <a:rPr lang="en-US" dirty="0" err="1"/>
              <a:t>root.right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} </a:t>
            </a:r>
          </a:p>
          <a:p>
            <a:pPr marL="0" indent="0">
              <a:buNone/>
            </a:pPr>
            <a:r>
              <a:rPr lang="en-US" dirty="0"/>
              <a:t>	return Null;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771352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0024287B-8C89-C9C1-1253-86AF28C31DE2}"/>
                  </a:ext>
                </a:extLst>
              </p14:cNvPr>
              <p14:cNvContentPartPr/>
              <p14:nvPr/>
            </p14:nvContentPartPr>
            <p14:xfrm>
              <a:off x="1410480" y="645840"/>
              <a:ext cx="9663480" cy="557892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0024287B-8C89-C9C1-1253-86AF28C31DE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01120" y="636480"/>
                <a:ext cx="9682200" cy="5597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80917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Operation (iterative)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548639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find(key, root){</a:t>
            </a:r>
          </a:p>
          <a:p>
            <a:pPr marL="0" indent="0">
              <a:buNone/>
            </a:pPr>
            <a:r>
              <a:rPr lang="en-US" dirty="0"/>
              <a:t>	while (root != Null &amp;&amp; key !=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if (key &lt;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	root = </a:t>
            </a:r>
            <a:r>
              <a:rPr lang="en-US" dirty="0" err="1"/>
              <a:t>root.left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	}</a:t>
            </a:r>
          </a:p>
          <a:p>
            <a:pPr marL="0" indent="0">
              <a:buNone/>
            </a:pPr>
            <a:r>
              <a:rPr lang="en-US" dirty="0"/>
              <a:t>		else if (key &gt;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	root = </a:t>
            </a:r>
            <a:r>
              <a:rPr lang="en-US" dirty="0" err="1"/>
              <a:t>root.right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	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(root == Null){</a:t>
            </a:r>
          </a:p>
          <a:p>
            <a:pPr marL="0" indent="0">
              <a:buNone/>
            </a:pPr>
            <a:r>
              <a:rPr lang="en-US" dirty="0"/>
              <a:t>		return Null;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return </a:t>
            </a:r>
            <a:r>
              <a:rPr lang="en-US" dirty="0" err="1"/>
              <a:t>root.value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771352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66835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Insert Operation (recursive)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insert(key, value, root){</a:t>
            </a:r>
          </a:p>
          <a:p>
            <a:pPr marL="0" indent="0">
              <a:buNone/>
            </a:pPr>
            <a:r>
              <a:rPr lang="en-US" dirty="0"/>
              <a:t>	root = </a:t>
            </a:r>
            <a:r>
              <a:rPr lang="en-US" dirty="0" err="1"/>
              <a:t>insertHelper</a:t>
            </a:r>
            <a:r>
              <a:rPr lang="en-US" dirty="0"/>
              <a:t>(key, value, root);	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 err="1"/>
              <a:t>insertHelper</a:t>
            </a:r>
            <a:r>
              <a:rPr lang="en-US" dirty="0"/>
              <a:t>(key, value, root){</a:t>
            </a:r>
          </a:p>
          <a:p>
            <a:pPr marL="0" indent="0">
              <a:buNone/>
            </a:pPr>
            <a:r>
              <a:rPr lang="en-US" dirty="0"/>
              <a:t>	if(root == null)</a:t>
            </a:r>
          </a:p>
          <a:p>
            <a:pPr marL="0" indent="0">
              <a:buNone/>
            </a:pPr>
            <a:r>
              <a:rPr lang="en-US" dirty="0"/>
              <a:t>		return new Node(key, value);</a:t>
            </a:r>
          </a:p>
          <a:p>
            <a:pPr marL="0" indent="0">
              <a:buNone/>
            </a:pPr>
            <a:r>
              <a:rPr lang="en-US" dirty="0"/>
              <a:t>	if (</a:t>
            </a:r>
            <a:r>
              <a:rPr lang="en-US" dirty="0" err="1"/>
              <a:t>root.key</a:t>
            </a:r>
            <a:r>
              <a:rPr lang="en-US" dirty="0"/>
              <a:t> &lt; key)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root.right</a:t>
            </a:r>
            <a:r>
              <a:rPr lang="en-US" dirty="0"/>
              <a:t> = </a:t>
            </a:r>
            <a:r>
              <a:rPr lang="en-US" dirty="0" err="1"/>
              <a:t>insertHelper</a:t>
            </a:r>
            <a:r>
              <a:rPr lang="en-US" dirty="0"/>
              <a:t>(key, value, </a:t>
            </a:r>
            <a:r>
              <a:rPr lang="en-US" dirty="0" err="1"/>
              <a:t>root.right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else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root.left</a:t>
            </a:r>
            <a:r>
              <a:rPr lang="en-US" dirty="0"/>
              <a:t> = </a:t>
            </a:r>
            <a:r>
              <a:rPr lang="en-US" dirty="0" err="1"/>
              <a:t>insertHelper</a:t>
            </a:r>
            <a:r>
              <a:rPr lang="en-US" dirty="0"/>
              <a:t>(key, value, </a:t>
            </a:r>
            <a:r>
              <a:rPr lang="en-US" dirty="0" err="1"/>
              <a:t>root.left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return root;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C28BCDDF-B493-4857-C77E-F1CA84F2DE5D}"/>
              </a:ext>
            </a:extLst>
          </p:cNvPr>
          <p:cNvSpPr txBox="1"/>
          <p:nvPr/>
        </p:nvSpPr>
        <p:spPr>
          <a:xfrm>
            <a:off x="6956564" y="6312842"/>
            <a:ext cx="5163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Note: Insert happens only at the leaves!</a:t>
            </a:r>
          </a:p>
        </p:txBody>
      </p:sp>
    </p:spTree>
    <p:extLst>
      <p:ext uri="{BB962C8B-B14F-4D97-AF65-F5344CB8AC3E}">
        <p14:creationId xmlns:p14="http://schemas.microsoft.com/office/powerpoint/2010/main" val="2267298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Insert Operation (iterative)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insert(key, value, root){</a:t>
            </a:r>
          </a:p>
          <a:p>
            <a:pPr marL="0" indent="0">
              <a:buNone/>
            </a:pPr>
            <a:r>
              <a:rPr lang="en-US" dirty="0"/>
              <a:t>	if (root == Null){ </a:t>
            </a:r>
            <a:r>
              <a:rPr lang="en-US" dirty="0" err="1"/>
              <a:t>this.root</a:t>
            </a:r>
            <a:r>
              <a:rPr lang="en-US" dirty="0"/>
              <a:t> = new Node(key, value); }</a:t>
            </a:r>
          </a:p>
          <a:p>
            <a:pPr marL="0" indent="0">
              <a:buNone/>
            </a:pPr>
            <a:r>
              <a:rPr lang="en-US" dirty="0"/>
              <a:t>	parent = Null;</a:t>
            </a:r>
          </a:p>
          <a:p>
            <a:pPr marL="0" indent="0">
              <a:buNone/>
            </a:pPr>
            <a:r>
              <a:rPr lang="en-US" dirty="0"/>
              <a:t>	while (root != Null &amp;&amp; key !=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parent = root;</a:t>
            </a:r>
          </a:p>
          <a:p>
            <a:pPr marL="0" indent="0">
              <a:buNone/>
            </a:pPr>
            <a:r>
              <a:rPr lang="en-US" dirty="0"/>
              <a:t>		if (key &lt;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root.left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	else if (key &gt;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root.right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(root != Null){ </a:t>
            </a:r>
            <a:r>
              <a:rPr lang="en-US" dirty="0" err="1"/>
              <a:t>root.value</a:t>
            </a:r>
            <a:r>
              <a:rPr lang="en-US" dirty="0"/>
              <a:t> = value; }</a:t>
            </a:r>
          </a:p>
          <a:p>
            <a:pPr marL="0" indent="0">
              <a:buNone/>
            </a:pPr>
            <a:r>
              <a:rPr lang="en-US" dirty="0"/>
              <a:t>	else if (key &lt; </a:t>
            </a:r>
            <a:r>
              <a:rPr lang="en-US" dirty="0" err="1"/>
              <a:t>parent.key</a:t>
            </a:r>
            <a:r>
              <a:rPr lang="en-US" dirty="0"/>
              <a:t>){ </a:t>
            </a:r>
            <a:r>
              <a:rPr lang="en-US" dirty="0" err="1"/>
              <a:t>parent.left</a:t>
            </a:r>
            <a:r>
              <a:rPr lang="en-US" dirty="0"/>
              <a:t> = new Node(key, value); }</a:t>
            </a:r>
          </a:p>
          <a:p>
            <a:pPr marL="0" indent="0">
              <a:buNone/>
            </a:pPr>
            <a:r>
              <a:rPr lang="en-US" dirty="0"/>
              <a:t>	else{ </a:t>
            </a:r>
            <a:r>
              <a:rPr lang="en-US" dirty="0" err="1"/>
              <a:t>parent.right</a:t>
            </a:r>
            <a:r>
              <a:rPr lang="en-US" dirty="0"/>
              <a:t> = new Node (key, value);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C28BCDDF-B493-4857-C77E-F1CA84F2DE5D}"/>
              </a:ext>
            </a:extLst>
          </p:cNvPr>
          <p:cNvSpPr txBox="1"/>
          <p:nvPr/>
        </p:nvSpPr>
        <p:spPr>
          <a:xfrm>
            <a:off x="6956564" y="6312842"/>
            <a:ext cx="5163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Note: Insert happens only at the leaves!</a:t>
            </a:r>
          </a:p>
        </p:txBody>
      </p:sp>
    </p:spTree>
    <p:extLst>
      <p:ext uri="{BB962C8B-B14F-4D97-AF65-F5344CB8AC3E}">
        <p14:creationId xmlns:p14="http://schemas.microsoft.com/office/powerpoint/2010/main" val="32353473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Delete Operation (iterative)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delete(key, root){</a:t>
            </a:r>
          </a:p>
          <a:p>
            <a:pPr marL="0" indent="0">
              <a:buNone/>
            </a:pPr>
            <a:r>
              <a:rPr lang="en-US" dirty="0"/>
              <a:t>	while (root != Null &amp;&amp; key !=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if (key &lt;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root.left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	else if (key &gt;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root.right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(root == Null){ return; }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FF0000"/>
                </a:solidFill>
              </a:rPr>
              <a:t>// Now root is the node to delete, what happens next?</a:t>
            </a: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4246F8-D514-89E9-07BE-E764FD3DDE5E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170735B-03F0-160D-23CF-0D614E00B4D4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0A1F936-94E3-B970-9075-7FDD968CD1F3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950B02B1-9B98-2BBC-8CE2-98986D25F159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375DB836-C24D-B0D7-C861-32998C858A21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B0170677-49FE-DA4D-C375-3C8BA0C66CFA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434C13F0-4203-47AB-2431-B2ED32886F93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1AFBCF91-BBF7-4271-9169-45F56648DD71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AC532E5-2A85-D663-8446-585A13F92E62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B09125AD-9B5C-7493-9272-2F1DA89CE01F}"/>
                    </a:ext>
                  </a:extLst>
                </p:cNvPr>
                <p:cNvCxnSpPr>
                  <a:cxnSpLocks/>
                  <a:stCxn id="8" idx="3"/>
                  <a:endCxn id="9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A593D686-AF2B-E9E1-76F6-D11031779EE4}"/>
                    </a:ext>
                  </a:extLst>
                </p:cNvPr>
                <p:cNvCxnSpPr>
                  <a:cxnSpLocks/>
                  <a:stCxn id="8" idx="5"/>
                  <a:endCxn id="10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97955860-35DB-B2E4-DCE1-B378FA7BC357}"/>
                    </a:ext>
                  </a:extLst>
                </p:cNvPr>
                <p:cNvCxnSpPr>
                  <a:stCxn id="11" idx="7"/>
                  <a:endCxn id="9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D523286C-EC12-D977-43D0-51802A0AC727}"/>
                    </a:ext>
                  </a:extLst>
                </p:cNvPr>
                <p:cNvCxnSpPr>
                  <a:cxnSpLocks/>
                  <a:stCxn id="13" idx="7"/>
                  <a:endCxn id="11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3623BC4-097B-A907-A1CC-F4A3083684DE}"/>
                    </a:ext>
                  </a:extLst>
                </p:cNvPr>
                <p:cNvCxnSpPr>
                  <a:stCxn id="12" idx="1"/>
                  <a:endCxn id="10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F637BB8-2207-4532-477F-45453B8D7C43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3B42508-3220-7F2F-F806-D6A321054F05}"/>
                  </a:ext>
                </a:extLst>
              </p:cNvPr>
              <p:cNvCxnSpPr>
                <a:cxnSpLocks/>
                <a:stCxn id="6" idx="1"/>
                <a:endCxn id="9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E3A21A5-2643-9862-95E7-21A8A8044617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8A649D9-8400-9565-121B-970C2A8B192B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A1C5561-F71C-BB55-B723-357F94648CC6}"/>
                </a:ext>
              </a:extLst>
            </p:cNvPr>
            <p:cNvCxnSpPr>
              <a:cxnSpLocks/>
              <a:stCxn id="20" idx="7"/>
              <a:endCxn id="6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E5CEB3B-8BE4-AFAA-1FF9-30DE6145E6CA}"/>
                </a:ext>
              </a:extLst>
            </p:cNvPr>
            <p:cNvCxnSpPr>
              <a:cxnSpLocks/>
              <a:stCxn id="21" idx="1"/>
              <a:endCxn id="6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F8C4C656-A4E8-5735-21E9-C239A39B08C4}"/>
                  </a:ext>
                </a:extLst>
              </p14:cNvPr>
              <p14:cNvContentPartPr/>
              <p14:nvPr/>
            </p14:nvContentPartPr>
            <p14:xfrm>
              <a:off x="642240" y="817560"/>
              <a:ext cx="9740520" cy="319644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F8C4C656-A4E8-5735-21E9-C239A39B08C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2880" y="808200"/>
                <a:ext cx="9759240" cy="3215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65258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6AF61-C0E9-5358-15F9-71C3896ED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Delete – 3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CEAC8-3204-C998-083A-0CA3CB38D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0 Children (i.e. it’s a leaf)</a:t>
            </a:r>
          </a:p>
          <a:p>
            <a:pPr lvl="1"/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1 Child</a:t>
            </a:r>
          </a:p>
          <a:p>
            <a:pPr lvl="1"/>
            <a:r>
              <a:rPr lang="en-US" dirty="0"/>
              <a:t>Replace the deleted node with its child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2 Children</a:t>
            </a:r>
          </a:p>
          <a:p>
            <a:pPr lvl="1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Replace the deleted with the largest node to its left or else the smallest node to its right</a:t>
            </a:r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7AC3D59-3E05-191D-A7BF-6AC36E848F5B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333A002-A754-52F5-FA72-68624BE2C8D0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508219CE-3255-59E4-61D6-419B3BAFB9D7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2142312F-4523-0F4A-18D6-D202467C630B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EB78B0BF-9986-AD99-C54F-D7B175C1C6D9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B7B86446-8709-F970-19FA-1560746A8F8B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12845EA2-0AD9-0332-93AD-E32D492ACF75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45DC21F3-A9FD-FEF7-D158-D2B83E668A9A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C2595E8C-ACCE-26C0-95A6-DF31D51FB635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CB09B76C-5533-8CEE-1C8E-C13D430D6C0A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C6BA5A95-4800-75BA-5CE6-E383F92011EB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AC4D699-B4C5-E5A7-F3D0-4965AD3CEF52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DBE01189-9D86-9F73-E90F-C51F6D57DB47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F6CAF12A-D2DF-12A3-D54E-B3E2AADBEE87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D0412F1-A696-4E74-5C2D-01D272BC7D13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80FEBA68-EB7A-A625-123F-3DFEFE9705FD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46FB638-874C-F8CE-DA66-D385D2D1E610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rgbClr val="FF646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C35A3DD-4BC9-7373-F046-80248E667B84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0A20141-63E4-638D-8E70-95A8CD7079FC}"/>
                </a:ext>
              </a:extLst>
            </p:cNvPr>
            <p:cNvCxnSpPr>
              <a:cxnSpLocks/>
              <a:stCxn id="6" idx="7"/>
              <a:endCxn id="1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9F92928-0AF8-46E7-0CF2-997221C964DA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E1377127-0581-E180-BB10-4A404D3C45EE}"/>
                  </a:ext>
                </a:extLst>
              </p14:cNvPr>
              <p14:cNvContentPartPr/>
              <p14:nvPr/>
            </p14:nvContentPartPr>
            <p14:xfrm>
              <a:off x="525240" y="1120680"/>
              <a:ext cx="10508760" cy="226260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E1377127-0581-E180-BB10-4A404D3C45E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5880" y="1111320"/>
                <a:ext cx="10527480" cy="2281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02148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DD992-8A3B-FA6D-C215-0B6ED397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Max and Min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004EE-D13B-45D9-058D-3DB66EC3D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 of a BST:</a:t>
            </a:r>
          </a:p>
          <a:p>
            <a:pPr lvl="1"/>
            <a:r>
              <a:rPr lang="en-US" dirty="0"/>
              <a:t>Right-most Thing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Min of a BST:</a:t>
            </a:r>
          </a:p>
          <a:p>
            <a:pPr lvl="1"/>
            <a:r>
              <a:rPr lang="en-US" dirty="0"/>
              <a:t>Left-most Thing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3BF0BCB-E919-4887-EA0E-2950E757CB98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9003D4F-20EE-2715-9BC2-D19DE4581AEE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968D83DF-C06D-6B78-1A7C-F817960D477A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A2EDFBE-0A1B-19F2-557F-3B1A84B93183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55E32266-34D1-3723-EBDF-C9A36280C466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1D17E1C-7320-E465-2AF6-0DFBD16C3748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582C6223-5B81-9C2F-51F0-9A31796FD9C1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DE529F80-9D8C-AD5B-0003-47F0052FA1C6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3DB1C023-75B2-F46B-74A7-E40104367967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9B93E87A-6C9B-1D2C-C84A-2AA38EABAC4D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DE72BA0-DEC4-4371-557B-FD0A27B58A15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14E1AA9-03DC-F6A2-880E-44E821AD716D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46D2F62-F574-C773-B0F2-218AD20D8DB1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265655F-9185-06A5-BD36-032DE2A30AAE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2F28718-ABD4-67D4-B846-AEAE833BCF68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CF8DDC98-3F89-07C7-160A-648B352778FE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676F51E-8B90-CBD3-7E71-086AF7DF6FD7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8BD72FE-0A5E-9EC8-90AC-E805731A3D95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5A2F8EA-25C5-E8CC-7AA6-AA386BB59595}"/>
                </a:ext>
              </a:extLst>
            </p:cNvPr>
            <p:cNvCxnSpPr>
              <a:cxnSpLocks/>
              <a:stCxn id="6" idx="7"/>
              <a:endCxn id="1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D5ECE53-FA8D-7B43-2013-D57B557F7DCC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317041B-3D3A-8B57-9A2C-1609D76990ED}"/>
              </a:ext>
            </a:extLst>
          </p:cNvPr>
          <p:cNvSpPr txBox="1"/>
          <p:nvPr/>
        </p:nvSpPr>
        <p:spPr>
          <a:xfrm>
            <a:off x="4450489" y="1515664"/>
            <a:ext cx="38700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maxNode</a:t>
            </a:r>
            <a:r>
              <a:rPr lang="en-US" dirty="0"/>
              <a:t>(root){</a:t>
            </a:r>
          </a:p>
          <a:p>
            <a:r>
              <a:rPr lang="en-US" dirty="0"/>
              <a:t>	if (root == Null){ return Null; }</a:t>
            </a:r>
          </a:p>
          <a:p>
            <a:r>
              <a:rPr lang="en-US" dirty="0"/>
              <a:t>	while (</a:t>
            </a:r>
            <a:r>
              <a:rPr lang="en-US" dirty="0" err="1"/>
              <a:t>root.right</a:t>
            </a:r>
            <a:r>
              <a:rPr lang="en-US" dirty="0"/>
              <a:t> != Null){</a:t>
            </a:r>
          </a:p>
          <a:p>
            <a:r>
              <a:rPr lang="en-US" dirty="0"/>
              <a:t>		root = </a:t>
            </a:r>
            <a:r>
              <a:rPr lang="en-US" dirty="0" err="1"/>
              <a:t>root.right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root;</a:t>
            </a:r>
          </a:p>
          <a:p>
            <a:r>
              <a:rPr lang="en-US" dirty="0"/>
              <a:t>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7A3E0CB-96F1-9F4E-AA9E-AFD3225402CD}"/>
              </a:ext>
            </a:extLst>
          </p:cNvPr>
          <p:cNvSpPr txBox="1"/>
          <p:nvPr/>
        </p:nvSpPr>
        <p:spPr>
          <a:xfrm>
            <a:off x="4450489" y="4145638"/>
            <a:ext cx="38700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minNode</a:t>
            </a:r>
            <a:r>
              <a:rPr lang="en-US" dirty="0"/>
              <a:t>(root){</a:t>
            </a:r>
          </a:p>
          <a:p>
            <a:r>
              <a:rPr lang="en-US" dirty="0"/>
              <a:t>	if (root == Null){ return Null; }</a:t>
            </a:r>
          </a:p>
          <a:p>
            <a:r>
              <a:rPr lang="en-US" dirty="0"/>
              <a:t>	while (</a:t>
            </a:r>
            <a:r>
              <a:rPr lang="en-US" dirty="0" err="1"/>
              <a:t>root.left</a:t>
            </a:r>
            <a:r>
              <a:rPr lang="en-US" dirty="0"/>
              <a:t> != Null){</a:t>
            </a:r>
          </a:p>
          <a:p>
            <a:r>
              <a:rPr lang="en-US" dirty="0"/>
              <a:t>		root = </a:t>
            </a:r>
            <a:r>
              <a:rPr lang="en-US" dirty="0" err="1"/>
              <a:t>root.left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root;</a:t>
            </a:r>
          </a:p>
          <a:p>
            <a:r>
              <a:rPr lang="en-US" dirty="0"/>
              <a:t>}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15583979-C705-3E4D-1285-B9E7AF90C092}"/>
                  </a:ext>
                </a:extLst>
              </p14:cNvPr>
              <p14:cNvContentPartPr/>
              <p14:nvPr/>
            </p14:nvContentPartPr>
            <p14:xfrm>
              <a:off x="912600" y="1864440"/>
              <a:ext cx="2335320" cy="220176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15583979-C705-3E4D-1285-B9E7AF90C09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3240" y="1855080"/>
                <a:ext cx="2354040" cy="2220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92177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Delete Operation (iterative)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delete(key, root){</a:t>
            </a:r>
          </a:p>
          <a:p>
            <a:pPr marL="0" indent="0">
              <a:buNone/>
            </a:pPr>
            <a:r>
              <a:rPr lang="en-US" dirty="0"/>
              <a:t>	while (root != Null &amp;&amp; key !=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if (key &lt;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root.left</a:t>
            </a:r>
            <a:r>
              <a:rPr lang="en-US" dirty="0"/>
              <a:t>; 	}</a:t>
            </a:r>
          </a:p>
          <a:p>
            <a:pPr marL="0" indent="0">
              <a:buNone/>
            </a:pPr>
            <a:r>
              <a:rPr lang="en-US" dirty="0"/>
              <a:t>		else if (key &gt; </a:t>
            </a:r>
            <a:r>
              <a:rPr lang="en-US" dirty="0" err="1"/>
              <a:t>root.key</a:t>
            </a:r>
            <a:r>
              <a:rPr lang="en-US" dirty="0"/>
              <a:t>){ root = </a:t>
            </a:r>
            <a:r>
              <a:rPr lang="en-US" dirty="0" err="1"/>
              <a:t>root.right</a:t>
            </a:r>
            <a:r>
              <a:rPr lang="en-US" dirty="0"/>
              <a:t>; 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(root == Null){ return; }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FF0000"/>
                </a:solidFill>
              </a:rPr>
              <a:t>if (root has no children){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make parent point to Null Instead;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if (root has one child){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make parent point to that child instead;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if (root has two children){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make parent point to either the max from the left or min from the right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4246F8-D514-89E9-07BE-E764FD3DDE5E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170735B-03F0-160D-23CF-0D614E00B4D4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0A1F936-94E3-B970-9075-7FDD968CD1F3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950B02B1-9B98-2BBC-8CE2-98986D25F159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9</a:t>
                  </a:r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375DB836-C24D-B0D7-C861-32998C858A21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B0170677-49FE-DA4D-C375-3C8BA0C66CFA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10</a:t>
                  </a:r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434C13F0-4203-47AB-2431-B2ED32886F93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</a:t>
                  </a:r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1AFBCF91-BBF7-4271-9169-45F56648DD71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16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AC532E5-2A85-D663-8446-585A13F92E62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0</a:t>
                  </a:r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B09125AD-9B5C-7493-9272-2F1DA89CE01F}"/>
                    </a:ext>
                  </a:extLst>
                </p:cNvPr>
                <p:cNvCxnSpPr>
                  <a:cxnSpLocks/>
                  <a:stCxn id="8" idx="3"/>
                  <a:endCxn id="9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A593D686-AF2B-E9E1-76F6-D11031779EE4}"/>
                    </a:ext>
                  </a:extLst>
                </p:cNvPr>
                <p:cNvCxnSpPr>
                  <a:cxnSpLocks/>
                  <a:stCxn id="8" idx="5"/>
                  <a:endCxn id="10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97955860-35DB-B2E4-DCE1-B378FA7BC357}"/>
                    </a:ext>
                  </a:extLst>
                </p:cNvPr>
                <p:cNvCxnSpPr>
                  <a:stCxn id="11" idx="7"/>
                  <a:endCxn id="9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D523286C-EC12-D977-43D0-51802A0AC727}"/>
                    </a:ext>
                  </a:extLst>
                </p:cNvPr>
                <p:cNvCxnSpPr>
                  <a:cxnSpLocks/>
                  <a:stCxn id="13" idx="7"/>
                  <a:endCxn id="11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3623BC4-097B-A907-A1CC-F4A3083684DE}"/>
                    </a:ext>
                  </a:extLst>
                </p:cNvPr>
                <p:cNvCxnSpPr>
                  <a:stCxn id="12" idx="1"/>
                  <a:endCxn id="10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F637BB8-2207-4532-477F-45453B8D7C43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3B42508-3220-7F2F-F806-D6A321054F05}"/>
                  </a:ext>
                </a:extLst>
              </p:cNvPr>
              <p:cNvCxnSpPr>
                <a:cxnSpLocks/>
                <a:stCxn id="6" idx="1"/>
                <a:endCxn id="9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E3A21A5-2643-9862-95E7-21A8A8044617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8A649D9-8400-9565-121B-970C2A8B192B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A1C5561-F71C-BB55-B723-357F94648CC6}"/>
                </a:ext>
              </a:extLst>
            </p:cNvPr>
            <p:cNvCxnSpPr>
              <a:cxnSpLocks/>
              <a:stCxn id="20" idx="7"/>
              <a:endCxn id="6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E5CEB3B-8BE4-AFAA-1FF9-30DE6145E6CA}"/>
                </a:ext>
              </a:extLst>
            </p:cNvPr>
            <p:cNvCxnSpPr>
              <a:cxnSpLocks/>
              <a:stCxn id="21" idx="1"/>
              <a:endCxn id="6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0822DE55-0977-E3D5-F3B9-30195CBEF9F4}"/>
                  </a:ext>
                </a:extLst>
              </p14:cNvPr>
              <p14:cNvContentPartPr/>
              <p14:nvPr/>
            </p14:nvContentPartPr>
            <p14:xfrm>
              <a:off x="2645640" y="3906720"/>
              <a:ext cx="835920" cy="30960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0822DE55-0977-E3D5-F3B9-30195CBEF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36280" y="3897360"/>
                <a:ext cx="854640" cy="328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66729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768D2-3B25-68DF-253C-F021135BA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40637-A613-A9E7-519E-9AD94EB6A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Delete Operation (recursive)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87991-6266-62EE-BEE3-DDCD294DF0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delete(key, root){</a:t>
            </a:r>
          </a:p>
          <a:p>
            <a:pPr marL="0" indent="0">
              <a:buNone/>
            </a:pPr>
            <a:r>
              <a:rPr lang="en-US" dirty="0"/>
              <a:t>	if (root == Null){ return; } // key not present</a:t>
            </a:r>
          </a:p>
          <a:p>
            <a:pPr marL="0" indent="0">
              <a:buNone/>
            </a:pPr>
            <a:r>
              <a:rPr lang="en-US" dirty="0"/>
              <a:t>	if (</a:t>
            </a:r>
            <a:r>
              <a:rPr lang="en-US" dirty="0" err="1"/>
              <a:t>root.key</a:t>
            </a:r>
            <a:r>
              <a:rPr lang="en-US" dirty="0"/>
              <a:t> == key){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>
                <a:solidFill>
                  <a:srgbClr val="FF0000"/>
                </a:solidFill>
              </a:rPr>
              <a:t>if (root has no children) { return Null; 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if (root has one child) { return that child; 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		if (root has two children) {return </a:t>
            </a:r>
            <a:r>
              <a:rPr lang="en-US" dirty="0" err="1">
                <a:solidFill>
                  <a:srgbClr val="FF0000"/>
                </a:solidFill>
              </a:rPr>
              <a:t>removeMax</a:t>
            </a:r>
            <a:r>
              <a:rPr lang="en-US" dirty="0">
                <a:solidFill>
                  <a:srgbClr val="FF0000"/>
                </a:solidFill>
              </a:rPr>
              <a:t>(</a:t>
            </a:r>
            <a:r>
              <a:rPr lang="en-US" dirty="0" err="1">
                <a:solidFill>
                  <a:srgbClr val="FF0000"/>
                </a:solidFill>
              </a:rPr>
              <a:t>root.left</a:t>
            </a:r>
            <a:r>
              <a:rPr lang="en-US" dirty="0">
                <a:solidFill>
                  <a:srgbClr val="FF0000"/>
                </a:solidFill>
              </a:rPr>
              <a:t>);}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</a:t>
            </a:r>
            <a:r>
              <a:rPr lang="en-US" dirty="0" err="1"/>
              <a:t>root.key</a:t>
            </a:r>
            <a:r>
              <a:rPr lang="en-US" dirty="0"/>
              <a:t> &lt; key) { </a:t>
            </a:r>
            <a:r>
              <a:rPr lang="en-US" dirty="0" err="1"/>
              <a:t>root.right</a:t>
            </a:r>
            <a:r>
              <a:rPr lang="en-US" dirty="0"/>
              <a:t> = delete(key, </a:t>
            </a:r>
            <a:r>
              <a:rPr lang="en-US" dirty="0" err="1"/>
              <a:t>root.right</a:t>
            </a:r>
            <a:r>
              <a:rPr lang="en-US" dirty="0"/>
              <a:t>); }</a:t>
            </a:r>
          </a:p>
          <a:p>
            <a:pPr marL="0" indent="0">
              <a:buNone/>
            </a:pPr>
            <a:r>
              <a:rPr lang="en-US" dirty="0"/>
              <a:t>	else { </a:t>
            </a:r>
            <a:r>
              <a:rPr lang="en-US" dirty="0" err="1"/>
              <a:t>root.left</a:t>
            </a:r>
            <a:r>
              <a:rPr lang="en-US" dirty="0"/>
              <a:t> = delete(key, </a:t>
            </a:r>
            <a:r>
              <a:rPr lang="en-US" dirty="0" err="1"/>
              <a:t>root.left</a:t>
            </a:r>
            <a:r>
              <a:rPr lang="en-US" dirty="0"/>
              <a:t>); }</a:t>
            </a: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3061E36-B68E-3844-0FB4-D07CB8A59E36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8079280" y="365125"/>
            <a:chExt cx="4036614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C00FB46-1775-1E8D-BA80-A93F1F121BF6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3E2A454-89C6-127B-EEDC-99911058E492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C3DFA3AD-01DB-A6BE-8B5E-EA3CB1053BAE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9</a:t>
                  </a:r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4C4C4165-1130-AEE5-61C5-4DE2D95EA573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A39E2EB3-E5B7-3DE3-3F62-F2B09ABA2673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10</a:t>
                  </a:r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E9FB5A6-B0C6-BAFA-8D92-7609CFD23173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</a:t>
                  </a:r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42CFA475-7883-AB14-A0D1-C3DF86F38D5D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16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AB72759D-0EAB-AFEF-0BB4-FA089BCB0305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0</a:t>
                  </a:r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A019D8E7-3242-85A5-59A4-389BF853E2D0}"/>
                    </a:ext>
                  </a:extLst>
                </p:cNvPr>
                <p:cNvCxnSpPr>
                  <a:cxnSpLocks/>
                  <a:stCxn id="8" idx="3"/>
                  <a:endCxn id="9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4F23168-F205-C5B7-7E6A-14F06968361F}"/>
                    </a:ext>
                  </a:extLst>
                </p:cNvPr>
                <p:cNvCxnSpPr>
                  <a:cxnSpLocks/>
                  <a:stCxn id="8" idx="5"/>
                  <a:endCxn id="10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1FE7DCC-114A-9A06-B5EE-CECB8ED7F293}"/>
                    </a:ext>
                  </a:extLst>
                </p:cNvPr>
                <p:cNvCxnSpPr>
                  <a:stCxn id="11" idx="7"/>
                  <a:endCxn id="9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41A82CAD-1880-2C4B-0C5A-19B5669309F8}"/>
                    </a:ext>
                  </a:extLst>
                </p:cNvPr>
                <p:cNvCxnSpPr>
                  <a:cxnSpLocks/>
                  <a:stCxn id="13" idx="7"/>
                  <a:endCxn id="11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B96F06EA-B6F9-E0D8-313A-EBB0BD27F9F7}"/>
                    </a:ext>
                  </a:extLst>
                </p:cNvPr>
                <p:cNvCxnSpPr>
                  <a:stCxn id="12" idx="1"/>
                  <a:endCxn id="10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9E69FDC4-D3A5-1174-0261-BE45E67AE3EB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7285EB2-EF93-8085-1F22-7AE90F8D0C74}"/>
                  </a:ext>
                </a:extLst>
              </p:cNvPr>
              <p:cNvCxnSpPr>
                <a:cxnSpLocks/>
                <a:stCxn id="6" idx="1"/>
                <a:endCxn id="9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15B8BB4-D860-4551-F696-A573D5767851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0EB9E36-AE08-FB14-D41D-B0E6DF9762B3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110FEEE-2316-3BA5-CD0A-B7FE0EB615E7}"/>
                </a:ext>
              </a:extLst>
            </p:cNvPr>
            <p:cNvCxnSpPr>
              <a:cxnSpLocks/>
              <a:stCxn id="20" idx="7"/>
              <a:endCxn id="6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AA4587B-2D59-D07E-BF69-10F62C0E0D85}"/>
                </a:ext>
              </a:extLst>
            </p:cNvPr>
            <p:cNvCxnSpPr>
              <a:cxnSpLocks/>
              <a:stCxn id="21" idx="1"/>
              <a:endCxn id="6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44DDA91-0BF9-6A1A-6A60-82714A803237}"/>
                  </a:ext>
                </a:extLst>
              </p14:cNvPr>
              <p14:cNvContentPartPr/>
              <p14:nvPr/>
            </p14:nvContentPartPr>
            <p14:xfrm>
              <a:off x="7045560" y="4249440"/>
              <a:ext cx="3069720" cy="27000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44DDA91-0BF9-6A1A-6A60-82714A80323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36200" y="4240080"/>
                <a:ext cx="3088440" cy="288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093522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B8EB7-6A92-650F-ABB6-D01E0E9C2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B68B37-F1ED-0BE8-1F25-50E0D4A172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 each of Find, insert, Delete:</a:t>
                </a:r>
              </a:p>
              <a:p>
                <a:pPr lvl="1"/>
                <a:r>
                  <a:rPr lang="en-US" dirty="0"/>
                  <a:t>Worst case running time matches height of the tree</a:t>
                </a:r>
              </a:p>
              <a:p>
                <a:r>
                  <a:rPr lang="en-US" dirty="0"/>
                  <a:t>What is the maximum height of a BST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nodes?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B68B37-F1ED-0BE8-1F25-50E0D4A172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114E611-66B6-E569-A46D-9E683FE076B7}"/>
                  </a:ext>
                </a:extLst>
              </p14:cNvPr>
              <p14:cNvContentPartPr/>
              <p14:nvPr/>
            </p14:nvContentPartPr>
            <p14:xfrm>
              <a:off x="1259640" y="3327840"/>
              <a:ext cx="1177200" cy="3830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114E611-66B6-E569-A46D-9E683FE076B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50280" y="3318480"/>
                <a:ext cx="1195920" cy="401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009592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F468E-2A60-489B-E1DA-978D05AAE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Improving the worst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CD3BB-6320-6788-1CFA-3AF70EDAC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can we get a better worst case running time?</a:t>
            </a:r>
          </a:p>
          <a:p>
            <a:pPr lvl="1"/>
            <a:r>
              <a:rPr lang="en-US" dirty="0"/>
              <a:t>Add rules about the shape of our BST</a:t>
            </a:r>
          </a:p>
          <a:p>
            <a:r>
              <a:rPr lang="en-US" dirty="0"/>
              <a:t>AVL Tree</a:t>
            </a:r>
          </a:p>
          <a:p>
            <a:pPr lvl="1"/>
            <a:r>
              <a:rPr lang="en-US" dirty="0"/>
              <a:t>A BST with some shape rules</a:t>
            </a:r>
          </a:p>
          <a:p>
            <a:pPr lvl="2"/>
            <a:r>
              <a:rPr lang="en-US" dirty="0"/>
              <a:t>Algorithms need to change to accommodate those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D75E5B9-0073-1B1A-2AE0-AB37250C015A}"/>
                  </a:ext>
                </a:extLst>
              </p14:cNvPr>
              <p14:cNvContentPartPr/>
              <p14:nvPr/>
            </p14:nvContentPartPr>
            <p14:xfrm>
              <a:off x="1075320" y="2103480"/>
              <a:ext cx="6929280" cy="10288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D75E5B9-0073-1B1A-2AE0-AB37250C015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5960" y="2094120"/>
                <a:ext cx="6948000" cy="1047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248804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08BB1-416B-D0E8-3322-4EB4D87AA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“Balanced” Binary Search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4F05E-58AF-CEFF-09EC-B606D49F8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get better running times by having “shorter” trees</a:t>
            </a:r>
          </a:p>
          <a:p>
            <a:r>
              <a:rPr lang="en-US" dirty="0"/>
              <a:t>Trees get tall due to them being “sparse” (many one-child nodes)</a:t>
            </a:r>
          </a:p>
          <a:p>
            <a:r>
              <a:rPr lang="en-US" dirty="0"/>
              <a:t>Idea: modify how we insert/delete to keep the tree more “full”</a:t>
            </a:r>
          </a:p>
          <a:p>
            <a:pPr lvl="1"/>
            <a:r>
              <a:rPr lang="en-US" dirty="0"/>
              <a:t>Encourage Branches!</a:t>
            </a:r>
          </a:p>
          <a:p>
            <a:pPr marL="457200" lvl="1" indent="0">
              <a:buNone/>
            </a:pP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5CE8A65-73CA-BAA2-833D-FAD5457D60A1}"/>
                  </a:ext>
                </a:extLst>
              </p14:cNvPr>
              <p14:cNvContentPartPr/>
              <p14:nvPr/>
            </p14:nvContentPartPr>
            <p14:xfrm>
              <a:off x="1001520" y="1028880"/>
              <a:ext cx="3402000" cy="27680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5CE8A65-73CA-BAA2-833D-FAD5457D60A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92160" y="1019520"/>
                <a:ext cx="3420720" cy="2786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785837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88056-BA8A-A42E-04AB-A7595D549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 1: Both Subtrees of Root have same #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4273BD-27C0-9F21-C7E1-0C3564EC6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8F01362-D181-7B79-EDB2-8591A6BF2C94}"/>
                  </a:ext>
                </a:extLst>
              </p14:cNvPr>
              <p14:cNvContentPartPr/>
              <p14:nvPr/>
            </p14:nvContentPartPr>
            <p14:xfrm>
              <a:off x="1508760" y="1821600"/>
              <a:ext cx="7202520" cy="32457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8F01362-D181-7B79-EDB2-8591A6BF2C9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99400" y="1812240"/>
                <a:ext cx="7221240" cy="3264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93008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88056-BA8A-A42E-04AB-A7595D549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 2: Both Subtrees of Root have same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4273BD-27C0-9F21-C7E1-0C3564EC6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AAE841A-6B3D-DEDD-E36C-BA5DB120BA8F}"/>
                  </a:ext>
                </a:extLst>
              </p14:cNvPr>
              <p14:cNvContentPartPr/>
              <p14:nvPr/>
            </p14:nvContentPartPr>
            <p14:xfrm>
              <a:off x="3518280" y="1601280"/>
              <a:ext cx="6182280" cy="31935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AAE841A-6B3D-DEDD-E36C-BA5DB120BA8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08920" y="1591920"/>
                <a:ext cx="6201000" cy="3212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884251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88056-BA8A-A42E-04AB-A7595D549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 3: Both Subtrees of every Node have same #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4273BD-27C0-9F21-C7E1-0C3564EC6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405640B-A3E4-638A-EAFF-107E59E38739}"/>
                  </a:ext>
                </a:extLst>
              </p14:cNvPr>
              <p14:cNvContentPartPr/>
              <p14:nvPr/>
            </p14:nvContentPartPr>
            <p14:xfrm>
              <a:off x="4931640" y="1154160"/>
              <a:ext cx="4943880" cy="38977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405640B-A3E4-638A-EAFF-107E59E3873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22280" y="1144800"/>
                <a:ext cx="4962600" cy="3916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450552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88056-BA8A-A42E-04AB-A7595D549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 4: Both Subtrees of every Node have same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4273BD-27C0-9F21-C7E1-0C3564EC6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2EF70A5-1772-900E-3468-03B206DF2DBA}"/>
                  </a:ext>
                </a:extLst>
              </p14:cNvPr>
              <p14:cNvContentPartPr/>
              <p14:nvPr/>
            </p14:nvContentPartPr>
            <p14:xfrm>
              <a:off x="5506200" y="1387080"/>
              <a:ext cx="4526280" cy="40813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2EF70A5-1772-900E-3468-03B206DF2DB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96840" y="1377720"/>
                <a:ext cx="4545000" cy="410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815492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F296A-CD42-45E7-98AD-FD7A3DA1C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AVL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912D5-9A57-CAC1-DDCB-41C25F19F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Binary Search tree that maintains that the left and right subtrees of every node have heights that differ by at most one.</a:t>
            </a:r>
          </a:p>
          <a:p>
            <a:pPr lvl="1"/>
            <a:r>
              <a:rPr lang="en-US" dirty="0"/>
              <a:t>height of left subtree and height of right subtree off by at most 1</a:t>
            </a:r>
          </a:p>
          <a:p>
            <a:pPr lvl="1"/>
            <a:r>
              <a:rPr lang="en-US" dirty="0"/>
              <a:t>Not too weak (ensures trees are short)</a:t>
            </a:r>
          </a:p>
          <a:p>
            <a:pPr lvl="1"/>
            <a:r>
              <a:rPr lang="en-US" dirty="0"/>
              <a:t>Not too strong (works for any number of nodes)</a:t>
            </a:r>
          </a:p>
          <a:p>
            <a:pPr lvl="1"/>
            <a:endParaRPr lang="en-US" dirty="0"/>
          </a:p>
          <a:p>
            <a:r>
              <a:rPr lang="en-US" dirty="0"/>
              <a:t>Idea of AVL Tree:</a:t>
            </a:r>
          </a:p>
          <a:p>
            <a:pPr lvl="1"/>
            <a:r>
              <a:rPr lang="en-US" dirty="0"/>
              <a:t>When you insert/delete nodes, if tree is “out of balance” then modify the tree</a:t>
            </a:r>
          </a:p>
          <a:p>
            <a:pPr lvl="1"/>
            <a:r>
              <a:rPr lang="en-US" dirty="0"/>
              <a:t>Modification = “rotation”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B30A017-DE31-64EE-2393-C9AF63D7458F}"/>
                  </a:ext>
                </a:extLst>
              </p14:cNvPr>
              <p14:cNvContentPartPr/>
              <p14:nvPr/>
            </p14:nvContentPartPr>
            <p14:xfrm>
              <a:off x="1213560" y="1980720"/>
              <a:ext cx="9863280" cy="36039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B30A017-DE31-64EE-2393-C9AF63D7458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04200" y="1971360"/>
                <a:ext cx="9882000" cy="3622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30673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472F6-F13B-0DF1-EAC1-489ECC357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it an AVL Tree?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FED6D48-5E24-DB75-D3E3-5C0CADE034A2}"/>
              </a:ext>
            </a:extLst>
          </p:cNvPr>
          <p:cNvGrpSpPr/>
          <p:nvPr/>
        </p:nvGrpSpPr>
        <p:grpSpPr>
          <a:xfrm>
            <a:off x="6506103" y="3683299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6C65F57-BD07-C988-424F-1901022809A5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172DECA-9CF4-C026-86F8-572305EFD807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37FF0475-5D75-CF0C-8136-97716851B36C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23AC4B6-DB7D-5890-6A64-477F6C6C77B8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670C748E-BB84-63E7-3213-F881B3FCA272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5E897EFF-5936-9183-FECD-3B544ACA850D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79B86E-3CF0-510F-C36F-A7094EAC53C1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E9170083-3386-CC9C-2F47-3E3DFFB09367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6AADA609-CF5E-9A2D-FC7B-2E6E8FF30D5F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D2B2485C-2006-6033-2BAB-D5B86A851849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7043BCBC-FB82-358D-6CAC-1B72D1A66D2E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3D15677C-2B5C-0A79-A3E3-444660386785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5E1EA23F-2B79-BEC8-27A7-575927BA69A6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B715D8A-7190-742D-28F2-786E284A0C79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FACD5366-1226-5B29-2497-C3943C29A7D2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BF5B753-8D05-CE5A-92EE-C6616E123724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61E78EB-6045-B14F-AF7D-FA0D62FF5057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80912B2-A430-F9D7-2FA2-998B5E70FC17}"/>
                </a:ext>
              </a:extLst>
            </p:cNvPr>
            <p:cNvCxnSpPr>
              <a:cxnSpLocks/>
              <a:stCxn id="6" idx="7"/>
              <a:endCxn id="1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CEA98E0-23E4-F960-98AF-5A2FF311D2E1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59F6F06-42B4-2D4F-4E64-F28A916FCD8E}"/>
              </a:ext>
            </a:extLst>
          </p:cNvPr>
          <p:cNvGrpSpPr/>
          <p:nvPr/>
        </p:nvGrpSpPr>
        <p:grpSpPr>
          <a:xfrm>
            <a:off x="7614255" y="194375"/>
            <a:ext cx="4036614" cy="2762801"/>
            <a:chOff x="8079280" y="365125"/>
            <a:chExt cx="4036614" cy="276280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E49278E-15F7-4ACF-73F5-AE4768B45266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C55DBE0B-4748-1E4C-9541-AD320B2A2AA4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D8F0EF91-F5F4-DD5D-FE6E-31B40A9AC1FE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B9C2789A-81AF-240E-7951-D8B035D4B1A6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C5F0A19E-6C85-B11B-1660-E214D2991E0E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F7CC55A5-6AEC-196F-77B3-8C6CFB33D393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6F00F48B-D865-C5B3-BE04-5A5EA58F271A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04AF09A6-3DB3-6DC5-9B08-35F67C090287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9929D1CC-D926-457D-D10B-143825F02C4F}"/>
                    </a:ext>
                  </a:extLst>
                </p:cNvPr>
                <p:cNvCxnSpPr>
                  <a:cxnSpLocks/>
                  <a:stCxn id="33" idx="3"/>
                  <a:endCxn id="3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EE919BDA-0900-6F51-8AE4-138A92B2654C}"/>
                    </a:ext>
                  </a:extLst>
                </p:cNvPr>
                <p:cNvCxnSpPr>
                  <a:cxnSpLocks/>
                  <a:stCxn id="33" idx="5"/>
                  <a:endCxn id="3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D419E6C1-CA0E-F43A-CF76-1A0FD37DF99E}"/>
                    </a:ext>
                  </a:extLst>
                </p:cNvPr>
                <p:cNvCxnSpPr>
                  <a:stCxn id="36" idx="7"/>
                  <a:endCxn id="3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B5C80C6C-CA87-0991-FE96-B02A5C8446BD}"/>
                    </a:ext>
                  </a:extLst>
                </p:cNvPr>
                <p:cNvCxnSpPr>
                  <a:cxnSpLocks/>
                  <a:stCxn id="38" idx="7"/>
                  <a:endCxn id="3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6D336028-1575-EB9B-C2C5-E47D29C6B79E}"/>
                    </a:ext>
                  </a:extLst>
                </p:cNvPr>
                <p:cNvCxnSpPr>
                  <a:stCxn id="37" idx="1"/>
                  <a:endCxn id="3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854C72C-2029-C4D8-4E58-32F76F1BC1A6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4FE95C4B-7A54-4A81-0651-1BC490B1BF99}"/>
                  </a:ext>
                </a:extLst>
              </p:cNvPr>
              <p:cNvCxnSpPr>
                <a:cxnSpLocks/>
                <a:stCxn id="31" idx="1"/>
                <a:endCxn id="3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FE62612-5ADD-9CBC-FA67-EED45768DD90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47D72AF-E02B-2A3B-0F0F-92115EBC3ED7}"/>
                </a:ext>
              </a:extLst>
            </p:cNvPr>
            <p:cNvCxnSpPr>
              <a:cxnSpLocks/>
              <a:stCxn id="26" idx="7"/>
              <a:endCxn id="3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0FC08893-2388-742F-D45D-63DD3B061FF7}"/>
              </a:ext>
            </a:extLst>
          </p:cNvPr>
          <p:cNvGrpSpPr/>
          <p:nvPr/>
        </p:nvGrpSpPr>
        <p:grpSpPr>
          <a:xfrm>
            <a:off x="3248333" y="775823"/>
            <a:ext cx="3424103" cy="2762801"/>
            <a:chOff x="8079280" y="365125"/>
            <a:chExt cx="3424103" cy="2762801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F1736A0D-A719-101D-1443-26D1F0A4D459}"/>
                </a:ext>
              </a:extLst>
            </p:cNvPr>
            <p:cNvGrpSpPr/>
            <p:nvPr/>
          </p:nvGrpSpPr>
          <p:grpSpPr>
            <a:xfrm>
              <a:off x="8079280" y="365125"/>
              <a:ext cx="3424103" cy="2762801"/>
              <a:chOff x="5413263" y="1203158"/>
              <a:chExt cx="3424103" cy="2762801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833BF0D4-1C80-D90C-A05A-3A1DC0B725C8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3424103" cy="2762801"/>
                <a:chOff x="131609" y="2379747"/>
                <a:chExt cx="3424103" cy="2762801"/>
              </a:xfrm>
            </p:grpSpPr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1DE79445-BB58-84F5-ADD5-DEC87E933CC8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D5FBEDC7-4459-4241-74B9-C25B45F5E924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11E873FA-A193-775F-E517-22B6C7F8F07D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F77CBDA4-D791-6573-555B-1C05112A5A80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1B93B657-1689-96E9-3CD1-39A6AFDCF784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211FEF2B-4A3C-2857-705F-C27137816CCA}"/>
                    </a:ext>
                  </a:extLst>
                </p:cNvPr>
                <p:cNvCxnSpPr>
                  <a:cxnSpLocks/>
                  <a:stCxn id="51" idx="3"/>
                  <a:endCxn id="52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99BCE812-C3F3-290B-21D4-64D41E37BD24}"/>
                    </a:ext>
                  </a:extLst>
                </p:cNvPr>
                <p:cNvCxnSpPr>
                  <a:cxnSpLocks/>
                  <a:stCxn id="51" idx="5"/>
                  <a:endCxn id="53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7F354A69-FB65-CE1F-143E-C254F58D4EE2}"/>
                    </a:ext>
                  </a:extLst>
                </p:cNvPr>
                <p:cNvCxnSpPr>
                  <a:stCxn id="54" idx="7"/>
                  <a:endCxn id="52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7C702CCE-7CE3-ACF3-0CE2-488EA3CA4BF6}"/>
                    </a:ext>
                  </a:extLst>
                </p:cNvPr>
                <p:cNvCxnSpPr>
                  <a:cxnSpLocks/>
                  <a:stCxn id="56" idx="7"/>
                  <a:endCxn id="54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7960D4F3-55A0-29FD-9364-574982274237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391B0700-4838-780B-291A-426BCA38A292}"/>
                  </a:ext>
                </a:extLst>
              </p:cNvPr>
              <p:cNvCxnSpPr>
                <a:cxnSpLocks/>
                <a:stCxn id="49" idx="1"/>
                <a:endCxn id="52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B7D1CCC-9844-B58D-10FD-DEACE3002297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4AEA43FC-AAEC-5D17-3A64-602B247A31FE}"/>
                </a:ext>
              </a:extLst>
            </p:cNvPr>
            <p:cNvCxnSpPr>
              <a:cxnSpLocks/>
              <a:stCxn id="46" idx="7"/>
              <a:endCxn id="49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A1538D4-DB3F-F0C7-08AA-E0235DA7DCDD}"/>
              </a:ext>
            </a:extLst>
          </p:cNvPr>
          <p:cNvGrpSpPr/>
          <p:nvPr/>
        </p:nvGrpSpPr>
        <p:grpSpPr>
          <a:xfrm>
            <a:off x="950879" y="3544785"/>
            <a:ext cx="2612151" cy="2757506"/>
            <a:chOff x="9503743" y="365125"/>
            <a:chExt cx="2612151" cy="275750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27CFB66F-9ED2-35C1-3299-FED15AFDAFC5}"/>
                </a:ext>
              </a:extLst>
            </p:cNvPr>
            <p:cNvGrpSpPr/>
            <p:nvPr/>
          </p:nvGrpSpPr>
          <p:grpSpPr>
            <a:xfrm>
              <a:off x="9503743" y="365125"/>
              <a:ext cx="2612151" cy="1930319"/>
              <a:chOff x="6837726" y="1203158"/>
              <a:chExt cx="2612151" cy="1930319"/>
            </a:xfrm>
          </p:grpSpPr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069196BE-31FA-F4A1-82AB-1BB164A23454}"/>
                  </a:ext>
                </a:extLst>
              </p:cNvPr>
              <p:cNvGrpSpPr/>
              <p:nvPr/>
            </p:nvGrpSpPr>
            <p:grpSpPr>
              <a:xfrm>
                <a:off x="6837726" y="1203158"/>
                <a:ext cx="2612151" cy="1930319"/>
                <a:chOff x="1556072" y="2379747"/>
                <a:chExt cx="2612151" cy="1930319"/>
              </a:xfrm>
            </p:grpSpPr>
            <p:sp>
              <p:nvSpPr>
                <p:cNvPr id="69" name="Oval 68">
                  <a:extLst>
                    <a:ext uri="{FF2B5EF4-FFF2-40B4-BE49-F238E27FC236}">
                      <a16:creationId xmlns:a16="http://schemas.microsoft.com/office/drawing/2014/main" id="{8F0470A7-2E15-6253-E0E8-9905C1C11D28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7FC6A5A0-3610-1B0B-2F52-E7E941F71673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3AF3B191-9F2E-0D59-5DDB-EAF05869733D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58255D38-D5E3-5580-E8CC-03127A6E349A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cxnSp>
              <p:nvCxnSpPr>
                <p:cNvPr id="75" name="Straight Connector 74">
                  <a:extLst>
                    <a:ext uri="{FF2B5EF4-FFF2-40B4-BE49-F238E27FC236}">
                      <a16:creationId xmlns:a16="http://schemas.microsoft.com/office/drawing/2014/main" id="{F4FDFEDC-199E-75E7-33CE-AAF0945EDC8C}"/>
                    </a:ext>
                  </a:extLst>
                </p:cNvPr>
                <p:cNvCxnSpPr>
                  <a:cxnSpLocks/>
                  <a:stCxn id="69" idx="3"/>
                  <a:endCxn id="70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ACB3BF2C-BA27-2F51-24A8-F788881E359C}"/>
                    </a:ext>
                  </a:extLst>
                </p:cNvPr>
                <p:cNvCxnSpPr>
                  <a:cxnSpLocks/>
                  <a:stCxn id="69" idx="5"/>
                  <a:endCxn id="71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9E7B233F-4AB5-0D44-1FA3-83ECC69D5BCE}"/>
                    </a:ext>
                  </a:extLst>
                </p:cNvPr>
                <p:cNvCxnSpPr>
                  <a:stCxn id="73" idx="1"/>
                  <a:endCxn id="71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B226864B-C381-4B00-2C1C-E4A9DB3B5B8B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24FCD201-2759-B496-3D9D-11D0A4042338}"/>
                  </a:ext>
                </a:extLst>
              </p:cNvPr>
              <p:cNvCxnSpPr>
                <a:cxnSpLocks/>
                <a:stCxn id="67" idx="1"/>
                <a:endCxn id="70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6D6B2586-DA4B-8D8C-1582-996ECC02AB3F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7DEFAD0-8D4C-290A-0CCF-552C0C5AE42B}"/>
                </a:ext>
              </a:extLst>
            </p:cNvPr>
            <p:cNvCxnSpPr>
              <a:cxnSpLocks/>
              <a:stCxn id="64" idx="7"/>
              <a:endCxn id="67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FCA4BC7-9F74-4112-1E0A-70D688164163}"/>
                  </a:ext>
                </a:extLst>
              </p14:cNvPr>
              <p14:cNvContentPartPr/>
              <p14:nvPr/>
            </p14:nvContentPartPr>
            <p14:xfrm>
              <a:off x="325800" y="312120"/>
              <a:ext cx="11261160" cy="61146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FCA4BC7-9F74-4112-1E0A-70D68816416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6440" y="302760"/>
                <a:ext cx="11279880" cy="6133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222627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6D083-B54D-058B-9F1C-70C846514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E6A60-9EF8-CC19-2E6D-91930DA4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it an AVL Tree?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D5F1A1C-6D12-F9F9-D102-FFD875307732}"/>
              </a:ext>
            </a:extLst>
          </p:cNvPr>
          <p:cNvGrpSpPr/>
          <p:nvPr/>
        </p:nvGrpSpPr>
        <p:grpSpPr>
          <a:xfrm>
            <a:off x="6506103" y="3683299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D1AE03F-B8F4-7F6C-458C-E3089094B6D9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54D0B1ED-72F2-7609-EECA-37564A256AE0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4FC26629-D4A4-4877-2A29-7D449684BB38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9CAA12-C15D-5899-FEDE-5C4E04EF67D9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BD3D70EA-D73F-D234-0A96-3521EC78E73F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2BF51135-79A2-6B7B-3EA4-6498001487E3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8838633B-0DE2-4529-9896-F83D31001ADB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BCD958B8-43D7-AEE6-DC88-F7D944231450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E45CAB59-CED0-40B4-472F-9046412F8365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98A97B2-948F-2889-BA7D-8D456704AF00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55651DC2-88DA-C223-3269-422F3F18E96E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40EA64C-3F5E-953A-66B7-63F68B445995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883F182-A26D-9CCB-424D-0BFDC522939D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9BFD85F-7F13-DB15-EC9F-B23C23365BC5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96385CDC-5210-4D68-5162-A76E8976B400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15A614E-2567-2846-785D-40BA47A0CD8D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F65CF4E-37B9-80A6-B703-BD24F64EE94A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39BE171-0FA5-B93B-B646-5380FDCEFF1D}"/>
                </a:ext>
              </a:extLst>
            </p:cNvPr>
            <p:cNvCxnSpPr>
              <a:cxnSpLocks/>
              <a:stCxn id="6" idx="7"/>
              <a:endCxn id="1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8035554-CB41-12BC-01C7-0EF1B51BF663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BA6A0AB-BF20-925F-794F-2D27E92D60A3}"/>
              </a:ext>
            </a:extLst>
          </p:cNvPr>
          <p:cNvGrpSpPr/>
          <p:nvPr/>
        </p:nvGrpSpPr>
        <p:grpSpPr>
          <a:xfrm>
            <a:off x="7614255" y="194375"/>
            <a:ext cx="4036614" cy="2762801"/>
            <a:chOff x="8079280" y="365125"/>
            <a:chExt cx="4036614" cy="276280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6786FF62-F6D6-4AB0-63B1-19DE33ED1E87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56F58DAB-C197-6360-7792-F578DFA7E536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69115BD3-5BCE-B86B-CEDE-A190E067D47D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9E149999-AFCF-543E-455B-570A6FC2658F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6AE5E0AD-CF4B-75E9-8C7A-1159214213B2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2356BE8D-1484-5304-6C54-3B0276AF5746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E3A28B2C-E186-AFBC-3022-1095BFF9005F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F91423AC-490C-ED5F-6778-5EF4A3D8BEF1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90C38827-1B3A-AD9B-2266-17B3171DE310}"/>
                    </a:ext>
                  </a:extLst>
                </p:cNvPr>
                <p:cNvCxnSpPr>
                  <a:cxnSpLocks/>
                  <a:stCxn id="33" idx="3"/>
                  <a:endCxn id="3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95C2D549-98FB-09D6-AE7F-6AA96FB9BD42}"/>
                    </a:ext>
                  </a:extLst>
                </p:cNvPr>
                <p:cNvCxnSpPr>
                  <a:cxnSpLocks/>
                  <a:stCxn id="33" idx="5"/>
                  <a:endCxn id="3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587537CA-491A-AE5D-6C08-132A9DA4621D}"/>
                    </a:ext>
                  </a:extLst>
                </p:cNvPr>
                <p:cNvCxnSpPr>
                  <a:stCxn id="36" idx="7"/>
                  <a:endCxn id="3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62F2FC09-4878-915E-1827-D0EC57964BEC}"/>
                    </a:ext>
                  </a:extLst>
                </p:cNvPr>
                <p:cNvCxnSpPr>
                  <a:cxnSpLocks/>
                  <a:stCxn id="38" idx="7"/>
                  <a:endCxn id="3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70D29E7C-C59F-7989-CAFB-CA149089DC40}"/>
                    </a:ext>
                  </a:extLst>
                </p:cNvPr>
                <p:cNvCxnSpPr>
                  <a:stCxn id="37" idx="1"/>
                  <a:endCxn id="3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1B77C09-C96B-745A-4F9F-9816478FEE70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1B79A0CC-58EA-461C-94F0-2324BAEC3BC1}"/>
                  </a:ext>
                </a:extLst>
              </p:cNvPr>
              <p:cNvCxnSpPr>
                <a:cxnSpLocks/>
                <a:stCxn id="31" idx="1"/>
                <a:endCxn id="3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ACDDAB4-B0E8-E567-6D19-E26A38AA55B0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A77FC101-7DC5-436B-E430-9BF018FEA965}"/>
                </a:ext>
              </a:extLst>
            </p:cNvPr>
            <p:cNvCxnSpPr>
              <a:cxnSpLocks/>
              <a:stCxn id="26" idx="7"/>
              <a:endCxn id="3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9D27363-3D3C-32E8-696C-D2785DDA379D}"/>
              </a:ext>
            </a:extLst>
          </p:cNvPr>
          <p:cNvGrpSpPr/>
          <p:nvPr/>
        </p:nvGrpSpPr>
        <p:grpSpPr>
          <a:xfrm>
            <a:off x="3248333" y="775823"/>
            <a:ext cx="3424103" cy="2762801"/>
            <a:chOff x="8079280" y="365125"/>
            <a:chExt cx="3424103" cy="2762801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5555162-28A9-AEBD-F2C3-CB4BD139B201}"/>
                </a:ext>
              </a:extLst>
            </p:cNvPr>
            <p:cNvGrpSpPr/>
            <p:nvPr/>
          </p:nvGrpSpPr>
          <p:grpSpPr>
            <a:xfrm>
              <a:off x="8079280" y="365125"/>
              <a:ext cx="3424103" cy="2762801"/>
              <a:chOff x="5413263" y="1203158"/>
              <a:chExt cx="3424103" cy="2762801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AB970A81-5546-979C-F061-1A50AE1829A7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3424103" cy="2762801"/>
                <a:chOff x="131609" y="2379747"/>
                <a:chExt cx="3424103" cy="2762801"/>
              </a:xfrm>
            </p:grpSpPr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B44B982F-910E-BEBA-EC5B-FAFC556DFDB2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2380CA75-AD77-6683-0BC9-7F2C016D5F1C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D3042753-F7E9-F5C5-75B9-E6367053EB2A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12E8D3CB-288A-18A3-75C2-1C1C43623836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938691F0-1B46-0C00-5685-07E6648962AF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64164C29-FB40-6241-EEAF-BA4155007881}"/>
                    </a:ext>
                  </a:extLst>
                </p:cNvPr>
                <p:cNvCxnSpPr>
                  <a:cxnSpLocks/>
                  <a:stCxn id="51" idx="3"/>
                  <a:endCxn id="52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87862A3-31B7-516B-409B-6EEE9DC334CF}"/>
                    </a:ext>
                  </a:extLst>
                </p:cNvPr>
                <p:cNvCxnSpPr>
                  <a:cxnSpLocks/>
                  <a:stCxn id="51" idx="5"/>
                  <a:endCxn id="53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66F22DD-94ED-62FA-419D-6A3704EF46F4}"/>
                    </a:ext>
                  </a:extLst>
                </p:cNvPr>
                <p:cNvCxnSpPr>
                  <a:stCxn id="54" idx="7"/>
                  <a:endCxn id="52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5E899DEC-198A-EFA6-4A26-83BA99D8F0A1}"/>
                    </a:ext>
                  </a:extLst>
                </p:cNvPr>
                <p:cNvCxnSpPr>
                  <a:cxnSpLocks/>
                  <a:stCxn id="56" idx="7"/>
                  <a:endCxn id="54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00F6329C-0CCA-027A-A5C6-EF2ACB33F89E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20DC127A-1C6F-762E-EB07-B117220FFFE9}"/>
                  </a:ext>
                </a:extLst>
              </p:cNvPr>
              <p:cNvCxnSpPr>
                <a:cxnSpLocks/>
                <a:stCxn id="49" idx="1"/>
                <a:endCxn id="52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76EDC3A-9FC7-1881-08F2-3E94ACE57A45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C121F7C5-006C-BD0F-6B92-F4FF84805015}"/>
                </a:ext>
              </a:extLst>
            </p:cNvPr>
            <p:cNvCxnSpPr>
              <a:cxnSpLocks/>
              <a:stCxn id="46" idx="7"/>
              <a:endCxn id="49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C7A89FB-08E8-642E-B3EF-9AC6FE527A42}"/>
              </a:ext>
            </a:extLst>
          </p:cNvPr>
          <p:cNvGrpSpPr/>
          <p:nvPr/>
        </p:nvGrpSpPr>
        <p:grpSpPr>
          <a:xfrm>
            <a:off x="950879" y="3544785"/>
            <a:ext cx="2612151" cy="2757506"/>
            <a:chOff x="9503743" y="365125"/>
            <a:chExt cx="2612151" cy="275750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56BC58F-7B20-46E4-E4A9-389677C91272}"/>
                </a:ext>
              </a:extLst>
            </p:cNvPr>
            <p:cNvGrpSpPr/>
            <p:nvPr/>
          </p:nvGrpSpPr>
          <p:grpSpPr>
            <a:xfrm>
              <a:off x="9503743" y="365125"/>
              <a:ext cx="2612151" cy="1930319"/>
              <a:chOff x="6837726" y="1203158"/>
              <a:chExt cx="2612151" cy="1930319"/>
            </a:xfrm>
          </p:grpSpPr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FD895E71-8E91-0BD6-98EC-AC78CC386D60}"/>
                  </a:ext>
                </a:extLst>
              </p:cNvPr>
              <p:cNvGrpSpPr/>
              <p:nvPr/>
            </p:nvGrpSpPr>
            <p:grpSpPr>
              <a:xfrm>
                <a:off x="6837726" y="1203158"/>
                <a:ext cx="2612151" cy="1930319"/>
                <a:chOff x="1556072" y="2379747"/>
                <a:chExt cx="2612151" cy="1930319"/>
              </a:xfrm>
            </p:grpSpPr>
            <p:sp>
              <p:nvSpPr>
                <p:cNvPr id="69" name="Oval 68">
                  <a:extLst>
                    <a:ext uri="{FF2B5EF4-FFF2-40B4-BE49-F238E27FC236}">
                      <a16:creationId xmlns:a16="http://schemas.microsoft.com/office/drawing/2014/main" id="{497ED62B-A82D-0F21-7D3A-41097C01E50D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FC9EA922-3ADA-822B-7B90-74B530637BFF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2B9142CE-593B-1D9A-915D-AB273E67B10D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C98E5B71-1C38-F289-235A-C1F00BB825D5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cxnSp>
              <p:nvCxnSpPr>
                <p:cNvPr id="75" name="Straight Connector 74">
                  <a:extLst>
                    <a:ext uri="{FF2B5EF4-FFF2-40B4-BE49-F238E27FC236}">
                      <a16:creationId xmlns:a16="http://schemas.microsoft.com/office/drawing/2014/main" id="{26275589-EE23-A1B9-6728-6A2973866D68}"/>
                    </a:ext>
                  </a:extLst>
                </p:cNvPr>
                <p:cNvCxnSpPr>
                  <a:cxnSpLocks/>
                  <a:stCxn id="69" idx="3"/>
                  <a:endCxn id="70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9E202C90-7DF1-73FA-B13B-1C3139CC6CE7}"/>
                    </a:ext>
                  </a:extLst>
                </p:cNvPr>
                <p:cNvCxnSpPr>
                  <a:cxnSpLocks/>
                  <a:stCxn id="69" idx="5"/>
                  <a:endCxn id="71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4B9A0D4A-668D-0DDF-D8F3-E922BA9AA868}"/>
                    </a:ext>
                  </a:extLst>
                </p:cNvPr>
                <p:cNvCxnSpPr>
                  <a:stCxn id="73" idx="1"/>
                  <a:endCxn id="71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5C51FAB-C430-D174-7366-A52A4AD36665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336F9DD-D10A-0DF8-9F2F-FAFE89DBF406}"/>
                  </a:ext>
                </a:extLst>
              </p:cNvPr>
              <p:cNvCxnSpPr>
                <a:cxnSpLocks/>
                <a:stCxn id="67" idx="1"/>
                <a:endCxn id="70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91A308E-3459-0E58-45D3-7B81CC98A080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4B23422E-BC3B-EFAA-861F-264672211BB1}"/>
                </a:ext>
              </a:extLst>
            </p:cNvPr>
            <p:cNvCxnSpPr>
              <a:cxnSpLocks/>
              <a:stCxn id="64" idx="7"/>
              <a:endCxn id="67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ABD1AC7-858A-D0A4-7B32-D9B1FB0CBE70}"/>
              </a:ext>
            </a:extLst>
          </p:cNvPr>
          <p:cNvSpPr txBox="1"/>
          <p:nvPr/>
        </p:nvSpPr>
        <p:spPr>
          <a:xfrm>
            <a:off x="10264820" y="2540000"/>
            <a:ext cx="1425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Balanced!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90DE21-C1A0-22E0-07FF-9216DF18BE03}"/>
              </a:ext>
            </a:extLst>
          </p:cNvPr>
          <p:cNvSpPr txBox="1"/>
          <p:nvPr/>
        </p:nvSpPr>
        <p:spPr>
          <a:xfrm>
            <a:off x="10325663" y="5840626"/>
            <a:ext cx="1425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Balanced!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C17867-3513-85D5-D22A-6E9F2CD5ABBE}"/>
              </a:ext>
            </a:extLst>
          </p:cNvPr>
          <p:cNvSpPr txBox="1"/>
          <p:nvPr/>
        </p:nvSpPr>
        <p:spPr>
          <a:xfrm>
            <a:off x="6059925" y="534355"/>
            <a:ext cx="1957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Not Balanced!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C6E91A-33C1-8B28-B015-5FF36CEE5C4E}"/>
              </a:ext>
            </a:extLst>
          </p:cNvPr>
          <p:cNvSpPr txBox="1"/>
          <p:nvPr/>
        </p:nvSpPr>
        <p:spPr>
          <a:xfrm>
            <a:off x="1941373" y="5878160"/>
            <a:ext cx="1957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Not Balanced!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AABB28F-A9F5-FFDD-EEA4-696DD2BEBF19}"/>
              </a:ext>
            </a:extLst>
          </p:cNvPr>
          <p:cNvSpPr txBox="1"/>
          <p:nvPr/>
        </p:nvSpPr>
        <p:spPr>
          <a:xfrm>
            <a:off x="655034" y="1565930"/>
            <a:ext cx="2295485" cy="923330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“Problem” Node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Its children’s heights differ by more than 1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C8A47E61-B721-8511-73ED-8E0813B8DEA5}"/>
              </a:ext>
            </a:extLst>
          </p:cNvPr>
          <p:cNvCxnSpPr>
            <a:cxnSpLocks/>
            <a:stCxn id="61" idx="3"/>
            <a:endCxn id="51" idx="2"/>
          </p:cNvCxnSpPr>
          <p:nvPr/>
        </p:nvCxnSpPr>
        <p:spPr>
          <a:xfrm flipV="1">
            <a:off x="2950519" y="1082079"/>
            <a:ext cx="2425568" cy="945516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4408432B-8D1B-7363-AC02-381CA116EA99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flipH="1">
            <a:off x="1257135" y="2489260"/>
            <a:ext cx="545642" cy="1718813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88072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2C746-9E0B-4BF1-07D4-D40FC8365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AVL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C3DFC-1CE9-ABD9-C43C-C9A23894B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node has:</a:t>
            </a:r>
          </a:p>
          <a:p>
            <a:pPr lvl="1"/>
            <a:r>
              <a:rPr lang="en-US" dirty="0"/>
              <a:t>Key</a:t>
            </a:r>
          </a:p>
          <a:p>
            <a:pPr lvl="1"/>
            <a:r>
              <a:rPr lang="en-US" dirty="0"/>
              <a:t>Value</a:t>
            </a:r>
          </a:p>
          <a:p>
            <a:pPr lvl="1"/>
            <a:r>
              <a:rPr lang="en-US" dirty="0"/>
              <a:t>Height</a:t>
            </a:r>
          </a:p>
          <a:p>
            <a:pPr lvl="1"/>
            <a:r>
              <a:rPr lang="en-US" dirty="0"/>
              <a:t>Left child</a:t>
            </a:r>
          </a:p>
          <a:p>
            <a:pPr lvl="1"/>
            <a:r>
              <a:rPr lang="en-US" dirty="0"/>
              <a:t>Right child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958A99F-1847-D481-774A-4D5DC6C2A082}"/>
              </a:ext>
            </a:extLst>
          </p:cNvPr>
          <p:cNvGrpSpPr/>
          <p:nvPr/>
        </p:nvGrpSpPr>
        <p:grpSpPr>
          <a:xfrm>
            <a:off x="3539383" y="3429000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49C7837-8FCE-03E5-B43B-D5786CA97DEC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528F52BD-A626-46F3-0B20-3B43E12338BE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D9902920-9B9B-F235-C92C-129C755D98B1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C1C89C41-C239-559E-18AD-16F32BAA8281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DD073998-69BD-852D-E52E-E4ABAC12EC09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67C3CEE6-E524-6DC2-066A-F19263E7A5FF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B2AB9C0D-005F-CB10-E03E-815B7F18034A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D9C9BF70-9C22-F8E9-51DC-724A3C055068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E74AED30-E541-52CC-7D47-5C935247ACA5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1AEB5754-167C-FAB7-7842-075733047665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2F9F1289-A234-47A9-98FA-5391A7849F50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2FDC785-9C50-940B-BC1D-6AC211CEF5F5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914ECBC6-29E7-0891-3C78-0BCCFF411029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6C55E1D-9C78-D397-45F2-164276F161C5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4411E5F-8F50-D821-E798-A1FD5F1BF1E9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A60367F-F5D8-42D7-D52B-D0D0E584C2ED}"/>
                </a:ext>
              </a:extLst>
            </p:cNvPr>
            <p:cNvSpPr/>
            <p:nvPr/>
          </p:nvSpPr>
          <p:spPr>
            <a:xfrm>
              <a:off x="956823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085FB90-BCD8-0D52-466E-B3B448756507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B15AD15-2F6E-6EE8-90BA-3900986D859E}"/>
                </a:ext>
              </a:extLst>
            </p:cNvPr>
            <p:cNvCxnSpPr>
              <a:cxnSpLocks/>
              <a:stCxn id="6" idx="7"/>
              <a:endCxn id="11" idx="3"/>
            </p:cNvCxnSpPr>
            <p:nvPr/>
          </p:nvCxnSpPr>
          <p:spPr>
            <a:xfrm flipV="1">
              <a:off x="10091048" y="2205002"/>
              <a:ext cx="195959" cy="39481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107BD38-6042-9E3E-96FA-10756B9A3D16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53BFBD5E-6EA4-FD3F-C513-68CB7389664F}"/>
              </a:ext>
            </a:extLst>
          </p:cNvPr>
          <p:cNvSpPr/>
          <p:nvPr/>
        </p:nvSpPr>
        <p:spPr>
          <a:xfrm>
            <a:off x="7379046" y="893128"/>
            <a:ext cx="2703512" cy="270351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Key = 9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Value = “hello”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Height = 3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Left = Node 3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Right = Node 10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113039-E331-7A90-AF46-D6AE59F8D33D}"/>
              </a:ext>
            </a:extLst>
          </p:cNvPr>
          <p:cNvCxnSpPr>
            <a:cxnSpLocks/>
            <a:stCxn id="13" idx="1"/>
            <a:endCxn id="24" idx="1"/>
          </p:cNvCxnSpPr>
          <p:nvPr/>
        </p:nvCxnSpPr>
        <p:spPr>
          <a:xfrm flipV="1">
            <a:off x="5756837" y="1289048"/>
            <a:ext cx="2018129" cy="222965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7679B63-6FB9-9E76-66BB-7076A2014A3F}"/>
              </a:ext>
            </a:extLst>
          </p:cNvPr>
          <p:cNvCxnSpPr>
            <a:cxnSpLocks/>
            <a:stCxn id="13" idx="4"/>
            <a:endCxn id="24" idx="4"/>
          </p:cNvCxnSpPr>
          <p:nvPr/>
        </p:nvCxnSpPr>
        <p:spPr>
          <a:xfrm flipV="1">
            <a:off x="5973393" y="3596640"/>
            <a:ext cx="2757409" cy="44487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A2EC04D6-9CB6-4EA4-BDCE-A7DF53F742C0}"/>
                  </a:ext>
                </a:extLst>
              </p14:cNvPr>
              <p14:cNvContentPartPr/>
              <p14:nvPr/>
            </p14:nvContentPartPr>
            <p14:xfrm>
              <a:off x="8059320" y="2045160"/>
              <a:ext cx="1327680" cy="35244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A2EC04D6-9CB6-4EA4-BDCE-A7DF53F742C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049960" y="2035800"/>
                <a:ext cx="1346400" cy="371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39565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4F648-E67F-3270-9ABE-65A9508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Inserting into an AVL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DC7C8-A176-31A9-28EA-8DF97A719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Starts out the same way as BST:</a:t>
            </a:r>
          </a:p>
          <a:p>
            <a:pPr lvl="1"/>
            <a:r>
              <a:rPr lang="en-US" dirty="0"/>
              <a:t>“Find” where the new node should go</a:t>
            </a:r>
          </a:p>
          <a:p>
            <a:pPr lvl="1"/>
            <a:r>
              <a:rPr lang="en-US" dirty="0"/>
              <a:t>Put it in the right place (it will be a leaf)</a:t>
            </a:r>
          </a:p>
          <a:p>
            <a:r>
              <a:rPr lang="en-US" dirty="0"/>
              <a:t>Next check the balance</a:t>
            </a:r>
          </a:p>
          <a:p>
            <a:pPr lvl="1"/>
            <a:r>
              <a:rPr lang="en-US" dirty="0"/>
              <a:t>If the tree is still balanced, you’re done!</a:t>
            </a:r>
          </a:p>
          <a:p>
            <a:pPr lvl="1"/>
            <a:r>
              <a:rPr lang="en-US" dirty="0"/>
              <a:t>Otherwise we need to do rotations</a:t>
            </a:r>
          </a:p>
        </p:txBody>
      </p:sp>
    </p:spTree>
    <p:extLst>
      <p:ext uri="{BB962C8B-B14F-4D97-AF65-F5344CB8AC3E}">
        <p14:creationId xmlns:p14="http://schemas.microsoft.com/office/powerpoint/2010/main" val="22487419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Example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43823FD-4399-AFC7-649D-4594D6C04EC3}"/>
              </a:ext>
            </a:extLst>
          </p:cNvPr>
          <p:cNvSpPr/>
          <p:nvPr/>
        </p:nvSpPr>
        <p:spPr>
          <a:xfrm>
            <a:off x="4724510" y="72165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A09937D-E5F3-D019-530B-7A92F0280754}"/>
              </a:ext>
            </a:extLst>
          </p:cNvPr>
          <p:cNvGrpSpPr/>
          <p:nvPr/>
        </p:nvGrpSpPr>
        <p:grpSpPr>
          <a:xfrm>
            <a:off x="4342023" y="2047599"/>
            <a:ext cx="4036614" cy="2762801"/>
            <a:chOff x="8079280" y="365125"/>
            <a:chExt cx="4036614" cy="2762801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C3CF9AB-9F73-CE56-ECC0-821520B6D007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2E641959-57F1-A5D6-D64A-7E1F2F411725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E0B26C9B-5408-C183-74CF-17A2C191F544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D1D87951-98E5-8B68-5B32-53881174B3CA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7A231894-7ABB-1CCE-DB1B-2CCA89E0F42A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11</a:t>
                  </a:r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D9A67541-A9FD-4C8C-787E-BADB8E57B97C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C8408EF0-E522-19E4-0E14-56CE513DC7E2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93B0A94-C79F-9A6D-40B4-69747128026A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E1099560-4C15-3239-2340-87B6716CD622}"/>
                    </a:ext>
                  </a:extLst>
                </p:cNvPr>
                <p:cNvCxnSpPr>
                  <a:cxnSpLocks/>
                  <a:stCxn id="34" idx="3"/>
                  <a:endCxn id="35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05851001-F32E-C7EA-CA0A-E7DA8D38ACEB}"/>
                    </a:ext>
                  </a:extLst>
                </p:cNvPr>
                <p:cNvCxnSpPr>
                  <a:cxnSpLocks/>
                  <a:stCxn id="34" idx="5"/>
                  <a:endCxn id="36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ACA0DEC1-6E23-A49D-1D6D-2BC63400A91A}"/>
                    </a:ext>
                  </a:extLst>
                </p:cNvPr>
                <p:cNvCxnSpPr>
                  <a:stCxn id="37" idx="7"/>
                  <a:endCxn id="35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29BB1F9E-86E7-0890-9EF8-C42D04BFD1CD}"/>
                    </a:ext>
                  </a:extLst>
                </p:cNvPr>
                <p:cNvCxnSpPr>
                  <a:cxnSpLocks/>
                  <a:stCxn id="39" idx="7"/>
                  <a:endCxn id="37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A015FB79-7546-7518-3DA4-4F5FF4D0F4CE}"/>
                    </a:ext>
                  </a:extLst>
                </p:cNvPr>
                <p:cNvCxnSpPr>
                  <a:stCxn id="38" idx="1"/>
                  <a:endCxn id="36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91223B37-4E68-3E4C-7455-07D7569E4B65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1991FAB1-8E77-1558-030F-17257C90BEC0}"/>
                  </a:ext>
                </a:extLst>
              </p:cNvPr>
              <p:cNvCxnSpPr>
                <a:cxnSpLocks/>
                <a:stCxn id="32" idx="1"/>
                <a:endCxn id="35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AA47EE7-C232-A1F3-F15F-0E1E9ECAF9EE}"/>
                </a:ext>
              </a:extLst>
            </p:cNvPr>
            <p:cNvSpPr/>
            <p:nvPr/>
          </p:nvSpPr>
          <p:spPr>
            <a:xfrm>
              <a:off x="945647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FF8B556-BF39-9168-1287-2F7A38F0A6BA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AEDB08B-C0DB-02A2-6E90-BE3FB91E8ED7}"/>
                </a:ext>
              </a:extLst>
            </p:cNvPr>
            <p:cNvCxnSpPr>
              <a:cxnSpLocks/>
              <a:stCxn id="27" idx="1"/>
              <a:endCxn id="37" idx="5"/>
            </p:cNvCxnSpPr>
            <p:nvPr/>
          </p:nvCxnSpPr>
          <p:spPr>
            <a:xfrm flipH="1" flipV="1">
              <a:off x="9290834" y="2307549"/>
              <a:ext cx="255343" cy="29227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030A45F-F212-B052-04BA-2ED658B17A52}"/>
                </a:ext>
              </a:extLst>
            </p:cNvPr>
            <p:cNvCxnSpPr>
              <a:cxnSpLocks/>
              <a:stCxn id="28" idx="1"/>
              <a:endCxn id="32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77670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Example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EA20C27-94E3-EF82-B066-C6C9318383F2}"/>
              </a:ext>
            </a:extLst>
          </p:cNvPr>
          <p:cNvGrpSpPr/>
          <p:nvPr/>
        </p:nvGrpSpPr>
        <p:grpSpPr>
          <a:xfrm>
            <a:off x="4342023" y="2047599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B51145B-4143-BFCB-7640-8FD8DDFF7D48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92A3938F-B46C-93BC-ED09-2F255984F827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B7675288-6037-34B7-9E5C-D6D7949784B4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704ECC7-9CA7-1E83-E3A9-2656F12C935F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B20E0282-7434-FCEC-F4C6-75332C51EE8D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11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6EAA6EF-5E4C-14CF-6468-FF1412C45416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8648D38D-39F5-CD24-C125-A3F92C192133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9B5CC251-E35B-0E4A-E608-C8D59CFA39BA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257813C4-9171-1F70-AB27-FB5B3EBADCFE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381CB6E9-1646-FA1B-F36F-61E19B529632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4BECAB9-FB3B-AF93-8D29-10B949671677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FFE59C21-08AC-00A0-4ADA-A7361360A9F3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2642F43-8430-EC8F-D864-873EE7842B1A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9DD00EA-A418-BE18-C681-27FFFB3C4A1E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A12A2BC-B31E-4941-BFBF-ADA0D02D45AF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A19C799-DA8A-2F26-DC27-7578D35C4651}"/>
                </a:ext>
              </a:extLst>
            </p:cNvPr>
            <p:cNvSpPr/>
            <p:nvPr/>
          </p:nvSpPr>
          <p:spPr>
            <a:xfrm>
              <a:off x="945647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0328692A-BCEB-ADDA-8859-370CE004120D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C1A7374-71FD-FD69-A95F-94455213B14E}"/>
                </a:ext>
              </a:extLst>
            </p:cNvPr>
            <p:cNvCxnSpPr>
              <a:cxnSpLocks/>
              <a:stCxn id="6" idx="1"/>
              <a:endCxn id="16" idx="5"/>
            </p:cNvCxnSpPr>
            <p:nvPr/>
          </p:nvCxnSpPr>
          <p:spPr>
            <a:xfrm flipH="1" flipV="1">
              <a:off x="9290834" y="2307549"/>
              <a:ext cx="255343" cy="29227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FA6DE27-BF70-6AE9-235C-E0A675DF8B03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343823FD-4399-AFC7-649D-4594D6C04EC3}"/>
              </a:ext>
            </a:extLst>
          </p:cNvPr>
          <p:cNvSpPr/>
          <p:nvPr/>
        </p:nvSpPr>
        <p:spPr>
          <a:xfrm>
            <a:off x="4724510" y="72165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-1</a:t>
            </a:r>
          </a:p>
        </p:txBody>
      </p:sp>
    </p:spTree>
    <p:extLst>
      <p:ext uri="{BB962C8B-B14F-4D97-AF65-F5344CB8AC3E}">
        <p14:creationId xmlns:p14="http://schemas.microsoft.com/office/powerpoint/2010/main" val="42815157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Balanced!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186EDC3-E416-05CF-9067-F30AA73EF314}"/>
              </a:ext>
            </a:extLst>
          </p:cNvPr>
          <p:cNvSpPr/>
          <p:nvPr/>
        </p:nvSpPr>
        <p:spPr>
          <a:xfrm>
            <a:off x="3634272" y="4929409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-1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5DDBCDF-B0E8-9E3D-618B-C5949394660A}"/>
              </a:ext>
            </a:extLst>
          </p:cNvPr>
          <p:cNvCxnSpPr>
            <a:cxnSpLocks/>
            <a:stCxn id="3" idx="7"/>
            <a:endCxn id="45" idx="3"/>
          </p:cNvCxnSpPr>
          <p:nvPr/>
        </p:nvCxnSpPr>
        <p:spPr>
          <a:xfrm flipV="1">
            <a:off x="4157083" y="4720700"/>
            <a:ext cx="274640" cy="2984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926A37C-DC4E-1DF1-E0A9-8D20590D823C}"/>
              </a:ext>
            </a:extLst>
          </p:cNvPr>
          <p:cNvSpPr txBox="1"/>
          <p:nvPr/>
        </p:nvSpPr>
        <p:spPr>
          <a:xfrm>
            <a:off x="4954854" y="2433907"/>
            <a:ext cx="11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Height = 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E235826-B7EF-1706-1639-379D27BA4AB3}"/>
              </a:ext>
            </a:extLst>
          </p:cNvPr>
          <p:cNvSpPr txBox="1"/>
          <p:nvPr/>
        </p:nvSpPr>
        <p:spPr>
          <a:xfrm>
            <a:off x="7527071" y="2442666"/>
            <a:ext cx="11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Height = 1</a:t>
            </a:r>
          </a:p>
        </p:txBody>
      </p:sp>
      <p:sp>
        <p:nvSpPr>
          <p:cNvPr id="29" name="Arrow: Circular 28">
            <a:extLst>
              <a:ext uri="{FF2B5EF4-FFF2-40B4-BE49-F238E27FC236}">
                <a16:creationId xmlns:a16="http://schemas.microsoft.com/office/drawing/2014/main" id="{2DFE5A13-2615-2C1A-4922-C60FF284B30E}"/>
              </a:ext>
            </a:extLst>
          </p:cNvPr>
          <p:cNvSpPr/>
          <p:nvPr/>
        </p:nvSpPr>
        <p:spPr>
          <a:xfrm>
            <a:off x="5691768" y="1025131"/>
            <a:ext cx="1919157" cy="1919157"/>
          </a:xfrm>
          <a:prstGeom prst="circular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48F3C6-8527-ECD6-3799-58D47DA49C8A}"/>
              </a:ext>
            </a:extLst>
          </p:cNvPr>
          <p:cNvSpPr txBox="1"/>
          <p:nvPr/>
        </p:nvSpPr>
        <p:spPr>
          <a:xfrm>
            <a:off x="7445333" y="663181"/>
            <a:ext cx="47803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Solution: </a:t>
            </a:r>
          </a:p>
          <a:p>
            <a:r>
              <a:rPr lang="en-US" dirty="0">
                <a:solidFill>
                  <a:srgbClr val="FF0000"/>
                </a:solidFill>
              </a:rPr>
              <a:t>Take the subtree starting with the problem node,</a:t>
            </a:r>
          </a:p>
          <a:p>
            <a:r>
              <a:rPr lang="en-US" dirty="0">
                <a:solidFill>
                  <a:srgbClr val="FF0000"/>
                </a:solidFill>
              </a:rPr>
              <a:t>“Rotate” that tree to the right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6733F92-11CD-5111-7D00-6232BBC3E73A}"/>
              </a:ext>
            </a:extLst>
          </p:cNvPr>
          <p:cNvGrpSpPr/>
          <p:nvPr/>
        </p:nvGrpSpPr>
        <p:grpSpPr>
          <a:xfrm>
            <a:off x="4342023" y="2047599"/>
            <a:ext cx="4036614" cy="2762801"/>
            <a:chOff x="8079280" y="365125"/>
            <a:chExt cx="4036614" cy="2762801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FD2AF4A6-4D89-1783-6181-E32934CFF5AC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33C35221-1551-0D95-4C4E-31EB65B01FA1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14D850BE-CEF1-9E8A-F61D-6A75E110BF83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BC64D0A1-366D-B24D-FF5C-8FCE0550DE07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D267B3C8-CF39-D972-D499-9B466E3823DE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11</a:t>
                  </a:r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BC524C98-F5EC-5235-543A-3DE282D01080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6627DA89-CC89-5735-2F3D-1D6FDB0871B1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6D11AC06-F107-E470-6719-E5EF9432BECC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194ECF9E-B94A-29E8-FF3E-B4E8FB25E852}"/>
                    </a:ext>
                  </a:extLst>
                </p:cNvPr>
                <p:cNvCxnSpPr>
                  <a:cxnSpLocks/>
                  <a:stCxn id="40" idx="3"/>
                  <a:endCxn id="41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786165BC-A4F3-4267-136E-7BD1A73A2C6D}"/>
                    </a:ext>
                  </a:extLst>
                </p:cNvPr>
                <p:cNvCxnSpPr>
                  <a:cxnSpLocks/>
                  <a:stCxn id="40" idx="5"/>
                  <a:endCxn id="42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26B6B665-BDEE-47DB-3C75-935F780313D8}"/>
                    </a:ext>
                  </a:extLst>
                </p:cNvPr>
                <p:cNvCxnSpPr>
                  <a:stCxn id="43" idx="7"/>
                  <a:endCxn id="41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9D852F46-B979-52F6-E71D-FAF66FE1C2D6}"/>
                    </a:ext>
                  </a:extLst>
                </p:cNvPr>
                <p:cNvCxnSpPr>
                  <a:cxnSpLocks/>
                  <a:stCxn id="45" idx="7"/>
                  <a:endCxn id="43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C5382030-36B7-D8B2-23CF-5E65197EE9CC}"/>
                    </a:ext>
                  </a:extLst>
                </p:cNvPr>
                <p:cNvCxnSpPr>
                  <a:stCxn id="44" idx="1"/>
                  <a:endCxn id="42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BDC1F8CA-D134-02B9-8C5E-5669AEFDE40A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ED3D65B-D98F-3587-4AE2-40AAC38105E7}"/>
                  </a:ext>
                </a:extLst>
              </p:cNvPr>
              <p:cNvCxnSpPr>
                <a:cxnSpLocks/>
                <a:stCxn id="38" idx="1"/>
                <a:endCxn id="41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EA47DF7D-077F-F394-C67E-662BC972EC19}"/>
                </a:ext>
              </a:extLst>
            </p:cNvPr>
            <p:cNvSpPr/>
            <p:nvPr/>
          </p:nvSpPr>
          <p:spPr>
            <a:xfrm>
              <a:off x="945647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292400DA-713E-E427-658F-8DA98C8225CE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CB30EAD-7061-219B-8773-2928FEFF31F6}"/>
                </a:ext>
              </a:extLst>
            </p:cNvPr>
            <p:cNvCxnSpPr>
              <a:cxnSpLocks/>
              <a:stCxn id="33" idx="1"/>
              <a:endCxn id="43" idx="5"/>
            </p:cNvCxnSpPr>
            <p:nvPr/>
          </p:nvCxnSpPr>
          <p:spPr>
            <a:xfrm flipH="1" flipV="1">
              <a:off x="9290834" y="2307549"/>
              <a:ext cx="255343" cy="29227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8AFBD25-F6C3-4DFD-B3CE-0BF40BF4A6B2}"/>
                </a:ext>
              </a:extLst>
            </p:cNvPr>
            <p:cNvCxnSpPr>
              <a:cxnSpLocks/>
              <a:stCxn id="34" idx="1"/>
              <a:endCxn id="38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799240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Balanced!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1785856-F7D1-1BE1-9B43-95957522BAE1}"/>
              </a:ext>
            </a:extLst>
          </p:cNvPr>
          <p:cNvSpPr/>
          <p:nvPr/>
        </p:nvSpPr>
        <p:spPr>
          <a:xfrm>
            <a:off x="3580150" y="4227224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-1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A4F1625-A24E-B7B0-B1AC-C8E0AA472E32}"/>
              </a:ext>
            </a:extLst>
          </p:cNvPr>
          <p:cNvCxnSpPr>
            <a:cxnSpLocks/>
            <a:stCxn id="24" idx="7"/>
            <a:endCxn id="31" idx="3"/>
          </p:cNvCxnSpPr>
          <p:nvPr/>
        </p:nvCxnSpPr>
        <p:spPr>
          <a:xfrm flipV="1">
            <a:off x="4102961" y="4018515"/>
            <a:ext cx="274640" cy="2984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82C9481F-D7BC-8ABC-11A8-B4300A0C0DB3}"/>
              </a:ext>
            </a:extLst>
          </p:cNvPr>
          <p:cNvSpPr/>
          <p:nvPr/>
        </p:nvSpPr>
        <p:spPr>
          <a:xfrm>
            <a:off x="5922824" y="2052895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8A91F7B-A613-0646-466D-43229D2C4A7A}"/>
              </a:ext>
            </a:extLst>
          </p:cNvPr>
          <p:cNvSpPr/>
          <p:nvPr/>
        </p:nvSpPr>
        <p:spPr>
          <a:xfrm>
            <a:off x="7153615" y="2675327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9714349-EA9A-CCD0-2ABA-2B6D452F9BF1}"/>
              </a:ext>
            </a:extLst>
          </p:cNvPr>
          <p:cNvSpPr/>
          <p:nvPr/>
        </p:nvSpPr>
        <p:spPr>
          <a:xfrm>
            <a:off x="4976644" y="2765027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73B59CC-F80F-4B37-754E-66C6371FECF2}"/>
              </a:ext>
            </a:extLst>
          </p:cNvPr>
          <p:cNvSpPr/>
          <p:nvPr/>
        </p:nvSpPr>
        <p:spPr>
          <a:xfrm>
            <a:off x="7766126" y="3365407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AC67DE9-1785-5DC7-A02E-6284D5D2A787}"/>
              </a:ext>
            </a:extLst>
          </p:cNvPr>
          <p:cNvSpPr/>
          <p:nvPr/>
        </p:nvSpPr>
        <p:spPr>
          <a:xfrm>
            <a:off x="4287901" y="3495704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BEE4E21-1B14-9375-2511-1BC1E65A2337}"/>
              </a:ext>
            </a:extLst>
          </p:cNvPr>
          <p:cNvCxnSpPr>
            <a:cxnSpLocks/>
            <a:stCxn id="27" idx="3"/>
            <a:endCxn id="29" idx="7"/>
          </p:cNvCxnSpPr>
          <p:nvPr/>
        </p:nvCxnSpPr>
        <p:spPr>
          <a:xfrm flipH="1">
            <a:off x="5499455" y="2575706"/>
            <a:ext cx="513069" cy="2790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B275A34-A9F7-C85C-BB55-634C2014360D}"/>
              </a:ext>
            </a:extLst>
          </p:cNvPr>
          <p:cNvCxnSpPr>
            <a:cxnSpLocks/>
            <a:stCxn id="27" idx="5"/>
            <a:endCxn id="28" idx="1"/>
          </p:cNvCxnSpPr>
          <p:nvPr/>
        </p:nvCxnSpPr>
        <p:spPr>
          <a:xfrm>
            <a:off x="6445635" y="2575706"/>
            <a:ext cx="797680" cy="1893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158A8A7-DA91-BFC7-267E-EE1ADC2AFAD1}"/>
              </a:ext>
            </a:extLst>
          </p:cNvPr>
          <p:cNvCxnSpPr>
            <a:cxnSpLocks/>
            <a:stCxn id="31" idx="7"/>
            <a:endCxn id="29" idx="3"/>
          </p:cNvCxnSpPr>
          <p:nvPr/>
        </p:nvCxnSpPr>
        <p:spPr>
          <a:xfrm flipV="1">
            <a:off x="4810712" y="3287838"/>
            <a:ext cx="255632" cy="2975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43DD9D-DC3F-D4C3-E8E4-F8B734534E7A}"/>
              </a:ext>
            </a:extLst>
          </p:cNvPr>
          <p:cNvCxnSpPr>
            <a:stCxn id="30" idx="1"/>
            <a:endCxn id="28" idx="5"/>
          </p:cNvCxnSpPr>
          <p:nvPr/>
        </p:nvCxnSpPr>
        <p:spPr>
          <a:xfrm flipH="1" flipV="1">
            <a:off x="7676426" y="3198138"/>
            <a:ext cx="179400" cy="2569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04B4E082-BB37-0C81-B004-42FD2C72E8FE}"/>
              </a:ext>
            </a:extLst>
          </p:cNvPr>
          <p:cNvSpPr/>
          <p:nvPr/>
        </p:nvSpPr>
        <p:spPr>
          <a:xfrm>
            <a:off x="6460050" y="3364665"/>
            <a:ext cx="612511" cy="61251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744E3A4-71E3-012A-3763-6DB759ED05E2}"/>
              </a:ext>
            </a:extLst>
          </p:cNvPr>
          <p:cNvCxnSpPr>
            <a:cxnSpLocks/>
            <a:stCxn id="36" idx="7"/>
            <a:endCxn id="28" idx="3"/>
          </p:cNvCxnSpPr>
          <p:nvPr/>
        </p:nvCxnSpPr>
        <p:spPr>
          <a:xfrm flipV="1">
            <a:off x="6982861" y="3198138"/>
            <a:ext cx="260454" cy="2562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A736EB0C-D686-901A-6CDA-A53FEEA51789}"/>
              </a:ext>
            </a:extLst>
          </p:cNvPr>
          <p:cNvSpPr/>
          <p:nvPr/>
        </p:nvSpPr>
        <p:spPr>
          <a:xfrm>
            <a:off x="5665098" y="3490409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D91E44A-41B0-649E-E8D4-175EB89A8E5C}"/>
              </a:ext>
            </a:extLst>
          </p:cNvPr>
          <p:cNvSpPr/>
          <p:nvPr/>
        </p:nvSpPr>
        <p:spPr>
          <a:xfrm>
            <a:off x="7139078" y="4192593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384D818-7216-A412-CF36-4301D0D15CB8}"/>
              </a:ext>
            </a:extLst>
          </p:cNvPr>
          <p:cNvCxnSpPr>
            <a:cxnSpLocks/>
            <a:stCxn id="38" idx="1"/>
            <a:endCxn id="29" idx="5"/>
          </p:cNvCxnSpPr>
          <p:nvPr/>
        </p:nvCxnSpPr>
        <p:spPr>
          <a:xfrm flipH="1" flipV="1">
            <a:off x="5499455" y="3287838"/>
            <a:ext cx="255343" cy="2922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BF1CD2-9993-6FB5-B8A1-B746AB10DD80}"/>
              </a:ext>
            </a:extLst>
          </p:cNvPr>
          <p:cNvCxnSpPr>
            <a:cxnSpLocks/>
            <a:stCxn id="39" idx="1"/>
            <a:endCxn id="36" idx="5"/>
          </p:cNvCxnSpPr>
          <p:nvPr/>
        </p:nvCxnSpPr>
        <p:spPr>
          <a:xfrm flipH="1" flipV="1">
            <a:off x="6982861" y="3887476"/>
            <a:ext cx="245917" cy="3948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98A7DE07-5484-68E4-9D71-0213507A7CD5}"/>
              </a:ext>
            </a:extLst>
          </p:cNvPr>
          <p:cNvSpPr/>
          <p:nvPr/>
        </p:nvSpPr>
        <p:spPr>
          <a:xfrm>
            <a:off x="8402719" y="4192592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16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E89871-2215-25E8-8732-EAC76B4C17C0}"/>
              </a:ext>
            </a:extLst>
          </p:cNvPr>
          <p:cNvCxnSpPr>
            <a:cxnSpLocks/>
            <a:stCxn id="30" idx="5"/>
            <a:endCxn id="42" idx="1"/>
          </p:cNvCxnSpPr>
          <p:nvPr/>
        </p:nvCxnSpPr>
        <p:spPr>
          <a:xfrm>
            <a:off x="8288937" y="3888218"/>
            <a:ext cx="203482" cy="39407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4656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049B8-F2AC-70F1-15D5-9EA626BAF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Right Rotation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19795C-1329-ACD8-8C3E-651F647C00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720" y="1334280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We just inserted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deepest “problem” node</a:t>
                </a:r>
              </a:p>
              <a:p>
                <a:r>
                  <a:rPr lang="en-US" dirty="0"/>
                  <a:t>Make the left child the new root</a:t>
                </a:r>
              </a:p>
              <a:p>
                <a:r>
                  <a:rPr lang="en-US" dirty="0"/>
                  <a:t>Make the old root the right child of the new</a:t>
                </a:r>
              </a:p>
              <a:p>
                <a:r>
                  <a:rPr lang="en-US" dirty="0"/>
                  <a:t>Make the new root’s right subtree the old root’s left subtree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19795C-1329-ACD8-8C3E-651F647C00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720" y="1334280"/>
                <a:ext cx="10515600" cy="4351338"/>
              </a:xfrm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F7EE3BEE-6549-5A90-A178-CB843F41D093}"/>
              </a:ext>
            </a:extLst>
          </p:cNvPr>
          <p:cNvGrpSpPr/>
          <p:nvPr/>
        </p:nvGrpSpPr>
        <p:grpSpPr>
          <a:xfrm>
            <a:off x="7578756" y="3457458"/>
            <a:ext cx="3385877" cy="2496093"/>
            <a:chOff x="7175930" y="136853"/>
            <a:chExt cx="3385877" cy="24960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45E7A0E4-A69B-B4AE-ACE7-EB5C89E52040}"/>
                    </a:ext>
                  </a:extLst>
                </p:cNvPr>
                <p:cNvSpPr/>
                <p:nvPr/>
              </p:nvSpPr>
              <p:spPr>
                <a:xfrm>
                  <a:off x="9124241" y="77239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45E7A0E4-A69B-B4AE-ACE7-EB5C89E5204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4241" y="772395"/>
                  <a:ext cx="612511" cy="612511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Isosceles Triangle 34">
                  <a:extLst>
                    <a:ext uri="{FF2B5EF4-FFF2-40B4-BE49-F238E27FC236}">
                      <a16:creationId xmlns:a16="http://schemas.microsoft.com/office/drawing/2014/main" id="{EF1554DF-5FD8-FE91-0B86-80799DED6758}"/>
                    </a:ext>
                  </a:extLst>
                </p:cNvPr>
                <p:cNvSpPr/>
                <p:nvPr/>
              </p:nvSpPr>
              <p:spPr>
                <a:xfrm>
                  <a:off x="7342089" y="772395"/>
                  <a:ext cx="1084977" cy="979594"/>
                </a:xfrm>
                <a:prstGeom prst="triangl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Isosceles Triangle 34">
                  <a:extLst>
                    <a:ext uri="{FF2B5EF4-FFF2-40B4-BE49-F238E27FC236}">
                      <a16:creationId xmlns:a16="http://schemas.microsoft.com/office/drawing/2014/main" id="{EF1554DF-5FD8-FE91-0B86-80799DED675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089" y="772395"/>
                  <a:ext cx="1084977" cy="979594"/>
                </a:xfrm>
                <a:prstGeom prst="triangl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21653A17-97F6-3907-7154-1E08B77D7E3B}"/>
                    </a:ext>
                  </a:extLst>
                </p:cNvPr>
                <p:cNvSpPr/>
                <p:nvPr/>
              </p:nvSpPr>
              <p:spPr>
                <a:xfrm>
                  <a:off x="8428629" y="136853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21653A17-97F6-3907-7154-1E08B77D7E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28629" y="136853"/>
                  <a:ext cx="612511" cy="612511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Isosceles Triangle 36">
                  <a:extLst>
                    <a:ext uri="{FF2B5EF4-FFF2-40B4-BE49-F238E27FC236}">
                      <a16:creationId xmlns:a16="http://schemas.microsoft.com/office/drawing/2014/main" id="{99A0256F-8391-2976-BCFB-9053B00E322A}"/>
                    </a:ext>
                  </a:extLst>
                </p:cNvPr>
                <p:cNvSpPr/>
                <p:nvPr/>
              </p:nvSpPr>
              <p:spPr>
                <a:xfrm>
                  <a:off x="8345520" y="1578929"/>
                  <a:ext cx="1084977" cy="979594"/>
                </a:xfrm>
                <a:prstGeom prst="triangl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Isosceles Triangle 36">
                  <a:extLst>
                    <a:ext uri="{FF2B5EF4-FFF2-40B4-BE49-F238E27FC236}">
                      <a16:creationId xmlns:a16="http://schemas.microsoft.com/office/drawing/2014/main" id="{99A0256F-8391-2976-BCFB-9053B00E32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5520" y="1578929"/>
                  <a:ext cx="1084977" cy="979594"/>
                </a:xfrm>
                <a:prstGeom prst="triangl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Isosceles Triangle 37">
                  <a:extLst>
                    <a:ext uri="{FF2B5EF4-FFF2-40B4-BE49-F238E27FC236}">
                      <a16:creationId xmlns:a16="http://schemas.microsoft.com/office/drawing/2014/main" id="{C8ABD725-951D-1EF5-BC3F-7698AB03ED12}"/>
                    </a:ext>
                  </a:extLst>
                </p:cNvPr>
                <p:cNvSpPr/>
                <p:nvPr/>
              </p:nvSpPr>
              <p:spPr>
                <a:xfrm>
                  <a:off x="9476830" y="1586367"/>
                  <a:ext cx="1084977" cy="979594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Isosceles Triangle 37">
                  <a:extLst>
                    <a:ext uri="{FF2B5EF4-FFF2-40B4-BE49-F238E27FC236}">
                      <a16:creationId xmlns:a16="http://schemas.microsoft.com/office/drawing/2014/main" id="{C8ABD725-951D-1EF5-BC3F-7698AB03ED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6830" y="1586367"/>
                  <a:ext cx="1084977" cy="979594"/>
                </a:xfrm>
                <a:prstGeom prst="triangl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962564D-E372-F50C-5980-C112EF7ECA4D}"/>
                </a:ext>
              </a:extLst>
            </p:cNvPr>
            <p:cNvCxnSpPr>
              <a:cxnSpLocks/>
              <a:stCxn id="36" idx="3"/>
              <a:endCxn id="35" idx="0"/>
            </p:cNvCxnSpPr>
            <p:nvPr/>
          </p:nvCxnSpPr>
          <p:spPr>
            <a:xfrm flipH="1">
              <a:off x="7884578" y="659664"/>
              <a:ext cx="633751" cy="1127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9A738FD-1682-5EB7-685E-AE958F861694}"/>
                </a:ext>
              </a:extLst>
            </p:cNvPr>
            <p:cNvCxnSpPr>
              <a:cxnSpLocks/>
              <a:stCxn id="34" idx="3"/>
              <a:endCxn id="37" idx="0"/>
            </p:cNvCxnSpPr>
            <p:nvPr/>
          </p:nvCxnSpPr>
          <p:spPr>
            <a:xfrm flipH="1">
              <a:off x="8888009" y="1295206"/>
              <a:ext cx="325932" cy="2837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69BC999-CE86-9682-91DC-E9C0F86021D7}"/>
                </a:ext>
              </a:extLst>
            </p:cNvPr>
            <p:cNvCxnSpPr>
              <a:cxnSpLocks/>
              <a:stCxn id="36" idx="5"/>
              <a:endCxn id="34" idx="1"/>
            </p:cNvCxnSpPr>
            <p:nvPr/>
          </p:nvCxnSpPr>
          <p:spPr>
            <a:xfrm>
              <a:off x="8951440" y="659664"/>
              <a:ext cx="262501" cy="2024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1A19D79-2582-DF96-4EE4-A322DE8F4EFA}"/>
                </a:ext>
              </a:extLst>
            </p:cNvPr>
            <p:cNvCxnSpPr>
              <a:cxnSpLocks/>
              <a:stCxn id="38" idx="0"/>
              <a:endCxn id="34" idx="5"/>
            </p:cNvCxnSpPr>
            <p:nvPr/>
          </p:nvCxnSpPr>
          <p:spPr>
            <a:xfrm flipH="1" flipV="1">
              <a:off x="9647052" y="1295206"/>
              <a:ext cx="372267" cy="29116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0CFD8699-FE14-3065-4767-9AEE33B862FF}"/>
                    </a:ext>
                  </a:extLst>
                </p:cNvPr>
                <p:cNvSpPr/>
                <p:nvPr/>
              </p:nvSpPr>
              <p:spPr>
                <a:xfrm>
                  <a:off x="7175930" y="202043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0CFD8699-FE14-3065-4767-9AEE33B862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75930" y="2020435"/>
                  <a:ext cx="612511" cy="612511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946C4ED-4422-1E95-01CC-240395B3A549}"/>
                </a:ext>
              </a:extLst>
            </p:cNvPr>
            <p:cNvCxnSpPr>
              <a:cxnSpLocks/>
              <a:stCxn id="43" idx="0"/>
            </p:cNvCxnSpPr>
            <p:nvPr/>
          </p:nvCxnSpPr>
          <p:spPr>
            <a:xfrm flipH="1" flipV="1">
              <a:off x="7482185" y="1751989"/>
              <a:ext cx="1" cy="2684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88549AC5-13F6-C0FF-FEBC-7A399516549C}"/>
              </a:ext>
            </a:extLst>
          </p:cNvPr>
          <p:cNvSpPr/>
          <p:nvPr/>
        </p:nvSpPr>
        <p:spPr>
          <a:xfrm>
            <a:off x="5315019" y="4410070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Right Rotation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ECBA3C8-A102-5ECE-C2C8-45E18D336C3D}"/>
              </a:ext>
            </a:extLst>
          </p:cNvPr>
          <p:cNvGrpSpPr/>
          <p:nvPr/>
        </p:nvGrpSpPr>
        <p:grpSpPr>
          <a:xfrm>
            <a:off x="726067" y="3346577"/>
            <a:ext cx="3585521" cy="3413842"/>
            <a:chOff x="726067" y="3227705"/>
            <a:chExt cx="3585521" cy="341384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DCD005-FB82-BD66-A847-A2A9C4AA4C48}"/>
                </a:ext>
              </a:extLst>
            </p:cNvPr>
            <p:cNvGrpSpPr/>
            <p:nvPr/>
          </p:nvGrpSpPr>
          <p:grpSpPr>
            <a:xfrm>
              <a:off x="726067" y="3344160"/>
              <a:ext cx="3585521" cy="3297387"/>
              <a:chOff x="7048051" y="131613"/>
              <a:chExt cx="3585521" cy="329738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C1579C2A-B914-DA18-E033-AA17F1B05F5E}"/>
                      </a:ext>
                    </a:extLst>
                  </p:cNvPr>
                  <p:cNvSpPr/>
                  <p:nvPr/>
                </p:nvSpPr>
                <p:spPr>
                  <a:xfrm>
                    <a:off x="8817298" y="13161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C1579C2A-B914-DA18-E033-AA17F1B05F5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17298" y="131613"/>
                    <a:ext cx="612511" cy="612511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Isosceles Triangle 4">
                    <a:extLst>
                      <a:ext uri="{FF2B5EF4-FFF2-40B4-BE49-F238E27FC236}">
                        <a16:creationId xmlns:a16="http://schemas.microsoft.com/office/drawing/2014/main" id="{3C646EC5-C30F-BAB9-3C02-53BCFBF85885}"/>
                      </a:ext>
                    </a:extLst>
                  </p:cNvPr>
                  <p:cNvSpPr/>
                  <p:nvPr/>
                </p:nvSpPr>
                <p:spPr>
                  <a:xfrm>
                    <a:off x="7214210" y="1568449"/>
                    <a:ext cx="1084977" cy="979594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" name="Isosceles Triangle 4">
                    <a:extLst>
                      <a:ext uri="{FF2B5EF4-FFF2-40B4-BE49-F238E27FC236}">
                        <a16:creationId xmlns:a16="http://schemas.microsoft.com/office/drawing/2014/main" id="{3C646EC5-C30F-BAB9-3C02-53BCFBF8588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14210" y="1568449"/>
                    <a:ext cx="1084977" cy="979594"/>
                  </a:xfrm>
                  <a:prstGeom prst="triangl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4FE3B610-E75F-1020-CCA6-40C1B56408F0}"/>
                      </a:ext>
                    </a:extLst>
                  </p:cNvPr>
                  <p:cNvSpPr/>
                  <p:nvPr/>
                </p:nvSpPr>
                <p:spPr>
                  <a:xfrm>
                    <a:off x="7992931" y="772396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4FE3B610-E75F-1020-CCA6-40C1B56408F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92931" y="772396"/>
                    <a:ext cx="612511" cy="612511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Isosceles Triangle 6">
                    <a:extLst>
                      <a:ext uri="{FF2B5EF4-FFF2-40B4-BE49-F238E27FC236}">
                        <a16:creationId xmlns:a16="http://schemas.microsoft.com/office/drawing/2014/main" id="{3626D707-C34E-9327-B26E-2872891541EE}"/>
                      </a:ext>
                    </a:extLst>
                  </p:cNvPr>
                  <p:cNvSpPr/>
                  <p:nvPr/>
                </p:nvSpPr>
                <p:spPr>
                  <a:xfrm>
                    <a:off x="8345520" y="1568449"/>
                    <a:ext cx="1084977" cy="979594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Isosceles Triangle 6">
                    <a:extLst>
                      <a:ext uri="{FF2B5EF4-FFF2-40B4-BE49-F238E27FC236}">
                        <a16:creationId xmlns:a16="http://schemas.microsoft.com/office/drawing/2014/main" id="{3626D707-C34E-9327-B26E-2872891541E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45520" y="1568449"/>
                    <a:ext cx="1084977" cy="979594"/>
                  </a:xfrm>
                  <a:prstGeom prst="triangl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Isosceles Triangle 7">
                    <a:extLst>
                      <a:ext uri="{FF2B5EF4-FFF2-40B4-BE49-F238E27FC236}">
                        <a16:creationId xmlns:a16="http://schemas.microsoft.com/office/drawing/2014/main" id="{1F4E81E5-66F7-19E2-D095-BE6AA12C1AC1}"/>
                      </a:ext>
                    </a:extLst>
                  </p:cNvPr>
                  <p:cNvSpPr/>
                  <p:nvPr/>
                </p:nvSpPr>
                <p:spPr>
                  <a:xfrm>
                    <a:off x="9548595" y="758260"/>
                    <a:ext cx="1084977" cy="979594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" name="Isosceles Triangle 7">
                    <a:extLst>
                      <a:ext uri="{FF2B5EF4-FFF2-40B4-BE49-F238E27FC236}">
                        <a16:creationId xmlns:a16="http://schemas.microsoft.com/office/drawing/2014/main" id="{1F4E81E5-66F7-19E2-D095-BE6AA12C1AC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48595" y="758260"/>
                    <a:ext cx="1084977" cy="979594"/>
                  </a:xfrm>
                  <a:prstGeom prst="triangle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B7B1586-83AD-014F-F29B-ED7281AEF95D}"/>
                  </a:ext>
                </a:extLst>
              </p:cNvPr>
              <p:cNvCxnSpPr>
                <a:cxnSpLocks/>
                <a:stCxn id="6" idx="3"/>
                <a:endCxn id="5" idx="0"/>
              </p:cNvCxnSpPr>
              <p:nvPr/>
            </p:nvCxnSpPr>
            <p:spPr>
              <a:xfrm flipH="1">
                <a:off x="7756699" y="1295207"/>
                <a:ext cx="325932" cy="2732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1A6ADD7-48CD-EBB0-0667-39AD6203B8F4}"/>
                  </a:ext>
                </a:extLst>
              </p:cNvPr>
              <p:cNvCxnSpPr>
                <a:cxnSpLocks/>
                <a:stCxn id="6" idx="5"/>
                <a:endCxn id="7" idx="0"/>
              </p:cNvCxnSpPr>
              <p:nvPr/>
            </p:nvCxnSpPr>
            <p:spPr>
              <a:xfrm>
                <a:off x="8515742" y="1295207"/>
                <a:ext cx="372267" cy="2732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A816D49-A49E-3DD3-C079-EE0D995FB3A7}"/>
                  </a:ext>
                </a:extLst>
              </p:cNvPr>
              <p:cNvCxnSpPr>
                <a:cxnSpLocks/>
                <a:stCxn id="6" idx="7"/>
                <a:endCxn id="4" idx="3"/>
              </p:cNvCxnSpPr>
              <p:nvPr/>
            </p:nvCxnSpPr>
            <p:spPr>
              <a:xfrm flipV="1">
                <a:off x="8515742" y="654424"/>
                <a:ext cx="391256" cy="207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B6498DDE-3587-8F96-6A1C-4AB53C4EC313}"/>
                  </a:ext>
                </a:extLst>
              </p:cNvPr>
              <p:cNvCxnSpPr>
                <a:cxnSpLocks/>
                <a:stCxn id="8" idx="0"/>
                <a:endCxn id="4" idx="5"/>
              </p:cNvCxnSpPr>
              <p:nvPr/>
            </p:nvCxnSpPr>
            <p:spPr>
              <a:xfrm flipH="1" flipV="1">
                <a:off x="9340109" y="654424"/>
                <a:ext cx="750975" cy="1038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239CFFC8-CF26-D2AD-E672-09061A5048B0}"/>
                      </a:ext>
                    </a:extLst>
                  </p:cNvPr>
                  <p:cNvSpPr/>
                  <p:nvPr/>
                </p:nvSpPr>
                <p:spPr>
                  <a:xfrm>
                    <a:off x="7048051" y="2816489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239CFFC8-CF26-D2AD-E672-09061A5048B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48051" y="2816489"/>
                    <a:ext cx="612511" cy="612511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0E83608A-477E-6324-E54F-86966C47F633}"/>
                  </a:ext>
                </a:extLst>
              </p:cNvPr>
              <p:cNvCxnSpPr>
                <a:cxnSpLocks/>
                <a:stCxn id="27" idx="0"/>
              </p:cNvCxnSpPr>
              <p:nvPr/>
            </p:nvCxnSpPr>
            <p:spPr>
              <a:xfrm flipH="1" flipV="1">
                <a:off x="7354306" y="2548043"/>
                <a:ext cx="1" cy="26844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150729F-C8ED-BB5F-9CEB-CF399CB6A872}"/>
                    </a:ext>
                  </a:extLst>
                </p:cNvPr>
                <p:cNvSpPr txBox="1"/>
                <p:nvPr/>
              </p:nvSpPr>
              <p:spPr>
                <a:xfrm>
                  <a:off x="735435" y="4595206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150729F-C8ED-BB5F-9CEB-CF399CB6A8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5435" y="4595206"/>
                  <a:ext cx="77373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8CD5917-6748-AFE6-4CA8-6A26740C5DD1}"/>
                    </a:ext>
                  </a:extLst>
                </p:cNvPr>
                <p:cNvSpPr txBox="1"/>
                <p:nvPr/>
              </p:nvSpPr>
              <p:spPr>
                <a:xfrm>
                  <a:off x="2172271" y="4638800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8CD5917-6748-AFE6-4CA8-6A26740C5D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2271" y="4638800"/>
                  <a:ext cx="369781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6FFBE299-FED8-D1B2-BD66-101DA35B695A}"/>
                    </a:ext>
                  </a:extLst>
                </p:cNvPr>
                <p:cNvSpPr txBox="1"/>
                <p:nvPr/>
              </p:nvSpPr>
              <p:spPr>
                <a:xfrm>
                  <a:off x="1157833" y="3786141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6FFBE299-FED8-D1B2-BD66-101DA35B6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7833" y="3786141"/>
                  <a:ext cx="773738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113857C4-4F9F-E95E-044D-F1A4FA7A55E8}"/>
                    </a:ext>
                  </a:extLst>
                </p:cNvPr>
                <p:cNvSpPr txBox="1"/>
                <p:nvPr/>
              </p:nvSpPr>
              <p:spPr>
                <a:xfrm>
                  <a:off x="1835210" y="3227705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113857C4-4F9F-E95E-044D-F1A4FA7A5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5210" y="3227705"/>
                  <a:ext cx="7737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3305BF72-9FFD-DF53-8C7C-A4B213E38B05}"/>
                    </a:ext>
                  </a:extLst>
                </p:cNvPr>
                <p:cNvSpPr txBox="1"/>
                <p:nvPr/>
              </p:nvSpPr>
              <p:spPr>
                <a:xfrm>
                  <a:off x="3343276" y="3879162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3305BF72-9FFD-DF53-8C7C-A4B213E38B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43276" y="3879162"/>
                  <a:ext cx="369781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FB41DCC-41DB-D581-B281-F635D03CF8ED}"/>
                  </a:ext>
                </a:extLst>
              </p:cNvPr>
              <p:cNvSpPr txBox="1"/>
              <p:nvPr/>
            </p:nvSpPr>
            <p:spPr>
              <a:xfrm>
                <a:off x="7493545" y="4002706"/>
                <a:ext cx="7737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FB41DCC-41DB-D581-B281-F635D03CF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545" y="4002706"/>
                <a:ext cx="773738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D7BB27A-42A5-BE9A-F1FF-42EABAE1A987}"/>
                  </a:ext>
                </a:extLst>
              </p:cNvPr>
              <p:cNvSpPr txBox="1"/>
              <p:nvPr/>
            </p:nvSpPr>
            <p:spPr>
              <a:xfrm>
                <a:off x="8903142" y="4124889"/>
                <a:ext cx="7737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D7BB27A-42A5-BE9A-F1FF-42EABAE1A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3142" y="4124889"/>
                <a:ext cx="773738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B62FD0DC-BCE5-FBBA-1AFF-5D9EBF1AE5F1}"/>
                  </a:ext>
                </a:extLst>
              </p:cNvPr>
              <p:cNvSpPr txBox="1"/>
              <p:nvPr/>
            </p:nvSpPr>
            <p:spPr>
              <a:xfrm>
                <a:off x="8197681" y="3322521"/>
                <a:ext cx="7737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B62FD0DC-BCE5-FBBA-1AFF-5D9EBF1AE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7681" y="3322521"/>
                <a:ext cx="773737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14EBFC5-1ACD-0DA1-DFC1-D0673D9497BA}"/>
                  </a:ext>
                </a:extLst>
              </p:cNvPr>
              <p:cNvSpPr txBox="1"/>
              <p:nvPr/>
            </p:nvSpPr>
            <p:spPr>
              <a:xfrm>
                <a:off x="8967387" y="4738555"/>
                <a:ext cx="3697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14EBFC5-1ACD-0DA1-DFC1-D0673D949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7387" y="4738555"/>
                <a:ext cx="369781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7634E40-271E-6922-B9EA-EFC82ADE55EC}"/>
                  </a:ext>
                </a:extLst>
              </p:cNvPr>
              <p:cNvSpPr txBox="1"/>
              <p:nvPr/>
            </p:nvSpPr>
            <p:spPr>
              <a:xfrm>
                <a:off x="10038951" y="4738555"/>
                <a:ext cx="3697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7634E40-271E-6922-B9EA-EFC82ADE5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8951" y="4738555"/>
                <a:ext cx="369781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8197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Example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43823FD-4399-AFC7-649D-4594D6C04EC3}"/>
              </a:ext>
            </a:extLst>
          </p:cNvPr>
          <p:cNvSpPr/>
          <p:nvPr/>
        </p:nvSpPr>
        <p:spPr>
          <a:xfrm>
            <a:off x="4724510" y="72165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20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32446E4-9138-A2A4-E19E-29B53DF03839}"/>
              </a:ext>
            </a:extLst>
          </p:cNvPr>
          <p:cNvGrpSpPr/>
          <p:nvPr/>
        </p:nvGrpSpPr>
        <p:grpSpPr>
          <a:xfrm>
            <a:off x="4230263" y="2047599"/>
            <a:ext cx="4670290" cy="2762801"/>
            <a:chOff x="4230263" y="2047599"/>
            <a:chExt cx="4670290" cy="2762801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CBD8AE1-725E-4680-44A4-75821DD1C63E}"/>
                </a:ext>
              </a:extLst>
            </p:cNvPr>
            <p:cNvGrpSpPr/>
            <p:nvPr/>
          </p:nvGrpSpPr>
          <p:grpSpPr>
            <a:xfrm>
              <a:off x="4230263" y="2047599"/>
              <a:ext cx="4670290" cy="2762801"/>
              <a:chOff x="4342023" y="2047599"/>
              <a:chExt cx="4670290" cy="2762801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6EA20C27-94E3-EF82-B066-C6C9318383F2}"/>
                  </a:ext>
                </a:extLst>
              </p:cNvPr>
              <p:cNvGrpSpPr/>
              <p:nvPr/>
            </p:nvGrpSpPr>
            <p:grpSpPr>
              <a:xfrm>
                <a:off x="4342023" y="2047599"/>
                <a:ext cx="4036614" cy="2762801"/>
                <a:chOff x="8079280" y="365125"/>
                <a:chExt cx="4036614" cy="2762801"/>
              </a:xfrm>
            </p:grpSpPr>
            <p:grpSp>
              <p:nvGrpSpPr>
                <p:cNvPr id="5" name="Group 4">
                  <a:extLst>
                    <a:ext uri="{FF2B5EF4-FFF2-40B4-BE49-F238E27FC236}">
                      <a16:creationId xmlns:a16="http://schemas.microsoft.com/office/drawing/2014/main" id="{8B51145B-4143-BFCB-7640-8FD8DDFF7D48}"/>
                    </a:ext>
                  </a:extLst>
                </p:cNvPr>
                <p:cNvGrpSpPr/>
                <p:nvPr/>
              </p:nvGrpSpPr>
              <p:grpSpPr>
                <a:xfrm>
                  <a:off x="8079280" y="365125"/>
                  <a:ext cx="4036614" cy="2762801"/>
                  <a:chOff x="5413263" y="1203158"/>
                  <a:chExt cx="4036614" cy="2762801"/>
                </a:xfrm>
              </p:grpSpPr>
              <p:grpSp>
                <p:nvGrpSpPr>
                  <p:cNvPr id="10" name="Group 9">
                    <a:extLst>
                      <a:ext uri="{FF2B5EF4-FFF2-40B4-BE49-F238E27FC236}">
                        <a16:creationId xmlns:a16="http://schemas.microsoft.com/office/drawing/2014/main" id="{92A3938F-B46C-93BC-ED09-2F255984F827}"/>
                      </a:ext>
                    </a:extLst>
                  </p:cNvPr>
                  <p:cNvGrpSpPr/>
                  <p:nvPr/>
                </p:nvGrpSpPr>
                <p:grpSpPr>
                  <a:xfrm>
                    <a:off x="5413263" y="1203158"/>
                    <a:ext cx="4036614" cy="2762801"/>
                    <a:chOff x="131609" y="2379747"/>
                    <a:chExt cx="4036614" cy="2762801"/>
                  </a:xfrm>
                </p:grpSpPr>
                <p:sp>
                  <p:nvSpPr>
                    <p:cNvPr id="13" name="Oval 12">
                      <a:extLst>
                        <a:ext uri="{FF2B5EF4-FFF2-40B4-BE49-F238E27FC236}">
                          <a16:creationId xmlns:a16="http://schemas.microsoft.com/office/drawing/2014/main" id="{B7675288-6037-34B7-9E5C-D6D7949784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59363" y="237974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p:txBody>
                </p:sp>
                <p:sp>
                  <p:nvSpPr>
                    <p:cNvPr id="14" name="Oval 13">
                      <a:extLst>
                        <a:ext uri="{FF2B5EF4-FFF2-40B4-BE49-F238E27FC236}">
                          <a16:creationId xmlns:a16="http://schemas.microsoft.com/office/drawing/2014/main" id="{B704ECC7-9CA7-1E83-E3A9-2656F12C935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56072" y="3043035"/>
                      <a:ext cx="612511" cy="61251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15" name="Oval 14">
                      <a:extLst>
                        <a:ext uri="{FF2B5EF4-FFF2-40B4-BE49-F238E27FC236}">
                          <a16:creationId xmlns:a16="http://schemas.microsoft.com/office/drawing/2014/main" id="{B20E0282-7434-FCEC-F4C6-75332C51EE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943201" y="300747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p:txBody>
                </p:sp>
                <p:sp>
                  <p:nvSpPr>
                    <p:cNvPr id="16" name="Oval 15">
                      <a:extLst>
                        <a:ext uri="{FF2B5EF4-FFF2-40B4-BE49-F238E27FC236}">
                          <a16:creationId xmlns:a16="http://schemas.microsoft.com/office/drawing/2014/main" id="{06EAA6EF-5E4C-14CF-6468-FF1412C454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0352" y="3799360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17" name="Oval 16">
                      <a:extLst>
                        <a:ext uri="{FF2B5EF4-FFF2-40B4-BE49-F238E27FC236}">
                          <a16:creationId xmlns:a16="http://schemas.microsoft.com/office/drawing/2014/main" id="{8648D38D-39F5-CD24-C125-A3F92C1921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5712" y="369755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p:txBody>
                </p:sp>
                <p:sp>
                  <p:nvSpPr>
                    <p:cNvPr id="18" name="Oval 17">
                      <a:extLst>
                        <a:ext uri="{FF2B5EF4-FFF2-40B4-BE49-F238E27FC236}">
                          <a16:creationId xmlns:a16="http://schemas.microsoft.com/office/drawing/2014/main" id="{9B5CC251-E35B-0E4A-E608-C8D59CFA39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1609" y="453003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cxnSp>
                  <p:nvCxnSpPr>
                    <p:cNvPr id="19" name="Straight Connector 18">
                      <a:extLst>
                        <a:ext uri="{FF2B5EF4-FFF2-40B4-BE49-F238E27FC236}">
                          <a16:creationId xmlns:a16="http://schemas.microsoft.com/office/drawing/2014/main" id="{257813C4-9171-1F70-AB27-FB5B3EBADCFE}"/>
                        </a:ext>
                      </a:extLst>
                    </p:cNvPr>
                    <p:cNvCxnSpPr>
                      <a:cxnSpLocks/>
                      <a:stCxn id="13" idx="3"/>
                      <a:endCxn id="14" idx="7"/>
                    </p:cNvCxnSpPr>
                    <p:nvPr/>
                  </p:nvCxnSpPr>
                  <p:spPr>
                    <a:xfrm flipH="1">
                      <a:off x="2078883" y="2902558"/>
                      <a:ext cx="270180" cy="23017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Straight Connector 19">
                      <a:extLst>
                        <a:ext uri="{FF2B5EF4-FFF2-40B4-BE49-F238E27FC236}">
                          <a16:creationId xmlns:a16="http://schemas.microsoft.com/office/drawing/2014/main" id="{381CB6E9-1646-FA1B-F36F-61E19B529632}"/>
                        </a:ext>
                      </a:extLst>
                    </p:cNvPr>
                    <p:cNvCxnSpPr>
                      <a:cxnSpLocks/>
                      <a:stCxn id="13" idx="5"/>
                      <a:endCxn id="15" idx="1"/>
                    </p:cNvCxnSpPr>
                    <p:nvPr/>
                  </p:nvCxnSpPr>
                  <p:spPr>
                    <a:xfrm>
                      <a:off x="2782174" y="2902558"/>
                      <a:ext cx="250727" cy="19461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" name="Straight Connector 20">
                      <a:extLst>
                        <a:ext uri="{FF2B5EF4-FFF2-40B4-BE49-F238E27FC236}">
                          <a16:creationId xmlns:a16="http://schemas.microsoft.com/office/drawing/2014/main" id="{64BECAB9-FB3B-AF93-8D29-10B949671677}"/>
                        </a:ext>
                      </a:extLst>
                    </p:cNvPr>
                    <p:cNvCxnSpPr>
                      <a:stCxn id="16" idx="7"/>
                      <a:endCxn id="14" idx="3"/>
                    </p:cNvCxnSpPr>
                    <p:nvPr/>
                  </p:nvCxnSpPr>
                  <p:spPr>
                    <a:xfrm flipV="1">
                      <a:off x="1343163" y="3565846"/>
                      <a:ext cx="302609" cy="323214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" name="Straight Connector 21">
                      <a:extLst>
                        <a:ext uri="{FF2B5EF4-FFF2-40B4-BE49-F238E27FC236}">
                          <a16:creationId xmlns:a16="http://schemas.microsoft.com/office/drawing/2014/main" id="{FFE59C21-08AC-00A0-4ADA-A7361360A9F3}"/>
                        </a:ext>
                      </a:extLst>
                    </p:cNvPr>
                    <p:cNvCxnSpPr>
                      <a:cxnSpLocks/>
                      <a:stCxn id="18" idx="7"/>
                      <a:endCxn id="16" idx="3"/>
                    </p:cNvCxnSpPr>
                    <p:nvPr/>
                  </p:nvCxnSpPr>
                  <p:spPr>
                    <a:xfrm flipV="1">
                      <a:off x="654420" y="4322171"/>
                      <a:ext cx="255632" cy="297566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3" name="Straight Connector 22">
                      <a:extLst>
                        <a:ext uri="{FF2B5EF4-FFF2-40B4-BE49-F238E27FC236}">
                          <a16:creationId xmlns:a16="http://schemas.microsoft.com/office/drawing/2014/main" id="{72642F43-8430-EC8F-D864-873EE7842B1A}"/>
                        </a:ext>
                      </a:extLst>
                    </p:cNvPr>
                    <p:cNvCxnSpPr>
                      <a:stCxn id="17" idx="1"/>
                      <a:endCxn id="15" idx="5"/>
                    </p:cNvCxnSpPr>
                    <p:nvPr/>
                  </p:nvCxnSpPr>
                  <p:spPr>
                    <a:xfrm flipH="1" flipV="1">
                      <a:off x="3466012" y="3530286"/>
                      <a:ext cx="179400" cy="256969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1" name="Oval 10">
                    <a:extLst>
                      <a:ext uri="{FF2B5EF4-FFF2-40B4-BE49-F238E27FC236}">
                        <a16:creationId xmlns:a16="http://schemas.microsoft.com/office/drawing/2014/main" id="{79DD00EA-A418-BE18-C681-27FFFB3C4A1E}"/>
                      </a:ext>
                    </a:extLst>
                  </p:cNvPr>
                  <p:cNvSpPr/>
                  <p:nvPr/>
                </p:nvSpPr>
                <p:spPr>
                  <a:xfrm>
                    <a:off x="7232429" y="2607299"/>
                    <a:ext cx="612511" cy="612511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</a:rPr>
                      <a:t>6</a:t>
                    </a:r>
                  </a:p>
                </p:txBody>
              </p:sp>
              <p:cxnSp>
                <p:nvCxnSpPr>
                  <p:cNvPr id="12" name="Straight Connector 11">
                    <a:extLst>
                      <a:ext uri="{FF2B5EF4-FFF2-40B4-BE49-F238E27FC236}">
                        <a16:creationId xmlns:a16="http://schemas.microsoft.com/office/drawing/2014/main" id="{0A12A2BC-B31E-4941-BFBF-ADA0D02D45AF}"/>
                      </a:ext>
                    </a:extLst>
                  </p:cNvPr>
                  <p:cNvCxnSpPr>
                    <a:cxnSpLocks/>
                    <a:stCxn id="11" idx="0"/>
                    <a:endCxn id="14" idx="5"/>
                  </p:cNvCxnSpPr>
                  <p:nvPr/>
                </p:nvCxnSpPr>
                <p:spPr>
                  <a:xfrm flipH="1" flipV="1">
                    <a:off x="7360537" y="2389257"/>
                    <a:ext cx="178148" cy="21804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1A19C799-DA8A-2F26-DC27-7578D35C4651}"/>
                    </a:ext>
                  </a:extLst>
                </p:cNvPr>
                <p:cNvSpPr/>
                <p:nvPr/>
              </p:nvSpPr>
              <p:spPr>
                <a:xfrm>
                  <a:off x="9507277" y="251012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FC1A7374-71FD-FD69-A95F-94455213B14E}"/>
                    </a:ext>
                  </a:extLst>
                </p:cNvPr>
                <p:cNvCxnSpPr>
                  <a:cxnSpLocks/>
                  <a:stCxn id="6" idx="1"/>
                  <a:endCxn id="16" idx="5"/>
                </p:cNvCxnSpPr>
                <p:nvPr/>
              </p:nvCxnSpPr>
              <p:spPr>
                <a:xfrm flipH="1" flipV="1">
                  <a:off x="9290834" y="2307549"/>
                  <a:ext cx="306143" cy="29227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6493EE81-79AC-DE68-9A1F-CDA7EA42D76A}"/>
                  </a:ext>
                </a:extLst>
              </p:cNvPr>
              <p:cNvSpPr/>
              <p:nvPr/>
            </p:nvSpPr>
            <p:spPr>
              <a:xfrm>
                <a:off x="8399802" y="4192593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18</a:t>
                </a:r>
              </a:p>
            </p:txBody>
          </p: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A6F75729-F65E-C4F4-74CB-2513D6DBF1FD}"/>
                  </a:ext>
                </a:extLst>
              </p:cNvPr>
              <p:cNvCxnSpPr>
                <a:cxnSpLocks/>
                <a:stCxn id="3" idx="1"/>
                <a:endCxn id="17" idx="5"/>
              </p:cNvCxnSpPr>
              <p:nvPr/>
            </p:nvCxnSpPr>
            <p:spPr>
              <a:xfrm flipH="1" flipV="1">
                <a:off x="8288937" y="3888218"/>
                <a:ext cx="200565" cy="39407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AFBF94FE-1225-CB32-42BB-5EC453023FB8}"/>
                </a:ext>
              </a:extLst>
            </p:cNvPr>
            <p:cNvSpPr/>
            <p:nvPr/>
          </p:nvSpPr>
          <p:spPr>
            <a:xfrm>
              <a:off x="6703340" y="3467212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A5FFC1A-2EDE-F427-E8D4-554C6D0317D9}"/>
                </a:ext>
              </a:extLst>
            </p:cNvPr>
            <p:cNvCxnSpPr>
              <a:cxnSpLocks/>
              <a:stCxn id="40" idx="0"/>
              <a:endCxn id="15" idx="3"/>
            </p:cNvCxnSpPr>
            <p:nvPr/>
          </p:nvCxnSpPr>
          <p:spPr>
            <a:xfrm flipV="1">
              <a:off x="7009596" y="3198138"/>
              <a:ext cx="121959" cy="2690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91887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Balanced!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48F3C6-8527-ECD6-3799-58D47DA49C8A}"/>
              </a:ext>
            </a:extLst>
          </p:cNvPr>
          <p:cNvSpPr txBox="1"/>
          <p:nvPr/>
        </p:nvSpPr>
        <p:spPr>
          <a:xfrm>
            <a:off x="7348110" y="1696358"/>
            <a:ext cx="49845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Solution: </a:t>
            </a:r>
          </a:p>
          <a:p>
            <a:r>
              <a:rPr lang="en-US" dirty="0">
                <a:solidFill>
                  <a:srgbClr val="FF0000"/>
                </a:solidFill>
              </a:rPr>
              <a:t>Take the subtree starting with the problem node,</a:t>
            </a:r>
          </a:p>
          <a:p>
            <a:r>
              <a:rPr lang="en-US" dirty="0">
                <a:solidFill>
                  <a:srgbClr val="FF0000"/>
                </a:solidFill>
              </a:rPr>
              <a:t>“Rotate” that tree to the left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E10B0969-2DC8-E369-208A-DA6169430CAA}"/>
              </a:ext>
            </a:extLst>
          </p:cNvPr>
          <p:cNvSpPr/>
          <p:nvPr/>
        </p:nvSpPr>
        <p:spPr>
          <a:xfrm>
            <a:off x="8900553" y="4805104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20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BF52FE1-BD1F-28E9-967F-5676B0189442}"/>
              </a:ext>
            </a:extLst>
          </p:cNvPr>
          <p:cNvCxnSpPr>
            <a:cxnSpLocks/>
            <a:stCxn id="52" idx="1"/>
            <a:endCxn id="111" idx="5"/>
          </p:cNvCxnSpPr>
          <p:nvPr/>
        </p:nvCxnSpPr>
        <p:spPr>
          <a:xfrm flipH="1" flipV="1">
            <a:off x="8810853" y="4715404"/>
            <a:ext cx="179400" cy="1794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31B4431-1959-3D11-4655-89732DFF56CB}"/>
              </a:ext>
            </a:extLst>
          </p:cNvPr>
          <p:cNvGrpSpPr/>
          <p:nvPr/>
        </p:nvGrpSpPr>
        <p:grpSpPr>
          <a:xfrm>
            <a:off x="4230263" y="2047599"/>
            <a:ext cx="4670290" cy="2762801"/>
            <a:chOff x="4230263" y="2047599"/>
            <a:chExt cx="4670290" cy="2762801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1896F7C7-534A-BA83-2083-347AFDB97A18}"/>
                </a:ext>
              </a:extLst>
            </p:cNvPr>
            <p:cNvGrpSpPr/>
            <p:nvPr/>
          </p:nvGrpSpPr>
          <p:grpSpPr>
            <a:xfrm>
              <a:off x="4230263" y="2047599"/>
              <a:ext cx="4670290" cy="2762801"/>
              <a:chOff x="4342023" y="2047599"/>
              <a:chExt cx="4670290" cy="2762801"/>
            </a:xfrm>
          </p:grpSpPr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5A1733A1-39DF-181D-8445-504416FEB180}"/>
                  </a:ext>
                </a:extLst>
              </p:cNvPr>
              <p:cNvGrpSpPr/>
              <p:nvPr/>
            </p:nvGrpSpPr>
            <p:grpSpPr>
              <a:xfrm>
                <a:off x="4342023" y="2047599"/>
                <a:ext cx="4036614" cy="2762801"/>
                <a:chOff x="8079280" y="365125"/>
                <a:chExt cx="4036614" cy="2762801"/>
              </a:xfrm>
            </p:grpSpPr>
            <p:grpSp>
              <p:nvGrpSpPr>
                <p:cNvPr id="113" name="Group 112">
                  <a:extLst>
                    <a:ext uri="{FF2B5EF4-FFF2-40B4-BE49-F238E27FC236}">
                      <a16:creationId xmlns:a16="http://schemas.microsoft.com/office/drawing/2014/main" id="{722102BA-7EB1-3CC8-6B87-3FCB4314BAE3}"/>
                    </a:ext>
                  </a:extLst>
                </p:cNvPr>
                <p:cNvGrpSpPr/>
                <p:nvPr/>
              </p:nvGrpSpPr>
              <p:grpSpPr>
                <a:xfrm>
                  <a:off x="8079280" y="365125"/>
                  <a:ext cx="4036614" cy="2762801"/>
                  <a:chOff x="5413263" y="1203158"/>
                  <a:chExt cx="4036614" cy="2762801"/>
                </a:xfrm>
              </p:grpSpPr>
              <p:grpSp>
                <p:nvGrpSpPr>
                  <p:cNvPr id="116" name="Group 115">
                    <a:extLst>
                      <a:ext uri="{FF2B5EF4-FFF2-40B4-BE49-F238E27FC236}">
                        <a16:creationId xmlns:a16="http://schemas.microsoft.com/office/drawing/2014/main" id="{40FE6087-5C60-8EFC-C759-F31170E270EB}"/>
                      </a:ext>
                    </a:extLst>
                  </p:cNvPr>
                  <p:cNvGrpSpPr/>
                  <p:nvPr/>
                </p:nvGrpSpPr>
                <p:grpSpPr>
                  <a:xfrm>
                    <a:off x="5413263" y="1203158"/>
                    <a:ext cx="4036614" cy="2762801"/>
                    <a:chOff x="131609" y="2379747"/>
                    <a:chExt cx="4036614" cy="2762801"/>
                  </a:xfrm>
                </p:grpSpPr>
                <p:sp>
                  <p:nvSpPr>
                    <p:cNvPr id="119" name="Oval 118">
                      <a:extLst>
                        <a:ext uri="{FF2B5EF4-FFF2-40B4-BE49-F238E27FC236}">
                          <a16:creationId xmlns:a16="http://schemas.microsoft.com/office/drawing/2014/main" id="{81A86D9D-A8BC-BEBB-ACF9-27675DAB40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59363" y="237974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p:txBody>
                </p:sp>
                <p:sp>
                  <p:nvSpPr>
                    <p:cNvPr id="120" name="Oval 119">
                      <a:extLst>
                        <a:ext uri="{FF2B5EF4-FFF2-40B4-BE49-F238E27FC236}">
                          <a16:creationId xmlns:a16="http://schemas.microsoft.com/office/drawing/2014/main" id="{A57F424B-C58D-2697-834B-452478446D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56072" y="3043035"/>
                      <a:ext cx="612511" cy="61251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121" name="Oval 120">
                      <a:extLst>
                        <a:ext uri="{FF2B5EF4-FFF2-40B4-BE49-F238E27FC236}">
                          <a16:creationId xmlns:a16="http://schemas.microsoft.com/office/drawing/2014/main" id="{EFCBFD94-EE5F-3AF9-39E0-B4B10543E8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943201" y="300747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p:txBody>
                </p:sp>
                <p:sp>
                  <p:nvSpPr>
                    <p:cNvPr id="122" name="Oval 121">
                      <a:extLst>
                        <a:ext uri="{FF2B5EF4-FFF2-40B4-BE49-F238E27FC236}">
                          <a16:creationId xmlns:a16="http://schemas.microsoft.com/office/drawing/2014/main" id="{D3A23E20-3CB0-87BC-0099-DC459E7A00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0352" y="3799360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123" name="Oval 122">
                      <a:extLst>
                        <a:ext uri="{FF2B5EF4-FFF2-40B4-BE49-F238E27FC236}">
                          <a16:creationId xmlns:a16="http://schemas.microsoft.com/office/drawing/2014/main" id="{8DD9A857-00C8-54C7-1978-1A88523D9C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5712" y="369755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p:txBody>
                </p:sp>
                <p:sp>
                  <p:nvSpPr>
                    <p:cNvPr id="124" name="Oval 123">
                      <a:extLst>
                        <a:ext uri="{FF2B5EF4-FFF2-40B4-BE49-F238E27FC236}">
                          <a16:creationId xmlns:a16="http://schemas.microsoft.com/office/drawing/2014/main" id="{53A96E6E-A6B1-7011-C366-6002F16619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1609" y="453003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2671A4FC-C97C-8D2A-9E81-C0F57BD1E072}"/>
                        </a:ext>
                      </a:extLst>
                    </p:cNvPr>
                    <p:cNvCxnSpPr>
                      <a:cxnSpLocks/>
                      <a:stCxn id="119" idx="3"/>
                      <a:endCxn id="120" idx="7"/>
                    </p:cNvCxnSpPr>
                    <p:nvPr/>
                  </p:nvCxnSpPr>
                  <p:spPr>
                    <a:xfrm flipH="1">
                      <a:off x="2078883" y="2902558"/>
                      <a:ext cx="270180" cy="23017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18E43C2C-053B-2FFA-A3C0-95EF3D43DEEA}"/>
                        </a:ext>
                      </a:extLst>
                    </p:cNvPr>
                    <p:cNvCxnSpPr>
                      <a:cxnSpLocks/>
                      <a:stCxn id="119" idx="5"/>
                      <a:endCxn id="121" idx="1"/>
                    </p:cNvCxnSpPr>
                    <p:nvPr/>
                  </p:nvCxnSpPr>
                  <p:spPr>
                    <a:xfrm>
                      <a:off x="2782174" y="2902558"/>
                      <a:ext cx="250727" cy="19461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D4483605-8E24-A998-E0BA-7F7BC322B54D}"/>
                        </a:ext>
                      </a:extLst>
                    </p:cNvPr>
                    <p:cNvCxnSpPr>
                      <a:stCxn id="122" idx="7"/>
                      <a:endCxn id="120" idx="3"/>
                    </p:cNvCxnSpPr>
                    <p:nvPr/>
                  </p:nvCxnSpPr>
                  <p:spPr>
                    <a:xfrm flipV="1">
                      <a:off x="1343163" y="3565846"/>
                      <a:ext cx="302609" cy="323214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8" name="Straight Connector 127">
                      <a:extLst>
                        <a:ext uri="{FF2B5EF4-FFF2-40B4-BE49-F238E27FC236}">
                          <a16:creationId xmlns:a16="http://schemas.microsoft.com/office/drawing/2014/main" id="{17EA3640-F0AB-3515-A0ED-7F01750FF9CF}"/>
                        </a:ext>
                      </a:extLst>
                    </p:cNvPr>
                    <p:cNvCxnSpPr>
                      <a:cxnSpLocks/>
                      <a:stCxn id="124" idx="7"/>
                      <a:endCxn id="122" idx="3"/>
                    </p:cNvCxnSpPr>
                    <p:nvPr/>
                  </p:nvCxnSpPr>
                  <p:spPr>
                    <a:xfrm flipV="1">
                      <a:off x="654420" y="4322171"/>
                      <a:ext cx="255632" cy="297566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9" name="Straight Connector 128">
                      <a:extLst>
                        <a:ext uri="{FF2B5EF4-FFF2-40B4-BE49-F238E27FC236}">
                          <a16:creationId xmlns:a16="http://schemas.microsoft.com/office/drawing/2014/main" id="{543CC303-32F1-6884-6C24-F7F185458274}"/>
                        </a:ext>
                      </a:extLst>
                    </p:cNvPr>
                    <p:cNvCxnSpPr>
                      <a:stCxn id="123" idx="1"/>
                      <a:endCxn id="121" idx="5"/>
                    </p:cNvCxnSpPr>
                    <p:nvPr/>
                  </p:nvCxnSpPr>
                  <p:spPr>
                    <a:xfrm flipH="1" flipV="1">
                      <a:off x="3466012" y="3530286"/>
                      <a:ext cx="179400" cy="256969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17" name="Oval 116">
                    <a:extLst>
                      <a:ext uri="{FF2B5EF4-FFF2-40B4-BE49-F238E27FC236}">
                        <a16:creationId xmlns:a16="http://schemas.microsoft.com/office/drawing/2014/main" id="{8BA96AB7-84DA-A8F0-5521-204310BFF733}"/>
                      </a:ext>
                    </a:extLst>
                  </p:cNvPr>
                  <p:cNvSpPr/>
                  <p:nvPr/>
                </p:nvSpPr>
                <p:spPr>
                  <a:xfrm>
                    <a:off x="7232429" y="2607299"/>
                    <a:ext cx="612511" cy="612511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</a:rPr>
                      <a:t>6</a:t>
                    </a:r>
                  </a:p>
                </p:txBody>
              </p:sp>
              <p:cxnSp>
                <p:nvCxnSpPr>
                  <p:cNvPr id="118" name="Straight Connector 117">
                    <a:extLst>
                      <a:ext uri="{FF2B5EF4-FFF2-40B4-BE49-F238E27FC236}">
                        <a16:creationId xmlns:a16="http://schemas.microsoft.com/office/drawing/2014/main" id="{ECAA481E-776D-9B89-B8FD-403378272D14}"/>
                      </a:ext>
                    </a:extLst>
                  </p:cNvPr>
                  <p:cNvCxnSpPr>
                    <a:cxnSpLocks/>
                    <a:stCxn id="117" idx="0"/>
                    <a:endCxn id="120" idx="5"/>
                  </p:cNvCxnSpPr>
                  <p:nvPr/>
                </p:nvCxnSpPr>
                <p:spPr>
                  <a:xfrm flipH="1" flipV="1">
                    <a:off x="7360537" y="2389257"/>
                    <a:ext cx="178148" cy="21804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A3302FBF-673C-34CF-7EC7-65E7FC047B38}"/>
                    </a:ext>
                  </a:extLst>
                </p:cNvPr>
                <p:cNvSpPr/>
                <p:nvPr/>
              </p:nvSpPr>
              <p:spPr>
                <a:xfrm>
                  <a:off x="9507277" y="251012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92304523-CC16-84B8-325C-4329D7B2AF56}"/>
                    </a:ext>
                  </a:extLst>
                </p:cNvPr>
                <p:cNvCxnSpPr>
                  <a:cxnSpLocks/>
                  <a:stCxn id="114" idx="1"/>
                  <a:endCxn id="122" idx="5"/>
                </p:cNvCxnSpPr>
                <p:nvPr/>
              </p:nvCxnSpPr>
              <p:spPr>
                <a:xfrm flipH="1" flipV="1">
                  <a:off x="9290834" y="2307549"/>
                  <a:ext cx="306143" cy="29227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F99CA63D-421D-0FEC-0398-481D99062410}"/>
                  </a:ext>
                </a:extLst>
              </p:cNvPr>
              <p:cNvSpPr/>
              <p:nvPr/>
            </p:nvSpPr>
            <p:spPr>
              <a:xfrm>
                <a:off x="8399802" y="4192593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18</a:t>
                </a:r>
              </a:p>
            </p:txBody>
          </p: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9562526B-32DD-4639-8BFB-3BE6AD2C2AF6}"/>
                  </a:ext>
                </a:extLst>
              </p:cNvPr>
              <p:cNvCxnSpPr>
                <a:cxnSpLocks/>
                <a:stCxn id="111" idx="1"/>
                <a:endCxn id="123" idx="5"/>
              </p:cNvCxnSpPr>
              <p:nvPr/>
            </p:nvCxnSpPr>
            <p:spPr>
              <a:xfrm flipH="1" flipV="1">
                <a:off x="8288937" y="3888218"/>
                <a:ext cx="200565" cy="39407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EC321388-EEEE-EAFE-94E4-295071FEF5FB}"/>
                </a:ext>
              </a:extLst>
            </p:cNvPr>
            <p:cNvSpPr/>
            <p:nvPr/>
          </p:nvSpPr>
          <p:spPr>
            <a:xfrm>
              <a:off x="6703340" y="3467212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7C393D2-AA50-0F70-D168-B8CB09AF8565}"/>
                </a:ext>
              </a:extLst>
            </p:cNvPr>
            <p:cNvCxnSpPr>
              <a:cxnSpLocks/>
              <a:stCxn id="108" idx="0"/>
              <a:endCxn id="121" idx="3"/>
            </p:cNvCxnSpPr>
            <p:nvPr/>
          </p:nvCxnSpPr>
          <p:spPr>
            <a:xfrm flipV="1">
              <a:off x="7009596" y="3198138"/>
              <a:ext cx="121959" cy="2690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2" name="TextBox 131">
            <a:extLst>
              <a:ext uri="{FF2B5EF4-FFF2-40B4-BE49-F238E27FC236}">
                <a16:creationId xmlns:a16="http://schemas.microsoft.com/office/drawing/2014/main" id="{FB723C54-63EC-6DE8-BA12-643E13A12FC3}"/>
              </a:ext>
            </a:extLst>
          </p:cNvPr>
          <p:cNvSpPr txBox="1"/>
          <p:nvPr/>
        </p:nvSpPr>
        <p:spPr>
          <a:xfrm rot="2221255">
            <a:off x="8601562" y="4136113"/>
            <a:ext cx="11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Height = 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E9359697-2338-D819-5D10-8C6111F51754}"/>
              </a:ext>
            </a:extLst>
          </p:cNvPr>
          <p:cNvSpPr txBox="1"/>
          <p:nvPr/>
        </p:nvSpPr>
        <p:spPr>
          <a:xfrm rot="20288515">
            <a:off x="6736461" y="4308694"/>
            <a:ext cx="1158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Height =-1</a:t>
            </a:r>
          </a:p>
        </p:txBody>
      </p:sp>
      <p:sp>
        <p:nvSpPr>
          <p:cNvPr id="29" name="Arrow: Circular 28">
            <a:extLst>
              <a:ext uri="{FF2B5EF4-FFF2-40B4-BE49-F238E27FC236}">
                <a16:creationId xmlns:a16="http://schemas.microsoft.com/office/drawing/2014/main" id="{2DFE5A13-2615-2C1A-4922-C60FF284B30E}"/>
              </a:ext>
            </a:extLst>
          </p:cNvPr>
          <p:cNvSpPr/>
          <p:nvPr/>
        </p:nvSpPr>
        <p:spPr>
          <a:xfrm flipH="1">
            <a:off x="7187861" y="2924063"/>
            <a:ext cx="1639005" cy="1919157"/>
          </a:xfrm>
          <a:prstGeom prst="circular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55330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Balanced!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0588142-BA3E-214A-5F91-4641F9260F24}"/>
              </a:ext>
            </a:extLst>
          </p:cNvPr>
          <p:cNvGrpSpPr/>
          <p:nvPr/>
        </p:nvGrpSpPr>
        <p:grpSpPr>
          <a:xfrm>
            <a:off x="4230263" y="2047599"/>
            <a:ext cx="4670290" cy="2762801"/>
            <a:chOff x="4230263" y="2047599"/>
            <a:chExt cx="4670290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5A2B72C-3787-FADF-273F-8EFDEB4113C1}"/>
                </a:ext>
              </a:extLst>
            </p:cNvPr>
            <p:cNvGrpSpPr/>
            <p:nvPr/>
          </p:nvGrpSpPr>
          <p:grpSpPr>
            <a:xfrm>
              <a:off x="4230263" y="2047599"/>
              <a:ext cx="4670290" cy="2762801"/>
              <a:chOff x="4342023" y="2047599"/>
              <a:chExt cx="4670290" cy="2762801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340ACB14-EB47-703E-DD87-A3F1F2D8DD59}"/>
                  </a:ext>
                </a:extLst>
              </p:cNvPr>
              <p:cNvGrpSpPr/>
              <p:nvPr/>
            </p:nvGrpSpPr>
            <p:grpSpPr>
              <a:xfrm>
                <a:off x="4342023" y="2047599"/>
                <a:ext cx="4036614" cy="2762801"/>
                <a:chOff x="8079280" y="365125"/>
                <a:chExt cx="4036614" cy="2762801"/>
              </a:xfrm>
            </p:grpSpPr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FCCAEE77-93ED-0577-3519-0BE15EA2B58A}"/>
                    </a:ext>
                  </a:extLst>
                </p:cNvPr>
                <p:cNvGrpSpPr/>
                <p:nvPr/>
              </p:nvGrpSpPr>
              <p:grpSpPr>
                <a:xfrm>
                  <a:off x="8079280" y="365125"/>
                  <a:ext cx="4036614" cy="2762801"/>
                  <a:chOff x="5413263" y="1203158"/>
                  <a:chExt cx="4036614" cy="2762801"/>
                </a:xfrm>
              </p:grpSpPr>
              <p:grpSp>
                <p:nvGrpSpPr>
                  <p:cNvPr id="13" name="Group 12">
                    <a:extLst>
                      <a:ext uri="{FF2B5EF4-FFF2-40B4-BE49-F238E27FC236}">
                        <a16:creationId xmlns:a16="http://schemas.microsoft.com/office/drawing/2014/main" id="{7CB93A83-875B-9031-7072-EAA750E4F3BA}"/>
                      </a:ext>
                    </a:extLst>
                  </p:cNvPr>
                  <p:cNvGrpSpPr/>
                  <p:nvPr/>
                </p:nvGrpSpPr>
                <p:grpSpPr>
                  <a:xfrm>
                    <a:off x="5413263" y="1203158"/>
                    <a:ext cx="4036614" cy="2762801"/>
                    <a:chOff x="131609" y="2379747"/>
                    <a:chExt cx="4036614" cy="2762801"/>
                  </a:xfrm>
                </p:grpSpPr>
                <p:sp>
                  <p:nvSpPr>
                    <p:cNvPr id="16" name="Oval 15">
                      <a:extLst>
                        <a:ext uri="{FF2B5EF4-FFF2-40B4-BE49-F238E27FC236}">
                          <a16:creationId xmlns:a16="http://schemas.microsoft.com/office/drawing/2014/main" id="{2DA4BADD-BD84-1D65-6F34-911460C260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59363" y="237974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p:txBody>
                </p:sp>
                <p:sp>
                  <p:nvSpPr>
                    <p:cNvPr id="17" name="Oval 16">
                      <a:extLst>
                        <a:ext uri="{FF2B5EF4-FFF2-40B4-BE49-F238E27FC236}">
                          <a16:creationId xmlns:a16="http://schemas.microsoft.com/office/drawing/2014/main" id="{F6628CEA-2BED-8F15-29D4-04C515C3C7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56072" y="3043035"/>
                      <a:ext cx="612511" cy="61251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18" name="Oval 17">
                      <a:extLst>
                        <a:ext uri="{FF2B5EF4-FFF2-40B4-BE49-F238E27FC236}">
                          <a16:creationId xmlns:a16="http://schemas.microsoft.com/office/drawing/2014/main" id="{D82CEA20-3D90-9CDB-6145-EE3D68EC42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943201" y="300747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p:txBody>
                </p:sp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C71173B0-3AC1-D397-A5F8-45A759F359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0352" y="3799360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20" name="Oval 19">
                      <a:extLst>
                        <a:ext uri="{FF2B5EF4-FFF2-40B4-BE49-F238E27FC236}">
                          <a16:creationId xmlns:a16="http://schemas.microsoft.com/office/drawing/2014/main" id="{E533412E-9EAE-77B6-2680-1BB250C0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5712" y="369755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18</a:t>
                      </a:r>
                    </a:p>
                  </p:txBody>
                </p:sp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F6653EAB-CF92-DEBF-F06A-D237E8EABB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1609" y="453003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cxnSp>
                  <p:nvCxnSpPr>
                    <p:cNvPr id="22" name="Straight Connector 21">
                      <a:extLst>
                        <a:ext uri="{FF2B5EF4-FFF2-40B4-BE49-F238E27FC236}">
                          <a16:creationId xmlns:a16="http://schemas.microsoft.com/office/drawing/2014/main" id="{E8FBF119-F10A-E70F-C0C1-02D1344DA65F}"/>
                        </a:ext>
                      </a:extLst>
                    </p:cNvPr>
                    <p:cNvCxnSpPr>
                      <a:cxnSpLocks/>
                      <a:stCxn id="16" idx="3"/>
                      <a:endCxn id="17" idx="7"/>
                    </p:cNvCxnSpPr>
                    <p:nvPr/>
                  </p:nvCxnSpPr>
                  <p:spPr>
                    <a:xfrm flipH="1">
                      <a:off x="2078883" y="2902558"/>
                      <a:ext cx="270180" cy="23017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3" name="Straight Connector 22">
                      <a:extLst>
                        <a:ext uri="{FF2B5EF4-FFF2-40B4-BE49-F238E27FC236}">
                          <a16:creationId xmlns:a16="http://schemas.microsoft.com/office/drawing/2014/main" id="{957BD4C3-36E7-353E-BB50-27F28FA99852}"/>
                        </a:ext>
                      </a:extLst>
                    </p:cNvPr>
                    <p:cNvCxnSpPr>
                      <a:cxnSpLocks/>
                      <a:stCxn id="16" idx="5"/>
                      <a:endCxn id="18" idx="1"/>
                    </p:cNvCxnSpPr>
                    <p:nvPr/>
                  </p:nvCxnSpPr>
                  <p:spPr>
                    <a:xfrm>
                      <a:off x="2782174" y="2902558"/>
                      <a:ext cx="250727" cy="19461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Straight Connector 23">
                      <a:extLst>
                        <a:ext uri="{FF2B5EF4-FFF2-40B4-BE49-F238E27FC236}">
                          <a16:creationId xmlns:a16="http://schemas.microsoft.com/office/drawing/2014/main" id="{44D0C602-88EC-28E1-0AEB-C7FCBFBF1429}"/>
                        </a:ext>
                      </a:extLst>
                    </p:cNvPr>
                    <p:cNvCxnSpPr>
                      <a:stCxn id="19" idx="7"/>
                      <a:endCxn id="17" idx="3"/>
                    </p:cNvCxnSpPr>
                    <p:nvPr/>
                  </p:nvCxnSpPr>
                  <p:spPr>
                    <a:xfrm flipV="1">
                      <a:off x="1343163" y="3565846"/>
                      <a:ext cx="302609" cy="323214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" name="Straight Connector 24">
                      <a:extLst>
                        <a:ext uri="{FF2B5EF4-FFF2-40B4-BE49-F238E27FC236}">
                          <a16:creationId xmlns:a16="http://schemas.microsoft.com/office/drawing/2014/main" id="{B3BFD3E6-80D7-C7DF-7AD5-855E06F45B88}"/>
                        </a:ext>
                      </a:extLst>
                    </p:cNvPr>
                    <p:cNvCxnSpPr>
                      <a:cxnSpLocks/>
                      <a:stCxn id="21" idx="7"/>
                      <a:endCxn id="19" idx="3"/>
                    </p:cNvCxnSpPr>
                    <p:nvPr/>
                  </p:nvCxnSpPr>
                  <p:spPr>
                    <a:xfrm flipV="1">
                      <a:off x="654420" y="4322171"/>
                      <a:ext cx="255632" cy="297566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6" name="Straight Connector 25">
                      <a:extLst>
                        <a:ext uri="{FF2B5EF4-FFF2-40B4-BE49-F238E27FC236}">
                          <a16:creationId xmlns:a16="http://schemas.microsoft.com/office/drawing/2014/main" id="{86E39809-0AB7-8376-C608-D4413B311DE4}"/>
                        </a:ext>
                      </a:extLst>
                    </p:cNvPr>
                    <p:cNvCxnSpPr>
                      <a:stCxn id="20" idx="1"/>
                      <a:endCxn id="18" idx="5"/>
                    </p:cNvCxnSpPr>
                    <p:nvPr/>
                  </p:nvCxnSpPr>
                  <p:spPr>
                    <a:xfrm flipH="1" flipV="1">
                      <a:off x="3466012" y="3530286"/>
                      <a:ext cx="179400" cy="256969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4" name="Oval 13">
                    <a:extLst>
                      <a:ext uri="{FF2B5EF4-FFF2-40B4-BE49-F238E27FC236}">
                        <a16:creationId xmlns:a16="http://schemas.microsoft.com/office/drawing/2014/main" id="{B529E4C8-B415-7106-BF86-FEF8E6D36950}"/>
                      </a:ext>
                    </a:extLst>
                  </p:cNvPr>
                  <p:cNvSpPr/>
                  <p:nvPr/>
                </p:nvSpPr>
                <p:spPr>
                  <a:xfrm>
                    <a:off x="7232429" y="2607299"/>
                    <a:ext cx="612511" cy="612511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</a:rPr>
                      <a:t>6</a:t>
                    </a:r>
                  </a:p>
                </p:txBody>
              </p:sp>
              <p:cxnSp>
                <p:nvCxnSpPr>
                  <p:cNvPr id="15" name="Straight Connector 14">
                    <a:extLst>
                      <a:ext uri="{FF2B5EF4-FFF2-40B4-BE49-F238E27FC236}">
                        <a16:creationId xmlns:a16="http://schemas.microsoft.com/office/drawing/2014/main" id="{EF2EE05A-0721-4CAF-3B48-766628E89B24}"/>
                      </a:ext>
                    </a:extLst>
                  </p:cNvPr>
                  <p:cNvCxnSpPr>
                    <a:cxnSpLocks/>
                    <a:stCxn id="14" idx="0"/>
                    <a:endCxn id="17" idx="5"/>
                  </p:cNvCxnSpPr>
                  <p:nvPr/>
                </p:nvCxnSpPr>
                <p:spPr>
                  <a:xfrm flipH="1" flipV="1">
                    <a:off x="7360537" y="2389257"/>
                    <a:ext cx="178148" cy="21804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E61B257E-2ABA-7A4A-4B7F-B3C6FBFBB6C5}"/>
                    </a:ext>
                  </a:extLst>
                </p:cNvPr>
                <p:cNvSpPr/>
                <p:nvPr/>
              </p:nvSpPr>
              <p:spPr>
                <a:xfrm>
                  <a:off x="9507277" y="251012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0E128ED-F352-D598-5852-55CCCA74DB6D}"/>
                    </a:ext>
                  </a:extLst>
                </p:cNvPr>
                <p:cNvCxnSpPr>
                  <a:cxnSpLocks/>
                  <a:stCxn id="11" idx="1"/>
                  <a:endCxn id="19" idx="5"/>
                </p:cNvCxnSpPr>
                <p:nvPr/>
              </p:nvCxnSpPr>
              <p:spPr>
                <a:xfrm flipH="1" flipV="1">
                  <a:off x="9290834" y="2307549"/>
                  <a:ext cx="306143" cy="29227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70EDA9A-0F72-9D02-B87D-BB7B1AE1D91E}"/>
                  </a:ext>
                </a:extLst>
              </p:cNvPr>
              <p:cNvSpPr/>
              <p:nvPr/>
            </p:nvSpPr>
            <p:spPr>
              <a:xfrm>
                <a:off x="8399802" y="4192593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20</a:t>
                </a:r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9CF606FF-5AFD-CD0E-72DD-0FDCC5448A87}"/>
                  </a:ext>
                </a:extLst>
              </p:cNvPr>
              <p:cNvCxnSpPr>
                <a:cxnSpLocks/>
                <a:stCxn id="8" idx="1"/>
                <a:endCxn id="20" idx="5"/>
              </p:cNvCxnSpPr>
              <p:nvPr/>
            </p:nvCxnSpPr>
            <p:spPr>
              <a:xfrm flipH="1" flipV="1">
                <a:off x="8288937" y="3888218"/>
                <a:ext cx="200565" cy="39407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B0842E4-0F10-4833-6EED-5DA6E1A35AEE}"/>
                </a:ext>
              </a:extLst>
            </p:cNvPr>
            <p:cNvSpPr/>
            <p:nvPr/>
          </p:nvSpPr>
          <p:spPr>
            <a:xfrm>
              <a:off x="6703340" y="3467212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A352AA8-ED33-0160-5DBE-E55F432391BF}"/>
                </a:ext>
              </a:extLst>
            </p:cNvPr>
            <p:cNvCxnSpPr>
              <a:cxnSpLocks/>
              <a:stCxn id="5" idx="0"/>
              <a:endCxn id="18" idx="3"/>
            </p:cNvCxnSpPr>
            <p:nvPr/>
          </p:nvCxnSpPr>
          <p:spPr>
            <a:xfrm flipV="1">
              <a:off x="7009596" y="3198138"/>
              <a:ext cx="121959" cy="2690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Oval 26">
            <a:extLst>
              <a:ext uri="{FF2B5EF4-FFF2-40B4-BE49-F238E27FC236}">
                <a16:creationId xmlns:a16="http://schemas.microsoft.com/office/drawing/2014/main" id="{F840B66A-9063-6327-AA78-D06A587F2ED7}"/>
              </a:ext>
            </a:extLst>
          </p:cNvPr>
          <p:cNvSpPr/>
          <p:nvPr/>
        </p:nvSpPr>
        <p:spPr>
          <a:xfrm>
            <a:off x="7348110" y="4192593"/>
            <a:ext cx="612511" cy="61251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62B4773-3E77-95DD-3111-2661C2B0A23A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7654366" y="3923519"/>
            <a:ext cx="121959" cy="26907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49944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049B8-F2AC-70F1-15D5-9EA626BAF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Left Rotation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19795C-1329-ACD8-8C3E-651F647C00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80160"/>
                <a:ext cx="10515600" cy="4896803"/>
              </a:xfrm>
            </p:spPr>
            <p:txBody>
              <a:bodyPr/>
              <a:lstStyle/>
              <a:p>
                <a:r>
                  <a:rPr lang="en-US" dirty="0"/>
                  <a:t>We just inserted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node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deepest “problem” node</a:t>
                </a:r>
              </a:p>
              <a:p>
                <a:r>
                  <a:rPr lang="en-US" dirty="0"/>
                  <a:t>Make the right child the new root</a:t>
                </a:r>
              </a:p>
              <a:p>
                <a:r>
                  <a:rPr lang="en-US" dirty="0"/>
                  <a:t>Make the old root the left child of the new</a:t>
                </a:r>
              </a:p>
              <a:p>
                <a:r>
                  <a:rPr lang="en-US" dirty="0"/>
                  <a:t>Make the new root’s left subtree the old root’s right subtree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19795C-1329-ACD8-8C3E-651F647C00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80160"/>
                <a:ext cx="10515600" cy="4896803"/>
              </a:xfrm>
              <a:blipFill>
                <a:blip r:embed="rId2"/>
                <a:stretch>
                  <a:fillRect l="-1043" t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F7EE3BEE-6549-5A90-A178-CB843F41D093}"/>
              </a:ext>
            </a:extLst>
          </p:cNvPr>
          <p:cNvGrpSpPr/>
          <p:nvPr/>
        </p:nvGrpSpPr>
        <p:grpSpPr>
          <a:xfrm>
            <a:off x="1617721" y="3522256"/>
            <a:ext cx="3289741" cy="3302627"/>
            <a:chOff x="7342089" y="136853"/>
            <a:chExt cx="3289741" cy="33026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45E7A0E4-A69B-B4AE-ACE7-EB5C89E52040}"/>
                    </a:ext>
                  </a:extLst>
                </p:cNvPr>
                <p:cNvSpPr/>
                <p:nvPr/>
              </p:nvSpPr>
              <p:spPr>
                <a:xfrm>
                  <a:off x="9124241" y="77239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45E7A0E4-A69B-B4AE-ACE7-EB5C89E5204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4241" y="772395"/>
                  <a:ext cx="612511" cy="612511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Isosceles Triangle 34">
                  <a:extLst>
                    <a:ext uri="{FF2B5EF4-FFF2-40B4-BE49-F238E27FC236}">
                      <a16:creationId xmlns:a16="http://schemas.microsoft.com/office/drawing/2014/main" id="{EF1554DF-5FD8-FE91-0B86-80799DED6758}"/>
                    </a:ext>
                  </a:extLst>
                </p:cNvPr>
                <p:cNvSpPr/>
                <p:nvPr/>
              </p:nvSpPr>
              <p:spPr>
                <a:xfrm>
                  <a:off x="7342089" y="772395"/>
                  <a:ext cx="1084977" cy="979594"/>
                </a:xfrm>
                <a:prstGeom prst="triangl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Isosceles Triangle 34">
                  <a:extLst>
                    <a:ext uri="{FF2B5EF4-FFF2-40B4-BE49-F238E27FC236}">
                      <a16:creationId xmlns:a16="http://schemas.microsoft.com/office/drawing/2014/main" id="{EF1554DF-5FD8-FE91-0B86-80799DED675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089" y="772395"/>
                  <a:ext cx="1084977" cy="979594"/>
                </a:xfrm>
                <a:prstGeom prst="triangl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21653A17-97F6-3907-7154-1E08B77D7E3B}"/>
                    </a:ext>
                  </a:extLst>
                </p:cNvPr>
                <p:cNvSpPr/>
                <p:nvPr/>
              </p:nvSpPr>
              <p:spPr>
                <a:xfrm>
                  <a:off x="8428629" y="136853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21653A17-97F6-3907-7154-1E08B77D7E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28629" y="136853"/>
                  <a:ext cx="612511" cy="612511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Isosceles Triangle 36">
                  <a:extLst>
                    <a:ext uri="{FF2B5EF4-FFF2-40B4-BE49-F238E27FC236}">
                      <a16:creationId xmlns:a16="http://schemas.microsoft.com/office/drawing/2014/main" id="{99A0256F-8391-2976-BCFB-9053B00E322A}"/>
                    </a:ext>
                  </a:extLst>
                </p:cNvPr>
                <p:cNvSpPr/>
                <p:nvPr/>
              </p:nvSpPr>
              <p:spPr>
                <a:xfrm>
                  <a:off x="8345520" y="1578929"/>
                  <a:ext cx="1084977" cy="979594"/>
                </a:xfrm>
                <a:prstGeom prst="triangl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Isosceles Triangle 36">
                  <a:extLst>
                    <a:ext uri="{FF2B5EF4-FFF2-40B4-BE49-F238E27FC236}">
                      <a16:creationId xmlns:a16="http://schemas.microsoft.com/office/drawing/2014/main" id="{99A0256F-8391-2976-BCFB-9053B00E32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5520" y="1578929"/>
                  <a:ext cx="1084977" cy="979594"/>
                </a:xfrm>
                <a:prstGeom prst="triangl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Isosceles Triangle 37">
                  <a:extLst>
                    <a:ext uri="{FF2B5EF4-FFF2-40B4-BE49-F238E27FC236}">
                      <a16:creationId xmlns:a16="http://schemas.microsoft.com/office/drawing/2014/main" id="{C8ABD725-951D-1EF5-BC3F-7698AB03ED12}"/>
                    </a:ext>
                  </a:extLst>
                </p:cNvPr>
                <p:cNvSpPr/>
                <p:nvPr/>
              </p:nvSpPr>
              <p:spPr>
                <a:xfrm>
                  <a:off x="9476830" y="1586367"/>
                  <a:ext cx="1084977" cy="979594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Isosceles Triangle 37">
                  <a:extLst>
                    <a:ext uri="{FF2B5EF4-FFF2-40B4-BE49-F238E27FC236}">
                      <a16:creationId xmlns:a16="http://schemas.microsoft.com/office/drawing/2014/main" id="{C8ABD725-951D-1EF5-BC3F-7698AB03ED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6830" y="1586367"/>
                  <a:ext cx="1084977" cy="979594"/>
                </a:xfrm>
                <a:prstGeom prst="triangl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962564D-E372-F50C-5980-C112EF7ECA4D}"/>
                </a:ext>
              </a:extLst>
            </p:cNvPr>
            <p:cNvCxnSpPr>
              <a:cxnSpLocks/>
              <a:stCxn id="36" idx="3"/>
              <a:endCxn id="35" idx="0"/>
            </p:cNvCxnSpPr>
            <p:nvPr/>
          </p:nvCxnSpPr>
          <p:spPr>
            <a:xfrm flipH="1">
              <a:off x="7884578" y="659664"/>
              <a:ext cx="633751" cy="1127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9A738FD-1682-5EB7-685E-AE958F861694}"/>
                </a:ext>
              </a:extLst>
            </p:cNvPr>
            <p:cNvCxnSpPr>
              <a:cxnSpLocks/>
              <a:stCxn id="34" idx="3"/>
              <a:endCxn id="37" idx="0"/>
            </p:cNvCxnSpPr>
            <p:nvPr/>
          </p:nvCxnSpPr>
          <p:spPr>
            <a:xfrm flipH="1">
              <a:off x="8888009" y="1295206"/>
              <a:ext cx="325932" cy="2837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69BC999-CE86-9682-91DC-E9C0F86021D7}"/>
                </a:ext>
              </a:extLst>
            </p:cNvPr>
            <p:cNvCxnSpPr>
              <a:cxnSpLocks/>
              <a:stCxn id="36" idx="5"/>
              <a:endCxn id="34" idx="1"/>
            </p:cNvCxnSpPr>
            <p:nvPr/>
          </p:nvCxnSpPr>
          <p:spPr>
            <a:xfrm>
              <a:off x="8951440" y="659664"/>
              <a:ext cx="262501" cy="2024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1A19D79-2582-DF96-4EE4-A322DE8F4EFA}"/>
                </a:ext>
              </a:extLst>
            </p:cNvPr>
            <p:cNvCxnSpPr>
              <a:cxnSpLocks/>
              <a:stCxn id="38" idx="0"/>
              <a:endCxn id="34" idx="5"/>
            </p:cNvCxnSpPr>
            <p:nvPr/>
          </p:nvCxnSpPr>
          <p:spPr>
            <a:xfrm flipH="1" flipV="1">
              <a:off x="9647052" y="1295206"/>
              <a:ext cx="372267" cy="29116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0CFD8699-FE14-3065-4767-9AEE33B862FF}"/>
                    </a:ext>
                  </a:extLst>
                </p:cNvPr>
                <p:cNvSpPr/>
                <p:nvPr/>
              </p:nvSpPr>
              <p:spPr>
                <a:xfrm>
                  <a:off x="10019319" y="2826969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0CFD8699-FE14-3065-4767-9AEE33B862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9319" y="2826969"/>
                  <a:ext cx="612511" cy="612511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946C4ED-4422-1E95-01CC-240395B3A549}"/>
                </a:ext>
              </a:extLst>
            </p:cNvPr>
            <p:cNvCxnSpPr>
              <a:cxnSpLocks/>
              <a:stCxn id="43" idx="0"/>
            </p:cNvCxnSpPr>
            <p:nvPr/>
          </p:nvCxnSpPr>
          <p:spPr>
            <a:xfrm flipH="1" flipV="1">
              <a:off x="10325574" y="2558523"/>
              <a:ext cx="1" cy="2684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88549AC5-13F6-C0FF-FEBC-7A399516549C}"/>
              </a:ext>
            </a:extLst>
          </p:cNvPr>
          <p:cNvSpPr/>
          <p:nvPr/>
        </p:nvSpPr>
        <p:spPr>
          <a:xfrm>
            <a:off x="5315019" y="4291198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Left Rotation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ECBA3C8-A102-5ECE-C2C8-45E18D336C3D}"/>
              </a:ext>
            </a:extLst>
          </p:cNvPr>
          <p:cNvGrpSpPr/>
          <p:nvPr/>
        </p:nvGrpSpPr>
        <p:grpSpPr>
          <a:xfrm>
            <a:off x="7628306" y="3393143"/>
            <a:ext cx="3527516" cy="2616071"/>
            <a:chOff x="892226" y="3227705"/>
            <a:chExt cx="3527516" cy="2616071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DCD005-FB82-BD66-A847-A2A9C4AA4C48}"/>
                </a:ext>
              </a:extLst>
            </p:cNvPr>
            <p:cNvGrpSpPr/>
            <p:nvPr/>
          </p:nvGrpSpPr>
          <p:grpSpPr>
            <a:xfrm>
              <a:off x="892226" y="3344160"/>
              <a:ext cx="3527516" cy="2499616"/>
              <a:chOff x="7214210" y="131613"/>
              <a:chExt cx="3527516" cy="249961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C1579C2A-B914-DA18-E033-AA17F1B05F5E}"/>
                      </a:ext>
                    </a:extLst>
                  </p:cNvPr>
                  <p:cNvSpPr/>
                  <p:nvPr/>
                </p:nvSpPr>
                <p:spPr>
                  <a:xfrm>
                    <a:off x="8817298" y="13161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C1579C2A-B914-DA18-E033-AA17F1B05F5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17298" y="131613"/>
                    <a:ext cx="612511" cy="612511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Isosceles Triangle 4">
                    <a:extLst>
                      <a:ext uri="{FF2B5EF4-FFF2-40B4-BE49-F238E27FC236}">
                        <a16:creationId xmlns:a16="http://schemas.microsoft.com/office/drawing/2014/main" id="{3C646EC5-C30F-BAB9-3C02-53BCFBF85885}"/>
                      </a:ext>
                    </a:extLst>
                  </p:cNvPr>
                  <p:cNvSpPr/>
                  <p:nvPr/>
                </p:nvSpPr>
                <p:spPr>
                  <a:xfrm>
                    <a:off x="7214210" y="1568449"/>
                    <a:ext cx="1084977" cy="979594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" name="Isosceles Triangle 4">
                    <a:extLst>
                      <a:ext uri="{FF2B5EF4-FFF2-40B4-BE49-F238E27FC236}">
                        <a16:creationId xmlns:a16="http://schemas.microsoft.com/office/drawing/2014/main" id="{3C646EC5-C30F-BAB9-3C02-53BCFBF8588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14210" y="1568449"/>
                    <a:ext cx="1084977" cy="979594"/>
                  </a:xfrm>
                  <a:prstGeom prst="triangl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4FE3B610-E75F-1020-CCA6-40C1B56408F0}"/>
                      </a:ext>
                    </a:extLst>
                  </p:cNvPr>
                  <p:cNvSpPr/>
                  <p:nvPr/>
                </p:nvSpPr>
                <p:spPr>
                  <a:xfrm>
                    <a:off x="7992931" y="772396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4FE3B610-E75F-1020-CCA6-40C1B56408F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92931" y="772396"/>
                    <a:ext cx="612511" cy="612511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Isosceles Triangle 6">
                    <a:extLst>
                      <a:ext uri="{FF2B5EF4-FFF2-40B4-BE49-F238E27FC236}">
                        <a16:creationId xmlns:a16="http://schemas.microsoft.com/office/drawing/2014/main" id="{3626D707-C34E-9327-B26E-2872891541EE}"/>
                      </a:ext>
                    </a:extLst>
                  </p:cNvPr>
                  <p:cNvSpPr/>
                  <p:nvPr/>
                </p:nvSpPr>
                <p:spPr>
                  <a:xfrm>
                    <a:off x="8345520" y="1568449"/>
                    <a:ext cx="1084977" cy="979594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Isosceles Triangle 6">
                    <a:extLst>
                      <a:ext uri="{FF2B5EF4-FFF2-40B4-BE49-F238E27FC236}">
                        <a16:creationId xmlns:a16="http://schemas.microsoft.com/office/drawing/2014/main" id="{3626D707-C34E-9327-B26E-2872891541E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45520" y="1568449"/>
                    <a:ext cx="1084977" cy="979594"/>
                  </a:xfrm>
                  <a:prstGeom prst="triangl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Isosceles Triangle 7">
                    <a:extLst>
                      <a:ext uri="{FF2B5EF4-FFF2-40B4-BE49-F238E27FC236}">
                        <a16:creationId xmlns:a16="http://schemas.microsoft.com/office/drawing/2014/main" id="{1F4E81E5-66F7-19E2-D095-BE6AA12C1AC1}"/>
                      </a:ext>
                    </a:extLst>
                  </p:cNvPr>
                  <p:cNvSpPr/>
                  <p:nvPr/>
                </p:nvSpPr>
                <p:spPr>
                  <a:xfrm>
                    <a:off x="9548595" y="758260"/>
                    <a:ext cx="1084977" cy="979594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" name="Isosceles Triangle 7">
                    <a:extLst>
                      <a:ext uri="{FF2B5EF4-FFF2-40B4-BE49-F238E27FC236}">
                        <a16:creationId xmlns:a16="http://schemas.microsoft.com/office/drawing/2014/main" id="{1F4E81E5-66F7-19E2-D095-BE6AA12C1AC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48595" y="758260"/>
                    <a:ext cx="1084977" cy="979594"/>
                  </a:xfrm>
                  <a:prstGeom prst="triangle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B7B1586-83AD-014F-F29B-ED7281AEF95D}"/>
                  </a:ext>
                </a:extLst>
              </p:cNvPr>
              <p:cNvCxnSpPr>
                <a:cxnSpLocks/>
                <a:stCxn id="6" idx="3"/>
                <a:endCxn id="5" idx="0"/>
              </p:cNvCxnSpPr>
              <p:nvPr/>
            </p:nvCxnSpPr>
            <p:spPr>
              <a:xfrm flipH="1">
                <a:off x="7756699" y="1295207"/>
                <a:ext cx="325932" cy="2732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1A6ADD7-48CD-EBB0-0667-39AD6203B8F4}"/>
                  </a:ext>
                </a:extLst>
              </p:cNvPr>
              <p:cNvCxnSpPr>
                <a:cxnSpLocks/>
                <a:stCxn id="6" idx="5"/>
                <a:endCxn id="7" idx="0"/>
              </p:cNvCxnSpPr>
              <p:nvPr/>
            </p:nvCxnSpPr>
            <p:spPr>
              <a:xfrm>
                <a:off x="8515742" y="1295207"/>
                <a:ext cx="372267" cy="2732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A816D49-A49E-3DD3-C079-EE0D995FB3A7}"/>
                  </a:ext>
                </a:extLst>
              </p:cNvPr>
              <p:cNvCxnSpPr>
                <a:cxnSpLocks/>
                <a:stCxn id="6" idx="7"/>
                <a:endCxn id="4" idx="3"/>
              </p:cNvCxnSpPr>
              <p:nvPr/>
            </p:nvCxnSpPr>
            <p:spPr>
              <a:xfrm flipV="1">
                <a:off x="8515742" y="654424"/>
                <a:ext cx="391256" cy="207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B6498DDE-3587-8F96-6A1C-4AB53C4EC313}"/>
                  </a:ext>
                </a:extLst>
              </p:cNvPr>
              <p:cNvCxnSpPr>
                <a:cxnSpLocks/>
                <a:stCxn id="8" idx="0"/>
                <a:endCxn id="4" idx="5"/>
              </p:cNvCxnSpPr>
              <p:nvPr/>
            </p:nvCxnSpPr>
            <p:spPr>
              <a:xfrm flipH="1" flipV="1">
                <a:off x="9340109" y="654424"/>
                <a:ext cx="750975" cy="1038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239CFFC8-CF26-D2AD-E672-09061A5048B0}"/>
                      </a:ext>
                    </a:extLst>
                  </p:cNvPr>
                  <p:cNvSpPr/>
                  <p:nvPr/>
                </p:nvSpPr>
                <p:spPr>
                  <a:xfrm>
                    <a:off x="10129215" y="2018718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239CFFC8-CF26-D2AD-E672-09061A5048B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29215" y="2018718"/>
                    <a:ext cx="612511" cy="612511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0E83608A-477E-6324-E54F-86966C47F633}"/>
                  </a:ext>
                </a:extLst>
              </p:cNvPr>
              <p:cNvCxnSpPr>
                <a:cxnSpLocks/>
                <a:stCxn id="27" idx="0"/>
              </p:cNvCxnSpPr>
              <p:nvPr/>
            </p:nvCxnSpPr>
            <p:spPr>
              <a:xfrm flipH="1" flipV="1">
                <a:off x="10435470" y="1750272"/>
                <a:ext cx="1" cy="26844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150729F-C8ED-BB5F-9CEB-CF399CB6A872}"/>
                    </a:ext>
                  </a:extLst>
                </p:cNvPr>
                <p:cNvSpPr txBox="1"/>
                <p:nvPr/>
              </p:nvSpPr>
              <p:spPr>
                <a:xfrm>
                  <a:off x="1131726" y="4604871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150729F-C8ED-BB5F-9CEB-CF399CB6A8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726" y="4604871"/>
                  <a:ext cx="369781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8CD5917-6748-AFE6-4CA8-6A26740C5DD1}"/>
                    </a:ext>
                  </a:extLst>
                </p:cNvPr>
                <p:cNvSpPr txBox="1"/>
                <p:nvPr/>
              </p:nvSpPr>
              <p:spPr>
                <a:xfrm>
                  <a:off x="2172271" y="4638800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8CD5917-6748-AFE6-4CA8-6A26740C5D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2271" y="4638800"/>
                  <a:ext cx="369781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6FFBE299-FED8-D1B2-BD66-101DA35B695A}"/>
                    </a:ext>
                  </a:extLst>
                </p:cNvPr>
                <p:cNvSpPr txBox="1"/>
                <p:nvPr/>
              </p:nvSpPr>
              <p:spPr>
                <a:xfrm>
                  <a:off x="1157833" y="3786141"/>
                  <a:ext cx="7737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6FFBE299-FED8-D1B2-BD66-101DA35B6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7833" y="3786141"/>
                  <a:ext cx="773737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113857C4-4F9F-E95E-044D-F1A4FA7A55E8}"/>
                    </a:ext>
                  </a:extLst>
                </p:cNvPr>
                <p:cNvSpPr txBox="1"/>
                <p:nvPr/>
              </p:nvSpPr>
              <p:spPr>
                <a:xfrm>
                  <a:off x="1835210" y="3227705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113857C4-4F9F-E95E-044D-F1A4FA7A5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5210" y="3227705"/>
                  <a:ext cx="7737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3305BF72-9FFD-DF53-8C7C-A4B213E38B05}"/>
                    </a:ext>
                  </a:extLst>
                </p:cNvPr>
                <p:cNvSpPr txBox="1"/>
                <p:nvPr/>
              </p:nvSpPr>
              <p:spPr>
                <a:xfrm>
                  <a:off x="3006743" y="3858231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3305BF72-9FFD-DF53-8C7C-A4B213E38B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6743" y="3858231"/>
                  <a:ext cx="77373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FB41DCC-41DB-D581-B281-F635D03CF8ED}"/>
                  </a:ext>
                </a:extLst>
              </p:cNvPr>
              <p:cNvSpPr txBox="1"/>
              <p:nvPr/>
            </p:nvSpPr>
            <p:spPr>
              <a:xfrm>
                <a:off x="1780247" y="3937443"/>
                <a:ext cx="4583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FB41DCC-41DB-D581-B281-F635D03CF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247" y="3937443"/>
                <a:ext cx="458370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D7BB27A-42A5-BE9A-F1FF-42EABAE1A987}"/>
                  </a:ext>
                </a:extLst>
              </p:cNvPr>
              <p:cNvSpPr txBox="1"/>
              <p:nvPr/>
            </p:nvSpPr>
            <p:spPr>
              <a:xfrm>
                <a:off x="2775405" y="4157987"/>
                <a:ext cx="7737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D7BB27A-42A5-BE9A-F1FF-42EABAE1A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405" y="4157987"/>
                <a:ext cx="773737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B62FD0DC-BCE5-FBBA-1AFF-5D9EBF1AE5F1}"/>
                  </a:ext>
                </a:extLst>
              </p:cNvPr>
              <p:cNvSpPr txBox="1"/>
              <p:nvPr/>
            </p:nvSpPr>
            <p:spPr>
              <a:xfrm>
                <a:off x="2070487" y="3387319"/>
                <a:ext cx="7737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B62FD0DC-BCE5-FBBA-1AFF-5D9EBF1AE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0487" y="3387319"/>
                <a:ext cx="773737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14EBFC5-1ACD-0DA1-DFC1-D0673D9497BA}"/>
                  </a:ext>
                </a:extLst>
              </p:cNvPr>
              <p:cNvSpPr txBox="1"/>
              <p:nvPr/>
            </p:nvSpPr>
            <p:spPr>
              <a:xfrm>
                <a:off x="2840193" y="4803353"/>
                <a:ext cx="3697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14EBFC5-1ACD-0DA1-DFC1-D0673D949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0193" y="4803353"/>
                <a:ext cx="369781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7634E40-271E-6922-B9EA-EFC82ADE55EC}"/>
                  </a:ext>
                </a:extLst>
              </p:cNvPr>
              <p:cNvSpPr txBox="1"/>
              <p:nvPr/>
            </p:nvSpPr>
            <p:spPr>
              <a:xfrm>
                <a:off x="3635693" y="4822513"/>
                <a:ext cx="7737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7634E40-271E-6922-B9EA-EFC82ADE5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5693" y="4822513"/>
                <a:ext cx="773738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7840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A0E77-05C1-1C54-DEB1-448604C9C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Story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07298-D3B7-0EF9-F77A-68F62C0EC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insertion, update the heights of the node’s ancestors</a:t>
            </a:r>
          </a:p>
          <a:p>
            <a:r>
              <a:rPr lang="en-US" dirty="0"/>
              <a:t>Check for unbalance</a:t>
            </a:r>
          </a:p>
          <a:p>
            <a:r>
              <a:rPr lang="en-US" dirty="0"/>
              <a:t>If unbalanced then at the deepest unbalanced root: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If the left subtree was deeper then rotate right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If the right subtree was deeper then rotate left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737A4C-AE25-0094-226B-7CBE929413AE}"/>
              </a:ext>
            </a:extLst>
          </p:cNvPr>
          <p:cNvSpPr txBox="1"/>
          <p:nvPr/>
        </p:nvSpPr>
        <p:spPr>
          <a:xfrm>
            <a:off x="9174480" y="3302000"/>
            <a:ext cx="2814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This is incomplete!</a:t>
            </a:r>
          </a:p>
          <a:p>
            <a:r>
              <a:rPr lang="en-US" dirty="0">
                <a:solidFill>
                  <a:srgbClr val="FF0000"/>
                </a:solidFill>
              </a:rPr>
              <a:t>There are some cases where this doesn’t work!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F213B004-97DB-03A7-6A1C-75CCF67C4A77}"/>
              </a:ext>
            </a:extLst>
          </p:cNvPr>
          <p:cNvSpPr/>
          <p:nvPr/>
        </p:nvSpPr>
        <p:spPr>
          <a:xfrm>
            <a:off x="8539480" y="3302000"/>
            <a:ext cx="421640" cy="87376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AB0E231-ACD0-4376-13A9-B2E3CECC7E75}"/>
              </a:ext>
            </a:extLst>
          </p:cNvPr>
          <p:cNvSpPr/>
          <p:nvPr/>
        </p:nvSpPr>
        <p:spPr>
          <a:xfrm>
            <a:off x="5250577" y="4485999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066E91-6261-28B5-79EA-F2337E950C4B}"/>
              </a:ext>
            </a:extLst>
          </p:cNvPr>
          <p:cNvCxnSpPr>
            <a:cxnSpLocks/>
            <a:stCxn id="6" idx="3"/>
            <a:endCxn id="8" idx="7"/>
          </p:cNvCxnSpPr>
          <p:nvPr/>
        </p:nvCxnSpPr>
        <p:spPr>
          <a:xfrm flipH="1">
            <a:off x="5160877" y="5008810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2E8085A8-8ACA-A61B-DDE5-2348D2C8504B}"/>
              </a:ext>
            </a:extLst>
          </p:cNvPr>
          <p:cNvSpPr/>
          <p:nvPr/>
        </p:nvSpPr>
        <p:spPr>
          <a:xfrm>
            <a:off x="4638066" y="5151343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8ADC63A-4A00-8681-FD15-37E6D5EFF908}"/>
              </a:ext>
            </a:extLst>
          </p:cNvPr>
          <p:cNvSpPr/>
          <p:nvPr/>
        </p:nvSpPr>
        <p:spPr>
          <a:xfrm>
            <a:off x="5250576" y="5793432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08C7C-3A85-4014-3B0D-4A34EF2B9B8A}"/>
              </a:ext>
            </a:extLst>
          </p:cNvPr>
          <p:cNvCxnSpPr>
            <a:cxnSpLocks/>
            <a:stCxn id="8" idx="5"/>
            <a:endCxn id="10" idx="1"/>
          </p:cNvCxnSpPr>
          <p:nvPr/>
        </p:nvCxnSpPr>
        <p:spPr>
          <a:xfrm>
            <a:off x="5160877" y="5674154"/>
            <a:ext cx="179399" cy="2089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973665DF-E9D2-6454-316C-8563B3AE523A}"/>
              </a:ext>
            </a:extLst>
          </p:cNvPr>
          <p:cNvSpPr/>
          <p:nvPr/>
        </p:nvSpPr>
        <p:spPr>
          <a:xfrm>
            <a:off x="1557962" y="439195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D8C5308-D447-67FD-BBB9-A04E53DB1131}"/>
              </a:ext>
            </a:extLst>
          </p:cNvPr>
          <p:cNvCxnSpPr>
            <a:cxnSpLocks/>
            <a:stCxn id="14" idx="3"/>
            <a:endCxn id="16" idx="7"/>
          </p:cNvCxnSpPr>
          <p:nvPr/>
        </p:nvCxnSpPr>
        <p:spPr>
          <a:xfrm flipH="1">
            <a:off x="1468262" y="4914767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2A845875-D65B-ADE5-49C8-573AA1ABCC45}"/>
              </a:ext>
            </a:extLst>
          </p:cNvPr>
          <p:cNvSpPr/>
          <p:nvPr/>
        </p:nvSpPr>
        <p:spPr>
          <a:xfrm>
            <a:off x="945451" y="505730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3A1A1638-F1A8-3ACC-6CEB-132BD8676A70}"/>
              </a:ext>
            </a:extLst>
          </p:cNvPr>
          <p:cNvSpPr/>
          <p:nvPr/>
        </p:nvSpPr>
        <p:spPr>
          <a:xfrm>
            <a:off x="2602969" y="4900194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Insert 7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27DA40D0-AF2C-3155-5C7D-33072472EB44}"/>
              </a:ext>
            </a:extLst>
          </p:cNvPr>
          <p:cNvSpPr/>
          <p:nvPr/>
        </p:nvSpPr>
        <p:spPr>
          <a:xfrm>
            <a:off x="6464931" y="4900193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Right Rotation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8424B86-5ECA-32CB-E562-5238E76E7D74}"/>
              </a:ext>
            </a:extLst>
          </p:cNvPr>
          <p:cNvSpPr/>
          <p:nvPr/>
        </p:nvSpPr>
        <p:spPr>
          <a:xfrm>
            <a:off x="9210288" y="4527274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3EBB2B0-BB57-A284-8E49-E3E2892CF64D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9733099" y="5050085"/>
            <a:ext cx="179399" cy="1645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18CDB0E3-5691-3556-AC39-F712FA0F1510}"/>
              </a:ext>
            </a:extLst>
          </p:cNvPr>
          <p:cNvSpPr/>
          <p:nvPr/>
        </p:nvSpPr>
        <p:spPr>
          <a:xfrm>
            <a:off x="9822798" y="512492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A6407C6-210A-1A8E-09B1-48436A1DED4D}"/>
              </a:ext>
            </a:extLst>
          </p:cNvPr>
          <p:cNvSpPr/>
          <p:nvPr/>
        </p:nvSpPr>
        <p:spPr>
          <a:xfrm>
            <a:off x="9210287" y="5834707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61A9C9-0AC1-6F87-74B4-7E8BE75D14AE}"/>
              </a:ext>
            </a:extLst>
          </p:cNvPr>
          <p:cNvCxnSpPr>
            <a:cxnSpLocks/>
            <a:stCxn id="23" idx="3"/>
            <a:endCxn id="24" idx="7"/>
          </p:cNvCxnSpPr>
          <p:nvPr/>
        </p:nvCxnSpPr>
        <p:spPr>
          <a:xfrm flipH="1">
            <a:off x="9733098" y="5647737"/>
            <a:ext cx="179400" cy="27667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78310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A0E77-05C1-1C54-DEB1-448604C9C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Story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07298-D3B7-0EF9-F77A-68F62C0EC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insertion, update the heights of the node’s ancestors</a:t>
            </a:r>
          </a:p>
          <a:p>
            <a:r>
              <a:rPr lang="en-US" dirty="0"/>
              <a:t>Check for unbalance</a:t>
            </a:r>
          </a:p>
          <a:p>
            <a:r>
              <a:rPr lang="en-US" dirty="0"/>
              <a:t>If unbalanced then at the deepest unbalanced root: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Case LL: If we inserted in the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left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subtree of the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left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child then rotate right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Case RR: If we inserted in the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right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subtree of the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right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child then rotate left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Case LR: If we inserted into the </a:t>
            </a:r>
            <a:r>
              <a:rPr lang="en-US" b="1" dirty="0">
                <a:solidFill>
                  <a:srgbClr val="7030A0"/>
                </a:solidFill>
              </a:rPr>
              <a:t>right</a:t>
            </a:r>
            <a:r>
              <a:rPr lang="en-US" dirty="0">
                <a:solidFill>
                  <a:srgbClr val="7030A0"/>
                </a:solidFill>
              </a:rPr>
              <a:t> subtree of the </a:t>
            </a:r>
            <a:r>
              <a:rPr lang="en-US" b="1" dirty="0">
                <a:solidFill>
                  <a:srgbClr val="7030A0"/>
                </a:solidFill>
              </a:rPr>
              <a:t>left</a:t>
            </a:r>
            <a:r>
              <a:rPr lang="en-US" dirty="0">
                <a:solidFill>
                  <a:srgbClr val="7030A0"/>
                </a:solidFill>
              </a:rPr>
              <a:t> child then ???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Case RL: If we inserted into the </a:t>
            </a:r>
            <a:r>
              <a:rPr lang="en-US" b="1" dirty="0">
                <a:solidFill>
                  <a:srgbClr val="7030A0"/>
                </a:solidFill>
              </a:rPr>
              <a:t>left</a:t>
            </a:r>
            <a:r>
              <a:rPr lang="en-US" dirty="0">
                <a:solidFill>
                  <a:srgbClr val="7030A0"/>
                </a:solidFill>
              </a:rPr>
              <a:t> subtree of the </a:t>
            </a:r>
            <a:r>
              <a:rPr lang="en-US" b="1" dirty="0">
                <a:solidFill>
                  <a:srgbClr val="7030A0"/>
                </a:solidFill>
              </a:rPr>
              <a:t>right</a:t>
            </a:r>
            <a:r>
              <a:rPr lang="en-US" dirty="0">
                <a:solidFill>
                  <a:srgbClr val="7030A0"/>
                </a:solidFill>
              </a:rPr>
              <a:t> child then ???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19D6ED-3387-8B72-28D4-14AAF129AEBD}"/>
              </a:ext>
            </a:extLst>
          </p:cNvPr>
          <p:cNvSpPr txBox="1"/>
          <p:nvPr/>
        </p:nvSpPr>
        <p:spPr>
          <a:xfrm>
            <a:off x="8046720" y="5345966"/>
            <a:ext cx="37693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</a:rPr>
              <a:t>Cases LR and RL require 2 rotations!</a:t>
            </a:r>
          </a:p>
        </p:txBody>
      </p:sp>
    </p:spTree>
    <p:extLst>
      <p:ext uri="{BB962C8B-B14F-4D97-AF65-F5344CB8AC3E}">
        <p14:creationId xmlns:p14="http://schemas.microsoft.com/office/powerpoint/2010/main" val="20749139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A8BB0-634C-0E06-0E55-88F3C06AA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LR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C4D3C-5855-79DC-21CA-F4FF5C8D9C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deepest problem node:</a:t>
            </a:r>
          </a:p>
          <a:p>
            <a:pPr lvl="1"/>
            <a:r>
              <a:rPr lang="en-US" dirty="0"/>
              <a:t>Rotate left at the left child</a:t>
            </a:r>
          </a:p>
          <a:p>
            <a:pPr lvl="1"/>
            <a:r>
              <a:rPr lang="en-US" dirty="0"/>
              <a:t>Rotate right at the problem node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67EFC82-BEF2-2666-E744-53FFED95DD5C}"/>
              </a:ext>
            </a:extLst>
          </p:cNvPr>
          <p:cNvSpPr/>
          <p:nvPr/>
        </p:nvSpPr>
        <p:spPr>
          <a:xfrm>
            <a:off x="4516498" y="4269443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6A37623-312C-AF43-EBC3-2909908D157A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4426798" y="4792254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A3A1332B-AF7A-F4E1-4459-C37D21CAA899}"/>
              </a:ext>
            </a:extLst>
          </p:cNvPr>
          <p:cNvSpPr/>
          <p:nvPr/>
        </p:nvSpPr>
        <p:spPr>
          <a:xfrm>
            <a:off x="3903987" y="4934787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2F4987C-AE8F-B3EA-BABC-33BC2679C7B5}"/>
              </a:ext>
            </a:extLst>
          </p:cNvPr>
          <p:cNvSpPr/>
          <p:nvPr/>
        </p:nvSpPr>
        <p:spPr>
          <a:xfrm>
            <a:off x="4516497" y="557687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68EBC17-CE55-6EAD-3F0A-10577D40A671}"/>
              </a:ext>
            </a:extLst>
          </p:cNvPr>
          <p:cNvCxnSpPr>
            <a:cxnSpLocks/>
            <a:stCxn id="6" idx="5"/>
            <a:endCxn id="7" idx="1"/>
          </p:cNvCxnSpPr>
          <p:nvPr/>
        </p:nvCxnSpPr>
        <p:spPr>
          <a:xfrm>
            <a:off x="4426798" y="5457598"/>
            <a:ext cx="179399" cy="2089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97CBF2A2-742F-6A7A-261C-E848A712AAA6}"/>
              </a:ext>
            </a:extLst>
          </p:cNvPr>
          <p:cNvSpPr/>
          <p:nvPr/>
        </p:nvSpPr>
        <p:spPr>
          <a:xfrm>
            <a:off x="1557962" y="439195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AA37A59-9056-E0BA-1B9F-BC09D014B49C}"/>
              </a:ext>
            </a:extLst>
          </p:cNvPr>
          <p:cNvCxnSpPr>
            <a:cxnSpLocks/>
            <a:stCxn id="9" idx="3"/>
            <a:endCxn id="11" idx="7"/>
          </p:cNvCxnSpPr>
          <p:nvPr/>
        </p:nvCxnSpPr>
        <p:spPr>
          <a:xfrm flipH="1">
            <a:off x="1468262" y="4914767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13BFB7D-C4B0-C514-C2C8-7C7F32ED2FA8}"/>
              </a:ext>
            </a:extLst>
          </p:cNvPr>
          <p:cNvSpPr/>
          <p:nvPr/>
        </p:nvSpPr>
        <p:spPr>
          <a:xfrm>
            <a:off x="945451" y="505730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D5F72CE5-F998-3ACA-89F8-5D891F7ADFC3}"/>
              </a:ext>
            </a:extLst>
          </p:cNvPr>
          <p:cNvSpPr/>
          <p:nvPr/>
        </p:nvSpPr>
        <p:spPr>
          <a:xfrm>
            <a:off x="2233450" y="4673138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Insert 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1673636-A52E-5ADC-7259-70CBC20C0255}"/>
              </a:ext>
            </a:extLst>
          </p:cNvPr>
          <p:cNvSpPr/>
          <p:nvPr/>
        </p:nvSpPr>
        <p:spPr>
          <a:xfrm>
            <a:off x="7948509" y="439195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88FDAA3-1AF5-A991-98C9-E90C7382FE4C}"/>
              </a:ext>
            </a:extLst>
          </p:cNvPr>
          <p:cNvCxnSpPr>
            <a:cxnSpLocks/>
            <a:stCxn id="13" idx="3"/>
            <a:endCxn id="15" idx="7"/>
          </p:cNvCxnSpPr>
          <p:nvPr/>
        </p:nvCxnSpPr>
        <p:spPr>
          <a:xfrm flipH="1">
            <a:off x="7858809" y="4914767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1511884-6514-33CD-4747-F65C563228FE}"/>
              </a:ext>
            </a:extLst>
          </p:cNvPr>
          <p:cNvSpPr/>
          <p:nvPr/>
        </p:nvSpPr>
        <p:spPr>
          <a:xfrm>
            <a:off x="7335998" y="505730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5B1F6B7-AF1F-43B9-4EFF-686D75FC1B54}"/>
              </a:ext>
            </a:extLst>
          </p:cNvPr>
          <p:cNvCxnSpPr>
            <a:cxnSpLocks/>
            <a:stCxn id="15" idx="3"/>
            <a:endCxn id="17" idx="7"/>
          </p:cNvCxnSpPr>
          <p:nvPr/>
        </p:nvCxnSpPr>
        <p:spPr>
          <a:xfrm flipH="1">
            <a:off x="7273021" y="5580111"/>
            <a:ext cx="152677" cy="2501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D02E25E-9633-F215-A570-AFE6223E36A1}"/>
              </a:ext>
            </a:extLst>
          </p:cNvPr>
          <p:cNvSpPr/>
          <p:nvPr/>
        </p:nvSpPr>
        <p:spPr>
          <a:xfrm>
            <a:off x="6750210" y="5740599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3829990-E44A-C9E6-2A7B-8CE2CDBE4B38}"/>
              </a:ext>
            </a:extLst>
          </p:cNvPr>
          <p:cNvSpPr/>
          <p:nvPr/>
        </p:nvSpPr>
        <p:spPr>
          <a:xfrm>
            <a:off x="5312373" y="4623731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Rotate Left at 5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4829D90F-F2DA-6969-758B-433DB919A22D}"/>
              </a:ext>
            </a:extLst>
          </p:cNvPr>
          <p:cNvSpPr/>
          <p:nvPr/>
        </p:nvSpPr>
        <p:spPr>
          <a:xfrm>
            <a:off x="8714196" y="4810802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Rotate Right at 9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B26D1A8-61E4-E223-6F4B-C98A1AD87DE1}"/>
              </a:ext>
            </a:extLst>
          </p:cNvPr>
          <p:cNvSpPr/>
          <p:nvPr/>
        </p:nvSpPr>
        <p:spPr>
          <a:xfrm>
            <a:off x="10811057" y="4818582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5D34475-D6E2-BCA3-8F72-C5F2E7FF07AC}"/>
              </a:ext>
            </a:extLst>
          </p:cNvPr>
          <p:cNvCxnSpPr>
            <a:cxnSpLocks/>
            <a:stCxn id="21" idx="3"/>
            <a:endCxn id="23" idx="7"/>
          </p:cNvCxnSpPr>
          <p:nvPr/>
        </p:nvCxnSpPr>
        <p:spPr>
          <a:xfrm flipH="1">
            <a:off x="10721357" y="5341393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76E6958E-81CD-4735-D2BE-7985977B05FD}"/>
              </a:ext>
            </a:extLst>
          </p:cNvPr>
          <p:cNvSpPr/>
          <p:nvPr/>
        </p:nvSpPr>
        <p:spPr>
          <a:xfrm>
            <a:off x="10198546" y="548392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72ACBD0-46C0-DF87-864E-F608F3A30754}"/>
              </a:ext>
            </a:extLst>
          </p:cNvPr>
          <p:cNvSpPr/>
          <p:nvPr/>
        </p:nvSpPr>
        <p:spPr>
          <a:xfrm>
            <a:off x="11423792" y="5475713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3AAA8F0-7C9E-DAB3-6C20-5E649D554512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11334093" y="5356435"/>
            <a:ext cx="179399" cy="2089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8770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19D1-38EF-34FB-AA19-B51EE438C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LR in General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D06C73-6403-D607-E6F6-C3EC37DF29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46314"/>
                <a:ext cx="10515600" cy="4730649"/>
              </a:xfrm>
            </p:spPr>
            <p:txBody>
              <a:bodyPr/>
              <a:lstStyle/>
              <a:p>
                <a:r>
                  <a:rPr lang="en-US" dirty="0"/>
                  <a:t>We just inserted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, node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deepest “problem” node</a:t>
                </a:r>
              </a:p>
              <a:p>
                <a:r>
                  <a:rPr lang="en-US" dirty="0"/>
                  <a:t>Imbalance caused by inserting in the left child’s right subtree</a:t>
                </a:r>
              </a:p>
              <a:p>
                <a:r>
                  <a:rPr lang="en-US" dirty="0"/>
                  <a:t>Rotate left at the left child</a:t>
                </a:r>
              </a:p>
              <a:p>
                <a:r>
                  <a:rPr lang="en-US" dirty="0"/>
                  <a:t>Rotate right at the unbalanced node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D06C73-6403-D607-E6F6-C3EC37DF29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46314"/>
                <a:ext cx="10515600" cy="4730649"/>
              </a:xfrm>
              <a:blipFill>
                <a:blip r:embed="rId2"/>
                <a:stretch>
                  <a:fillRect l="-1043" t="-20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Arrow: Right 56">
                <a:extLst>
                  <a:ext uri="{FF2B5EF4-FFF2-40B4-BE49-F238E27FC236}">
                    <a16:creationId xmlns:a16="http://schemas.microsoft.com/office/drawing/2014/main" id="{2579B664-35B2-8BC9-C7AE-59DC3F70286E}"/>
                  </a:ext>
                </a:extLst>
              </p:cNvPr>
              <p:cNvSpPr/>
              <p:nvPr/>
            </p:nvSpPr>
            <p:spPr>
              <a:xfrm>
                <a:off x="3147296" y="3743675"/>
                <a:ext cx="1340568" cy="1105505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Rotate </a:t>
                </a:r>
              </a:p>
              <a:p>
                <a:pPr algn="ctr"/>
                <a:r>
                  <a:rPr lang="en-US" sz="1400" dirty="0"/>
                  <a:t>Left 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57" name="Arrow: Right 56">
                <a:extLst>
                  <a:ext uri="{FF2B5EF4-FFF2-40B4-BE49-F238E27FC236}">
                    <a16:creationId xmlns:a16="http://schemas.microsoft.com/office/drawing/2014/main" id="{2579B664-35B2-8BC9-C7AE-59DC3F7028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7296" y="3743675"/>
                <a:ext cx="1340568" cy="1105505"/>
              </a:xfrm>
              <a:prstGeom prst="rightArrow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1" name="Group 210">
            <a:extLst>
              <a:ext uri="{FF2B5EF4-FFF2-40B4-BE49-F238E27FC236}">
                <a16:creationId xmlns:a16="http://schemas.microsoft.com/office/drawing/2014/main" id="{74201A59-A51B-31FF-D7D6-0994EDC48DEF}"/>
              </a:ext>
            </a:extLst>
          </p:cNvPr>
          <p:cNvGrpSpPr/>
          <p:nvPr/>
        </p:nvGrpSpPr>
        <p:grpSpPr>
          <a:xfrm>
            <a:off x="41937" y="3425666"/>
            <a:ext cx="3470746" cy="3365086"/>
            <a:chOff x="25572" y="2621130"/>
            <a:chExt cx="3470746" cy="33650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1B98852D-205A-51D4-3306-7B5B8D49C4F2}"/>
                    </a:ext>
                  </a:extLst>
                </p:cNvPr>
                <p:cNvSpPr/>
                <p:nvPr/>
              </p:nvSpPr>
              <p:spPr>
                <a:xfrm>
                  <a:off x="1628660" y="273758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1B98852D-205A-51D4-3306-7B5B8D49C4F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8660" y="2737585"/>
                  <a:ext cx="612511" cy="612511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Isosceles Triangle 28">
                  <a:extLst>
                    <a:ext uri="{FF2B5EF4-FFF2-40B4-BE49-F238E27FC236}">
                      <a16:creationId xmlns:a16="http://schemas.microsoft.com/office/drawing/2014/main" id="{2C6EEFCF-AA4B-26C3-6FEA-8A72B21D0331}"/>
                    </a:ext>
                  </a:extLst>
                </p:cNvPr>
                <p:cNvSpPr/>
                <p:nvPr/>
              </p:nvSpPr>
              <p:spPr>
                <a:xfrm>
                  <a:off x="25572" y="4174420"/>
                  <a:ext cx="1084977" cy="1204653"/>
                </a:xfrm>
                <a:prstGeom prst="triangl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Isosceles Triangle 28">
                  <a:extLst>
                    <a:ext uri="{FF2B5EF4-FFF2-40B4-BE49-F238E27FC236}">
                      <a16:creationId xmlns:a16="http://schemas.microsoft.com/office/drawing/2014/main" id="{2C6EEFCF-AA4B-26C3-6FEA-8A72B21D033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72" y="4174420"/>
                  <a:ext cx="1084977" cy="1204653"/>
                </a:xfrm>
                <a:prstGeom prst="triangl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1579D4BE-258A-C182-9117-C65813326EE0}"/>
                    </a:ext>
                  </a:extLst>
                </p:cNvPr>
                <p:cNvSpPr/>
                <p:nvPr/>
              </p:nvSpPr>
              <p:spPr>
                <a:xfrm>
                  <a:off x="804293" y="3378368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1579D4BE-258A-C182-9117-C65813326EE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4293" y="3378368"/>
                  <a:ext cx="612511" cy="612511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Isosceles Triangle 30">
                  <a:extLst>
                    <a:ext uri="{FF2B5EF4-FFF2-40B4-BE49-F238E27FC236}">
                      <a16:creationId xmlns:a16="http://schemas.microsoft.com/office/drawing/2014/main" id="{8F2EF0F1-26EC-4612-40DA-D1BBDC59014C}"/>
                    </a:ext>
                  </a:extLst>
                </p:cNvPr>
                <p:cNvSpPr/>
                <p:nvPr/>
              </p:nvSpPr>
              <p:spPr>
                <a:xfrm>
                  <a:off x="1095397" y="4725122"/>
                  <a:ext cx="869999" cy="653951"/>
                </a:xfrm>
                <a:prstGeom prst="triangl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Isosceles Triangle 30">
                  <a:extLst>
                    <a:ext uri="{FF2B5EF4-FFF2-40B4-BE49-F238E27FC236}">
                      <a16:creationId xmlns:a16="http://schemas.microsoft.com/office/drawing/2014/main" id="{8F2EF0F1-26EC-4612-40DA-D1BBDC5901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5397" y="4725122"/>
                  <a:ext cx="869999" cy="653951"/>
                </a:xfrm>
                <a:prstGeom prst="triangl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Isosceles Triangle 31">
                  <a:extLst>
                    <a:ext uri="{FF2B5EF4-FFF2-40B4-BE49-F238E27FC236}">
                      <a16:creationId xmlns:a16="http://schemas.microsoft.com/office/drawing/2014/main" id="{8D5DB45B-533B-E849-8A47-BE24445D59B1}"/>
                    </a:ext>
                  </a:extLst>
                </p:cNvPr>
                <p:cNvSpPr/>
                <p:nvPr/>
              </p:nvSpPr>
              <p:spPr>
                <a:xfrm>
                  <a:off x="2420567" y="3364232"/>
                  <a:ext cx="1075751" cy="1237660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Isosceles Triangle 31">
                  <a:extLst>
                    <a:ext uri="{FF2B5EF4-FFF2-40B4-BE49-F238E27FC236}">
                      <a16:creationId xmlns:a16="http://schemas.microsoft.com/office/drawing/2014/main" id="{8D5DB45B-533B-E849-8A47-BE24445D59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0567" y="3364232"/>
                  <a:ext cx="1075751" cy="1237660"/>
                </a:xfrm>
                <a:prstGeom prst="triangl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DBCA999-8DC0-9098-FB48-AE1087F593CA}"/>
                </a:ext>
              </a:extLst>
            </p:cNvPr>
            <p:cNvCxnSpPr>
              <a:cxnSpLocks/>
              <a:stCxn id="30" idx="3"/>
              <a:endCxn id="29" idx="0"/>
            </p:cNvCxnSpPr>
            <p:nvPr/>
          </p:nvCxnSpPr>
          <p:spPr>
            <a:xfrm flipH="1">
              <a:off x="568061" y="3901179"/>
              <a:ext cx="325932" cy="27324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744797F-F7DE-97F3-FF6E-70DC1DDCA740}"/>
                </a:ext>
              </a:extLst>
            </p:cNvPr>
            <p:cNvCxnSpPr>
              <a:cxnSpLocks/>
              <a:stCxn id="30" idx="5"/>
              <a:endCxn id="59" idx="1"/>
            </p:cNvCxnSpPr>
            <p:nvPr/>
          </p:nvCxnSpPr>
          <p:spPr>
            <a:xfrm>
              <a:off x="1327104" y="3901179"/>
              <a:ext cx="394676" cy="18316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410D731-C65C-498A-7568-D9E87AB56EF3}"/>
                </a:ext>
              </a:extLst>
            </p:cNvPr>
            <p:cNvCxnSpPr>
              <a:cxnSpLocks/>
              <a:stCxn id="30" idx="7"/>
              <a:endCxn id="28" idx="3"/>
            </p:cNvCxnSpPr>
            <p:nvPr/>
          </p:nvCxnSpPr>
          <p:spPr>
            <a:xfrm flipV="1">
              <a:off x="1327104" y="3260396"/>
              <a:ext cx="391256" cy="207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DE51A72-E1F3-12DE-B72B-9ADDA8C223D5}"/>
                </a:ext>
              </a:extLst>
            </p:cNvPr>
            <p:cNvCxnSpPr>
              <a:cxnSpLocks/>
              <a:stCxn id="32" idx="0"/>
              <a:endCxn id="28" idx="5"/>
            </p:cNvCxnSpPr>
            <p:nvPr/>
          </p:nvCxnSpPr>
          <p:spPr>
            <a:xfrm flipH="1" flipV="1">
              <a:off x="2151471" y="3260396"/>
              <a:ext cx="806972" cy="1038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8E86B79-6E30-B984-DD39-77F1EE734F0F}"/>
                    </a:ext>
                  </a:extLst>
                </p:cNvPr>
                <p:cNvSpPr txBox="1"/>
                <p:nvPr/>
              </p:nvSpPr>
              <p:spPr>
                <a:xfrm>
                  <a:off x="239209" y="3940026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8E86B79-6E30-B984-DD39-77F1EE734F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209" y="3940026"/>
                  <a:ext cx="36978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BD37377-9D4D-8D7C-8200-32A6160CCCFF}"/>
                    </a:ext>
                  </a:extLst>
                </p:cNvPr>
                <p:cNvSpPr txBox="1"/>
                <p:nvPr/>
              </p:nvSpPr>
              <p:spPr>
                <a:xfrm>
                  <a:off x="932166" y="4044644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BD37377-9D4D-8D7C-8200-32A6160CCC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2166" y="4044644"/>
                  <a:ext cx="77373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508C7D2-E38C-7EE4-73DC-299152A31917}"/>
                    </a:ext>
                  </a:extLst>
                </p:cNvPr>
                <p:cNvSpPr txBox="1"/>
                <p:nvPr/>
              </p:nvSpPr>
              <p:spPr>
                <a:xfrm>
                  <a:off x="291179" y="3179566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508C7D2-E38C-7EE4-73DC-299152A319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1179" y="3179566"/>
                  <a:ext cx="773738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AB902FA-69DB-0439-2D99-AA29699CC6B3}"/>
                    </a:ext>
                  </a:extLst>
                </p:cNvPr>
                <p:cNvSpPr txBox="1"/>
                <p:nvPr/>
              </p:nvSpPr>
              <p:spPr>
                <a:xfrm>
                  <a:off x="968556" y="2621130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AB902FA-69DB-0439-2D99-AA29699CC6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8556" y="2621130"/>
                  <a:ext cx="77373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98147D4-25AB-AB4E-74C3-62B623CA8EBB}"/>
                    </a:ext>
                  </a:extLst>
                </p:cNvPr>
                <p:cNvSpPr txBox="1"/>
                <p:nvPr/>
              </p:nvSpPr>
              <p:spPr>
                <a:xfrm>
                  <a:off x="2476622" y="3272587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98147D4-25AB-AB4E-74C3-62B623CA8E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6622" y="3272587"/>
                  <a:ext cx="369781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9C7BA64-67D6-292B-6912-550CBC90A422}"/>
                    </a:ext>
                  </a:extLst>
                </p:cNvPr>
                <p:cNvSpPr/>
                <p:nvPr/>
              </p:nvSpPr>
              <p:spPr>
                <a:xfrm>
                  <a:off x="1632080" y="3994639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9C7BA64-67D6-292B-6912-550CBC90A4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2080" y="3994639"/>
                  <a:ext cx="612511" cy="612511"/>
                </a:xfrm>
                <a:prstGeom prst="ellipse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Isosceles Triangle 62">
                  <a:extLst>
                    <a:ext uri="{FF2B5EF4-FFF2-40B4-BE49-F238E27FC236}">
                      <a16:creationId xmlns:a16="http://schemas.microsoft.com/office/drawing/2014/main" id="{FF39DA8C-B895-101C-CF55-99795016CCBA}"/>
                    </a:ext>
                  </a:extLst>
                </p:cNvPr>
                <p:cNvSpPr/>
                <p:nvPr/>
              </p:nvSpPr>
              <p:spPr>
                <a:xfrm>
                  <a:off x="1970408" y="4725122"/>
                  <a:ext cx="869999" cy="653951"/>
                </a:xfrm>
                <a:prstGeom prst="triangl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Isosceles Triangle 62">
                  <a:extLst>
                    <a:ext uri="{FF2B5EF4-FFF2-40B4-BE49-F238E27FC236}">
                      <a16:creationId xmlns:a16="http://schemas.microsoft.com/office/drawing/2014/main" id="{FF39DA8C-B895-101C-CF55-99795016CC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0408" y="4725122"/>
                  <a:ext cx="869999" cy="653951"/>
                </a:xfrm>
                <a:prstGeom prst="triangle">
                  <a:avLst/>
                </a:prstGeom>
                <a:blipFill>
                  <a:blip r:embed="rId15"/>
                  <a:stretch>
                    <a:fillRect b="-45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EF9D228-EBDD-4AE6-93FE-BA18C66B99A2}"/>
                </a:ext>
              </a:extLst>
            </p:cNvPr>
            <p:cNvCxnSpPr>
              <a:cxnSpLocks/>
              <a:stCxn id="59" idx="3"/>
              <a:endCxn id="31" idx="0"/>
            </p:cNvCxnSpPr>
            <p:nvPr/>
          </p:nvCxnSpPr>
          <p:spPr>
            <a:xfrm flipH="1">
              <a:off x="1530397" y="4517450"/>
              <a:ext cx="191383" cy="207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D9059CC-8849-ADB1-E738-A6B2C00EDEBD}"/>
                </a:ext>
              </a:extLst>
            </p:cNvPr>
            <p:cNvCxnSpPr>
              <a:cxnSpLocks/>
              <a:stCxn id="59" idx="5"/>
              <a:endCxn id="63" idx="0"/>
            </p:cNvCxnSpPr>
            <p:nvPr/>
          </p:nvCxnSpPr>
          <p:spPr>
            <a:xfrm>
              <a:off x="2154891" y="4517450"/>
              <a:ext cx="250517" cy="207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04B02F9E-1880-E493-E071-FE1CA912DC8E}"/>
                    </a:ext>
                  </a:extLst>
                </p:cNvPr>
                <p:cNvSpPr/>
                <p:nvPr/>
              </p:nvSpPr>
              <p:spPr>
                <a:xfrm>
                  <a:off x="1302483" y="5507530"/>
                  <a:ext cx="476146" cy="47614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04B02F9E-1880-E493-E071-FE1CA912DC8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2483" y="5507530"/>
                  <a:ext cx="476146" cy="476146"/>
                </a:xfrm>
                <a:prstGeom prst="ellipse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284A82A-4A90-A421-C3CD-653404692203}"/>
                </a:ext>
              </a:extLst>
            </p:cNvPr>
            <p:cNvCxnSpPr>
              <a:cxnSpLocks/>
              <a:stCxn id="70" idx="0"/>
              <a:endCxn id="31" idx="3"/>
            </p:cNvCxnSpPr>
            <p:nvPr/>
          </p:nvCxnSpPr>
          <p:spPr>
            <a:xfrm flipH="1" flipV="1">
              <a:off x="1530397" y="5379073"/>
              <a:ext cx="10159" cy="12845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44650BE5-1644-C668-066D-2B3D2096D59C}"/>
                    </a:ext>
                  </a:extLst>
                </p:cNvPr>
                <p:cNvSpPr/>
                <p:nvPr/>
              </p:nvSpPr>
              <p:spPr>
                <a:xfrm>
                  <a:off x="2162524" y="5510070"/>
                  <a:ext cx="476146" cy="47614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44650BE5-1644-C668-066D-2B3D2096D5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2524" y="5510070"/>
                  <a:ext cx="476146" cy="476146"/>
                </a:xfrm>
                <a:prstGeom prst="ellipse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69F048E1-C759-B57C-AD51-051719B5F906}"/>
                </a:ext>
              </a:extLst>
            </p:cNvPr>
            <p:cNvCxnSpPr>
              <a:cxnSpLocks/>
              <a:stCxn id="76" idx="0"/>
              <a:endCxn id="63" idx="3"/>
            </p:cNvCxnSpPr>
            <p:nvPr/>
          </p:nvCxnSpPr>
          <p:spPr>
            <a:xfrm flipV="1">
              <a:off x="2400597" y="5379073"/>
              <a:ext cx="4811" cy="13099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A97EE6A6-E40F-28B2-A707-C9D5A101EAE6}"/>
              </a:ext>
            </a:extLst>
          </p:cNvPr>
          <p:cNvGrpSpPr/>
          <p:nvPr/>
        </p:nvGrpSpPr>
        <p:grpSpPr>
          <a:xfrm>
            <a:off x="3777627" y="3313028"/>
            <a:ext cx="3837793" cy="3469270"/>
            <a:chOff x="4378760" y="2820523"/>
            <a:chExt cx="3837793" cy="34692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Oval 134">
                  <a:extLst>
                    <a:ext uri="{FF2B5EF4-FFF2-40B4-BE49-F238E27FC236}">
                      <a16:creationId xmlns:a16="http://schemas.microsoft.com/office/drawing/2014/main" id="{8F809D24-0EA0-AD2C-8CCB-3BC5F24F7F26}"/>
                    </a:ext>
                  </a:extLst>
                </p:cNvPr>
                <p:cNvSpPr/>
                <p:nvPr/>
              </p:nvSpPr>
              <p:spPr>
                <a:xfrm>
                  <a:off x="6531775" y="2936978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5" name="Oval 134">
                  <a:extLst>
                    <a:ext uri="{FF2B5EF4-FFF2-40B4-BE49-F238E27FC236}">
                      <a16:creationId xmlns:a16="http://schemas.microsoft.com/office/drawing/2014/main" id="{8F809D24-0EA0-AD2C-8CCB-3BC5F24F7F2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775" y="2936978"/>
                  <a:ext cx="612511" cy="612511"/>
                </a:xfrm>
                <a:prstGeom prst="ellipse">
                  <a:avLst/>
                </a:prstGeom>
                <a:blipFill>
                  <a:blip r:embed="rId1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Isosceles Triangle 135">
                  <a:extLst>
                    <a:ext uri="{FF2B5EF4-FFF2-40B4-BE49-F238E27FC236}">
                      <a16:creationId xmlns:a16="http://schemas.microsoft.com/office/drawing/2014/main" id="{35B1F3D4-194F-7932-CA70-04F0AC1A5EC5}"/>
                    </a:ext>
                  </a:extLst>
                </p:cNvPr>
                <p:cNvSpPr/>
                <p:nvPr/>
              </p:nvSpPr>
              <p:spPr>
                <a:xfrm>
                  <a:off x="4378760" y="5046478"/>
                  <a:ext cx="1084977" cy="1204653"/>
                </a:xfrm>
                <a:prstGeom prst="triangl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6" name="Isosceles Triangle 135">
                  <a:extLst>
                    <a:ext uri="{FF2B5EF4-FFF2-40B4-BE49-F238E27FC236}">
                      <a16:creationId xmlns:a16="http://schemas.microsoft.com/office/drawing/2014/main" id="{35B1F3D4-194F-7932-CA70-04F0AC1A5E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8760" y="5046478"/>
                  <a:ext cx="1084977" cy="1204653"/>
                </a:xfrm>
                <a:prstGeom prst="triangle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Oval 136">
                  <a:extLst>
                    <a:ext uri="{FF2B5EF4-FFF2-40B4-BE49-F238E27FC236}">
                      <a16:creationId xmlns:a16="http://schemas.microsoft.com/office/drawing/2014/main" id="{6E235EB5-4F7E-74E6-B4C2-3E1AE8911C19}"/>
                    </a:ext>
                  </a:extLst>
                </p:cNvPr>
                <p:cNvSpPr/>
                <p:nvPr/>
              </p:nvSpPr>
              <p:spPr>
                <a:xfrm>
                  <a:off x="5707408" y="3577761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7" name="Oval 136">
                  <a:extLst>
                    <a:ext uri="{FF2B5EF4-FFF2-40B4-BE49-F238E27FC236}">
                      <a16:creationId xmlns:a16="http://schemas.microsoft.com/office/drawing/2014/main" id="{6E235EB5-4F7E-74E6-B4C2-3E1AE8911C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7408" y="3577761"/>
                  <a:ext cx="612511" cy="612511"/>
                </a:xfrm>
                <a:prstGeom prst="ellipse">
                  <a:avLst/>
                </a:prstGeom>
                <a:blipFill>
                  <a:blip r:embed="rId20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Isosceles Triangle 138">
                  <a:extLst>
                    <a:ext uri="{FF2B5EF4-FFF2-40B4-BE49-F238E27FC236}">
                      <a16:creationId xmlns:a16="http://schemas.microsoft.com/office/drawing/2014/main" id="{9D516006-D536-C9F5-D25D-D09AD7CBA374}"/>
                    </a:ext>
                  </a:extLst>
                </p:cNvPr>
                <p:cNvSpPr/>
                <p:nvPr/>
              </p:nvSpPr>
              <p:spPr>
                <a:xfrm>
                  <a:off x="7140802" y="3563625"/>
                  <a:ext cx="1075751" cy="1237660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9" name="Isosceles Triangle 138">
                  <a:extLst>
                    <a:ext uri="{FF2B5EF4-FFF2-40B4-BE49-F238E27FC236}">
                      <a16:creationId xmlns:a16="http://schemas.microsoft.com/office/drawing/2014/main" id="{9D516006-D536-C9F5-D25D-D09AD7CBA37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0802" y="3563625"/>
                  <a:ext cx="1075751" cy="1237660"/>
                </a:xfrm>
                <a:prstGeom prst="triangle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9D174F5B-EC74-7DF2-ABEF-633091780687}"/>
                </a:ext>
              </a:extLst>
            </p:cNvPr>
            <p:cNvCxnSpPr>
              <a:cxnSpLocks/>
              <a:stCxn id="137" idx="3"/>
              <a:endCxn id="159" idx="7"/>
            </p:cNvCxnSpPr>
            <p:nvPr/>
          </p:nvCxnSpPr>
          <p:spPr>
            <a:xfrm flipH="1">
              <a:off x="5663346" y="4100572"/>
              <a:ext cx="133762" cy="2487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C7B8D9F9-6416-E827-E795-6F3123793DD2}"/>
                </a:ext>
              </a:extLst>
            </p:cNvPr>
            <p:cNvCxnSpPr>
              <a:cxnSpLocks/>
              <a:stCxn id="137" idx="5"/>
            </p:cNvCxnSpPr>
            <p:nvPr/>
          </p:nvCxnSpPr>
          <p:spPr>
            <a:xfrm>
              <a:off x="6230219" y="4100572"/>
              <a:ext cx="394676" cy="18316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360C68CB-DC8A-D45B-E834-15874F4A15CE}"/>
                </a:ext>
              </a:extLst>
            </p:cNvPr>
            <p:cNvCxnSpPr>
              <a:cxnSpLocks/>
              <a:stCxn id="137" idx="7"/>
              <a:endCxn id="135" idx="3"/>
            </p:cNvCxnSpPr>
            <p:nvPr/>
          </p:nvCxnSpPr>
          <p:spPr>
            <a:xfrm flipV="1">
              <a:off x="6230219" y="3459789"/>
              <a:ext cx="391256" cy="207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1D349555-8247-C1D8-969C-2A99C7630775}"/>
                </a:ext>
              </a:extLst>
            </p:cNvPr>
            <p:cNvCxnSpPr>
              <a:cxnSpLocks/>
              <a:stCxn id="139" idx="0"/>
              <a:endCxn id="135" idx="5"/>
            </p:cNvCxnSpPr>
            <p:nvPr/>
          </p:nvCxnSpPr>
          <p:spPr>
            <a:xfrm flipH="1" flipV="1">
              <a:off x="7054586" y="3459789"/>
              <a:ext cx="624092" cy="1038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88B2D769-7FC5-E189-559D-256522242E9C}"/>
                    </a:ext>
                  </a:extLst>
                </p:cNvPr>
                <p:cNvSpPr txBox="1"/>
                <p:nvPr/>
              </p:nvSpPr>
              <p:spPr>
                <a:xfrm>
                  <a:off x="4582437" y="4888692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88B2D769-7FC5-E189-559D-256522242E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2437" y="4888692"/>
                  <a:ext cx="369781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1226F12A-73C3-A545-8A6A-1FB7371A4210}"/>
                    </a:ext>
                  </a:extLst>
                </p:cNvPr>
                <p:cNvSpPr txBox="1"/>
                <p:nvPr/>
              </p:nvSpPr>
              <p:spPr>
                <a:xfrm>
                  <a:off x="5194294" y="3378959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1226F12A-73C3-A545-8A6A-1FB7371A4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94294" y="3378959"/>
                  <a:ext cx="773738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E7DDC433-A39C-9D72-0893-3EE12F71DF52}"/>
                    </a:ext>
                  </a:extLst>
                </p:cNvPr>
                <p:cNvSpPr txBox="1"/>
                <p:nvPr/>
              </p:nvSpPr>
              <p:spPr>
                <a:xfrm>
                  <a:off x="5871671" y="2820523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E7DDC433-A39C-9D72-0893-3EE12F71DF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1671" y="2820523"/>
                  <a:ext cx="773738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0D538E86-780E-3019-582B-FDB16AE9B559}"/>
                    </a:ext>
                  </a:extLst>
                </p:cNvPr>
                <p:cNvSpPr txBox="1"/>
                <p:nvPr/>
              </p:nvSpPr>
              <p:spPr>
                <a:xfrm>
                  <a:off x="7379737" y="3471980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0D538E86-780E-3019-582B-FDB16AE9B5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9737" y="3471980"/>
                  <a:ext cx="36978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B8816186-073F-043E-FC13-8FAA2A388594}"/>
                </a:ext>
              </a:extLst>
            </p:cNvPr>
            <p:cNvGrpSpPr/>
            <p:nvPr/>
          </p:nvGrpSpPr>
          <p:grpSpPr>
            <a:xfrm>
              <a:off x="5587925" y="5031239"/>
              <a:ext cx="869999" cy="1258554"/>
              <a:chOff x="7671946" y="5192984"/>
              <a:chExt cx="869999" cy="125855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8" name="Isosceles Triangle 137">
                    <a:extLst>
                      <a:ext uri="{FF2B5EF4-FFF2-40B4-BE49-F238E27FC236}">
                        <a16:creationId xmlns:a16="http://schemas.microsoft.com/office/drawing/2014/main" id="{74A22E81-AB42-2FE9-9E89-350215CFD416}"/>
                      </a:ext>
                    </a:extLst>
                  </p:cNvPr>
                  <p:cNvSpPr/>
                  <p:nvPr/>
                </p:nvSpPr>
                <p:spPr>
                  <a:xfrm>
                    <a:off x="7671946" y="5192984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8" name="Isosceles Triangle 137">
                    <a:extLst>
                      <a:ext uri="{FF2B5EF4-FFF2-40B4-BE49-F238E27FC236}">
                        <a16:creationId xmlns:a16="http://schemas.microsoft.com/office/drawing/2014/main" id="{74A22E81-AB42-2FE9-9E89-350215CFD41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71946" y="5192984"/>
                    <a:ext cx="869999" cy="653951"/>
                  </a:xfrm>
                  <a:prstGeom prst="triangle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3" name="Oval 152">
                    <a:extLst>
                      <a:ext uri="{FF2B5EF4-FFF2-40B4-BE49-F238E27FC236}">
                        <a16:creationId xmlns:a16="http://schemas.microsoft.com/office/drawing/2014/main" id="{C9792623-4F10-6F7E-FC1A-66157314FC92}"/>
                      </a:ext>
                    </a:extLst>
                  </p:cNvPr>
                  <p:cNvSpPr/>
                  <p:nvPr/>
                </p:nvSpPr>
                <p:spPr>
                  <a:xfrm>
                    <a:off x="7879032" y="5975392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3" name="Oval 152">
                    <a:extLst>
                      <a:ext uri="{FF2B5EF4-FFF2-40B4-BE49-F238E27FC236}">
                        <a16:creationId xmlns:a16="http://schemas.microsoft.com/office/drawing/2014/main" id="{C9792623-4F10-6F7E-FC1A-66157314FC9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79032" y="5975392"/>
                    <a:ext cx="476146" cy="476146"/>
                  </a:xfrm>
                  <a:prstGeom prst="ellipse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F1E1B38D-B8F5-89BD-8822-57A80C5777D7}"/>
                  </a:ext>
                </a:extLst>
              </p:cNvPr>
              <p:cNvCxnSpPr>
                <a:cxnSpLocks/>
                <a:stCxn id="153" idx="0"/>
                <a:endCxn id="138" idx="3"/>
              </p:cNvCxnSpPr>
              <p:nvPr/>
            </p:nvCxnSpPr>
            <p:spPr>
              <a:xfrm flipH="1" flipV="1">
                <a:off x="8106946" y="5846935"/>
                <a:ext cx="10159" cy="12845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3ADB01-DD8A-7E18-1091-482C3EF244C6}"/>
                </a:ext>
              </a:extLst>
            </p:cNvPr>
            <p:cNvGrpSpPr/>
            <p:nvPr/>
          </p:nvGrpSpPr>
          <p:grpSpPr>
            <a:xfrm>
              <a:off x="6194563" y="4283732"/>
              <a:ext cx="869999" cy="1261094"/>
              <a:chOff x="6540271" y="4283732"/>
              <a:chExt cx="869999" cy="126109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0" name="Isosceles Triangle 149">
                    <a:extLst>
                      <a:ext uri="{FF2B5EF4-FFF2-40B4-BE49-F238E27FC236}">
                        <a16:creationId xmlns:a16="http://schemas.microsoft.com/office/drawing/2014/main" id="{DA48F5F6-29AE-2B9B-C661-FC0F9D14E43E}"/>
                      </a:ext>
                    </a:extLst>
                  </p:cNvPr>
                  <p:cNvSpPr/>
                  <p:nvPr/>
                </p:nvSpPr>
                <p:spPr>
                  <a:xfrm>
                    <a:off x="6540271" y="4283732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0" name="Isosceles Triangle 149">
                    <a:extLst>
                      <a:ext uri="{FF2B5EF4-FFF2-40B4-BE49-F238E27FC236}">
                        <a16:creationId xmlns:a16="http://schemas.microsoft.com/office/drawing/2014/main" id="{DA48F5F6-29AE-2B9B-C661-FC0F9D14E43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271" y="4283732"/>
                    <a:ext cx="869999" cy="653951"/>
                  </a:xfrm>
                  <a:prstGeom prst="triangle">
                    <a:avLst/>
                  </a:prstGeom>
                  <a:blipFill>
                    <a:blip r:embed="rId28"/>
                    <a:stretch>
                      <a:fillRect b="-4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Oval 154">
                    <a:extLst>
                      <a:ext uri="{FF2B5EF4-FFF2-40B4-BE49-F238E27FC236}">
                        <a16:creationId xmlns:a16="http://schemas.microsoft.com/office/drawing/2014/main" id="{FA2F515E-F9F8-11B1-7B8F-6B879A34E224}"/>
                      </a:ext>
                    </a:extLst>
                  </p:cNvPr>
                  <p:cNvSpPr/>
                  <p:nvPr/>
                </p:nvSpPr>
                <p:spPr>
                  <a:xfrm>
                    <a:off x="6732387" y="5068680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5" name="Oval 154">
                    <a:extLst>
                      <a:ext uri="{FF2B5EF4-FFF2-40B4-BE49-F238E27FC236}">
                        <a16:creationId xmlns:a16="http://schemas.microsoft.com/office/drawing/2014/main" id="{FA2F515E-F9F8-11B1-7B8F-6B879A34E2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2387" y="5068680"/>
                    <a:ext cx="476146" cy="476146"/>
                  </a:xfrm>
                  <a:prstGeom prst="ellipse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6" name="Straight Connector 155">
                <a:extLst>
                  <a:ext uri="{FF2B5EF4-FFF2-40B4-BE49-F238E27FC236}">
                    <a16:creationId xmlns:a16="http://schemas.microsoft.com/office/drawing/2014/main" id="{0972C351-F425-B44E-0B07-B669029C0077}"/>
                  </a:ext>
                </a:extLst>
              </p:cNvPr>
              <p:cNvCxnSpPr>
                <a:cxnSpLocks/>
                <a:stCxn id="155" idx="0"/>
                <a:endCxn id="150" idx="3"/>
              </p:cNvCxnSpPr>
              <p:nvPr/>
            </p:nvCxnSpPr>
            <p:spPr>
              <a:xfrm flipV="1">
                <a:off x="6970460" y="4937683"/>
                <a:ext cx="4811" cy="13099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Oval 158">
                  <a:extLst>
                    <a:ext uri="{FF2B5EF4-FFF2-40B4-BE49-F238E27FC236}">
                      <a16:creationId xmlns:a16="http://schemas.microsoft.com/office/drawing/2014/main" id="{C665C09B-FCE3-FD4E-BB9E-596B4AC626E5}"/>
                    </a:ext>
                  </a:extLst>
                </p:cNvPr>
                <p:cNvSpPr/>
                <p:nvPr/>
              </p:nvSpPr>
              <p:spPr>
                <a:xfrm>
                  <a:off x="5140535" y="425965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9" name="Oval 158">
                  <a:extLst>
                    <a:ext uri="{FF2B5EF4-FFF2-40B4-BE49-F238E27FC236}">
                      <a16:creationId xmlns:a16="http://schemas.microsoft.com/office/drawing/2014/main" id="{C665C09B-FCE3-FD4E-BB9E-596B4AC626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0535" y="4259650"/>
                  <a:ext cx="612511" cy="612511"/>
                </a:xfrm>
                <a:prstGeom prst="ellipse">
                  <a:avLst/>
                </a:prstGeom>
                <a:blipFill>
                  <a:blip r:embed="rId30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EC4B5B0F-33AE-6957-F3BD-9DD89F822A3F}"/>
                </a:ext>
              </a:extLst>
            </p:cNvPr>
            <p:cNvCxnSpPr>
              <a:cxnSpLocks/>
              <a:stCxn id="159" idx="3"/>
            </p:cNvCxnSpPr>
            <p:nvPr/>
          </p:nvCxnSpPr>
          <p:spPr>
            <a:xfrm flipH="1">
              <a:off x="4904303" y="4782461"/>
              <a:ext cx="325932" cy="27324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7DAE403D-175A-E073-47F4-74F08CC347DC}"/>
                </a:ext>
              </a:extLst>
            </p:cNvPr>
            <p:cNvCxnSpPr>
              <a:cxnSpLocks/>
              <a:stCxn id="159" idx="5"/>
              <a:endCxn id="138" idx="0"/>
            </p:cNvCxnSpPr>
            <p:nvPr/>
          </p:nvCxnSpPr>
          <p:spPr>
            <a:xfrm>
              <a:off x="5663346" y="4782461"/>
              <a:ext cx="359579" cy="2487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680E6224-B30D-AB0B-1DD3-2319A9852042}"/>
                    </a:ext>
                  </a:extLst>
                </p:cNvPr>
                <p:cNvSpPr txBox="1"/>
                <p:nvPr/>
              </p:nvSpPr>
              <p:spPr>
                <a:xfrm>
                  <a:off x="4605876" y="4059371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680E6224-B30D-AB0B-1DD3-2319A9852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05876" y="4059371"/>
                  <a:ext cx="773738" cy="369332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E5E38041-E10B-4A4D-A3C2-68BEEB799918}"/>
              </a:ext>
            </a:extLst>
          </p:cNvPr>
          <p:cNvGrpSpPr/>
          <p:nvPr/>
        </p:nvGrpSpPr>
        <p:grpSpPr>
          <a:xfrm>
            <a:off x="8270097" y="3441735"/>
            <a:ext cx="3918102" cy="2771603"/>
            <a:chOff x="8140409" y="588651"/>
            <a:chExt cx="3918102" cy="277160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Isosceles Triangle 169">
                  <a:extLst>
                    <a:ext uri="{FF2B5EF4-FFF2-40B4-BE49-F238E27FC236}">
                      <a16:creationId xmlns:a16="http://schemas.microsoft.com/office/drawing/2014/main" id="{C25823D2-DAC3-871C-723F-191069584EC5}"/>
                    </a:ext>
                  </a:extLst>
                </p:cNvPr>
                <p:cNvSpPr/>
                <p:nvPr/>
              </p:nvSpPr>
              <p:spPr>
                <a:xfrm>
                  <a:off x="8140409" y="2112531"/>
                  <a:ext cx="1084977" cy="1204653"/>
                </a:xfrm>
                <a:prstGeom prst="triangl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0" name="Isosceles Triangle 169">
                  <a:extLst>
                    <a:ext uri="{FF2B5EF4-FFF2-40B4-BE49-F238E27FC236}">
                      <a16:creationId xmlns:a16="http://schemas.microsoft.com/office/drawing/2014/main" id="{C25823D2-DAC3-871C-723F-191069584E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0409" y="2112531"/>
                  <a:ext cx="1084977" cy="1204653"/>
                </a:xfrm>
                <a:prstGeom prst="triangle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4C113044-D157-8620-6804-52D9DA4967AE}"/>
                    </a:ext>
                  </a:extLst>
                </p:cNvPr>
                <p:cNvSpPr txBox="1"/>
                <p:nvPr/>
              </p:nvSpPr>
              <p:spPr>
                <a:xfrm>
                  <a:off x="8344086" y="1954745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4C113044-D157-8620-6804-52D9DA4967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4086" y="1954745"/>
                  <a:ext cx="369781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99054CB1-B927-D8F8-9D76-8BEA4252BC30}"/>
                </a:ext>
              </a:extLst>
            </p:cNvPr>
            <p:cNvGrpSpPr/>
            <p:nvPr/>
          </p:nvGrpSpPr>
          <p:grpSpPr>
            <a:xfrm>
              <a:off x="9176854" y="2097292"/>
              <a:ext cx="869999" cy="1258554"/>
              <a:chOff x="7671946" y="5192984"/>
              <a:chExt cx="869999" cy="125855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3" name="Isosceles Triangle 172">
                    <a:extLst>
                      <a:ext uri="{FF2B5EF4-FFF2-40B4-BE49-F238E27FC236}">
                        <a16:creationId xmlns:a16="http://schemas.microsoft.com/office/drawing/2014/main" id="{33E3DEA3-62F5-9A21-A1AF-32B5934C0028}"/>
                      </a:ext>
                    </a:extLst>
                  </p:cNvPr>
                  <p:cNvSpPr/>
                  <p:nvPr/>
                </p:nvSpPr>
                <p:spPr>
                  <a:xfrm>
                    <a:off x="7671946" y="5192984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3" name="Isosceles Triangle 172">
                    <a:extLst>
                      <a:ext uri="{FF2B5EF4-FFF2-40B4-BE49-F238E27FC236}">
                        <a16:creationId xmlns:a16="http://schemas.microsoft.com/office/drawing/2014/main" id="{33E3DEA3-62F5-9A21-A1AF-32B5934C002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71946" y="5192984"/>
                    <a:ext cx="869999" cy="653951"/>
                  </a:xfrm>
                  <a:prstGeom prst="triangle">
                    <a:avLst/>
                  </a:prstGeom>
                  <a:blipFill>
                    <a:blip r:embed="rId3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A3A04AC9-36A0-F0D6-51CD-09EA0CC8A9FC}"/>
                      </a:ext>
                    </a:extLst>
                  </p:cNvPr>
                  <p:cNvSpPr/>
                  <p:nvPr/>
                </p:nvSpPr>
                <p:spPr>
                  <a:xfrm>
                    <a:off x="7879032" y="5975392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A3A04AC9-36A0-F0D6-51CD-09EA0CC8A9F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79032" y="5975392"/>
                    <a:ext cx="476146" cy="476146"/>
                  </a:xfrm>
                  <a:prstGeom prst="ellipse">
                    <a:avLst/>
                  </a:prstGeom>
                  <a:blipFill>
                    <a:blip r:embed="rId35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457CD7AD-B073-71BC-32B2-1F83D3698991}"/>
                  </a:ext>
                </a:extLst>
              </p:cNvPr>
              <p:cNvCxnSpPr>
                <a:cxnSpLocks/>
                <a:stCxn id="174" idx="0"/>
                <a:endCxn id="173" idx="3"/>
              </p:cNvCxnSpPr>
              <p:nvPr/>
            </p:nvCxnSpPr>
            <p:spPr>
              <a:xfrm flipH="1" flipV="1">
                <a:off x="8106946" y="5846935"/>
                <a:ext cx="10159" cy="12845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6" name="Oval 175">
                  <a:extLst>
                    <a:ext uri="{FF2B5EF4-FFF2-40B4-BE49-F238E27FC236}">
                      <a16:creationId xmlns:a16="http://schemas.microsoft.com/office/drawing/2014/main" id="{452292C6-8418-3C31-7700-3D9FF2963B66}"/>
                    </a:ext>
                  </a:extLst>
                </p:cNvPr>
                <p:cNvSpPr/>
                <p:nvPr/>
              </p:nvSpPr>
              <p:spPr>
                <a:xfrm>
                  <a:off x="8729464" y="1325703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6" name="Oval 175">
                  <a:extLst>
                    <a:ext uri="{FF2B5EF4-FFF2-40B4-BE49-F238E27FC236}">
                      <a16:creationId xmlns:a16="http://schemas.microsoft.com/office/drawing/2014/main" id="{452292C6-8418-3C31-7700-3D9FF2963B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9464" y="1325703"/>
                  <a:ext cx="612511" cy="612511"/>
                </a:xfrm>
                <a:prstGeom prst="ellipse">
                  <a:avLst/>
                </a:prstGeom>
                <a:blipFill>
                  <a:blip r:embed="rId3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B368218B-D599-293E-8520-1EDF1AF788AE}"/>
                </a:ext>
              </a:extLst>
            </p:cNvPr>
            <p:cNvCxnSpPr>
              <a:cxnSpLocks/>
              <a:stCxn id="176" idx="3"/>
              <a:endCxn id="170" idx="0"/>
            </p:cNvCxnSpPr>
            <p:nvPr/>
          </p:nvCxnSpPr>
          <p:spPr>
            <a:xfrm flipH="1">
              <a:off x="8682898" y="1848514"/>
              <a:ext cx="136266" cy="2640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8E236D99-EEC0-660E-D756-8D23C54FBEEC}"/>
                </a:ext>
              </a:extLst>
            </p:cNvPr>
            <p:cNvCxnSpPr>
              <a:cxnSpLocks/>
              <a:stCxn id="176" idx="5"/>
              <a:endCxn id="173" idx="0"/>
            </p:cNvCxnSpPr>
            <p:nvPr/>
          </p:nvCxnSpPr>
          <p:spPr>
            <a:xfrm>
              <a:off x="9252275" y="1848514"/>
              <a:ext cx="359579" cy="2487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9" name="Oval 178">
                  <a:extLst>
                    <a:ext uri="{FF2B5EF4-FFF2-40B4-BE49-F238E27FC236}">
                      <a16:creationId xmlns:a16="http://schemas.microsoft.com/office/drawing/2014/main" id="{88AB6AFA-9DBC-21DE-A2FA-96A3FBADDA7E}"/>
                    </a:ext>
                  </a:extLst>
                </p:cNvPr>
                <p:cNvSpPr/>
                <p:nvPr/>
              </p:nvSpPr>
              <p:spPr>
                <a:xfrm>
                  <a:off x="9696812" y="653978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9" name="Oval 178">
                  <a:extLst>
                    <a:ext uri="{FF2B5EF4-FFF2-40B4-BE49-F238E27FC236}">
                      <a16:creationId xmlns:a16="http://schemas.microsoft.com/office/drawing/2014/main" id="{88AB6AFA-9DBC-21DE-A2FA-96A3FBADDA7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96812" y="653978"/>
                  <a:ext cx="612511" cy="612511"/>
                </a:xfrm>
                <a:prstGeom prst="ellipse">
                  <a:avLst/>
                </a:prstGeom>
                <a:blipFill>
                  <a:blip r:embed="rId3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C5D3DFF8-4333-B418-38AD-CF4E9D93458D}"/>
                </a:ext>
              </a:extLst>
            </p:cNvPr>
            <p:cNvCxnSpPr>
              <a:cxnSpLocks/>
              <a:stCxn id="179" idx="3"/>
              <a:endCxn id="176" idx="7"/>
            </p:cNvCxnSpPr>
            <p:nvPr/>
          </p:nvCxnSpPr>
          <p:spPr>
            <a:xfrm flipH="1">
              <a:off x="9252275" y="1176789"/>
              <a:ext cx="534237" cy="238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Oval 183">
                  <a:extLst>
                    <a:ext uri="{FF2B5EF4-FFF2-40B4-BE49-F238E27FC236}">
                      <a16:creationId xmlns:a16="http://schemas.microsoft.com/office/drawing/2014/main" id="{D83976AB-65B2-8850-79A9-42465DB338BE}"/>
                    </a:ext>
                  </a:extLst>
                </p:cNvPr>
                <p:cNvSpPr/>
                <p:nvPr/>
              </p:nvSpPr>
              <p:spPr>
                <a:xfrm>
                  <a:off x="10709178" y="130962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4" name="Oval 183">
                  <a:extLst>
                    <a:ext uri="{FF2B5EF4-FFF2-40B4-BE49-F238E27FC236}">
                      <a16:creationId xmlns:a16="http://schemas.microsoft.com/office/drawing/2014/main" id="{D83976AB-65B2-8850-79A9-42465DB338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9178" y="1309625"/>
                  <a:ext cx="612511" cy="612511"/>
                </a:xfrm>
                <a:prstGeom prst="ellipse">
                  <a:avLst/>
                </a:prstGeom>
                <a:blipFill>
                  <a:blip r:embed="rId3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B33CF570-0BE4-CFC1-9D13-EDE157E161A5}"/>
                </a:ext>
              </a:extLst>
            </p:cNvPr>
            <p:cNvCxnSpPr>
              <a:cxnSpLocks/>
              <a:stCxn id="179" idx="5"/>
              <a:endCxn id="184" idx="1"/>
            </p:cNvCxnSpPr>
            <p:nvPr/>
          </p:nvCxnSpPr>
          <p:spPr>
            <a:xfrm>
              <a:off x="10219623" y="1176789"/>
              <a:ext cx="579255" cy="222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9C87E80-31C8-E02F-3628-0BCC11D8902C}"/>
                </a:ext>
              </a:extLst>
            </p:cNvPr>
            <p:cNvGrpSpPr/>
            <p:nvPr/>
          </p:nvGrpSpPr>
          <p:grpSpPr>
            <a:xfrm>
              <a:off x="10108368" y="2099160"/>
              <a:ext cx="869999" cy="1261094"/>
              <a:chOff x="6540271" y="4283732"/>
              <a:chExt cx="869999" cy="126109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0" name="Isosceles Triangle 189">
                    <a:extLst>
                      <a:ext uri="{FF2B5EF4-FFF2-40B4-BE49-F238E27FC236}">
                        <a16:creationId xmlns:a16="http://schemas.microsoft.com/office/drawing/2014/main" id="{5D4DF5AF-C25E-2F47-6BE2-A399D674056B}"/>
                      </a:ext>
                    </a:extLst>
                  </p:cNvPr>
                  <p:cNvSpPr/>
                  <p:nvPr/>
                </p:nvSpPr>
                <p:spPr>
                  <a:xfrm>
                    <a:off x="6540271" y="4283732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0" name="Isosceles Triangle 189">
                    <a:extLst>
                      <a:ext uri="{FF2B5EF4-FFF2-40B4-BE49-F238E27FC236}">
                        <a16:creationId xmlns:a16="http://schemas.microsoft.com/office/drawing/2014/main" id="{5D4DF5AF-C25E-2F47-6BE2-A399D674056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271" y="4283732"/>
                    <a:ext cx="869999" cy="653951"/>
                  </a:xfrm>
                  <a:prstGeom prst="triangle">
                    <a:avLst/>
                  </a:prstGeom>
                  <a:blipFill>
                    <a:blip r:embed="rId39"/>
                    <a:stretch>
                      <a:fillRect b="-45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1" name="Oval 190">
                    <a:extLst>
                      <a:ext uri="{FF2B5EF4-FFF2-40B4-BE49-F238E27FC236}">
                        <a16:creationId xmlns:a16="http://schemas.microsoft.com/office/drawing/2014/main" id="{EB784F25-9843-9BE9-7020-6E352EB3FEB5}"/>
                      </a:ext>
                    </a:extLst>
                  </p:cNvPr>
                  <p:cNvSpPr/>
                  <p:nvPr/>
                </p:nvSpPr>
                <p:spPr>
                  <a:xfrm>
                    <a:off x="6732387" y="5068680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1" name="Oval 190">
                    <a:extLst>
                      <a:ext uri="{FF2B5EF4-FFF2-40B4-BE49-F238E27FC236}">
                        <a16:creationId xmlns:a16="http://schemas.microsoft.com/office/drawing/2014/main" id="{EB784F25-9843-9BE9-7020-6E352EB3FEB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2387" y="5068680"/>
                    <a:ext cx="476146" cy="476146"/>
                  </a:xfrm>
                  <a:prstGeom prst="ellipse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92" name="Straight Connector 191">
                <a:extLst>
                  <a:ext uri="{FF2B5EF4-FFF2-40B4-BE49-F238E27FC236}">
                    <a16:creationId xmlns:a16="http://schemas.microsoft.com/office/drawing/2014/main" id="{B8ED8602-70AC-B60A-9584-F249BE0C49F5}"/>
                  </a:ext>
                </a:extLst>
              </p:cNvPr>
              <p:cNvCxnSpPr>
                <a:cxnSpLocks/>
                <a:stCxn id="191" idx="0"/>
                <a:endCxn id="190" idx="3"/>
              </p:cNvCxnSpPr>
              <p:nvPr/>
            </p:nvCxnSpPr>
            <p:spPr>
              <a:xfrm flipV="1">
                <a:off x="6970460" y="4937683"/>
                <a:ext cx="4811" cy="13099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B1F243D2-573D-DDB7-0020-990CC6487B3C}"/>
                </a:ext>
              </a:extLst>
            </p:cNvPr>
            <p:cNvCxnSpPr>
              <a:cxnSpLocks/>
              <a:stCxn id="190" idx="0"/>
              <a:endCxn id="184" idx="3"/>
            </p:cNvCxnSpPr>
            <p:nvPr/>
          </p:nvCxnSpPr>
          <p:spPr>
            <a:xfrm flipV="1">
              <a:off x="10543368" y="1832436"/>
              <a:ext cx="255510" cy="2667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Isosceles Triangle 199">
                  <a:extLst>
                    <a:ext uri="{FF2B5EF4-FFF2-40B4-BE49-F238E27FC236}">
                      <a16:creationId xmlns:a16="http://schemas.microsoft.com/office/drawing/2014/main" id="{28B5D586-A402-959F-4FDB-13C6689E7A03}"/>
                    </a:ext>
                  </a:extLst>
                </p:cNvPr>
                <p:cNvSpPr/>
                <p:nvPr/>
              </p:nvSpPr>
              <p:spPr>
                <a:xfrm>
                  <a:off x="10982760" y="2112436"/>
                  <a:ext cx="1075751" cy="1237660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0" name="Isosceles Triangle 199">
                  <a:extLst>
                    <a:ext uri="{FF2B5EF4-FFF2-40B4-BE49-F238E27FC236}">
                      <a16:creationId xmlns:a16="http://schemas.microsoft.com/office/drawing/2014/main" id="{28B5D586-A402-959F-4FDB-13C6689E7A0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2760" y="2112436"/>
                  <a:ext cx="1075751" cy="1237660"/>
                </a:xfrm>
                <a:prstGeom prst="triangle">
                  <a:avLst/>
                </a:prstGeom>
                <a:blipFill>
                  <a:blip r:embed="rId4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9E3D8FA9-E98C-9904-CBAA-D3635057EA08}"/>
                </a:ext>
              </a:extLst>
            </p:cNvPr>
            <p:cNvCxnSpPr>
              <a:cxnSpLocks/>
              <a:stCxn id="184" idx="5"/>
              <a:endCxn id="200" idx="0"/>
            </p:cNvCxnSpPr>
            <p:nvPr/>
          </p:nvCxnSpPr>
          <p:spPr>
            <a:xfrm>
              <a:off x="11231989" y="1832436"/>
              <a:ext cx="288647" cy="28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TextBox 203">
                  <a:extLst>
                    <a:ext uri="{FF2B5EF4-FFF2-40B4-BE49-F238E27FC236}">
                      <a16:creationId xmlns:a16="http://schemas.microsoft.com/office/drawing/2014/main" id="{0B7D7CDD-9A28-E18F-A378-2680AEEB2E55}"/>
                    </a:ext>
                  </a:extLst>
                </p:cNvPr>
                <p:cNvSpPr txBox="1"/>
                <p:nvPr/>
              </p:nvSpPr>
              <p:spPr>
                <a:xfrm>
                  <a:off x="8451648" y="1044905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4" name="TextBox 203">
                  <a:extLst>
                    <a:ext uri="{FF2B5EF4-FFF2-40B4-BE49-F238E27FC236}">
                      <a16:creationId xmlns:a16="http://schemas.microsoft.com/office/drawing/2014/main" id="{0B7D7CDD-9A28-E18F-A378-2680AEEB2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51648" y="1044905"/>
                  <a:ext cx="773738" cy="369332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DF9DF62C-47F9-B2E9-36A2-A550465CB1E6}"/>
                    </a:ext>
                  </a:extLst>
                </p:cNvPr>
                <p:cNvSpPr txBox="1"/>
                <p:nvPr/>
              </p:nvSpPr>
              <p:spPr>
                <a:xfrm>
                  <a:off x="9071953" y="588651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DF9DF62C-47F9-B2E9-36A2-A550465CB1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1953" y="588651"/>
                  <a:ext cx="773738" cy="369332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ACA3E047-9D22-A0B0-4202-55FC2D21415A}"/>
                    </a:ext>
                  </a:extLst>
                </p:cNvPr>
                <p:cNvSpPr txBox="1"/>
                <p:nvPr/>
              </p:nvSpPr>
              <p:spPr>
                <a:xfrm>
                  <a:off x="10108368" y="1367745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ACA3E047-9D22-A0B0-4202-55FC2D2141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08368" y="1367745"/>
                  <a:ext cx="773738" cy="369332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TextBox 209">
                  <a:extLst>
                    <a:ext uri="{FF2B5EF4-FFF2-40B4-BE49-F238E27FC236}">
                      <a16:creationId xmlns:a16="http://schemas.microsoft.com/office/drawing/2014/main" id="{F1177122-3180-10D4-692A-E74CE5ABFC12}"/>
                    </a:ext>
                  </a:extLst>
                </p:cNvPr>
                <p:cNvSpPr txBox="1"/>
                <p:nvPr/>
              </p:nvSpPr>
              <p:spPr>
                <a:xfrm>
                  <a:off x="11150854" y="1964587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10" name="TextBox 209">
                  <a:extLst>
                    <a:ext uri="{FF2B5EF4-FFF2-40B4-BE49-F238E27FC236}">
                      <a16:creationId xmlns:a16="http://schemas.microsoft.com/office/drawing/2014/main" id="{F1177122-3180-10D4-692A-E74CE5ABFC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50854" y="1964587"/>
                  <a:ext cx="369781" cy="369332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Arrow: Right 214">
                <a:extLst>
                  <a:ext uri="{FF2B5EF4-FFF2-40B4-BE49-F238E27FC236}">
                    <a16:creationId xmlns:a16="http://schemas.microsoft.com/office/drawing/2014/main" id="{2DAE4AAD-4DCC-1580-C1EC-074617400EC7}"/>
                  </a:ext>
                </a:extLst>
              </p:cNvPr>
              <p:cNvSpPr/>
              <p:nvPr/>
            </p:nvSpPr>
            <p:spPr>
              <a:xfrm>
                <a:off x="7390965" y="3689910"/>
                <a:ext cx="1287919" cy="1105505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Rotate Right 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215" name="Arrow: Right 214">
                <a:extLst>
                  <a:ext uri="{FF2B5EF4-FFF2-40B4-BE49-F238E27FC236}">
                    <a16:creationId xmlns:a16="http://schemas.microsoft.com/office/drawing/2014/main" id="{2DAE4AAD-4DCC-1580-C1EC-074617400E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0965" y="3689910"/>
                <a:ext cx="1287919" cy="1105505"/>
              </a:xfrm>
              <a:prstGeom prst="rightArrow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98263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19D1-38EF-34FB-AA19-B51EE438C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RL in General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D06C73-6403-D607-E6F6-C3EC37DF29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56289"/>
                <a:ext cx="10515600" cy="4820674"/>
              </a:xfrm>
            </p:spPr>
            <p:txBody>
              <a:bodyPr/>
              <a:lstStyle/>
              <a:p>
                <a:r>
                  <a:rPr lang="en-US" dirty="0"/>
                  <a:t>We just inserted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, node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deepest “problem” node</a:t>
                </a:r>
              </a:p>
              <a:p>
                <a:r>
                  <a:rPr lang="en-US" dirty="0"/>
                  <a:t>Imbalance caused by inserting in the right child’s left subtree</a:t>
                </a:r>
              </a:p>
              <a:p>
                <a:r>
                  <a:rPr lang="en-US" dirty="0"/>
                  <a:t>Rotate right at the right child</a:t>
                </a:r>
              </a:p>
              <a:p>
                <a:r>
                  <a:rPr lang="en-US" dirty="0"/>
                  <a:t>Rotate left at the unbalanced node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D06C73-6403-D607-E6F6-C3EC37DF29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56289"/>
                <a:ext cx="10515600" cy="4820674"/>
              </a:xfrm>
              <a:blipFill>
                <a:blip r:embed="rId2"/>
                <a:stretch>
                  <a:fillRect l="-1043" t="-20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Arrow: Right 56">
                <a:extLst>
                  <a:ext uri="{FF2B5EF4-FFF2-40B4-BE49-F238E27FC236}">
                    <a16:creationId xmlns:a16="http://schemas.microsoft.com/office/drawing/2014/main" id="{2579B664-35B2-8BC9-C7AE-59DC3F70286E}"/>
                  </a:ext>
                </a:extLst>
              </p:cNvPr>
              <p:cNvSpPr/>
              <p:nvPr/>
            </p:nvSpPr>
            <p:spPr>
              <a:xfrm>
                <a:off x="3025687" y="3743675"/>
                <a:ext cx="1213048" cy="1105505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Rotate Right 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57" name="Arrow: Right 56">
                <a:extLst>
                  <a:ext uri="{FF2B5EF4-FFF2-40B4-BE49-F238E27FC236}">
                    <a16:creationId xmlns:a16="http://schemas.microsoft.com/office/drawing/2014/main" id="{2579B664-35B2-8BC9-C7AE-59DC3F7028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5687" y="3743675"/>
                <a:ext cx="1213048" cy="1105505"/>
              </a:xfrm>
              <a:prstGeom prst="rightArrow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10C3AA56-9E9C-D85E-FA44-02B025396446}"/>
              </a:ext>
            </a:extLst>
          </p:cNvPr>
          <p:cNvGrpSpPr/>
          <p:nvPr/>
        </p:nvGrpSpPr>
        <p:grpSpPr>
          <a:xfrm>
            <a:off x="102706" y="3496659"/>
            <a:ext cx="3693255" cy="3248631"/>
            <a:chOff x="102706" y="3496659"/>
            <a:chExt cx="3693255" cy="32486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1B98852D-205A-51D4-3306-7B5B8D49C4F2}"/>
                    </a:ext>
                  </a:extLst>
                </p:cNvPr>
                <p:cNvSpPr/>
                <p:nvPr/>
              </p:nvSpPr>
              <p:spPr>
                <a:xfrm>
                  <a:off x="1450820" y="3496659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1B98852D-205A-51D4-3306-7B5B8D49C4F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0820" y="3496659"/>
                  <a:ext cx="612511" cy="612511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Isosceles Triangle 28">
                  <a:extLst>
                    <a:ext uri="{FF2B5EF4-FFF2-40B4-BE49-F238E27FC236}">
                      <a16:creationId xmlns:a16="http://schemas.microsoft.com/office/drawing/2014/main" id="{2C6EEFCF-AA4B-26C3-6FEA-8A72B21D0331}"/>
                    </a:ext>
                  </a:extLst>
                </p:cNvPr>
                <p:cNvSpPr/>
                <p:nvPr/>
              </p:nvSpPr>
              <p:spPr>
                <a:xfrm>
                  <a:off x="102706" y="4414804"/>
                  <a:ext cx="1084977" cy="1204653"/>
                </a:xfrm>
                <a:prstGeom prst="triangl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Isosceles Triangle 28">
                  <a:extLst>
                    <a:ext uri="{FF2B5EF4-FFF2-40B4-BE49-F238E27FC236}">
                      <a16:creationId xmlns:a16="http://schemas.microsoft.com/office/drawing/2014/main" id="{2C6EEFCF-AA4B-26C3-6FEA-8A72B21D033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706" y="4414804"/>
                  <a:ext cx="1084977" cy="1204653"/>
                </a:xfrm>
                <a:prstGeom prst="triangl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1579D4BE-258A-C182-9117-C65813326EE0}"/>
                    </a:ext>
                  </a:extLst>
                </p:cNvPr>
                <p:cNvSpPr/>
                <p:nvPr/>
              </p:nvSpPr>
              <p:spPr>
                <a:xfrm>
                  <a:off x="2169594" y="414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1579D4BE-258A-C182-9117-C65813326EE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9594" y="4149747"/>
                  <a:ext cx="612511" cy="612511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Isosceles Triangle 30">
                  <a:extLst>
                    <a:ext uri="{FF2B5EF4-FFF2-40B4-BE49-F238E27FC236}">
                      <a16:creationId xmlns:a16="http://schemas.microsoft.com/office/drawing/2014/main" id="{8F2EF0F1-26EC-4612-40DA-D1BBDC59014C}"/>
                    </a:ext>
                  </a:extLst>
                </p:cNvPr>
                <p:cNvSpPr/>
                <p:nvPr/>
              </p:nvSpPr>
              <p:spPr>
                <a:xfrm>
                  <a:off x="917557" y="5484196"/>
                  <a:ext cx="869999" cy="653951"/>
                </a:xfrm>
                <a:prstGeom prst="triangl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Isosceles Triangle 30">
                  <a:extLst>
                    <a:ext uri="{FF2B5EF4-FFF2-40B4-BE49-F238E27FC236}">
                      <a16:creationId xmlns:a16="http://schemas.microsoft.com/office/drawing/2014/main" id="{8F2EF0F1-26EC-4612-40DA-D1BBDC5901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557" y="5484196"/>
                  <a:ext cx="869999" cy="653951"/>
                </a:xfrm>
                <a:prstGeom prst="triangl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Isosceles Triangle 31">
                  <a:extLst>
                    <a:ext uri="{FF2B5EF4-FFF2-40B4-BE49-F238E27FC236}">
                      <a16:creationId xmlns:a16="http://schemas.microsoft.com/office/drawing/2014/main" id="{8D5DB45B-533B-E849-8A47-BE24445D59B1}"/>
                    </a:ext>
                  </a:extLst>
                </p:cNvPr>
                <p:cNvSpPr/>
                <p:nvPr/>
              </p:nvSpPr>
              <p:spPr>
                <a:xfrm>
                  <a:off x="2720210" y="4904914"/>
                  <a:ext cx="1075751" cy="1237660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Isosceles Triangle 31">
                  <a:extLst>
                    <a:ext uri="{FF2B5EF4-FFF2-40B4-BE49-F238E27FC236}">
                      <a16:creationId xmlns:a16="http://schemas.microsoft.com/office/drawing/2014/main" id="{8D5DB45B-533B-E849-8A47-BE24445D59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0210" y="4904914"/>
                  <a:ext cx="1075751" cy="1237660"/>
                </a:xfrm>
                <a:prstGeom prst="triangl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DBCA999-8DC0-9098-FB48-AE1087F593CA}"/>
                </a:ext>
              </a:extLst>
            </p:cNvPr>
            <p:cNvCxnSpPr>
              <a:cxnSpLocks/>
              <a:stCxn id="28" idx="3"/>
              <a:endCxn id="29" idx="0"/>
            </p:cNvCxnSpPr>
            <p:nvPr/>
          </p:nvCxnSpPr>
          <p:spPr>
            <a:xfrm flipH="1">
              <a:off x="645195" y="4019470"/>
              <a:ext cx="895325" cy="3953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744797F-F7DE-97F3-FF6E-70DC1DDCA740}"/>
                </a:ext>
              </a:extLst>
            </p:cNvPr>
            <p:cNvCxnSpPr>
              <a:cxnSpLocks/>
              <a:stCxn id="30" idx="3"/>
              <a:endCxn id="59" idx="7"/>
            </p:cNvCxnSpPr>
            <p:nvPr/>
          </p:nvCxnSpPr>
          <p:spPr>
            <a:xfrm flipH="1">
              <a:off x="1977051" y="4672558"/>
              <a:ext cx="282243" cy="1708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410D731-C65C-498A-7568-D9E87AB56EF3}"/>
                </a:ext>
              </a:extLst>
            </p:cNvPr>
            <p:cNvCxnSpPr>
              <a:cxnSpLocks/>
              <a:stCxn id="30" idx="1"/>
              <a:endCxn id="28" idx="5"/>
            </p:cNvCxnSpPr>
            <p:nvPr/>
          </p:nvCxnSpPr>
          <p:spPr>
            <a:xfrm flipH="1" flipV="1">
              <a:off x="1973631" y="4019470"/>
              <a:ext cx="285663" cy="21997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DE51A72-E1F3-12DE-B72B-9ADDA8C223D5}"/>
                </a:ext>
              </a:extLst>
            </p:cNvPr>
            <p:cNvCxnSpPr>
              <a:cxnSpLocks/>
              <a:stCxn id="32" idx="0"/>
              <a:endCxn id="30" idx="5"/>
            </p:cNvCxnSpPr>
            <p:nvPr/>
          </p:nvCxnSpPr>
          <p:spPr>
            <a:xfrm flipH="1" flipV="1">
              <a:off x="2692405" y="4672558"/>
              <a:ext cx="565681" cy="23235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8E86B79-6E30-B984-DD39-77F1EE734F0F}"/>
                    </a:ext>
                  </a:extLst>
                </p:cNvPr>
                <p:cNvSpPr txBox="1"/>
                <p:nvPr/>
              </p:nvSpPr>
              <p:spPr>
                <a:xfrm>
                  <a:off x="352905" y="4252409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8E86B79-6E30-B984-DD39-77F1EE734F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5" y="4252409"/>
                  <a:ext cx="36978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BD37377-9D4D-8D7C-8200-32A6160CCCFF}"/>
                    </a:ext>
                  </a:extLst>
                </p:cNvPr>
                <p:cNvSpPr txBox="1"/>
                <p:nvPr/>
              </p:nvSpPr>
              <p:spPr>
                <a:xfrm>
                  <a:off x="957078" y="4548191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BD37377-9D4D-8D7C-8200-32A6160CCC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078" y="4548191"/>
                  <a:ext cx="77373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508C7D2-E38C-7EE4-73DC-299152A31917}"/>
                    </a:ext>
                  </a:extLst>
                </p:cNvPr>
                <p:cNvSpPr txBox="1"/>
                <p:nvPr/>
              </p:nvSpPr>
              <p:spPr>
                <a:xfrm>
                  <a:off x="1525171" y="4121093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508C7D2-E38C-7EE4-73DC-299152A319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5171" y="4121093"/>
                  <a:ext cx="773738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AB902FA-69DB-0439-2D99-AA29699CC6B3}"/>
                    </a:ext>
                  </a:extLst>
                </p:cNvPr>
                <p:cNvSpPr txBox="1"/>
                <p:nvPr/>
              </p:nvSpPr>
              <p:spPr>
                <a:xfrm>
                  <a:off x="769980" y="3592372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AB902FA-69DB-0439-2D99-AA29699CC6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9980" y="3592372"/>
                  <a:ext cx="77373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98147D4-25AB-AB4E-74C3-62B623CA8EBB}"/>
                    </a:ext>
                  </a:extLst>
                </p:cNvPr>
                <p:cNvSpPr txBox="1"/>
                <p:nvPr/>
              </p:nvSpPr>
              <p:spPr>
                <a:xfrm>
                  <a:off x="2910336" y="4786812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98147D4-25AB-AB4E-74C3-62B623CA8E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10336" y="4786812"/>
                  <a:ext cx="369781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9C7BA64-67D6-292B-6912-550CBC90A422}"/>
                    </a:ext>
                  </a:extLst>
                </p:cNvPr>
                <p:cNvSpPr/>
                <p:nvPr/>
              </p:nvSpPr>
              <p:spPr>
                <a:xfrm>
                  <a:off x="1454240" y="4753713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9C7BA64-67D6-292B-6912-550CBC90A4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4240" y="4753713"/>
                  <a:ext cx="612511" cy="612511"/>
                </a:xfrm>
                <a:prstGeom prst="ellipse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Isosceles Triangle 62">
                  <a:extLst>
                    <a:ext uri="{FF2B5EF4-FFF2-40B4-BE49-F238E27FC236}">
                      <a16:creationId xmlns:a16="http://schemas.microsoft.com/office/drawing/2014/main" id="{FF39DA8C-B895-101C-CF55-99795016CCBA}"/>
                    </a:ext>
                  </a:extLst>
                </p:cNvPr>
                <p:cNvSpPr/>
                <p:nvPr/>
              </p:nvSpPr>
              <p:spPr>
                <a:xfrm>
                  <a:off x="1792568" y="5484196"/>
                  <a:ext cx="869999" cy="653951"/>
                </a:xfrm>
                <a:prstGeom prst="triangl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Isosceles Triangle 62">
                  <a:extLst>
                    <a:ext uri="{FF2B5EF4-FFF2-40B4-BE49-F238E27FC236}">
                      <a16:creationId xmlns:a16="http://schemas.microsoft.com/office/drawing/2014/main" id="{FF39DA8C-B895-101C-CF55-99795016CC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2568" y="5484196"/>
                  <a:ext cx="869999" cy="653951"/>
                </a:xfrm>
                <a:prstGeom prst="triangle">
                  <a:avLst/>
                </a:prstGeom>
                <a:blipFill>
                  <a:blip r:embed="rId15"/>
                  <a:stretch>
                    <a:fillRect b="-45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EF9D228-EBDD-4AE6-93FE-BA18C66B99A2}"/>
                </a:ext>
              </a:extLst>
            </p:cNvPr>
            <p:cNvCxnSpPr>
              <a:cxnSpLocks/>
              <a:stCxn id="59" idx="3"/>
              <a:endCxn id="31" idx="0"/>
            </p:cNvCxnSpPr>
            <p:nvPr/>
          </p:nvCxnSpPr>
          <p:spPr>
            <a:xfrm flipH="1">
              <a:off x="1352557" y="5276524"/>
              <a:ext cx="191383" cy="207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D9059CC-8849-ADB1-E738-A6B2C00EDEBD}"/>
                </a:ext>
              </a:extLst>
            </p:cNvPr>
            <p:cNvCxnSpPr>
              <a:cxnSpLocks/>
              <a:stCxn id="59" idx="5"/>
              <a:endCxn id="63" idx="0"/>
            </p:cNvCxnSpPr>
            <p:nvPr/>
          </p:nvCxnSpPr>
          <p:spPr>
            <a:xfrm>
              <a:off x="1977051" y="5276524"/>
              <a:ext cx="250517" cy="207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04B02F9E-1880-E493-E071-FE1CA912DC8E}"/>
                    </a:ext>
                  </a:extLst>
                </p:cNvPr>
                <p:cNvSpPr/>
                <p:nvPr/>
              </p:nvSpPr>
              <p:spPr>
                <a:xfrm>
                  <a:off x="1124643" y="6266604"/>
                  <a:ext cx="476146" cy="47614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04B02F9E-1880-E493-E071-FE1CA912DC8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4643" y="6266604"/>
                  <a:ext cx="476146" cy="476146"/>
                </a:xfrm>
                <a:prstGeom prst="ellipse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284A82A-4A90-A421-C3CD-653404692203}"/>
                </a:ext>
              </a:extLst>
            </p:cNvPr>
            <p:cNvCxnSpPr>
              <a:cxnSpLocks/>
              <a:stCxn id="70" idx="0"/>
              <a:endCxn id="31" idx="3"/>
            </p:cNvCxnSpPr>
            <p:nvPr/>
          </p:nvCxnSpPr>
          <p:spPr>
            <a:xfrm flipH="1" flipV="1">
              <a:off x="1352557" y="6138147"/>
              <a:ext cx="10159" cy="12845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44650BE5-1644-C668-066D-2B3D2096D59C}"/>
                    </a:ext>
                  </a:extLst>
                </p:cNvPr>
                <p:cNvSpPr/>
                <p:nvPr/>
              </p:nvSpPr>
              <p:spPr>
                <a:xfrm>
                  <a:off x="1984684" y="6269144"/>
                  <a:ext cx="476146" cy="47614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44650BE5-1644-C668-066D-2B3D2096D5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4684" y="6269144"/>
                  <a:ext cx="476146" cy="476146"/>
                </a:xfrm>
                <a:prstGeom prst="ellipse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69F048E1-C759-B57C-AD51-051719B5F906}"/>
                </a:ext>
              </a:extLst>
            </p:cNvPr>
            <p:cNvCxnSpPr>
              <a:cxnSpLocks/>
              <a:stCxn id="76" idx="0"/>
              <a:endCxn id="63" idx="3"/>
            </p:cNvCxnSpPr>
            <p:nvPr/>
          </p:nvCxnSpPr>
          <p:spPr>
            <a:xfrm flipV="1">
              <a:off x="2222757" y="6138147"/>
              <a:ext cx="4811" cy="13099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E5E38041-E10B-4A4D-A3C2-68BEEB799918}"/>
              </a:ext>
            </a:extLst>
          </p:cNvPr>
          <p:cNvGrpSpPr/>
          <p:nvPr/>
        </p:nvGrpSpPr>
        <p:grpSpPr>
          <a:xfrm>
            <a:off x="8270097" y="3441735"/>
            <a:ext cx="3918102" cy="2771603"/>
            <a:chOff x="8140409" y="588651"/>
            <a:chExt cx="3918102" cy="277160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Isosceles Triangle 169">
                  <a:extLst>
                    <a:ext uri="{FF2B5EF4-FFF2-40B4-BE49-F238E27FC236}">
                      <a16:creationId xmlns:a16="http://schemas.microsoft.com/office/drawing/2014/main" id="{C25823D2-DAC3-871C-723F-191069584EC5}"/>
                    </a:ext>
                  </a:extLst>
                </p:cNvPr>
                <p:cNvSpPr/>
                <p:nvPr/>
              </p:nvSpPr>
              <p:spPr>
                <a:xfrm>
                  <a:off x="8140409" y="2112531"/>
                  <a:ext cx="1084977" cy="1204653"/>
                </a:xfrm>
                <a:prstGeom prst="triangl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0" name="Isosceles Triangle 169">
                  <a:extLst>
                    <a:ext uri="{FF2B5EF4-FFF2-40B4-BE49-F238E27FC236}">
                      <a16:creationId xmlns:a16="http://schemas.microsoft.com/office/drawing/2014/main" id="{C25823D2-DAC3-871C-723F-191069584E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0409" y="2112531"/>
                  <a:ext cx="1084977" cy="1204653"/>
                </a:xfrm>
                <a:prstGeom prst="triangle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4C113044-D157-8620-6804-52D9DA4967AE}"/>
                    </a:ext>
                  </a:extLst>
                </p:cNvPr>
                <p:cNvSpPr txBox="1"/>
                <p:nvPr/>
              </p:nvSpPr>
              <p:spPr>
                <a:xfrm>
                  <a:off x="8344086" y="1954745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4C113044-D157-8620-6804-52D9DA4967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4086" y="1954745"/>
                  <a:ext cx="369781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99054CB1-B927-D8F8-9D76-8BEA4252BC30}"/>
                </a:ext>
              </a:extLst>
            </p:cNvPr>
            <p:cNvGrpSpPr/>
            <p:nvPr/>
          </p:nvGrpSpPr>
          <p:grpSpPr>
            <a:xfrm>
              <a:off x="9176854" y="2097292"/>
              <a:ext cx="869999" cy="1258554"/>
              <a:chOff x="7671946" y="5192984"/>
              <a:chExt cx="869999" cy="125855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3" name="Isosceles Triangle 172">
                    <a:extLst>
                      <a:ext uri="{FF2B5EF4-FFF2-40B4-BE49-F238E27FC236}">
                        <a16:creationId xmlns:a16="http://schemas.microsoft.com/office/drawing/2014/main" id="{33E3DEA3-62F5-9A21-A1AF-32B5934C0028}"/>
                      </a:ext>
                    </a:extLst>
                  </p:cNvPr>
                  <p:cNvSpPr/>
                  <p:nvPr/>
                </p:nvSpPr>
                <p:spPr>
                  <a:xfrm>
                    <a:off x="7671946" y="5192984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3" name="Isosceles Triangle 172">
                    <a:extLst>
                      <a:ext uri="{FF2B5EF4-FFF2-40B4-BE49-F238E27FC236}">
                        <a16:creationId xmlns:a16="http://schemas.microsoft.com/office/drawing/2014/main" id="{33E3DEA3-62F5-9A21-A1AF-32B5934C002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71946" y="5192984"/>
                    <a:ext cx="869999" cy="653951"/>
                  </a:xfrm>
                  <a:prstGeom prst="triangle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A3A04AC9-36A0-F0D6-51CD-09EA0CC8A9FC}"/>
                      </a:ext>
                    </a:extLst>
                  </p:cNvPr>
                  <p:cNvSpPr/>
                  <p:nvPr/>
                </p:nvSpPr>
                <p:spPr>
                  <a:xfrm>
                    <a:off x="7879032" y="5975392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A3A04AC9-36A0-F0D6-51CD-09EA0CC8A9F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79032" y="5975392"/>
                    <a:ext cx="476146" cy="476146"/>
                  </a:xfrm>
                  <a:prstGeom prst="ellipse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457CD7AD-B073-71BC-32B2-1F83D3698991}"/>
                  </a:ext>
                </a:extLst>
              </p:cNvPr>
              <p:cNvCxnSpPr>
                <a:cxnSpLocks/>
                <a:stCxn id="174" idx="0"/>
                <a:endCxn id="173" idx="3"/>
              </p:cNvCxnSpPr>
              <p:nvPr/>
            </p:nvCxnSpPr>
            <p:spPr>
              <a:xfrm flipH="1" flipV="1">
                <a:off x="8106946" y="5846935"/>
                <a:ext cx="10159" cy="12845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6" name="Oval 175">
                  <a:extLst>
                    <a:ext uri="{FF2B5EF4-FFF2-40B4-BE49-F238E27FC236}">
                      <a16:creationId xmlns:a16="http://schemas.microsoft.com/office/drawing/2014/main" id="{452292C6-8418-3C31-7700-3D9FF2963B66}"/>
                    </a:ext>
                  </a:extLst>
                </p:cNvPr>
                <p:cNvSpPr/>
                <p:nvPr/>
              </p:nvSpPr>
              <p:spPr>
                <a:xfrm>
                  <a:off x="8729464" y="1325703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6" name="Oval 175">
                  <a:extLst>
                    <a:ext uri="{FF2B5EF4-FFF2-40B4-BE49-F238E27FC236}">
                      <a16:creationId xmlns:a16="http://schemas.microsoft.com/office/drawing/2014/main" id="{452292C6-8418-3C31-7700-3D9FF2963B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9464" y="1325703"/>
                  <a:ext cx="612511" cy="612511"/>
                </a:xfrm>
                <a:prstGeom prst="ellipse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B368218B-D599-293E-8520-1EDF1AF788AE}"/>
                </a:ext>
              </a:extLst>
            </p:cNvPr>
            <p:cNvCxnSpPr>
              <a:cxnSpLocks/>
              <a:stCxn id="176" idx="3"/>
              <a:endCxn id="170" idx="0"/>
            </p:cNvCxnSpPr>
            <p:nvPr/>
          </p:nvCxnSpPr>
          <p:spPr>
            <a:xfrm flipH="1">
              <a:off x="8682898" y="1848514"/>
              <a:ext cx="136266" cy="2640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8E236D99-EEC0-660E-D756-8D23C54FBEEC}"/>
                </a:ext>
              </a:extLst>
            </p:cNvPr>
            <p:cNvCxnSpPr>
              <a:cxnSpLocks/>
              <a:stCxn id="176" idx="5"/>
              <a:endCxn id="173" idx="0"/>
            </p:cNvCxnSpPr>
            <p:nvPr/>
          </p:nvCxnSpPr>
          <p:spPr>
            <a:xfrm>
              <a:off x="9252275" y="1848514"/>
              <a:ext cx="359579" cy="2487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9" name="Oval 178">
                  <a:extLst>
                    <a:ext uri="{FF2B5EF4-FFF2-40B4-BE49-F238E27FC236}">
                      <a16:creationId xmlns:a16="http://schemas.microsoft.com/office/drawing/2014/main" id="{88AB6AFA-9DBC-21DE-A2FA-96A3FBADDA7E}"/>
                    </a:ext>
                  </a:extLst>
                </p:cNvPr>
                <p:cNvSpPr/>
                <p:nvPr/>
              </p:nvSpPr>
              <p:spPr>
                <a:xfrm>
                  <a:off x="9696812" y="653978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9" name="Oval 178">
                  <a:extLst>
                    <a:ext uri="{FF2B5EF4-FFF2-40B4-BE49-F238E27FC236}">
                      <a16:creationId xmlns:a16="http://schemas.microsoft.com/office/drawing/2014/main" id="{88AB6AFA-9DBC-21DE-A2FA-96A3FBADDA7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96812" y="653978"/>
                  <a:ext cx="612511" cy="612511"/>
                </a:xfrm>
                <a:prstGeom prst="ellipse">
                  <a:avLst/>
                </a:prstGeom>
                <a:blipFill>
                  <a:blip r:embed="rId2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C5D3DFF8-4333-B418-38AD-CF4E9D93458D}"/>
                </a:ext>
              </a:extLst>
            </p:cNvPr>
            <p:cNvCxnSpPr>
              <a:cxnSpLocks/>
              <a:stCxn id="179" idx="3"/>
              <a:endCxn id="176" idx="7"/>
            </p:cNvCxnSpPr>
            <p:nvPr/>
          </p:nvCxnSpPr>
          <p:spPr>
            <a:xfrm flipH="1">
              <a:off x="9252275" y="1176789"/>
              <a:ext cx="534237" cy="238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Oval 183">
                  <a:extLst>
                    <a:ext uri="{FF2B5EF4-FFF2-40B4-BE49-F238E27FC236}">
                      <a16:creationId xmlns:a16="http://schemas.microsoft.com/office/drawing/2014/main" id="{D83976AB-65B2-8850-79A9-42465DB338BE}"/>
                    </a:ext>
                  </a:extLst>
                </p:cNvPr>
                <p:cNvSpPr/>
                <p:nvPr/>
              </p:nvSpPr>
              <p:spPr>
                <a:xfrm>
                  <a:off x="10709178" y="130962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4" name="Oval 183">
                  <a:extLst>
                    <a:ext uri="{FF2B5EF4-FFF2-40B4-BE49-F238E27FC236}">
                      <a16:creationId xmlns:a16="http://schemas.microsoft.com/office/drawing/2014/main" id="{D83976AB-65B2-8850-79A9-42465DB338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9178" y="1309625"/>
                  <a:ext cx="612511" cy="612511"/>
                </a:xfrm>
                <a:prstGeom prst="ellipse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B33CF570-0BE4-CFC1-9D13-EDE157E161A5}"/>
                </a:ext>
              </a:extLst>
            </p:cNvPr>
            <p:cNvCxnSpPr>
              <a:cxnSpLocks/>
              <a:stCxn id="179" idx="5"/>
              <a:endCxn id="184" idx="1"/>
            </p:cNvCxnSpPr>
            <p:nvPr/>
          </p:nvCxnSpPr>
          <p:spPr>
            <a:xfrm>
              <a:off x="10219623" y="1176789"/>
              <a:ext cx="579255" cy="222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9C87E80-31C8-E02F-3628-0BCC11D8902C}"/>
                </a:ext>
              </a:extLst>
            </p:cNvPr>
            <p:cNvGrpSpPr/>
            <p:nvPr/>
          </p:nvGrpSpPr>
          <p:grpSpPr>
            <a:xfrm>
              <a:off x="10108368" y="2099160"/>
              <a:ext cx="869999" cy="1261094"/>
              <a:chOff x="6540271" y="4283732"/>
              <a:chExt cx="869999" cy="126109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0" name="Isosceles Triangle 189">
                    <a:extLst>
                      <a:ext uri="{FF2B5EF4-FFF2-40B4-BE49-F238E27FC236}">
                        <a16:creationId xmlns:a16="http://schemas.microsoft.com/office/drawing/2014/main" id="{5D4DF5AF-C25E-2F47-6BE2-A399D674056B}"/>
                      </a:ext>
                    </a:extLst>
                  </p:cNvPr>
                  <p:cNvSpPr/>
                  <p:nvPr/>
                </p:nvSpPr>
                <p:spPr>
                  <a:xfrm>
                    <a:off x="6540271" y="4283732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0" name="Isosceles Triangle 189">
                    <a:extLst>
                      <a:ext uri="{FF2B5EF4-FFF2-40B4-BE49-F238E27FC236}">
                        <a16:creationId xmlns:a16="http://schemas.microsoft.com/office/drawing/2014/main" id="{5D4DF5AF-C25E-2F47-6BE2-A399D674056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271" y="4283732"/>
                    <a:ext cx="869999" cy="653951"/>
                  </a:xfrm>
                  <a:prstGeom prst="triangle">
                    <a:avLst/>
                  </a:prstGeom>
                  <a:blipFill>
                    <a:blip r:embed="rId25"/>
                    <a:stretch>
                      <a:fillRect b="-45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1" name="Oval 190">
                    <a:extLst>
                      <a:ext uri="{FF2B5EF4-FFF2-40B4-BE49-F238E27FC236}">
                        <a16:creationId xmlns:a16="http://schemas.microsoft.com/office/drawing/2014/main" id="{EB784F25-9843-9BE9-7020-6E352EB3FEB5}"/>
                      </a:ext>
                    </a:extLst>
                  </p:cNvPr>
                  <p:cNvSpPr/>
                  <p:nvPr/>
                </p:nvSpPr>
                <p:spPr>
                  <a:xfrm>
                    <a:off x="6732387" y="5068680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1" name="Oval 190">
                    <a:extLst>
                      <a:ext uri="{FF2B5EF4-FFF2-40B4-BE49-F238E27FC236}">
                        <a16:creationId xmlns:a16="http://schemas.microsoft.com/office/drawing/2014/main" id="{EB784F25-9843-9BE9-7020-6E352EB3FEB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2387" y="5068680"/>
                    <a:ext cx="476146" cy="476146"/>
                  </a:xfrm>
                  <a:prstGeom prst="ellipse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92" name="Straight Connector 191">
                <a:extLst>
                  <a:ext uri="{FF2B5EF4-FFF2-40B4-BE49-F238E27FC236}">
                    <a16:creationId xmlns:a16="http://schemas.microsoft.com/office/drawing/2014/main" id="{B8ED8602-70AC-B60A-9584-F249BE0C49F5}"/>
                  </a:ext>
                </a:extLst>
              </p:cNvPr>
              <p:cNvCxnSpPr>
                <a:cxnSpLocks/>
                <a:stCxn id="191" idx="0"/>
                <a:endCxn id="190" idx="3"/>
              </p:cNvCxnSpPr>
              <p:nvPr/>
            </p:nvCxnSpPr>
            <p:spPr>
              <a:xfrm flipV="1">
                <a:off x="6970460" y="4937683"/>
                <a:ext cx="4811" cy="13099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B1F243D2-573D-DDB7-0020-990CC6487B3C}"/>
                </a:ext>
              </a:extLst>
            </p:cNvPr>
            <p:cNvCxnSpPr>
              <a:cxnSpLocks/>
              <a:stCxn id="190" idx="0"/>
              <a:endCxn id="184" idx="3"/>
            </p:cNvCxnSpPr>
            <p:nvPr/>
          </p:nvCxnSpPr>
          <p:spPr>
            <a:xfrm flipV="1">
              <a:off x="10543368" y="1832436"/>
              <a:ext cx="255510" cy="2667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Isosceles Triangle 199">
                  <a:extLst>
                    <a:ext uri="{FF2B5EF4-FFF2-40B4-BE49-F238E27FC236}">
                      <a16:creationId xmlns:a16="http://schemas.microsoft.com/office/drawing/2014/main" id="{28B5D586-A402-959F-4FDB-13C6689E7A03}"/>
                    </a:ext>
                  </a:extLst>
                </p:cNvPr>
                <p:cNvSpPr/>
                <p:nvPr/>
              </p:nvSpPr>
              <p:spPr>
                <a:xfrm>
                  <a:off x="10982760" y="2112436"/>
                  <a:ext cx="1075751" cy="1237660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0" name="Isosceles Triangle 199">
                  <a:extLst>
                    <a:ext uri="{FF2B5EF4-FFF2-40B4-BE49-F238E27FC236}">
                      <a16:creationId xmlns:a16="http://schemas.microsoft.com/office/drawing/2014/main" id="{28B5D586-A402-959F-4FDB-13C6689E7A0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2760" y="2112436"/>
                  <a:ext cx="1075751" cy="1237660"/>
                </a:xfrm>
                <a:prstGeom prst="triangle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9E3D8FA9-E98C-9904-CBAA-D3635057EA08}"/>
                </a:ext>
              </a:extLst>
            </p:cNvPr>
            <p:cNvCxnSpPr>
              <a:cxnSpLocks/>
              <a:stCxn id="184" idx="5"/>
              <a:endCxn id="200" idx="0"/>
            </p:cNvCxnSpPr>
            <p:nvPr/>
          </p:nvCxnSpPr>
          <p:spPr>
            <a:xfrm>
              <a:off x="11231989" y="1832436"/>
              <a:ext cx="288647" cy="28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TextBox 203">
                  <a:extLst>
                    <a:ext uri="{FF2B5EF4-FFF2-40B4-BE49-F238E27FC236}">
                      <a16:creationId xmlns:a16="http://schemas.microsoft.com/office/drawing/2014/main" id="{0B7D7CDD-9A28-E18F-A378-2680AEEB2E55}"/>
                    </a:ext>
                  </a:extLst>
                </p:cNvPr>
                <p:cNvSpPr txBox="1"/>
                <p:nvPr/>
              </p:nvSpPr>
              <p:spPr>
                <a:xfrm>
                  <a:off x="8272434" y="1174212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4" name="TextBox 203">
                  <a:extLst>
                    <a:ext uri="{FF2B5EF4-FFF2-40B4-BE49-F238E27FC236}">
                      <a16:creationId xmlns:a16="http://schemas.microsoft.com/office/drawing/2014/main" id="{0B7D7CDD-9A28-E18F-A378-2680AEEB2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72434" y="1174212"/>
                  <a:ext cx="773738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DF9DF62C-47F9-B2E9-36A2-A550465CB1E6}"/>
                    </a:ext>
                  </a:extLst>
                </p:cNvPr>
                <p:cNvSpPr txBox="1"/>
                <p:nvPr/>
              </p:nvSpPr>
              <p:spPr>
                <a:xfrm>
                  <a:off x="9071953" y="588651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DF9DF62C-47F9-B2E9-36A2-A550465CB1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1953" y="588651"/>
                  <a:ext cx="773738" cy="369332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ACA3E047-9D22-A0B0-4202-55FC2D21415A}"/>
                    </a:ext>
                  </a:extLst>
                </p:cNvPr>
                <p:cNvSpPr txBox="1"/>
                <p:nvPr/>
              </p:nvSpPr>
              <p:spPr>
                <a:xfrm>
                  <a:off x="10108368" y="1367745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ACA3E047-9D22-A0B0-4202-55FC2D2141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08368" y="1367745"/>
                  <a:ext cx="773738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TextBox 209">
                  <a:extLst>
                    <a:ext uri="{FF2B5EF4-FFF2-40B4-BE49-F238E27FC236}">
                      <a16:creationId xmlns:a16="http://schemas.microsoft.com/office/drawing/2014/main" id="{F1177122-3180-10D4-692A-E74CE5ABFC12}"/>
                    </a:ext>
                  </a:extLst>
                </p:cNvPr>
                <p:cNvSpPr txBox="1"/>
                <p:nvPr/>
              </p:nvSpPr>
              <p:spPr>
                <a:xfrm>
                  <a:off x="11150854" y="1964587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10" name="TextBox 209">
                  <a:extLst>
                    <a:ext uri="{FF2B5EF4-FFF2-40B4-BE49-F238E27FC236}">
                      <a16:creationId xmlns:a16="http://schemas.microsoft.com/office/drawing/2014/main" id="{F1177122-3180-10D4-692A-E74CE5ABFC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50854" y="1964587"/>
                  <a:ext cx="369781" cy="369332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Arrow: Right 214">
                <a:extLst>
                  <a:ext uri="{FF2B5EF4-FFF2-40B4-BE49-F238E27FC236}">
                    <a16:creationId xmlns:a16="http://schemas.microsoft.com/office/drawing/2014/main" id="{2DAE4AAD-4DCC-1580-C1EC-074617400EC7}"/>
                  </a:ext>
                </a:extLst>
              </p:cNvPr>
              <p:cNvSpPr/>
              <p:nvPr/>
            </p:nvSpPr>
            <p:spPr>
              <a:xfrm>
                <a:off x="7072247" y="3750990"/>
                <a:ext cx="1240599" cy="1105505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Rotate Left 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215" name="Arrow: Right 214">
                <a:extLst>
                  <a:ext uri="{FF2B5EF4-FFF2-40B4-BE49-F238E27FC236}">
                    <a16:creationId xmlns:a16="http://schemas.microsoft.com/office/drawing/2014/main" id="{2DAE4AAD-4DCC-1580-C1EC-074617400E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2247" y="3750990"/>
                <a:ext cx="1240599" cy="1105505"/>
              </a:xfrm>
              <a:prstGeom prst="rightArrow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5" name="Group 74">
            <a:extLst>
              <a:ext uri="{FF2B5EF4-FFF2-40B4-BE49-F238E27FC236}">
                <a16:creationId xmlns:a16="http://schemas.microsoft.com/office/drawing/2014/main" id="{A77DECA6-C80C-5701-7DE1-06AC88937B23}"/>
              </a:ext>
            </a:extLst>
          </p:cNvPr>
          <p:cNvGrpSpPr/>
          <p:nvPr/>
        </p:nvGrpSpPr>
        <p:grpSpPr>
          <a:xfrm>
            <a:off x="4114944" y="3281195"/>
            <a:ext cx="3755568" cy="3442284"/>
            <a:chOff x="4183702" y="3313028"/>
            <a:chExt cx="3755568" cy="344228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Oval 134">
                  <a:extLst>
                    <a:ext uri="{FF2B5EF4-FFF2-40B4-BE49-F238E27FC236}">
                      <a16:creationId xmlns:a16="http://schemas.microsoft.com/office/drawing/2014/main" id="{8F809D24-0EA0-AD2C-8CCB-3BC5F24F7F26}"/>
                    </a:ext>
                  </a:extLst>
                </p:cNvPr>
                <p:cNvSpPr/>
                <p:nvPr/>
              </p:nvSpPr>
              <p:spPr>
                <a:xfrm>
                  <a:off x="5199860" y="3614836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5" name="Oval 134">
                  <a:extLst>
                    <a:ext uri="{FF2B5EF4-FFF2-40B4-BE49-F238E27FC236}">
                      <a16:creationId xmlns:a16="http://schemas.microsoft.com/office/drawing/2014/main" id="{8F809D24-0EA0-AD2C-8CCB-3BC5F24F7F2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99860" y="3614836"/>
                  <a:ext cx="612511" cy="612511"/>
                </a:xfrm>
                <a:prstGeom prst="ellipse">
                  <a:avLst/>
                </a:prstGeom>
                <a:blipFill>
                  <a:blip r:embed="rId3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Isosceles Triangle 135">
                  <a:extLst>
                    <a:ext uri="{FF2B5EF4-FFF2-40B4-BE49-F238E27FC236}">
                      <a16:creationId xmlns:a16="http://schemas.microsoft.com/office/drawing/2014/main" id="{35B1F3D4-194F-7932-CA70-04F0AC1A5EC5}"/>
                    </a:ext>
                  </a:extLst>
                </p:cNvPr>
                <p:cNvSpPr/>
                <p:nvPr/>
              </p:nvSpPr>
              <p:spPr>
                <a:xfrm>
                  <a:off x="4183702" y="4289248"/>
                  <a:ext cx="1084977" cy="1204653"/>
                </a:xfrm>
                <a:prstGeom prst="triangl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6" name="Isosceles Triangle 135">
                  <a:extLst>
                    <a:ext uri="{FF2B5EF4-FFF2-40B4-BE49-F238E27FC236}">
                      <a16:creationId xmlns:a16="http://schemas.microsoft.com/office/drawing/2014/main" id="{35B1F3D4-194F-7932-CA70-04F0AC1A5E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3702" y="4289248"/>
                  <a:ext cx="1084977" cy="1204653"/>
                </a:xfrm>
                <a:prstGeom prst="triangle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Oval 136">
                  <a:extLst>
                    <a:ext uri="{FF2B5EF4-FFF2-40B4-BE49-F238E27FC236}">
                      <a16:creationId xmlns:a16="http://schemas.microsoft.com/office/drawing/2014/main" id="{6E235EB5-4F7E-74E6-B4C2-3E1AE8911C19}"/>
                    </a:ext>
                  </a:extLst>
                </p:cNvPr>
                <p:cNvSpPr/>
                <p:nvPr/>
              </p:nvSpPr>
              <p:spPr>
                <a:xfrm>
                  <a:off x="6102674" y="4111293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7" name="Oval 136">
                  <a:extLst>
                    <a:ext uri="{FF2B5EF4-FFF2-40B4-BE49-F238E27FC236}">
                      <a16:creationId xmlns:a16="http://schemas.microsoft.com/office/drawing/2014/main" id="{6E235EB5-4F7E-74E6-B4C2-3E1AE8911C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2674" y="4111293"/>
                  <a:ext cx="612511" cy="612511"/>
                </a:xfrm>
                <a:prstGeom prst="ellipse">
                  <a:avLst/>
                </a:prstGeom>
                <a:blipFill>
                  <a:blip r:embed="rId3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Isosceles Triangle 138">
                  <a:extLst>
                    <a:ext uri="{FF2B5EF4-FFF2-40B4-BE49-F238E27FC236}">
                      <a16:creationId xmlns:a16="http://schemas.microsoft.com/office/drawing/2014/main" id="{9D516006-D536-C9F5-D25D-D09AD7CBA374}"/>
                    </a:ext>
                  </a:extLst>
                </p:cNvPr>
                <p:cNvSpPr/>
                <p:nvPr/>
              </p:nvSpPr>
              <p:spPr>
                <a:xfrm>
                  <a:off x="6863519" y="5486122"/>
                  <a:ext cx="1075751" cy="1237660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9" name="Isosceles Triangle 138">
                  <a:extLst>
                    <a:ext uri="{FF2B5EF4-FFF2-40B4-BE49-F238E27FC236}">
                      <a16:creationId xmlns:a16="http://schemas.microsoft.com/office/drawing/2014/main" id="{9D516006-D536-C9F5-D25D-D09AD7CBA37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3519" y="5486122"/>
                  <a:ext cx="1075751" cy="1237660"/>
                </a:xfrm>
                <a:prstGeom prst="triangle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9D174F5B-EC74-7DF2-ABEF-633091780687}"/>
                </a:ext>
              </a:extLst>
            </p:cNvPr>
            <p:cNvCxnSpPr>
              <a:cxnSpLocks/>
              <a:stCxn id="137" idx="5"/>
              <a:endCxn id="159" idx="1"/>
            </p:cNvCxnSpPr>
            <p:nvPr/>
          </p:nvCxnSpPr>
          <p:spPr>
            <a:xfrm>
              <a:off x="6625485" y="4634104"/>
              <a:ext cx="151335" cy="18697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360C68CB-DC8A-D45B-E834-15874F4A15CE}"/>
                </a:ext>
              </a:extLst>
            </p:cNvPr>
            <p:cNvCxnSpPr>
              <a:cxnSpLocks/>
              <a:stCxn id="137" idx="1"/>
              <a:endCxn id="135" idx="5"/>
            </p:cNvCxnSpPr>
            <p:nvPr/>
          </p:nvCxnSpPr>
          <p:spPr>
            <a:xfrm flipH="1" flipV="1">
              <a:off x="5722671" y="4137647"/>
              <a:ext cx="469703" cy="633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1D349555-8247-C1D8-969C-2A99C7630775}"/>
                </a:ext>
              </a:extLst>
            </p:cNvPr>
            <p:cNvCxnSpPr>
              <a:cxnSpLocks/>
              <a:stCxn id="139" idx="0"/>
              <a:endCxn id="159" idx="5"/>
            </p:cNvCxnSpPr>
            <p:nvPr/>
          </p:nvCxnSpPr>
          <p:spPr>
            <a:xfrm flipH="1" flipV="1">
              <a:off x="7209931" y="5254194"/>
              <a:ext cx="191464" cy="23192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88B2D769-7FC5-E189-559D-256522242E9C}"/>
                    </a:ext>
                  </a:extLst>
                </p:cNvPr>
                <p:cNvSpPr txBox="1"/>
                <p:nvPr/>
              </p:nvSpPr>
              <p:spPr>
                <a:xfrm>
                  <a:off x="4356795" y="4140155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88B2D769-7FC5-E189-559D-256522242E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56795" y="4140155"/>
                  <a:ext cx="369781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1226F12A-73C3-A545-8A6A-1FB7371A4210}"/>
                    </a:ext>
                  </a:extLst>
                </p:cNvPr>
                <p:cNvSpPr txBox="1"/>
                <p:nvPr/>
              </p:nvSpPr>
              <p:spPr>
                <a:xfrm>
                  <a:off x="5467770" y="4215176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1226F12A-73C3-A545-8A6A-1FB7371A4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7770" y="4215176"/>
                  <a:ext cx="773738" cy="369332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E7DDC433-A39C-9D72-0893-3EE12F71DF52}"/>
                    </a:ext>
                  </a:extLst>
                </p:cNvPr>
                <p:cNvSpPr txBox="1"/>
                <p:nvPr/>
              </p:nvSpPr>
              <p:spPr>
                <a:xfrm>
                  <a:off x="5270538" y="3313028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E7DDC433-A39C-9D72-0893-3EE12F71DF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538" y="3313028"/>
                  <a:ext cx="773738" cy="369332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0D538E86-780E-3019-582B-FDB16AE9B559}"/>
                    </a:ext>
                  </a:extLst>
                </p:cNvPr>
                <p:cNvSpPr txBox="1"/>
                <p:nvPr/>
              </p:nvSpPr>
              <p:spPr>
                <a:xfrm>
                  <a:off x="7043103" y="5344545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0D538E86-780E-3019-582B-FDB16AE9B5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3103" y="5344545"/>
                  <a:ext cx="369781" cy="369332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B8816186-073F-043E-FC13-8FAA2A388594}"/>
                </a:ext>
              </a:extLst>
            </p:cNvPr>
            <p:cNvGrpSpPr/>
            <p:nvPr/>
          </p:nvGrpSpPr>
          <p:grpSpPr>
            <a:xfrm>
              <a:off x="5444564" y="4879593"/>
              <a:ext cx="869999" cy="1258554"/>
              <a:chOff x="7671946" y="5192984"/>
              <a:chExt cx="869999" cy="125855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8" name="Isosceles Triangle 137">
                    <a:extLst>
                      <a:ext uri="{FF2B5EF4-FFF2-40B4-BE49-F238E27FC236}">
                        <a16:creationId xmlns:a16="http://schemas.microsoft.com/office/drawing/2014/main" id="{74A22E81-AB42-2FE9-9E89-350215CFD416}"/>
                      </a:ext>
                    </a:extLst>
                  </p:cNvPr>
                  <p:cNvSpPr/>
                  <p:nvPr/>
                </p:nvSpPr>
                <p:spPr>
                  <a:xfrm>
                    <a:off x="7671946" y="5192984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8" name="Isosceles Triangle 137">
                    <a:extLst>
                      <a:ext uri="{FF2B5EF4-FFF2-40B4-BE49-F238E27FC236}">
                        <a16:creationId xmlns:a16="http://schemas.microsoft.com/office/drawing/2014/main" id="{74A22E81-AB42-2FE9-9E89-350215CFD41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71946" y="5192984"/>
                    <a:ext cx="869999" cy="653951"/>
                  </a:xfrm>
                  <a:prstGeom prst="triangle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3" name="Oval 152">
                    <a:extLst>
                      <a:ext uri="{FF2B5EF4-FFF2-40B4-BE49-F238E27FC236}">
                        <a16:creationId xmlns:a16="http://schemas.microsoft.com/office/drawing/2014/main" id="{C9792623-4F10-6F7E-FC1A-66157314FC92}"/>
                      </a:ext>
                    </a:extLst>
                  </p:cNvPr>
                  <p:cNvSpPr/>
                  <p:nvPr/>
                </p:nvSpPr>
                <p:spPr>
                  <a:xfrm>
                    <a:off x="7879032" y="5975392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3" name="Oval 152">
                    <a:extLst>
                      <a:ext uri="{FF2B5EF4-FFF2-40B4-BE49-F238E27FC236}">
                        <a16:creationId xmlns:a16="http://schemas.microsoft.com/office/drawing/2014/main" id="{C9792623-4F10-6F7E-FC1A-66157314FC9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79032" y="5975392"/>
                    <a:ext cx="476146" cy="476146"/>
                  </a:xfrm>
                  <a:prstGeom prst="ellipse">
                    <a:avLst/>
                  </a:prstGeom>
                  <a:blipFill>
                    <a:blip r:embed="rId42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F1E1B38D-B8F5-89BD-8822-57A80C5777D7}"/>
                  </a:ext>
                </a:extLst>
              </p:cNvPr>
              <p:cNvCxnSpPr>
                <a:cxnSpLocks/>
                <a:stCxn id="153" idx="0"/>
                <a:endCxn id="138" idx="3"/>
              </p:cNvCxnSpPr>
              <p:nvPr/>
            </p:nvCxnSpPr>
            <p:spPr>
              <a:xfrm flipH="1" flipV="1">
                <a:off x="8106946" y="5846935"/>
                <a:ext cx="10159" cy="12845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3ADB01-DD8A-7E18-1091-482C3EF244C6}"/>
                </a:ext>
              </a:extLst>
            </p:cNvPr>
            <p:cNvGrpSpPr/>
            <p:nvPr/>
          </p:nvGrpSpPr>
          <p:grpSpPr>
            <a:xfrm>
              <a:off x="6130081" y="5494218"/>
              <a:ext cx="869999" cy="1261094"/>
              <a:chOff x="6540271" y="4283732"/>
              <a:chExt cx="869999" cy="126109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0" name="Isosceles Triangle 149">
                    <a:extLst>
                      <a:ext uri="{FF2B5EF4-FFF2-40B4-BE49-F238E27FC236}">
                        <a16:creationId xmlns:a16="http://schemas.microsoft.com/office/drawing/2014/main" id="{DA48F5F6-29AE-2B9B-C661-FC0F9D14E43E}"/>
                      </a:ext>
                    </a:extLst>
                  </p:cNvPr>
                  <p:cNvSpPr/>
                  <p:nvPr/>
                </p:nvSpPr>
                <p:spPr>
                  <a:xfrm>
                    <a:off x="6540271" y="4283732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0" name="Isosceles Triangle 149">
                    <a:extLst>
                      <a:ext uri="{FF2B5EF4-FFF2-40B4-BE49-F238E27FC236}">
                        <a16:creationId xmlns:a16="http://schemas.microsoft.com/office/drawing/2014/main" id="{DA48F5F6-29AE-2B9B-C661-FC0F9D14E43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271" y="4283732"/>
                    <a:ext cx="869999" cy="653951"/>
                  </a:xfrm>
                  <a:prstGeom prst="triangle">
                    <a:avLst/>
                  </a:prstGeom>
                  <a:blipFill>
                    <a:blip r:embed="rId43"/>
                    <a:stretch>
                      <a:fillRect b="-4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Oval 154">
                    <a:extLst>
                      <a:ext uri="{FF2B5EF4-FFF2-40B4-BE49-F238E27FC236}">
                        <a16:creationId xmlns:a16="http://schemas.microsoft.com/office/drawing/2014/main" id="{FA2F515E-F9F8-11B1-7B8F-6B879A34E224}"/>
                      </a:ext>
                    </a:extLst>
                  </p:cNvPr>
                  <p:cNvSpPr/>
                  <p:nvPr/>
                </p:nvSpPr>
                <p:spPr>
                  <a:xfrm>
                    <a:off x="6732387" y="5068680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5" name="Oval 154">
                    <a:extLst>
                      <a:ext uri="{FF2B5EF4-FFF2-40B4-BE49-F238E27FC236}">
                        <a16:creationId xmlns:a16="http://schemas.microsoft.com/office/drawing/2014/main" id="{FA2F515E-F9F8-11B1-7B8F-6B879A34E2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2387" y="5068680"/>
                    <a:ext cx="476146" cy="476146"/>
                  </a:xfrm>
                  <a:prstGeom prst="ellipse">
                    <a:avLst/>
                  </a:prstGeom>
                  <a:blipFill>
                    <a:blip r:embed="rId44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6" name="Straight Connector 155">
                <a:extLst>
                  <a:ext uri="{FF2B5EF4-FFF2-40B4-BE49-F238E27FC236}">
                    <a16:creationId xmlns:a16="http://schemas.microsoft.com/office/drawing/2014/main" id="{0972C351-F425-B44E-0B07-B669029C0077}"/>
                  </a:ext>
                </a:extLst>
              </p:cNvPr>
              <p:cNvCxnSpPr>
                <a:cxnSpLocks/>
                <a:stCxn id="155" idx="0"/>
                <a:endCxn id="150" idx="3"/>
              </p:cNvCxnSpPr>
              <p:nvPr/>
            </p:nvCxnSpPr>
            <p:spPr>
              <a:xfrm flipV="1">
                <a:off x="6970460" y="4937683"/>
                <a:ext cx="4811" cy="13099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Oval 158">
                  <a:extLst>
                    <a:ext uri="{FF2B5EF4-FFF2-40B4-BE49-F238E27FC236}">
                      <a16:creationId xmlns:a16="http://schemas.microsoft.com/office/drawing/2014/main" id="{C665C09B-FCE3-FD4E-BB9E-596B4AC626E5}"/>
                    </a:ext>
                  </a:extLst>
                </p:cNvPr>
                <p:cNvSpPr/>
                <p:nvPr/>
              </p:nvSpPr>
              <p:spPr>
                <a:xfrm>
                  <a:off x="6687120" y="4731383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9" name="Oval 158">
                  <a:extLst>
                    <a:ext uri="{FF2B5EF4-FFF2-40B4-BE49-F238E27FC236}">
                      <a16:creationId xmlns:a16="http://schemas.microsoft.com/office/drawing/2014/main" id="{C665C09B-FCE3-FD4E-BB9E-596B4AC626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120" y="4731383"/>
                  <a:ext cx="612511" cy="612511"/>
                </a:xfrm>
                <a:prstGeom prst="ellipse">
                  <a:avLst/>
                </a:prstGeom>
                <a:blipFill>
                  <a:blip r:embed="rId4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680E6224-B30D-AB0B-1DD3-2319A9852042}"/>
                    </a:ext>
                  </a:extLst>
                </p:cNvPr>
                <p:cNvSpPr txBox="1"/>
                <p:nvPr/>
              </p:nvSpPr>
              <p:spPr>
                <a:xfrm>
                  <a:off x="6076964" y="4826344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680E6224-B30D-AB0B-1DD3-2319A9852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6964" y="4826344"/>
                  <a:ext cx="773738" cy="369332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AD35802-B314-EB92-AE84-8AE7647C1D0C}"/>
                </a:ext>
              </a:extLst>
            </p:cNvPr>
            <p:cNvCxnSpPr>
              <a:cxnSpLocks/>
              <a:stCxn id="159" idx="3"/>
              <a:endCxn id="150" idx="0"/>
            </p:cNvCxnSpPr>
            <p:nvPr/>
          </p:nvCxnSpPr>
          <p:spPr>
            <a:xfrm flipH="1">
              <a:off x="6565081" y="5254194"/>
              <a:ext cx="211739" cy="2400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CBED269-3ABC-4229-FFCC-10436A813B7C}"/>
                </a:ext>
              </a:extLst>
            </p:cNvPr>
            <p:cNvCxnSpPr>
              <a:cxnSpLocks/>
              <a:stCxn id="137" idx="3"/>
              <a:endCxn id="138" idx="0"/>
            </p:cNvCxnSpPr>
            <p:nvPr/>
          </p:nvCxnSpPr>
          <p:spPr>
            <a:xfrm flipH="1">
              <a:off x="5879564" y="4634104"/>
              <a:ext cx="312810" cy="24548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58AE3F03-F6A8-38DC-86AA-AF599D392549}"/>
                </a:ext>
              </a:extLst>
            </p:cNvPr>
            <p:cNvCxnSpPr>
              <a:cxnSpLocks/>
              <a:stCxn id="136" idx="0"/>
              <a:endCxn id="135" idx="3"/>
            </p:cNvCxnSpPr>
            <p:nvPr/>
          </p:nvCxnSpPr>
          <p:spPr>
            <a:xfrm flipV="1">
              <a:off x="4726191" y="4137647"/>
              <a:ext cx="563369" cy="1516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0935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C48D2-3237-9162-34D2-68F2C73FC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DF4FF-B4BB-916D-E680-D5F940C43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05781" cy="4351338"/>
          </a:xfrm>
        </p:spPr>
        <p:txBody>
          <a:bodyPr>
            <a:normAutofit/>
          </a:bodyPr>
          <a:lstStyle/>
          <a:p>
            <a:r>
              <a:rPr lang="en-US" dirty="0"/>
              <a:t>After a BST insertion, update the heights of the node’s ancestors</a:t>
            </a:r>
          </a:p>
          <a:p>
            <a:r>
              <a:rPr lang="en-US" dirty="0"/>
              <a:t>From leaf to root, check if each node is balanced</a:t>
            </a:r>
          </a:p>
          <a:p>
            <a:r>
              <a:rPr lang="en-US" dirty="0"/>
              <a:t>If a node is unbalanced then at the deepest unbalanced node:</a:t>
            </a:r>
          </a:p>
          <a:p>
            <a:pPr lvl="1"/>
            <a:r>
              <a:rPr lang="en-US" dirty="0"/>
              <a:t>Case LL: If we inserted in the </a:t>
            </a:r>
            <a:r>
              <a:rPr lang="en-US" b="1" dirty="0"/>
              <a:t>left</a:t>
            </a:r>
            <a:r>
              <a:rPr lang="en-US" dirty="0"/>
              <a:t> subtree of the </a:t>
            </a:r>
            <a:r>
              <a:rPr lang="en-US" b="1" dirty="0"/>
              <a:t>left</a:t>
            </a:r>
            <a:r>
              <a:rPr lang="en-US" dirty="0"/>
              <a:t> child then: rotate right</a:t>
            </a:r>
          </a:p>
          <a:p>
            <a:pPr lvl="1"/>
            <a:r>
              <a:rPr lang="en-US" dirty="0"/>
              <a:t>Case RR: If we inserted in the </a:t>
            </a:r>
            <a:r>
              <a:rPr lang="en-US" b="1" dirty="0"/>
              <a:t>right</a:t>
            </a:r>
            <a:r>
              <a:rPr lang="en-US" dirty="0"/>
              <a:t> subtree of the </a:t>
            </a:r>
            <a:r>
              <a:rPr lang="en-US" b="1" dirty="0"/>
              <a:t>right</a:t>
            </a:r>
            <a:r>
              <a:rPr lang="en-US" dirty="0"/>
              <a:t> child then: rotate left</a:t>
            </a:r>
          </a:p>
          <a:p>
            <a:pPr lvl="1"/>
            <a:r>
              <a:rPr lang="en-US" dirty="0"/>
              <a:t>Case LR: If we inserted into the </a:t>
            </a:r>
            <a:r>
              <a:rPr lang="en-US" b="1" dirty="0"/>
              <a:t>right</a:t>
            </a:r>
            <a:r>
              <a:rPr lang="en-US" dirty="0"/>
              <a:t> subtree of the </a:t>
            </a:r>
            <a:r>
              <a:rPr lang="en-US" b="1" dirty="0"/>
              <a:t>left</a:t>
            </a:r>
            <a:r>
              <a:rPr lang="en-US" dirty="0"/>
              <a:t> child then: rotate left at the left child and then rotate right at the root</a:t>
            </a:r>
          </a:p>
          <a:p>
            <a:pPr lvl="1"/>
            <a:r>
              <a:rPr lang="en-US" dirty="0"/>
              <a:t>Case RL: If we inserted into the </a:t>
            </a:r>
            <a:r>
              <a:rPr lang="en-US" b="1" dirty="0"/>
              <a:t>left</a:t>
            </a:r>
            <a:r>
              <a:rPr lang="en-US" dirty="0"/>
              <a:t> subtree of the </a:t>
            </a:r>
            <a:r>
              <a:rPr lang="en-US" b="1" dirty="0"/>
              <a:t>right</a:t>
            </a:r>
            <a:r>
              <a:rPr lang="en-US" dirty="0"/>
              <a:t> child then: rotate right at the right child and then rotate left at the root</a:t>
            </a:r>
          </a:p>
          <a:p>
            <a:r>
              <a:rPr lang="en-US" dirty="0"/>
              <a:t>Done after either reaching the root or applying </a:t>
            </a:r>
            <a:r>
              <a:rPr lang="en-US" b="1" dirty="0"/>
              <a:t>one</a:t>
            </a:r>
            <a:r>
              <a:rPr lang="en-US" dirty="0"/>
              <a:t> of the above cases</a:t>
            </a:r>
          </a:p>
        </p:txBody>
      </p:sp>
    </p:spTree>
    <p:extLst>
      <p:ext uri="{BB962C8B-B14F-4D97-AF65-F5344CB8AC3E}">
        <p14:creationId xmlns:p14="http://schemas.microsoft.com/office/powerpoint/2010/main" val="29213257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C48D2-3237-9162-34D2-68F2C73FC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Delete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DF4FF-B4BB-916D-E680-D5F940C43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Tldr</a:t>
            </a:r>
            <a:r>
              <a:rPr lang="en-US" dirty="0"/>
              <a:t>: same cases, reverse direction of rotation, may need to repeat with ancestors</a:t>
            </a:r>
          </a:p>
          <a:p>
            <a:r>
              <a:rPr lang="en-US" dirty="0"/>
              <a:t>After a BST deletion, update the heights of the node’s ancestors</a:t>
            </a:r>
          </a:p>
          <a:p>
            <a:r>
              <a:rPr lang="en-US" dirty="0"/>
              <a:t>From leaf to root, check if each node is unbalanced</a:t>
            </a:r>
          </a:p>
          <a:p>
            <a:r>
              <a:rPr lang="en-US" dirty="0"/>
              <a:t>If a node is unbalanced then at the deepest unbalanced node:</a:t>
            </a:r>
          </a:p>
          <a:p>
            <a:pPr lvl="1"/>
            <a:r>
              <a:rPr lang="en-US" dirty="0"/>
              <a:t>Case LL: If we deleted in the </a:t>
            </a:r>
            <a:r>
              <a:rPr lang="en-US" b="1" dirty="0"/>
              <a:t>left</a:t>
            </a:r>
            <a:r>
              <a:rPr lang="en-US" dirty="0"/>
              <a:t> subtree of the </a:t>
            </a:r>
            <a:r>
              <a:rPr lang="en-US" b="1" dirty="0"/>
              <a:t>left</a:t>
            </a:r>
            <a:r>
              <a:rPr lang="en-US" dirty="0"/>
              <a:t> child then: </a:t>
            </a:r>
            <a:r>
              <a:rPr lang="en-US" dirty="0">
                <a:solidFill>
                  <a:srgbClr val="FF0000"/>
                </a:solidFill>
              </a:rPr>
              <a:t>rotate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left</a:t>
            </a:r>
          </a:p>
          <a:p>
            <a:pPr lvl="1"/>
            <a:r>
              <a:rPr lang="en-US" dirty="0"/>
              <a:t>Case RR: If we deleted in the </a:t>
            </a:r>
            <a:r>
              <a:rPr lang="en-US" b="1" dirty="0"/>
              <a:t>right</a:t>
            </a:r>
            <a:r>
              <a:rPr lang="en-US" dirty="0"/>
              <a:t> subtree of the </a:t>
            </a:r>
            <a:r>
              <a:rPr lang="en-US" b="1" dirty="0"/>
              <a:t>right</a:t>
            </a:r>
            <a:r>
              <a:rPr lang="en-US" dirty="0"/>
              <a:t> child then: </a:t>
            </a:r>
            <a:r>
              <a:rPr lang="en-US" dirty="0">
                <a:solidFill>
                  <a:srgbClr val="FF0000"/>
                </a:solidFill>
              </a:rPr>
              <a:t>rotate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right</a:t>
            </a:r>
          </a:p>
          <a:p>
            <a:pPr lvl="1"/>
            <a:r>
              <a:rPr lang="en-US" dirty="0"/>
              <a:t>Case LR: If we deleted into the </a:t>
            </a:r>
            <a:r>
              <a:rPr lang="en-US" b="1" dirty="0"/>
              <a:t>right</a:t>
            </a:r>
            <a:r>
              <a:rPr lang="en-US" dirty="0"/>
              <a:t> subtree of the </a:t>
            </a:r>
            <a:r>
              <a:rPr lang="en-US" b="1" dirty="0"/>
              <a:t>left</a:t>
            </a:r>
            <a:r>
              <a:rPr lang="en-US" dirty="0"/>
              <a:t> child then: </a:t>
            </a:r>
            <a:r>
              <a:rPr lang="en-US" dirty="0">
                <a:solidFill>
                  <a:srgbClr val="FF0000"/>
                </a:solidFill>
              </a:rPr>
              <a:t>rotate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right</a:t>
            </a:r>
            <a:r>
              <a:rPr lang="en-US" dirty="0"/>
              <a:t> at the left child and then </a:t>
            </a:r>
            <a:r>
              <a:rPr lang="en-US" dirty="0">
                <a:solidFill>
                  <a:srgbClr val="FF0000"/>
                </a:solidFill>
              </a:rPr>
              <a:t>rotate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left</a:t>
            </a:r>
            <a:r>
              <a:rPr lang="en-US" dirty="0"/>
              <a:t> at the root</a:t>
            </a:r>
          </a:p>
          <a:p>
            <a:pPr lvl="1"/>
            <a:r>
              <a:rPr lang="en-US" dirty="0"/>
              <a:t>Case RL: If we deleted into the </a:t>
            </a:r>
            <a:r>
              <a:rPr lang="en-US" b="1" dirty="0"/>
              <a:t>left</a:t>
            </a:r>
            <a:r>
              <a:rPr lang="en-US" dirty="0"/>
              <a:t> subtree of the </a:t>
            </a:r>
            <a:r>
              <a:rPr lang="en-US" b="1" dirty="0"/>
              <a:t>right</a:t>
            </a:r>
            <a:r>
              <a:rPr lang="en-US" dirty="0"/>
              <a:t> child then: </a:t>
            </a:r>
            <a:r>
              <a:rPr lang="en-US" dirty="0">
                <a:solidFill>
                  <a:srgbClr val="FF0000"/>
                </a:solidFill>
              </a:rPr>
              <a:t>rotate left</a:t>
            </a:r>
            <a:r>
              <a:rPr lang="en-US" dirty="0"/>
              <a:t> at the right child and then </a:t>
            </a:r>
            <a:r>
              <a:rPr lang="en-US" dirty="0">
                <a:solidFill>
                  <a:srgbClr val="FF0000"/>
                </a:solidFill>
              </a:rPr>
              <a:t>rotate right</a:t>
            </a:r>
            <a:r>
              <a:rPr lang="en-US" dirty="0"/>
              <a:t> at the root</a:t>
            </a:r>
          </a:p>
          <a:p>
            <a:r>
              <a:rPr lang="en-US" dirty="0">
                <a:solidFill>
                  <a:srgbClr val="FF0000"/>
                </a:solidFill>
              </a:rPr>
              <a:t>Continue checking until reach the root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796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22258</TotalTime>
  <Words>2810</Words>
  <Application>Microsoft Office PowerPoint</Application>
  <PresentationFormat>Widescreen</PresentationFormat>
  <Paragraphs>730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Calibri Light</vt:lpstr>
      <vt:lpstr>Cambria Math</vt:lpstr>
      <vt:lpstr>Calibri</vt:lpstr>
      <vt:lpstr>Arial</vt:lpstr>
      <vt:lpstr>Office Theme</vt:lpstr>
      <vt:lpstr>CSE 332 Winter 2026 Lecture 8: AVL Trees</vt:lpstr>
      <vt:lpstr>Dictionary (Map) ADT</vt:lpstr>
      <vt:lpstr>Naïve attempts</vt:lpstr>
      <vt:lpstr>Binary Search Tree</vt:lpstr>
      <vt:lpstr>Are these BSTs?</vt:lpstr>
      <vt:lpstr>Aside: Why not use an array?</vt:lpstr>
      <vt:lpstr>Find Operation (recursive)</vt:lpstr>
      <vt:lpstr>Find Operation (iterative)</vt:lpstr>
      <vt:lpstr>Insert Operation (recursive)</vt:lpstr>
      <vt:lpstr>Insert Operation (iterative)</vt:lpstr>
      <vt:lpstr>Delete Operation (iterative)</vt:lpstr>
      <vt:lpstr>Delete – 3 Cases</vt:lpstr>
      <vt:lpstr>Finding the Max and Min</vt:lpstr>
      <vt:lpstr>Delete Operation (iterative)</vt:lpstr>
      <vt:lpstr>Delete Operation (recursive)</vt:lpstr>
      <vt:lpstr>Worst Case Analysis</vt:lpstr>
      <vt:lpstr>Improving the worst case</vt:lpstr>
      <vt:lpstr>“Balanced” Binary Search Trees</vt:lpstr>
      <vt:lpstr>Idea 1: Both Subtrees of Root have same # Nodes</vt:lpstr>
      <vt:lpstr>Idea 2: Both Subtrees of Root have same height</vt:lpstr>
      <vt:lpstr>Idea 3: Both Subtrees of every Node have same # Nodes</vt:lpstr>
      <vt:lpstr>Idea 4: Both Subtrees of every Node have same height</vt:lpstr>
      <vt:lpstr>AVL Tree</vt:lpstr>
      <vt:lpstr>Is it an AVL Tree?</vt:lpstr>
      <vt:lpstr>Is it an AVL Tree?</vt:lpstr>
      <vt:lpstr>Using AVL Trees</vt:lpstr>
      <vt:lpstr>Inserting into an AVL Tree</vt:lpstr>
      <vt:lpstr>Insert Example</vt:lpstr>
      <vt:lpstr>Insert Example</vt:lpstr>
      <vt:lpstr>Not Balanced!</vt:lpstr>
      <vt:lpstr>Balanced!</vt:lpstr>
      <vt:lpstr>Right Rotation</vt:lpstr>
      <vt:lpstr>Insert Example</vt:lpstr>
      <vt:lpstr>Not Balanced!</vt:lpstr>
      <vt:lpstr>Balanced!</vt:lpstr>
      <vt:lpstr>Left Rotation</vt:lpstr>
      <vt:lpstr>Insertion Story So Far</vt:lpstr>
      <vt:lpstr>Insertion Story So Far</vt:lpstr>
      <vt:lpstr>Case LR </vt:lpstr>
      <vt:lpstr>Case LR in General</vt:lpstr>
      <vt:lpstr>Case RL in General</vt:lpstr>
      <vt:lpstr>Insert Summary</vt:lpstr>
      <vt:lpstr>Delete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86</cp:revision>
  <dcterms:created xsi:type="dcterms:W3CDTF">2023-09-26T20:08:20Z</dcterms:created>
  <dcterms:modified xsi:type="dcterms:W3CDTF">2026-01-26T14:51:15Z</dcterms:modified>
</cp:coreProperties>
</file>