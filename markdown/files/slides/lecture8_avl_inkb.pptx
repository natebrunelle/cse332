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1"/>
  </p:notesMasterIdLst>
  <p:sldIdLst>
    <p:sldId id="256" r:id="rId2"/>
    <p:sldId id="258" r:id="rId3"/>
    <p:sldId id="263" r:id="rId4"/>
    <p:sldId id="476" r:id="rId5"/>
    <p:sldId id="477" r:id="rId6"/>
    <p:sldId id="478" r:id="rId7"/>
    <p:sldId id="278" r:id="rId8"/>
    <p:sldId id="279" r:id="rId9"/>
    <p:sldId id="280" r:id="rId10"/>
    <p:sldId id="281" r:id="rId11"/>
    <p:sldId id="471" r:id="rId12"/>
    <p:sldId id="282" r:id="rId13"/>
    <p:sldId id="472" r:id="rId14"/>
    <p:sldId id="284" r:id="rId15"/>
    <p:sldId id="473" r:id="rId16"/>
    <p:sldId id="283" r:id="rId17"/>
    <p:sldId id="474" r:id="rId18"/>
    <p:sldId id="285" r:id="rId19"/>
    <p:sldId id="286" r:id="rId20"/>
    <p:sldId id="470" r:id="rId21"/>
    <p:sldId id="287" r:id="rId22"/>
    <p:sldId id="288" r:id="rId23"/>
    <p:sldId id="289" r:id="rId24"/>
    <p:sldId id="475" r:id="rId25"/>
    <p:sldId id="290" r:id="rId26"/>
    <p:sldId id="291" r:id="rId27"/>
    <p:sldId id="292" r:id="rId28"/>
    <p:sldId id="293" r:id="rId29"/>
    <p:sldId id="294" r:id="rId30"/>
    <p:sldId id="295" r:id="rId31"/>
    <p:sldId id="296" r:id="rId32"/>
    <p:sldId id="297" r:id="rId33"/>
    <p:sldId id="298" r:id="rId34"/>
    <p:sldId id="300" r:id="rId35"/>
    <p:sldId id="299" r:id="rId36"/>
    <p:sldId id="301" r:id="rId37"/>
    <p:sldId id="302" r:id="rId38"/>
    <p:sldId id="303" r:id="rId39"/>
    <p:sldId id="305" r:id="rId40"/>
  </p:sldIdLst>
  <p:sldSz cx="12192000" cy="6858000"/>
  <p:notesSz cx="6858000" cy="9144000"/>
  <p:embeddedFontLst>
    <p:embeddedFont>
      <p:font typeface="Cambria Math" panose="02040503050406030204" pitchFamily="18" charset="0"/>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CB46A9-AC64-2107-0D04-23C3E6A0A637}" name="Sarah Brunelle" initials="SB" userId="S::sarah.bland@TNC.ORG::0841f992-6401-4fcf-8797-7495e84da30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1" autoAdjust="0"/>
  </p:normalViewPr>
  <p:slideViewPr>
    <p:cSldViewPr snapToGrid="0">
      <p:cViewPr varScale="1">
        <p:scale>
          <a:sx n="64" d="100"/>
          <a:sy n="64" d="100"/>
        </p:scale>
        <p:origin x="74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2:34:10.406"/>
    </inkml:context>
    <inkml:brush xml:id="br0">
      <inkml:brushProperty name="width" value="0.05292" units="cm"/>
      <inkml:brushProperty name="height" value="0.05292" units="cm"/>
      <inkml:brushProperty name="color" value="#FF0000"/>
    </inkml:brush>
  </inkml:definitions>
  <inkml:trace contextRef="#ctx0" brushRef="#br0">4455 6582 0,'0'0'0,"0"0"0,0 9 0,0 8 15,0 0 1,0 0-16,0 9 16,-8 8-1,-1 0-15,1 17 16,-1 8 0,1 1-16,-1-9 15,0-17 1,1 0-16,8-9 15,0 1 1,0-18-16,0 1 16,0-1-1,0 1-15,0-1 0,0 1 16,0-1 0,0 1-16,0-1 31,0 1-31,8-1 15,10 1 1,-1-1-16,17 1 16,0-1-1,0 1-15,0-1 0,9-8 16,17-8 0,8-1-1,26-16-15,8-1 16,-16 1-1,-1-1 1,0 9-16,18 0 16,-1 0-1,1 9-15,-1-1 16,0-8 0,26-8-16,0 8 0,-8 8 31,-1 1-31,9-1 15,9 9 1,-9 0 0,-9 0-16,1 9 15,25-9 1,0 0-16,-8 8 16,25-8-1,9 0-15,-18 0 16,9-8-16,9 8 0,-9-9 31,0 1-15,9 8-16,-9-9 15,-17 1 1,18-9-16,7 8 16,-25 1-1,9-1-15,0-8 16,-1 9-1,-16 8-15,-9 0 16,17 0 0,-9 8-16,-8-8 15,26-8 1,0-1-16,8 9 16,-17 0-1,9 0-15,-9 17 16,-17 0-16,-9 0 15,1 0-15,16 0 16,-33 9 0,-9 8-1,-9 0 1,-17 0-16,-8 0 16,-9-9-1,0 9-15,9 0 16,0 0-16,-17-8 15,-18-9 1,1-9 0,-9 1-16,-9-1 15,1 1 1,-1-1-16,1-8 0,-9 0 31,0 0-31,8-8 16,10-9-16,-1-43 15,17-25 1,8-25-16,-7 50 16</inkml:trace>
  <inkml:trace contextRef="#ctx0" brushRef="#br0" timeOffset="11587.89">4114 7765 0,'0'0'0,"0"0"0,0 0 0,0 17 15,8 0 1,1 25 0,-1 18-16,-16-1 15,-1-8 1,1-17-16,-9 0 16,8-8-16,1-9 15,-1-9 1,9 1-1,0-1-15,0-8 16,0 0 0,0 9-1,0-1-15,9 1 16,-1-1-16,9 1 0,9-1 31,8 1-31,26 8 16,0 0-1,-18-9 1,44-8-16,25 9 0,8-1 31,-8 1-31,-26-1 16,18 1 0,33-1-16,1 9 15,-26-8 1,-9 8-16,35 8 15,8 9 1,-9 0-16,-25-8 16,17-1-1,26-8-15,-17-8 16,-18-1 0,26 1-16,17-1 15,-17 1 1,-8-1-16,59 1 15,-8-9 1,17-26-16,34 1 16,0-1-16,8 1 15,1 8 1,-9 8 0,-17 9-16,-9 17 15,18 0-15,-9 9 16,25-1-1,-8 1 1,-34-9-16,0-9 16,0 10-1,8-1-15,-34 0 16,-25-9 0,16 1-16,-7-1 15,7-8 1,-16 9-16,0-1 15,-9 1 1,0-18-16,-9 9 16,1 9-1,-18-18-15,-25 1 16,9-1 0,-18 9-16,0 0 15,1 0-15,-18 0 16,-17-8-1,-25 8-15,-1 0 16,-8-9 0,-8 1-1,0-1-15,-1-16 16,1-18 0,-9-8-16,0-17 15,34-51 1,43-60-16,76-118 15</inkml:trace>
  <inkml:trace contextRef="#ctx0" brushRef="#br0" timeOffset="42165.93">3073 10835 0,'0'0'0,"0"0"0,0 0 0,0 0 16,0 0-1,0 0 1,8 0-16,26 0 16,17-9-16,9-8 15,0-8 1,25-1-1,1-16-15,16-9 16,9-17 0,-26 8-16,18-25 15,-1 17 1,-42 8-16,-9 9 16,-25 34-16</inkml:trace>
  <inkml:trace contextRef="#ctx0" brushRef="#br0" timeOffset="42512.5">3457 10324 0,'0'0'0,"0"0"0,0 0 16,8 0-1,9-8-15,26 8 16,25 0 0,18-9-16,7 1 15,18-1-15,0 1 16,9 8-16,-18 0 31,-25 17-31,-9 0 16,-25 8-1,0 9-15,-18 17 16,-16 9 0,-26 17-16,8-26 0</inkml:trace>
  <inkml:trace contextRef="#ctx0" brushRef="#br0" timeOffset="71553.37">10831 12672 0,'-9'0'0,"1"17"0,-1 0 16,1 0 0,-1 8-1,1-8-15,-1 17 16,1 9-16,-10 8 15,-7 0 1,8-9 0,0-8-16,0-8 0,8-9 15,1-9 1,8 1 0,0-1-16,0 1 15,0-9 1,0 0-16,0 0 15,0 0-15,0 0 32,8 0-32,26 0 15,52-9 1,25 1-16,8 8 16,1 0-16,42-9 0,26 9 31,-26 0-16,43-8-15,16 8 16,10-9 0,-1 9-16,1 0 15,33-8 1,1-1-16,-1 1 16,18-9-16,-9 0 15,26-9 1,-26 9-16,43-8 0,-9 8 15,-25 0 1,-9 17 0,-8 8-1,-18-8 1,-51 9-16,9-1 16,-51-16-1,-52-1-15,-25 1 16,-26-1-1,-25 9-15,-1 0 16,-16 0 0,0-8-16,-1-1 15,9-8 1,0-17-16,0-42 16,9-18-1,-1 52-15</inkml:trace>
  <inkml:trace contextRef="#ctx0" brushRef="#br0" timeOffset="88570.16">2151 12901 0,'0'0'0,"0"0"0,-9 0 15,-16 17 1,-1 0-16,-8-8 16,8-1-16,-16 9 15,8-8 1,8 8-16,0 0 0,26 0 31,0 0-15,0 0-16,0-9 15,0 1 1,0 8-16,0 0 16,0 0-16,0-9 15,0 1 1,26-1 0,17 1-16,33-9 15,1 8-15,34 1 16,43 8-1,-1 0 1,-25 0-16,9 8 16,34 1-1,-26-18-15,-68 1 16,-26-9 0,-26 0-16</inkml:trace>
  <inkml:trace contextRef="#ctx0" brushRef="#br0" timeOffset="88888.59">3363 12986 0,'0'0'0,"0"0"0,34 17 15,17 0-15,9 0 16,0 9 0,-1-1-16,-16 1 15,-26-1 1,-17 1-16,-26 33 15,-59 61 1,-51 33-16,-44 17 16,-7 0-1,-52 42-15</inkml:trace>
  <inkml:trace contextRef="#ctx0" brushRef="#br0" timeOffset="97237.46">1997 16218 0,'0'0'0,"0"0"0,0 0 0,0 0 32,0 0-32,0 0 15,0 0 1,0 0-16,26-8 0,16-10 31,18-7-31,-9-18 0,26-25 31,26-17-15,25 0-16,-17 17 16,-43 26-16,-17-1 15,26 1 1,17-1-16,17-25 0,17-25 31,-68 50-15</inkml:trace>
  <inkml:trace contextRef="#ctx0" brushRef="#br0" timeOffset="97668.58">2723 14900 0,'0'0'0,"0"0"0,0 0 16,0 0-1,0 0-15,0 0 16,0 0-1,17-9-15,8 1 16,44-1 0,33 9-16,18 0 15,-18 9 1,-25 8-16,0 0 16,-26 8-1,-17 1-15,-8-9 16,-18 0-1,-8 8-15,-17 35 16,-26 25 0,-42 68-16,-9 9 15,34-35 1,35-42-16,25-51 16</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2:36:09.777"/>
    </inkml:context>
    <inkml:brush xml:id="br0">
      <inkml:brushProperty name="width" value="0.05292" units="cm"/>
      <inkml:brushProperty name="height" value="0.05292" units="cm"/>
      <inkml:brushProperty name="color" value="#FF0000"/>
    </inkml:brush>
  </inkml:definitions>
  <inkml:trace contextRef="#ctx0" brushRef="#br0">4199 6472 0,'0'0'0,"0"0"0,0 0 0,0 0 16,0 0-16,0 0 16,0 0-1,0 0-15,-8-9 16,-1 9-1,1 0 1,-1 0-16,-25 0 16,-26 17-1,-25 17-15,-9 17 16,-8 17 0,8 18-16,0-1 15,8 8 1,10 9-16,7 17 15,1 26 1,8-26-16,18-17 16,25 0-1,17 0-15,17 0 16,17 0 0,0-8-1,0-18-15,34 18 16,26 25-16,0 0 15,-9-9 1,-16-24-16,-27-18 16,-7-9-1,-10 9 1,-25 9-16,-17 8 16,-26-9-16,1-8 15,-18 9 1,-8-9-16,-1-9 15,27-16 1,8-18-16,17 1 16,-1-1-1,1-8-15,9 0 16,8-8 0,0 8-1,8 0-15,27 17 16,16 0-1,17 0-15,0 9 16,-8-1-16,-26 9 16,-17 34-1,-42 60 1,-35 25-16,-8 8 16,16-16-1,35-34-15,34 8 16,60 17-1,34-26-15,60-16 16,68-35-16,102-33 16</inkml:trace>
  <inkml:trace contextRef="#ctx0" brushRef="#br0" timeOffset="15031.06">18239 5188 0,'0'0'0,"0"0"0,0 25 0,9 18 15,-9 8 1,8 25-16,-8 9 16,0 0-1,0 9-15,0 0 16,0 8-1,9 0-15,-1 25 16,1 18 0,-9 8-16,-9 0 15,1 9 1,8-1-16,0-8 16,0 0-16,0 0 15,17-8 1,-9 8-16,1 17 15,-1 9-15,1-9 32,0 8-32,-1 18 15,1-9 1,-9 0-16,0 0 16,8 26-16,-8-1 15,0-24 1,0 7-1,0 1-15,0-9 16,0-26 0,9-7-16,-1-27 0,1 1 15,-1-9 1,9-9 0,-8 1-1,-1-18-15,9-16 16,-8-1-1,0-16-15,-1-17 16,1-1 0,-9-16-1,0-1-15,0-16 16,0-1-16,0 1 16,0-1-1,0 1 1,0-1-16,0-8 15,0 0 1,0 0-16,0 0 16,0 0-16,0 0 15,0 0 1,0 0-16,0 0 16,0 0-1,0 0-15,0 0 16,8 0-1,9 0-15,0 0 16,9-8 0,0-1-16,8 1 15,0-1 1,17-8 0,0-8-16,0-1 15,18 1-15,16-1 16,9-8-1,0 9-15,0 7 16,17 1 0,25-8-1,9 8-15,-17 0 16,34-9 0,1 9-16,-10 9 15,9-1-15,9 9 16,-9 0-1,-8 0 1,25 9-16,9-1 16,-17-8-1,25-8-15,-8-1 16,-43-8 0,17 9-16,-8-9 15,-43 8 1,-9 9-16,-34 0 15,-17 0 1,-8 0-16,-17 0 16,-9 0-16,-9 0 15,1 0 1,-1 0-16,1 0 16,-9 0-1,8-8-15,10-18 16,-10-8-1,1-17 1,8-34-16,-9-17 16,1-8-16,-9-1 15,-9-8 1,1-17 0,-1-17-16,-8 0 15,9-43 1,8-8-16,0-26 15,0-8-15,0 9 16,8-18 0,-8 9-1,0-9-15,9 9 16,8-8-16,-9-10 16,18 10-16,8-1 15,0 18 1,-8-1-16,-9 17 15,0 18 1,0 25-16,-9 17 16,10-9-1,7 9-15,-16 17 32,-1 25-32,1 18 15,-1 8 1,1 8-16,-9 35 15,0 8 1,0 17-16,0 0 16,0 8-16,0 9 15,0 0 1,0 0-16,0 0 16,0 0-1,0 0 1,0 0-16,0 0 15,0 0 1,-17-8-16,-34-1 0,-35 1 31,-25-1-31,-34 1 16,-43-9-16,1 8 16,-78-8-16,-17 9 31,-8 8-31,-111 8 0,-26 9 31,-34 17-31,-93 34 16,-61 9-1,-42 33-15,247-16 16</inkml:trace>
  <inkml:trace contextRef="#ctx0" brushRef="#br0" timeOffset="40773.33">26151 3317 0,'0'0'0,"0"0"0,0 0 16,0 0-1,0 0-15,0 0 16,0 0-1,0 0 1,9 17-16,8 42 16,0 60-1,0 17-15,-17 43 16,-17 51 0,8-26-16,1-9 15,-1 9 1,18-76-16,-18-43 15,9-25 1,0-26-16,0-9 16,0-16-1,-8-9-15,-1-9 16,-17 1 0,-16-9-16,-18-9 15,17 9-15,9 0 16,0 0-1,17 17-15,0 0 16,-9 17 0,1 17-1,-9 43-15,8 25 16,17-17 0,18-17-16,17-9 15,25-16 1,51-18-16,26-33 15,17-43 1,35-51-16,-10-9 16,86-59-1</inkml:trace>
  <inkml:trace contextRef="#ctx0" brushRef="#br0" timeOffset="48985.82">20347 2228 0,'0'0'0,"0"0"0,0 0 0,0 0 31,0 0-15,0 0-16,0 0 15,0 0 1,0 0-16,0 9 16,0 25-1,0 51-15,0 51 16,-17 34-1,-8 60-15,-10-18 16,1-16 0,0-1-16,0-59 15,8-51 1,9-34 0,-8-8-16,-1 0 15,-8-18-15,-9-16 16,-8-9-1,-26-9-15,35 1 16</inkml:trace>
  <inkml:trace contextRef="#ctx0" brushRef="#br0" timeOffset="49279.33">19536 3402 0,'0'0'0,"0"0"0,0 0 16,9 8-1,25 43-15,17 26 16,-8 25 0,-9-9-1,-17 18-15,-8 0 16,-1-9 0,1-34-16,-1-17 15,1-17-15,-9-9 16,0-8-1,17-8-15,26-9 16,85-68 0,59-60-16,35-33 15,86-35 1</inkml:trace>
  <inkml:trace contextRef="#ctx0" brushRef="#br0" timeOffset="57635.46">2202 13003 0,'0'0'0,"0"0"0,-9 0 15,-8 0-15,-8-8 16,-1 8 0,1 0-16,-1 0 15,0 0 1,1 0-16,8 0 15,0 0 1,8 0-16,9 0 16,0 0-1,0 0-15,0 0 16,34 0 0,26 0-16,0 0 15,25-9 1,43-8-1,9 9-15,-9-9 16,-60 17-16,17 0 16,9 0-1,9 0-15,8 8 16,-18-8 0,-41-8-16,-18-1 15,0 1 1,-8-1-1,-1-8-15,-8-17 16,-8-25-16,-9 25 16</inkml:trace>
  <inkml:trace contextRef="#ctx0" brushRef="#br0" timeOffset="57994.69">3141 12714 0,'0'0'0,"0"0"0,0 0 0,0 0 16,8 0-16,9 9 15,18-1 1,-10 1-16,9-1 31,9 9-31,17 9 16,0-9-1,-9 0-15,0 8 16,-8 1 0,-9-9-16,0 8 15,-9-8 1,-16-8-16,0-1 16,-1 1-1,-16 8-15,-1 0 16,-25 17-1,-34 0-15,8 8 16,34-25 0</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2:38:09.951"/>
    </inkml:context>
    <inkml:brush xml:id="br0">
      <inkml:brushProperty name="width" value="0.05292" units="cm"/>
      <inkml:brushProperty name="height" value="0.05292" units="cm"/>
      <inkml:brushProperty name="color" value="#FF0000"/>
    </inkml:brush>
  </inkml:definitions>
  <inkml:trace contextRef="#ctx0" brushRef="#br0">5539 4414 0,'0'0'0,"0"0"0,0 0 0,0 0 16,0 0-16,0 0 0,-8 0 15,-1 0-15,1 0 16,-1 0 0,1 0-16,-1 0 15,-8 0-15,0 0 16,0 8 0,-9 1-1,1 8-15,-18 0 16,0 17-1,-17 0-15,-8 8 16,0 1 0,8 8-16,0 8 15,1 1 1,-1 8-16,9 0 16,-9 9-1,9 8-15,8-9 16,0 1-1,-8 16-15,0 9 16,0 0 0,0 0-16,16 9 15,1 0 1,0-9-16,9 0 16,7-9-16,1-8 15,0 0 1,17 0-16,0 0 15,0 0 1,0 18 0,9-1-16,-1-9 15,9-16 1,1-1-16,16 1 16,0-18-16,17 9 15,17 0 1,18-8-1,25-18-15,8-8 16,1 0 0,-9-8-16,0-1 15,8 1-15,9-9 16,9 8 0,8-8-16,8 9 15,1-17 1,-9-1-16,9 1 15,-9-1 1,0-8 0,17 0-16,9 0 15,-1-8 1,18-1-16,17-8 16,0 0-16,25-9 15,1 9 1,-18 0-1,9-8-15,0-9 0,17-9 16,-9 1 0,18 8-16,-9 0 15,0-9 1,-17 1 0,-17 8-1,8-9-15,-17-25 16,1-8-1,-10-1-15,-25 9 0,-16-8 32,-1-9-32,8-9 15,-16 0 1,-18 9-16,-16 0 16,-26 9-1,-18-1 1,-16-8-16,-9 9 15,-25 8-15,-9-9 16,-26-8 0,-34-8-1,-34-10-15,-25 1 16,-18 26-16,-8 8 16,-34 17-1,-17 17-15,-18-9 16,-8 9-1,18 9 1,-35-9-16,8 17 16,-16-9-16,-1 1 15,1-1 1,8-8-16,17 0 16,-34-8-1,-17-1-15,-43 9 16,-51 17-1,-34 17-15,-26 26 16,-34-1 0,-85 9-16,136 0 15</inkml:trace>
  <inkml:trace contextRef="#ctx0" brushRef="#br0" timeOffset="25930.83">6077 7620 0,'0'0'0,"0"0"0,-9 0 0,1-9 15,-9 1-15,-9-1 16,-17 9 0,1 0-1,-9 0 1,-35 17-1,1 1-15,25-1 16,-25 17 0,-18 8-16,1 18 15,-9-1 1,17 9-16,17 0 16,-8 9-1,-26-1-15,-17 43 16,8 9-1,44-26-15,16-9 16,0 18 0,-17 25-16,18 0 15,16-34 1,17-17-16,-8 34 16,9 17-1,16-8-15,9-51 16,0-9-1,9 25-15,8 9 16,17 0 0,8-17-16,1-17 15,-9-17 1,9-17-16,25 0 16,26 9-1,9 8-15,7-9 16,-33-8-16,17 9 15,43-9 1,-1-8-16,-25-9 16,-8 0-1,16 8-15,35 9 16,-18-8 0,-16-1-1,16 9-15,1-8 16,0-1-1,-18 1-15,18-1 16,25-8 0,-26 9-16,9-18 15,18-8 1,-1 9-16,8-1 16,1-8-1,17 0-15,0-8 16,-26-9-16,26 0 15,16-17 1,-33 8-16,8 9 16,1 0-1,-27 9-15,35-26 16,17 0 0,0-17-1,-9-9-15,17-8 16,35 0-1,-18 8-15,-16 1 16,-18-1 0,9 1-16,8-1 15,-34 18 1,-8-1-16,17 9 16,-43 0-1,9 17-15,-1 0 16,-8 0-1,-8 0-15,-9 0 16,0-8 0,9-9-16,-9 0 15,-9 0 1,-8-9-16,8-16 16,1-9-1,-26-1-15,-9-16 16,-17-8-1,-16 8-15,-10 0 16,-16 0 0,-17-9-16,-18-16 15,-8-1 1,-17 9-16,-9 0 16,-17 8-1,-16-16-15,-10 8 16,-8 8-1,-25 9-15,-9 17 16,0 0 0,-34 9-16,-1 16 15,18-8 1,-25 0 0,-1 0-16,-8 0 15,-9 0 1,-8 17-16,16 8 15,-42 1-15,-8 8 16,25 17 0,-25 0-1,8 8-15,-26 9 16,1-8 0,-1 8-16,1 0 15,-9 8-15,-9 1 16,1-1-1,-1 10-15,-8-1 16,-9 0 0,9-17-16,0-9 15,8-8 1,-16-17-16,-1 0 16,-8 9-1,8-1-15,-25 9 16,34 17-16,-60 0 15</inkml:trace>
  <inkml:trace contextRef="#ctx0" brushRef="#br0" timeOffset="35084.58">6085 10273 0,'0'0'0,"0"0"0,0 0 0,0 0 32,-8 0-32,-1 0 15,-8 9 1,-8-1-16,-1-8 15,-17 0 1,-8 0-16,-17 9 16,-26 8-1,9 0-15,-9 0 16,0 17 0,0 0-16,-8 8 15,8 10 1,0 7-16,-17 9 15,8 0 1,1-8-16,-9 33 16,17 18-1,9 16-15,-1-16 16,1-18 0,0 44-16,17 16 15,16-34 1,1-17-16,0 17 15,8 34 1,9-17-16,17-34 16,0 9-1,8 25-15,9 0 16,0-43 0,0-33-16,17-1 15,1 9 1,24 17-16,18 0 15,8-25 1,18 8-16,-1-17 16,-17-8-1,18-1-15,7-16 16,1-1 0,17 1-16,-17-18 15,17 1 1,9-9-16,-9 0 15,8 8-15,-17-8 16,27 0 0,-1 0-1,0 0-15,0-8 16,-9 8-16,9 0 16,9 0-1,-9 0 1,0 0-16,25 0 15,9 8-15,18-8 16,-10 0 0,18 9-1,8-9-15,-8 0 16,0-9-16,8 1 16,1 8-1,-10-9-15,10 9 31,25-8-31,-9 8 16,-17 0-16,9 8 16,9-16-16,7-1 31,-16-8-31,-17 17 16,42-8-1,-8-9-15,0 0 16,-25-17-16,-10 8 15,35 1 1,-34 7 0,-9-7-16,18-1 15,-18 1-15,-8-9 16,16 8 0,-7 1-1,-10-9-15,18 0 16,-17 8-16,-9-8 15,26 17 1,-18-8 0,-8-9-16,18 8 15,-10-8 1,-7 0-16,-10 9 16,1-1-1,-18 1-15,9-1 16,1-8-1,-10 0-15,9-8 16,9 8 0,-26 0-16,-9-9 15,-8-8 1,-8 0-16,-26 17 16,-9-9-1,-8 1-15,-18 8 16,-16 0-1,-1 0-15,1 0 16,-9-9 0,-8-8-16,-18-8 15,-8-9 1,-9 17-16,-25-17 16,-34-9-1,-9 18-15,-8 8 16,-18 0-1,-25 0-15,8 8 16,9 1 0,-25-10-16,-18 1 15,9 0-15,17 17 16,-43-8 0,-8-1-1,8 1-15,-25 8 16,8-9-1,-26-16-15,27 16 16,41-8 0,-50-17-16,-9 9 15,26 25 1,-9 0-16,-17 8 16,-25 18-16,-1-9 15,0 8 1,-8-8-1,0 9-15,-8-1 16,-18 1 0,-8 8-16,-17 0 15,-60-9 1,17-8-16,-34 9 16,-35-9-1,-7-9-15,-27 9 16,-67 0-1,-44 0-15,-33 0 16,-26 26-16,213 16 16</inkml:trace>
  <inkml:trace contextRef="#ctx0" brushRef="#br0" timeOffset="56220.05">11659 16728 0,'0'0'0,"0"0"0,0 0 16,0 0-1,0 0-15,0 0 16,-9-8 0,1-1-16,-18 1 15,-8-1-15,-26 1 16,-25-9-1,-1 17 1,-7 0-16,-10 0 16,1 8-1,-9 9-15,0 9 16,-9-9-16,9 8 16,18 1-1,16-18 1,17 1-16,17-9 15,9-9 1,17 1-16,17-18 16,0-8-1,9 17-15</inkml:trace>
  <inkml:trace contextRef="#ctx0" brushRef="#br0" timeOffset="56481.62">10413 16303 0,'0'0'0,"0"0"0,0 0 16,-9 0-16,-8 17 16,-17 0-1,-26 17-15,-17 9 16,1 8 0,-1 0-16,8 8 15,18-16 1,17-1-16,17-8 15,26 0 1,33 17-16,61 26 16,59 16-1,43 26-15,76 60 16</inkml:trace>
  <inkml:trace contextRef="#ctx0" brushRef="#br0" timeOffset="71461.8">1690 5647 0,'0'0'0,"0"0"0,0 0 0,0 17 16,0-9 0,0 1-1,0-1-15,0 1 16,0-18-16,0-8 15,60-34 1,51-25-16,25-18 16,-8-16-1,-60-1 1,1 9-16,16 17 16,-34 17-1,-17 0-15,-16 0 16,-18 17-1,-26 0-15,-8 17 16,8 25-16,-16 18 16,-35 33-1,0 1 1,34-17-16,18-1 16,8-16-16,-1-1 15,10 1 1,-1-1-1,9 1-15,0-9 0,17 0 16,26 8 0,17-16-1,25-1 1,18-8 0,16 0-16,-8 9 15,-43 8 1,-33 0-16,-10 17 15,1 8 1,-9 43-16,0 85 0,0 170 31</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2:39:51.647"/>
    </inkml:context>
    <inkml:brush xml:id="br0">
      <inkml:brushProperty name="width" value="0.05292" units="cm"/>
      <inkml:brushProperty name="height" value="0.05292" units="cm"/>
      <inkml:brushProperty name="color" value="#FF0000"/>
    </inkml:brush>
  </inkml:definitions>
  <inkml:trace contextRef="#ctx0" brushRef="#br0">5539 5366 0,'0'0'0,"0"0"0,0 0 0,0 0 31,0 26-31,0-26 16,0 0-1,-8 8-15,-1 1 16,-8-1-16,0 1 16,0-1-1,0 9-15,8 9 32,-8 16-32,0 18 15,9 16-15,-1 1 0,1-17 31,8-9-15,0-17-16,0-9 16,0 1-16,0-9 15,0 0 1,0 0 0,17 0-16,0-9 15,17 1 1,26-1-16,8-8 15,17 0 1,26-8-16,17-1 16,9 1-1,25-9-15,17 0 16,26 0 0,25 8-16,18 1 15,17 8-15,8 17 16,17 0-16,9 0 31,16 17-31,27 17 16,-1 0-1,-17-9-15,18 1 16,25 16 0,-9-25-16,1 0 15,8 9-15,25-18 16,-8-8-1,-17 9-15,52-18 16,-1 1 0,-51-1-16,17 1 15,0 8 1,-60 8 0,-16 1-16,-27-1 15,-50 1-15,-26-1 16,-43 1-1,-51-9 1,-43-8-16,-34-1 16,-8 1-1,-18-9-15,1 0 16,-1 0 0,-8-9-16,0-25 15,0-43 1,9-50-16,16-52 15,27-8 1,42-110-16</inkml:trace>
  <inkml:trace contextRef="#ctx0" brushRef="#br0" timeOffset="13737.73">4455 4916 0,'0'0'0,"0"0"0,0-9 15,0 9 1,0 0-16</inkml:trace>
  <inkml:trace contextRef="#ctx0" brushRef="#br0" timeOffset="14370.63">4225 4797 0,'0'0'0,"0"0"0,0 0 15,0 0 1,0 0-16,0 0 16,0 0-1,0 0 1,0 0-16,-9 0 15,1 0 1,-1 0-16,1 0 16,-18 0-16,0-9 31,-16 1-31,-1 8 16,-25 0-1,-18 17-15,-7 0 16,-1 17-16,-17 8 15,0 9 1,17 0-16,0 17 16,17 9-1,9-9-15,8-9 16,9 9 0,-9 9-16,9 8 15,17 0 1,25 8-16,18 1 15,34 8 1,8 0 0,26-17-16,25-8 15,26-1 1,17-25-16,9-25 16,8-18-16,-8-16 15,-9-26 1,-26-9-1,9-16-15,-17-9 16,-17-17-16,-9-34 16,-16-17-1,-27-18-15,-25-7 16,-34 8-16,-17 0 31,-60 8-31,-59 35 16,-103 42-1,-171 110-15,34 69 16</inkml:trace>
  <inkml:trace contextRef="#ctx0" brushRef="#br0" timeOffset="22221.03">6623 6565 0,'0'0'0,"0"0"0,0 0 16,0 0-1,0 0 1,0 0-16,0 0 16,0 0-1,0 9-15,0-9 16,0 0-1,0 0-15,0 0 16,0 0 0,0-17-16,0-43 15,34-59-15,17-8 16,1 50 0,-10 35-16,-8-1 15,1 1-15,-10 8 31,-8 0-31,-8 17 16,-1 0 0,-8 17-16,-8 0 0,-26 0 15,-26 8 1,0 9-16,0-8 16,-16 8-1,7 17 1,18-9-1,17-8-15,17 0 0,0-8 32,8-1-32,9 1 15,0-9-15,0 0 16,17-9 0,9 1-1,8-1-15,26-16 16,17 8-1,-18-9-15,-7 9 0,-10 0 16,1 0 0,-17 17-16,8 17 15,8 34 1,18 68 0,-9 26-16,-25-60 31,8-34-31,-17-34 15</inkml:trace>
  <inkml:trace contextRef="#ctx0" brushRef="#br0" timeOffset="49451.81">3918 8836 0,'0'0'0,"8"0"0,35 9 0,8-1 15,26 9-15,25 9 16,35 8-1,16-9 1,35-16-16,68-1 16,17-16-1,60-1-15,60-8 16,-18 9 0,69-9-16,85-9 15,-119 9 1</inkml:trace>
  <inkml:trace contextRef="#ctx0" brushRef="#br0" timeOffset="58808.58">10165 9848 0,'0'0'0,"0"0"0,0 0 0,0 0 16,0 0 0,0 0-1,0 0-15,9 0 16,25 0-16,43-8 16,51-1-1,51 9 1,34 9-16,18 25 15,16 8 1,86 35-16,51-1 16,51 9-1,112 0-15,118-8 16,27-26-16,-274-34 16</inkml:trace>
  <inkml:trace contextRef="#ctx0" brushRef="#br0" timeOffset="82799.46">3568 11090 0,'0'0'0,"17"0"0,17 8 15,34 1-15,17 8 16,35-9-16,76-16 15,43-1 1,60-8-16,76-8 16,35 8-1,25 8 1,-33-16-16,-27-35 16</inkml:trace>
  <inkml:trace contextRef="#ctx0" brushRef="#br0" timeOffset="86678.52">8151 12382 0,'0'0'0,"0"0"0,0 0 15,8 0 1,27 0-16,41 18 15,35-1-15,120-9 32,59 1-32,60-9 15,136-34 1,120-43-16,-179 17 16</inkml:trace>
  <inkml:trace contextRef="#ctx0" brushRef="#br0" timeOffset="90028.64">6427 13446 0,'0'0'0,"0"0"0,0 0 15,34 0-15,43 0 16,25 0-1,35 0-15,25 8 16,9-8 0,25 9-16,0-1 15,26 9 1,128 34-16</inkml:trace>
  <inkml:trace contextRef="#ctx0" brushRef="#br0" timeOffset="90328.51">9175 13352 0,'0'0'0,"0"0"0,0-8 16,43-10 0,51-7-16,85-18 15,68 9 1,61 9-16,67-9 16</inkml:trace>
  <inkml:trace contextRef="#ctx0" brushRef="#br0" timeOffset="94100.25">18879 14611 0,'0'0'0,"9"0"0,16-9 16,18 1-1,8-9-15,9 0 16,8 8-16,9 9 16,77 9-1,68 8 1,93 17-16,52-9 16,43-25-16,68-8 31,-77-9-31</inkml:trace>
  <inkml:trace contextRef="#ctx0" brushRef="#br0" timeOffset="95054.03">18828 16694 0,'85'-25'0,"282"-60"15,-85 17-15</inkml:trace>
  <inkml:trace contextRef="#ctx0" brushRef="#br0" timeOffset="103741.09">2791 7637 0,'0'0'0,"0"0"0,0 0 0,-9 0 31,1 0-31,-1 17 15,-16 17-15,-18 34 16,0 34-16,1 9 16,8 16-1,-9 26 1,9 0 0,0-8-16,-9 0 15,9 8 1,8-26-16,1-25 0,-10-17 31,18-8-31,0-9 16,0-9-1,9 1-15,8-1 16,0-16 0,0 0-16,0-9 0,8-9 31,1 1-31,16-1 15,-16 1 1,8-9-16,0 0 16,17 0-1,0 0-15,18 0 0,16 0 16,9 0 0,34 8-1,0-8 1,8-8-16,1 8 15,33-9-15,18 1 16,-18-9-16,27 8 31,16 1-31,-34-9 16,26 17 0,17 0-16,-35 0 15,44-9 1,16 1-16,26-18 15,17 9 1,18 0-16,-10 9 16,1 8-1,25 8 1,-17 1-16,18 8 16,-27-9-1,35 1-15,-26-1 16,9-8-1,8-8-15,-8 8 16,59-9 0,-42 1-16,34-9 15,-43 0 1,1 0-16,101-9 16,-76 1-1,17 8-15,94 8 0,-77 9 16,9 9-1,59 8 1,-8 0-16,-77-9 16,8 18-1,52-9 1,-112-9-16,1 10 0,-26-10 16,-25 9-1,-9-8 1,-111-1-1,-9-8-15,1 9 16,-43-1 0,-26-16-16,-26-1 15,1-8-15,-18 0 16,1 0-16,0 0 16,-9 0-1,0-8 1,8-9-1,-16-17-15,-1-34 0,-8-60 32,17-17-32,8 9 15,18-34-15,8 0 16,0 17 0,0-26-16,1-16 15,7 42-15,1-9 31,-9-25-31,-8 43 16,-9 16-16,0 0 16,0-8-1,-9 34 1,1 26-16,0 16 16,-1 9-1,1 17-15,-9 0 16,0 17-1,0 0-15,0 9 0,0 8 16,-9 0 0,1 0-1,-10 0-15,-33 0 16,-43 0 0,-51 17-16,-8 0 15,25 0-15,-60 8 16,-17 1-1,51-1-15,-42 9 32,-9-8-32,26 8 15,-34 8 1,8 1-16,-34-1 16,17-8-1,34-17-15,-34-8 0,26-1 31,8-16-31,-17-9 16,26 0 0,-34 0-16,-9 0 15,43 8-15,-52-25 16,9 0 0,-8 9-1,8-9-15,26 17 16,-26 0-1,0 0-15,0 8 0,8-8 32,35 9-32,-43-1 15,-8-8 1,-9 9-16,8-9 16,52 8-1,-60-16-15,17 8 16,-25 0-1,16 0-15,44 0 16,-35 0 0,0 8-16,-34-8 15,17 9 1,-9 8-16,-16 0 16,-1 0-1,1 8-15,7-8 16,-16 0-1,-17 0-15,9 9 16,16 8 0,-8-9-1,0 9-15,0 0 0,-9 0 16,0 0 0,9 0-16,0 9 15,-9-9 1,-16 0-1,16-9 1,-76 9-16</inkml:trace>
  <inkml:trace contextRef="#ctx0" brushRef="#br0" timeOffset="108065.91">27269 14679 0,'0'0'0,"0"0"0,9 8 0,-9-8 15,-9 17-15,1 0 16,-18 17-16,-8 26 16,-9 25-1,-17 34 1,9 34 0,0 17-16,17 0 0,0 9 31,0 33-31,-9-16 15,-17 42 1,-25 26-16,8 8 16,26-60-1,25-92-15,9-44 16,17-33 0,0-35-16,0-8 15</inkml:trace>
  <inkml:trace contextRef="#ctx0" brushRef="#br0" timeOffset="108411.82">26160 16856 0,'0'0'0,"0"0"0,0 17 15,8 0 1,9 25-16,0 9 16,0 17-1,17 17-15,1 26 16,-10 0 0,1-35-16,-1-25 15,-7-8 1,16-18-16,17-16 15,43-35 1,25-42-16,18-25 16,42-43-16,34-77 15,35-59 1</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2:42:07.538"/>
    </inkml:context>
    <inkml:brush xml:id="br0">
      <inkml:brushProperty name="width" value="0.05292" units="cm"/>
      <inkml:brushProperty name="height" value="0.05292" units="cm"/>
      <inkml:brushProperty name="color" value="#FF0000"/>
    </inkml:brush>
  </inkml:definitions>
  <inkml:trace contextRef="#ctx0" brushRef="#br0">1511 6021 0,'0'0'0,"0"0"0,0 0 15,0 0 1,0 0-16,0 0 16,0 0-1,17 17-15,25 0 16,-7-8-1,7-9-15,35-9 16,60-8 0,8 17-16,-51 0 15,-18-8 1,35 8-16,0 0 16,9 0-1,-26 0-15,-43 0 16,-17 0-1,-8 0-15,-18 0 16,-8 0 0</inkml:trace>
  <inkml:trace contextRef="#ctx0" brushRef="#br0" timeOffset="393.64">2108 6038 0,'0'0'0,"0"0"0,9 0 0,16-8 16,1-1-1,-1 1-15,1-9 16,42-9 0,-8 9-1,17 0-15,25 0 16,-16 9-1,-35 8-15,-17 0 16,-8 0 0,-9 0-16,-9 8 15,1 1-15,-1-1 16,1 1 0,-1 8-1,-8 17-15,-42 34 16,-44 34-1,-16-9-15,17-33 16,42-18-16,26-25 16</inkml:trace>
  <inkml:trace contextRef="#ctx0" brushRef="#br0" timeOffset="7732.8">1374 8555 0,'0'0'0,"0"0"0,0-8 0,17-1 16,0 1-16,26-9 15,34-9 1,-26-8 0,17-8-16,26-9 15,17-9 1,0 9-16,0 9 15,-43 8 1,9 0-16,8-9 16,1-16-16,8-18 15,-18-8 1,-16 17-16,-17 9 16,0-1-1,-18-8-15,-16-9 16,-9 9-1,-9 17 1,-16 9-16,-1 16 16,9 9-1,0 0-15,0 9 16,8-1 0,9 9-16,0 0 15,0 0 1,26 0-16,17 17 15,50 17 1,44 26-16,8-1 16,-25-16-1,-35-9-15,-8 8 16,-26-7 0,-17-1-16,-25 34 15,-44 68 1,-67 76-16,-26 26 15,-34 69 1</inkml:trace>
  <inkml:trace contextRef="#ctx0" brushRef="#br0" timeOffset="21227.68">21585 7033 0,'0'0'0,"0"0"0,-9 0 0,1-8 16,-1 8-1,1-9-15,-1 9 16,1 0-16,-1 0 16,1 0-1,-18 0 1,-8 17-16,-26 26 15,-8 8 1,-9 25-16,0 26 16,9 9-16,8-9 15,-8 0 1,17-8-16,-1-26 16,18-17-1,9-26 1,8-16-16,0-1 15,8-25 1,1 9-16</inkml:trace>
  <inkml:trace contextRef="#ctx0" brushRef="#br0" timeOffset="21498.41">20663 7620 0,'0'0'0,"0"0"0,0 0 15,0 0 1,-8 0 0,-1 17-1,1 9-15,-1 8 0,0 17 16,9 8 0,0 1-1,26-9 1,17 8-16,25-16 15,34-18 1,35-16-16,8-35 16,137-33-1</inkml:trace>
  <inkml:trace contextRef="#ctx0" brushRef="#br0" timeOffset="33124.91">10515 10852 0,'0'0'0,"17"0"16,0-9-16,34 9 16,35-8-16,8-1 15,34 1 1,59 8-16,1 0 16,0 0-1,42 0-15,44 17 16,16 8-1,60 1-15,42-1 16</inkml:trace>
  <inkml:trace contextRef="#ctx0" brushRef="#br0" timeOffset="34719.83">23420 9346 0,'0'0'0,"0"0"0,-9 0 0,1 17 31,-26 9-31,-26 8 15,0 0 1,0 8-16,1-7 16,-10-1-1,18 0-15,17-9 16,8 1 0,9-18-16,17 1 15,0-9 1,0 0-1</inkml:trace>
  <inkml:trace contextRef="#ctx0" brushRef="#br0" timeOffset="34940.78">22865 9619 0,'0'0'0,"0"0"0,-8 0 15,-1 17 1,-8 8-16,0 18 15,8 8 1,9 0-16,17 8 16,9-8-1,17 9-15,34-9 16,59-9 0,163 9-1</inkml:trace>
  <inkml:trace contextRef="#ctx0" brushRef="#br0" timeOffset="40715.37">10711 12434 0,'0'0'0,"34"0"16,35 0-16,50 0 0,95 42 16,59 35-1,43 16 1,119 1-16,111-35 15,-136-33 1</inkml:trace>
  <inkml:trace contextRef="#ctx0" brushRef="#br0" timeOffset="45111.94">19298 11668 0,'0'0'0,"0"0"0,0 9 15,0 25-15,0 8 16,0 18 0,0 25-16,8 8 15,1 1-15,8-18 16,0-8 0,8-8-16,9-18 15,1-16 1,7-1-16,9-7 15,35-1 1,8-9 0,8 1-16,18-1 15,25 1-15,34-9 16,-8-9 0,42 1-1,35-1-15,16-8 16,26-9-16,52 1 15,16 25 1,9-9 0,17 9-16,9 9 15,25-1 1,0 1-16,-17-9 16,-8 17-16,0-8 15,-43 8 1,-35 0-16,-42 0 15,-25-9 1,-35 1 0,-50 8-16,-10-9 15,-33-8 1,-35 9-16,-25-9 16,-18-9-1,-7 1-15,-10-1 16,1-8-16,8-25 15,17-52 1,17-51 0,78-110-16</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2:43:37.245"/>
    </inkml:context>
    <inkml:brush xml:id="br0">
      <inkml:brushProperty name="width" value="0.05292" units="cm"/>
      <inkml:brushProperty name="height" value="0.05292" units="cm"/>
      <inkml:brushProperty name="color" value="#FF0000"/>
    </inkml:brush>
  </inkml:definitions>
  <inkml:trace contextRef="#ctx0" brushRef="#br0">4669 10163 0,'25'0'15,"78"8"-15,144 9 0,888 0 0,-716 0 0</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2:43:47.506"/>
    </inkml:context>
    <inkml:brush xml:id="br0">
      <inkml:brushProperty name="width" value="0.05292" units="cm"/>
      <inkml:brushProperty name="height" value="0.05292" units="cm"/>
      <inkml:brushProperty name="color" value="#FF0000"/>
    </inkml:brush>
  </inkml:definitions>
  <inkml:trace contextRef="#ctx0" brushRef="#br0">3132 3691 0,'0'0'0,"9"0"0,8 0 15,17 0-15,0 0 16,17 17-1,43 17-15,51 0 16,35 9 0,42-9-1,93-17-15,52-26 16,43-25 0,68-9-16,68-8 15,77 9 1,26 8-16,-26 42 15,-205 18-15</inkml:trace>
  <inkml:trace contextRef="#ctx0" brushRef="#br0" timeOffset="68633.16">8740 9780 0,'0'0'0,"0"0"0,0 0 0,0 0 16,0 0-16,0 0 16,0 0-1,0 0-15,0 0 16,0 0-1,0 0-15,0 0 16,0 0 0,0 0-16,8 0 15,18 0 1,17 9-16,16-1 16,18 1-1,17 8-15,-9-9 16,-25 1-1,25-1-15,18-8 16,8-8 0,8-1-16,-8 1 15,9-1 1,16-8-16,-8 9 16,0 8-1,0 0-15,9 0 16,0-9-1,25 1 1,0 8-16,9 0 16,25 0-16,-17 0 15,0 0 1,35 0-16,-27 8 16,10 1-1,33 16 1,26-8-16,17-17 15,9-25-15,68-1 16</inkml:trace>
  <inkml:trace contextRef="#ctx0" brushRef="#br0" timeOffset="122337.51">2834 8173 0,'0'0'0,"0"0"0,0 0 0,0 0 16,0 0 0,0 0-1,8 0 1,1 17-16,-1 8 16,1 18-16,-1 8 15,1-9 1,-1 1-16,9 8 15,0 0 1,-8-9 0,0-8-16,8-8 0,0 0 15,0-1 1,-9 1-16,1-9 31,-1-9-31,9 1 16,1-1-16,-1 1 15,17 8 1,8 0 0,18-9-16,17 1 15,8 8 1,1-9-16,-1 1 0,9-9 31,34 0-31,8-9 16,-25 1-16,0-9 15,0 8 1,0 1-16,-8 8 16,-26 0-1,-18 8 1,1 1-16,-17-9 16,-9 8-1,0 1-15,-8-1 0,-1 1 16,-16-9-1,-1 0 1,1 0-16,-1 0 16,-8 0-1,0-9 1,0-16-16,0-52 16,17-110-1,9-153-15</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2:46:18.665"/>
    </inkml:context>
    <inkml:brush xml:id="br0">
      <inkml:brushProperty name="width" value="0.05292" units="cm"/>
      <inkml:brushProperty name="height" value="0.05292" units="cm"/>
      <inkml:brushProperty name="color" value="#FF0000"/>
    </inkml:brush>
  </inkml:definitions>
  <inkml:trace contextRef="#ctx0" brushRef="#br0">9764 3342 0,'0'0'16,"0"-17"-16,17-8 0,-8-9 15,-1 8-15,-8 9 16,0 0-16,0 9 15,0 8 1,0 0-16,0 0 16,-8 0-1,-1 17-15,1 8 16,-1 18 0,-8 25-16,0 17 15,8 8 1,9-16-16,0-18 15,0-16 1,9-1-16,8-8 16,9 1-1,16-10-15,35-8 16,34-8 0,17-1-16,43-8 15,-1 0 1,10-17-16,50 0 15,35-8 1,8-1 0,25 0-16,35 1 15,0 16-15,51-8 16,9-8 0,-1-1-1,69 9-15,9 0 16,-9 0-1,42 9-15,9-1 16,9 18 0,-17-1-16,8 1 15,0-1 1,-17 1-16,8 8 16,-25 0-1,-17 8-15,17 1 16,-17-1-1,-85 1-15,-18-1 16,-34-7 0,-68-18-16,-42-9 15,-52 0 1,-26-8-16,-50 0 16,-43 9-1,-18-1-15,-8 1 16,-8-18-16,-1-16 15,-8-43 1,0-51 0,0-68-16,-17-136 15</inkml:trace>
  <inkml:trace contextRef="#ctx0" brushRef="#br0" timeOffset="10482.21">3056 3776 0,'0'0'0,"0"0"0,0 0 0,0 0 0,0 0 16,17-9-1,42 1-15,52-9 16,43 0-1,51-9-15,25 9 16,35 9 0,33-1-16,52 18 15,43-1-15,8 1 16,9 16 0,34-8-1,17 9-15,-9 16 16,9 27-1,8-1-15,-8-60 16,-60-25 0</inkml:trace>
  <inkml:trace contextRef="#ctx0" brushRef="#br0" timeOffset="67024.81">11761 8641 0,'0'0'0,"0"0"0,0 0 16,0 0-16,9 8 15,-1 1 1,1-1-16,-9-8 15,0 9 1,8 8-16,-8 17 16,0 17-1,-8 17 1,-1 17-16,1-9 16,8-16-1,0-26-15,0-9 16,0-8-1,0 0-15,8 0 0,9 0 16,0 0 15,0 0-31,35-8 0,33-1 16,17-8 0,1-8-1,8-1-15,17-8 0,8 0 31,1 0-31,42-8 16,9 8-16,17 0 16,0 8-1,-9-16 1,17 8-16,1 0 0,-9 8 31,-1-8-31,1 9 16,17-9-16,-26 17 15,-16 8-15,24-8 16,-24 17 0,-18 0-1,17 0 1,0 0-16,-25 9 16,-9-9-1,-8-9-15,-35 1 0,-17 8 16,1 0-1,-18-9 1,-17 1-16,-25-1 16,-1 1-1,-16-9 1,-1 0-16,1 0 16,0 0-1,-1 0-15,-8-9 16,9-8-1,8-17-15,-9-25 16,1-9 0,-1-26-16,-8 18 0,0-18 15,9 26-15</inkml:trace>
  <inkml:trace contextRef="#ctx0" brushRef="#br0" timeOffset="72333.3">26825 9244 0,'26'0'0,"34"9"0,17 25 0,-18-9 16,-16 1-1,59-1 1,103 18-16,-9-9 15,61-26-15,-36 1 16,-16-18 0,43 9-1,-69 17-15,-25-8 16,-26-9 0,-43 0-16,-51 0 15,-8 0-15,-18 0 16,-25 0-1,-43 0 1,-68-9-16,-102 1 16,-26 8-16,-17-9 15,-9-8 1,9 9 0,26-1-16,33 1 15,1-1 1,68 1-16,34-9 15,42 0-15,27 8 16,25 1 0,8 8-1,18-9-15,76-8 16,120 0 0,60 9-16,16-1 15,9 1-15,-8 8 16,-9 8-1,-25 9 1,-112-8-16,-68-1 16,-33-8-1,-18 9-15,-9-9 16,-102 17 0,-187 17-16,-138-9 15,-41-33 1,67-26-1</inkml:trace>
  <inkml:trace contextRef="#ctx0" brushRef="#br0" timeOffset="76297.33">4404 9780 0,'0'0'0,"0"0"0,0 0 0,0 0 32,0 0-17,0 9-15,-9 42 16,1 68-16,-18 0 15,1-43-15,-1-25 32,1 9-32,7-18 15,10-8-15,8-8 0,0-1 16,17-8 0,0 0-1,9-8 1,-1-1-1,18-8-15,51-8 16,17-9 0,8 0-16,18-9 0,16 1 31,27 8-31,33 8 16,9 9-1,0 0-15,25 0 16,9 0-1,18-8-15,24-1 16,10 9 0,7 0-16,-16 0 15,-9 9 1,9-9-16,0 8 16,17 1-1,8 8-15,9 0 16,-35-9-1,-24 1-15,-10 8 16,-42 8 0,-9-8-16,-16 0 15,-35 1 1,-43-1-16,-33-9 16,-35 1-16,-8-1 15,-18 1 1,1-9-16,-9 0 15,0 0 1,0-9 0,9-25-16,8-9 15,-9-8-15,10-34 16,-10-42 0,9-18-1,-17 86-15</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2:50:56.147"/>
    </inkml:context>
    <inkml:brush xml:id="br0">
      <inkml:brushProperty name="width" value="0.05292" units="cm"/>
      <inkml:brushProperty name="height" value="0.05292" units="cm"/>
      <inkml:brushProperty name="color" value="#FF0000"/>
    </inkml:brush>
  </inkml:definitions>
  <inkml:trace contextRef="#ctx0" brushRef="#br0">15824 4771 0,'-9'0'0,"-42"26"0,-26 25 16,-42 34-16,-1 51 15,35 17 1,0-34-16,-9 17 16,8 42-1,44-41 1,33-69-16,35-9 0,25 9 15,51-34 1,69-25 0,0-26-16,-18-51 0,27-77 31,-18 0-31,-43 18 16,-33-43-1,-35 8-15,-34 35 16,-34 16-1,-60 26-15,-51 34 16,60 43 0</inkml:trace>
  <inkml:trace contextRef="#ctx0" brushRef="#br0" timeOffset="470.07">15295 5809 0,'0'0'0,"0"8"15,0 18-15,-17 8 16,-26 8-16,-25-8 15,-43 26 1,-43 42-16,-34 34 31,-25 8-31,-18 18 16,1 34 0,17-18-16,-1-8 15,18-17 1,68-34-16,94-68 0</inkml:trace>
  <inkml:trace contextRef="#ctx0" brushRef="#br0" timeOffset="974.94">13315 6974 0,'-9'0'0,"-34"34"0,-42 51 15,-26 42 1,0 18 0,26-26-1,-1 0-15,35-8 16,43-18 0,33-25-16,69-17 15,60-25 1,42-69-16,0-33 0,-34-1 15,-33 9 1,-36-9 0,-24-25-1,-35-8-15,-34-1 16,-51 1-16,-43-9 16,-43 0-1,-127-68 1</inkml:trace>
  <inkml:trace contextRef="#ctx0" brushRef="#br0" timeOffset="1484.49">12231 8258 0,'0'0'0,"0"0"15,-9 8-15,-34 18 16,-59 59 0,-52 34-16,-25 26 15,25-9 1,35 0-16,17-26 15,67-67-15</inkml:trace>
  <inkml:trace contextRef="#ctx0" brushRef="#br0" timeOffset="2001.83">10447 9925 0,'0'8'0,"-9"35"15,9 42-15,0-9 16,0-16 0,9 8-1,33 17 1,10-17-16,16-26 15,26-16 1,0-34-16,34-44 0,59-24 31,-16-35-15,-9-67-16,-42 33 16,-43 26-1,-35-25-15,-33-1 16,-43 43-1,-60 25-15,-68 35 16,-26 25-16,-119-9 16</inkml:trace>
  <inkml:trace contextRef="#ctx0" brushRef="#br0" timeOffset="2549.32">10302 10852 0,'0'0'0,"-9"0"0,-16 0 0,-10 8 16,-33 43-1,-34 26-15,-9 16 16,0 18 0,17-26-16,9-17 15,-9 0 1,8 9-16,61-35 16</inkml:trace>
  <inkml:trace contextRef="#ctx0" brushRef="#br0" timeOffset="2999.28">8774 11923 0,'-17'0'0,"-26"17"0,-42 51 15,-26 26 1,17 25 0,26-34-1,25 0-15,17 34 16,9 17-16,26-17 15,34-42 1,16-35 0,44 1-16,42-18 15,17-50 1,34-86-16,-8-42 16,-51 34-16,-9-51 15,-34-9 1,-52 43-1,-42 17-15,-60 0 16,18 68 0</inkml:trace>
  <inkml:trace contextRef="#ctx0" brushRef="#br0" timeOffset="16958.59">16379 6319 0,'0'8'0,"51"43"0,85 26 0,1-18 32,-18-16-32,26-9 15,154-9 1</inkml:trace>
  <inkml:trace contextRef="#ctx0" brushRef="#br0" timeOffset="17503.09">17975 6702 0,'0'0'0,"0"0"0,-9 0 16,1-9-1,-18 9-15,-25 0 32,-26 26-32,-26 8 15,18 25-15,25 18 16,18 8-16,8 17 15,16 17 1,18 0 0,0-43-16,0-25 15,35-17-15,33 9 32,34-26-32,1-34 15,-35-26-15,-25-16 16,-9-9-16,-9-9 15,-16-8 1,-9 51-16</inkml:trace>
  <inkml:trace contextRef="#ctx0" brushRef="#br0" timeOffset="18079.52">18171 7748 0,'0'0'0,"8"17"0,35 68 15,51 34-15,-9-9 16,-8-8 0,26 17-16,42 9 15,119 51 1</inkml:trace>
  <inkml:trace contextRef="#ctx0" brushRef="#br0" timeOffset="18516.16">19340 8913 0,'0'0'0,"-17"0"0,-17 17 0,-17 0 16,17 17-16,-9 8 15,9 9-15,8 0 16,9 9 0,17-1-16,34 9 15,77-8 1,26-43-16,-26-34 16,17-34-1,8-9 1,-25-16-1,-34-35-15,-43 9 16,-42 17-16,-78-8 16,-153-77-16</inkml:trace>
  <inkml:trace contextRef="#ctx0" brushRef="#br0" timeOffset="19049.74">19630 9457 0,'0'0'0,"0"0"0,0 8 16,0 35-1,17 25-15,9 17 16,25 9-1,0-1-15,35 9 16,16 9 0,-25-26-16,25 17 15,61 42 1,16 10-16,51 75 16</inkml:trace>
  <inkml:trace contextRef="#ctx0" brushRef="#br0" timeOffset="19513.14">21517 10843 0,'0'0'0,"-9"-8"0,-34 8 15,-25 8 1,-26 18-16,-68 42 16,-9 34-16,43 8 15,26 1 1,8 8-1,34 26-15,52-35 16,33-33-16,18-9 16,42-26-1,78-16-15,-18-52 16,-26-42 0,18-51-1,-35-8-15,-51-1 16,-25-17-1,-69-8-15,-59 26 16,-137 42-16,-137 25 31</inkml:trace>
  <inkml:trace contextRef="#ctx0" brushRef="#br0" timeOffset="64268.66">28302 4933 0,'0'0'0,"0"0"0,0 0 0,-26-17 0,-16 8 0,-10 1 16,-7-1-16,-18 9 15,-9 17 1,10 26-16,-52 59 16,-17 42-1,-1 18-15,18-1 16,77-8-1,26-33-15,25-35 16,42-17 0,86 8-16,26-33 15,8-43 1,60-26-16,-34-25 16,-43-25-1,-9-35-15,-42 0 16,-51 18-1,-52-43-15,-50-34 16,-35 17 0,-94 42-16,-145-33 15</inkml:trace>
  <inkml:trace contextRef="#ctx0" brushRef="#br0" timeOffset="78982.67">27969 6302 0,'0'0'0,"0"0"0,9 25 0,25 18 16,34 16-1,0 1-15,-25-18 16,-9 9 0,17 17-16,9 9 15,0-17 1,17 8-16,8 8 15,-34-33 1</inkml:trace>
  <inkml:trace contextRef="#ctx0" brushRef="#br0" timeOffset="79391.25">28985 6965 0,'0'0'0,"-9"0"0,-8 26 16,-17 25-16,0 0 15,-69 42 1,-50 18-16,25-26 15,59-34 1,35-9-16,17 1 16,77 16-1,77 10-15,161-10 16,-16-25 0,-111-59-16,59-9 15,-102 0 1,-68-26-16,-77-85 15,-120-50 1,-102-52-16</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2:52:55.205"/>
    </inkml:context>
    <inkml:brush xml:id="br0">
      <inkml:brushProperty name="width" value="0.05292" units="cm"/>
      <inkml:brushProperty name="height" value="0.05292" units="cm"/>
      <inkml:brushProperty name="color" value="#FF0000"/>
    </inkml:brush>
  </inkml:definitions>
  <inkml:trace contextRef="#ctx0" brushRef="#br0">14714 5936 0,'-17'0'0,"-34"9"0,-34 8 0,-223 25 0,197-16 16,18 16-16,93-42 0,-103 77 0,9 33 16,43-16-1,51-18-15,68 35 16,52-9 0,42-42-16,77-35 15,-34-67 1,-52-18-16,27-42 15,-27-85 1,-59 17-16,-60 8 16,-42-42-16,-52 51 15,-42 51 1,-35 34-16,-153 17 16</inkml:trace>
  <inkml:trace contextRef="#ctx0" brushRef="#br0" timeOffset="534.73">14100 6804 0,'0'0'0,"-17"8"0,-26 43 16,-34 26-16,-42 16 15,-69 43 1,-34 26-16,-8-18 16,16-25-1,35-33-15,25 7 16,95-50-1</inkml:trace>
  <inkml:trace contextRef="#ctx0" brushRef="#br0" timeOffset="898.15">12342 8071 0,'0'0'0,"-9"0"0,-8 17 15,-17 8-15,-26 18 16,-8 25 0,8 0-1,17-17-15,26-9 16,17-16-16,26-9 15,76-17 1,52-51-16,25-26 16,-25 1-1,-26-1-15,-26-16 16,-59 8 0,-52 8-1,-67 9-15,16 34 16</inkml:trace>
  <inkml:trace contextRef="#ctx0" brushRef="#br0" timeOffset="1284.77">11403 8555 0,'0'0'0,"-9"0"0,1 0 0,-27 9 15,-16 25 1,-68 43-16,-43 33 16,-9 26-1,26-25-15,25-35 16,78-42-1</inkml:trace>
  <inkml:trace contextRef="#ctx0" brushRef="#br0" timeOffset="1871.95">9653 9933 0,'0'0'0,"-17"9"0,-26 25 0,-16 17 32,7 17-32,10-9 15,16-16 1,35-1-16,33 1 16,44-18-16,50-16 15,18-35 1,-9-42-1,0-42-15,-43-1 0,-42 9 32,-26-8-32,-25-9 15,-43 0 1,-52 8 0,27 60-16</inkml:trace>
  <inkml:trace contextRef="#ctx0" brushRef="#br0" timeOffset="2316.06">9465 10818 0,'0'0'0,"-8"0"0,-18 0 16,-42 17 0,-43 25-16,-51 43 15,-43 51 1,34-17-16,26-25 15,9-1-15,59-24 16,51-35 0</inkml:trace>
  <inkml:trace contextRef="#ctx0" brushRef="#br0" timeOffset="2655.57">8279 11702 0,'-17'9'0,"-34"25"16,-52 42-16,-33 43 16,-9 43-1,42-9 1,35-51-16,42-34 15,35-25 1,51-18-16,110-33 16,86-26-1,43-69-15,-26-41 0,-68 25 16,-26 0 0,-59 8-1,-61-16-15,18-154 16</inkml:trace>
  <inkml:trace contextRef="#ctx0" brushRef="#br0" timeOffset="3200.55">15406 6914 0,'0'9'0,"34"42"0,43 51 16,25 17 15,0 0-31,-8-9 15,-34-25-15,-9 0 16,-25-50-16</inkml:trace>
  <inkml:trace contextRef="#ctx0" brushRef="#br0" timeOffset="3578.09">17172 8232 0,'0'0'0,"-8"0"0,-18 0 16,-42 9 0,-43 16-1,-26 1-15,9-1 0,17-16 31,43-1-31,25-8 16,26 0-16,9 0 16,25 0-16,51 9 31,43-18-31,43-16 16,-1-1-1,-33-8-15,-18 0 16,-42 0-1,-26 0-15,-17 0 16,-17 26 0</inkml:trace>
  <inkml:trace contextRef="#ctx0" brushRef="#br0" timeOffset="3959.64">17224 8743 0,'0'0'0,"0"0"16,0 0-16,0 17 16,17 34-1,8 34-15,26 17 16,9-9-1,25 9-15,26 9 0,9-1 32,-1-16-32,-67-51 15</inkml:trace>
  <inkml:trace contextRef="#ctx0" brushRef="#br0" timeOffset="4338.31">18529 10018 0,'-8'0'0,"-26"-8"0,-86 8 0,-16 17 31,59 0-31,0 17 15,17 0-15,18-9 16,16 9 0,17-8-1,27-1 1,33 9-16,43-8 16,17-9-1,0-26-15,-9-25 16,-8-17-16,-26-25 0,-17-9 31,-42-9-15,-26 18-16,0 42 15</inkml:trace>
  <inkml:trace contextRef="#ctx0" brushRef="#br0" timeOffset="4770.3">18589 10341 0,'0'0'0,"0"0"0,0 17 0,17 34 15,17 35 1,26 24 0,17 26-1,34 0-15,-9 0 0,-8-17 16,0-17 0,0-17-1,-51-51-15</inkml:trace>
  <inkml:trace contextRef="#ctx0" brushRef="#br0" timeOffset="5156.72">19886 11515 0,'0'0'0,"-8"0"0,-9 0 16,-34 17-16,-9 9 16,-25 25-16,-18 17 31,18-9-31,25-16 16,34-9-1,26 8-15,43 1 0,119 8 16,94-34-1,26-51 1,-26-17-16,-102-17 31,-78-17-31,-58-34 16,-121-34 0,-272-35-16,-18 35 15</inkml:trace>
  <inkml:trace contextRef="#ctx0" brushRef="#br0" timeOffset="11934.61">28302 4261 0,'0'0'0,"0"0"0,0 0 0,0 0 31,0 0-15,0 0-16,-17 8 0,-51 26 16,-52 17-1,-25 17 1,-17 60 0,8 33-16,69-24 15,25 16 1,43 0-16,60-43 15,42-33-15,77-18 16,52-33 0,25-69-1,25-76-15,-42-8 16,-77 16 0,-34-8-16,-43-17 15,-51 0 1,-59 34-16,-103 8 15,-77 43 1,-111 26-16</inkml:trace>
  <inkml:trace contextRef="#ctx0" brushRef="#br0" timeOffset="12256.87">27687 5604 0,'0'0'0,"0"0"0,-8 0 0,-18 9 15,-51 25 1,-42 25-16,-43 35 16,0 0-1,8-35-15,0-8 0,43-34 32,43-8-32,42-9 15</inkml:trace>
  <inkml:trace contextRef="#ctx0" brushRef="#br0" timeOffset="12726.84">26202 6327 0,'0'0'0,"-8"0"16,-26 9-16,-52 25 15,-25 25 1,-42 26-16,-1 34 15,35-8 1,59-17-16,34-35 16,43 1-1,86-9-15,136-26 16,85-67-16,-17-77 16,-59-17-1,-69 25-15,-59 9 16,-61-17-1,-67-17-15,-137 0 16,-274 42 0,1 60-1</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2:54:52.568"/>
    </inkml:context>
    <inkml:brush xml:id="br0">
      <inkml:brushProperty name="width" value="0.05292" units="cm"/>
      <inkml:brushProperty name="height" value="0.05292" units="cm"/>
      <inkml:brushProperty name="color" value="#FF0000"/>
    </inkml:brush>
  </inkml:definitions>
  <inkml:trace contextRef="#ctx0" brushRef="#br0">27218 3470 0,'0'0'0,"-9"0"0,-8 17 0,-25 8 15,-35 43-15,-43 34 16,9 9 0,9 42-1,-43 26 1,17-52-16,60-67 15,51-35 1,42 18-16,35-1 16,51-16-1,145-26-15,-9-17 16,-8-51 0,-8-43-16,-112-25 15,-16 17 1,-26 17-16,-35-17 15,-33 17 1,-35 25-16,-17 35 16,-59 16-1,-188 1-15</inkml:trace>
  <inkml:trace contextRef="#ctx0" brushRef="#br0" timeOffset="336.01">25844 4882 0,'-43'17'0,"-68"42"0,-68 77 0,-17 0 16,85-59-1,68-35 1,26-25-16</inkml:trace>
  <inkml:trace contextRef="#ctx0" brushRef="#br0" timeOffset="759.16">25588 5179 0,'-9'0'0,"-76"51"0,-77 34 16,-18-17-1,-24-17-15,24-8 16,61-1-16,-1 18 15,-33 25 1,8 9-16,42-26 16,52-9-16,8 9 15,18-8 1,25 16 0,60 1-16,76-26 15,43-34-15,52-60 16,-35-16-1,-42-9 1,8-34-16,-51-43 16,-51 17-1,-77 1 1,-69-52-16,-85-101 0</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2:55:58.042"/>
    </inkml:context>
    <inkml:brush xml:id="br0">
      <inkml:brushProperty name="width" value="0.05292" units="cm"/>
      <inkml:brushProperty name="height" value="0.05292" units="cm"/>
      <inkml:brushProperty name="color" value="#FF0000"/>
    </inkml:brush>
  </inkml:definitions>
  <inkml:trace contextRef="#ctx0" brushRef="#br0">16379 4950 0,'0'0'0,"0"0"0,0 0 0,-128 34 0,0 8 15,17 9-15,25 26 0,-25 33 16,17-25-1,52-25-15,25 33 16,51 43-16,17-33 16,17-35-1,103-17-15,-9-60 16,0-67 0,43-35-1,-51 34-15,-60 1 16,-26-52-1,-34-16-15,-17 42 16,-25 17 0,-52 8-16,-77 26 15,-161-8-15</inkml:trace>
  <inkml:trace contextRef="#ctx0" brushRef="#br0" timeOffset="496.86">15824 6021 0,'0'0'0,"0"0"0,-9 0 0,-42 34 16,-43 34-1,-34 26-15,0-9 16,-17 0-16,-9-17 15,35-26 1,42-16 0,26-9-16,34-9 15</inkml:trace>
  <inkml:trace contextRef="#ctx0" brushRef="#br0" timeOffset="1019.89">14731 6914 0,'0'0'0,"-8"0"0,-9-8 0,-9-1 16,-17 9-1,-8 0-15,-17 17 16,-26 17-1,-8 26-15,8 16 16,0 18 0,43 8-16,42-17 15,35-26 1,51-33-16,136-52 16,-8-50-1,-60-9-15,17 8 16,-51 9-1,-51 17-15,-35-8 16,-50-18 0,-61-16-16,-50-9 15,-112-69-15</inkml:trace>
  <inkml:trace contextRef="#ctx0" brushRef="#br0" timeOffset="1492.97">13878 7637 0,'-9'0'0,"-33"34"0,-27 51 15,-33 43-15,-18-18 16,-16-16-1,8-1-15,34-8 16,0-8 0,51-43-16</inkml:trace>
  <inkml:trace contextRef="#ctx0" brushRef="#br0" timeOffset="1960.71">12563 8666 0,'0'0'0,"-8"0"0,-26 9 15,-17 8-15,-18 25 32,-42 35-32,9 42 15,34-9 1,25-42-16,17 0 15,18 9 1,33 8-16,69-17 16,51-34-16,26-43 15,8-33 1,-25-18 0,-52 18-16,-42-18 0,-34-33 31,-69-35-31,-76 1 15,-129-60-15</inkml:trace>
  <inkml:trace contextRef="#ctx0" brushRef="#br0" timeOffset="14748.63">24504 4890 0,'-9'9'0,"-33"42"0,-44 76 15,18 9 1,25-42-16,26-9 15,26 25 1,59 18-16,9-34 16,51-43-16,77-51 15,-9-60 1,0-25-16,-8 0 16,-68 17-1,-27-60 1,-16-25-16,-43 34 15,-42-8 1,-35-18-16,-42 43 16,-69 17-1,-136-43-15</inkml:trace>
  <inkml:trace contextRef="#ctx0" brushRef="#br0" timeOffset="15046.95">23881 6021 0,'-26'0'0,"-110"43"15,-35 67 1,-17 52 0,-8-43-16,-86-9 15</inkml:trace>
  <inkml:trace contextRef="#ctx0" brushRef="#br0" timeOffset="15670.58">21952 7450 0,'-9'8'0,"-25"26"0,0 34 0,8 26 15,9 8 1,34 0-16,35-25 16,42-26-1,8-43-15,26-59 16,26-51 0,-9 17-16,-26 9 15,-25-35 1,-43 0-16,-34 26 15,-17 17 1,-34 9-16,-17 8 16,-17 17-1,-9 0-15,0 17 16,52 17 0</inkml:trace>
  <inkml:trace contextRef="#ctx0" brushRef="#br0" timeOffset="15940.32">25024 6191 0,'0'0'0,"0"43"0,0 42 16,0 8-1,18 9 1,16 43-16,34 0 16,0-35-16,35-33 15,-9-18 1,-60-33-16</inkml:trace>
  <inkml:trace contextRef="#ctx0" brushRef="#br0" timeOffset="16344.35">26373 7433 0,'-9'0'0,"-33"0"0,-35 17 15,-60 17-15,-42 8 16,26-8-16,7-8 31,35-1-31,43 27 16,17 16-1,25 17-15,43-9 16,26-8-16,17-34 16,34-8-16,85-43 15,-17-43 1,-51-25 0,0 0-1,-34 34-15,-17-17 16,-26-26-1,-77-42-15,-102-127 16</inkml:trace>
  <inkml:trace contextRef="#ctx0" brushRef="#br0" timeOffset="16695.18">26527 8198 0,'0'0'0,"0"0"0,0 0 15,0 9-15,8 33 16,18 35 0,16 16-1,-7-8-15,7-25 16,35 8-16,34 0 16,-43-34-1</inkml:trace>
  <inkml:trace contextRef="#ctx0" brushRef="#br0" timeOffset="17105.79">27636 9151 0,'-8'0'0,"-9"0"0,-43 0 0,-34 0 16,-43 25-16,-16 1 31,-26 8-16,42 8-15,77-8 16,26 17 0,26 9-16,42 16 15,102-16 1,86-43-16,43-68 16,-26-60-1,-60 18-15,-51-9 16,-43-43-16,-76 1 31,-86 16-31,17 69 16</inkml:trace>
  <inkml:trace contextRef="#ctx0" brushRef="#br0" timeOffset="80013.64">2125 4771 0,'0'-9'0,"9"-8"0,25-17 0,-17 0 15,0 17-15,-8 0 16,67-8 0,112-1-16,-26 35 15,146 33 1,67 35-16,-68 8 16,120-8-1,102-1-15,26 9 16,-17-8-16,25-9 15,94 17 1,86-9 0,-316-42-16</inkml:trace>
  <inkml:trace contextRef="#ctx0" brushRef="#br0" timeOffset="93029.47">3798 6251 0,'9'0'0,"16"0"0,86-26 0,85-16 16,26-18-16,9 9 15,-9 9 1,-9-35-1,9-33-15,-34-1 16,-26 34 0,-34 18-16,-34 33 15,-43 9 1,-17 17-16,-17 43 16,-59 93-16,-95 102 15,-102 60 1,-8-26-1,-10 0-15,27-17 16,59-42-16,60-69 16,60-76-1,26-34-15,7-8 16,10-18 0,8-16-1,51-111-15,43-102 16,26-68-16,8-35 15,-17 61 1,-35 50 0,-16 26-16,-9 26 15,-25 84 1,-18 34-16,1 18 16,0 16-1,-18 60-15,0 103 16,1 143-16,25 94 15,9-42 1,33 25 0,-7-17-16,-27-110 15,1-68 1,-18-86-16,1-33 16,-9-26-1,-9-17-15,-8-26 16,-94-101-1,-94-111-15,-34-69 16,0 18-16,-8 26 16,-1-9-1,-16-1 1</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2:58:06.495"/>
    </inkml:context>
    <inkml:brush xml:id="br0">
      <inkml:brushProperty name="width" value="0.05292" units="cm"/>
      <inkml:brushProperty name="height" value="0.05292" units="cm"/>
      <inkml:brushProperty name="color" value="#FF0000"/>
    </inkml:brush>
  </inkml:definitions>
  <inkml:trace contextRef="#ctx0" brushRef="#br0">2671 4108 0,'18'-9'0,"75"-33"0,138-26 0,819-196 0,-547 204 0,-503 60 0,487-34 0,16 17 16,103 9-1,-17 8 1,0 17-16,-171-9 15</inkml:trace>
  <inkml:trace contextRef="#ctx0" brushRef="#br0" timeOffset="4544.51">3875 6200 0,'0'0'0,"0"0"0,0 0 0,0 0 16,0 0-1,0 0-15,0 0 16,25 8-16,52 9 16,77 0-1,-18-8-15,10-1 0,93-8 32,-18 0-17,53-8-15,41 8 16,10 0-1,101 0-15,87-9 16,16 9-16,51-51 16,-162-8-1</inkml:trace>
  <inkml:trace contextRef="#ctx0" brushRef="#br0" timeOffset="15013.25">20680 6123 0,'0'0'0,"0"0"0,0 0 0,0 0 16,17 0-16,52 9 15,67-1 1,9 1-16,43-26 16,51 0-1,34-9-15,0-8 16,51 17-1,-33 9-15,-1-1 16</inkml:trace>
  <inkml:trace contextRef="#ctx0" brushRef="#br0" timeOffset="15459.78">24342 6438 0,'0'0'0,"0"0"0,8 0 0,18 0 31,68 0-31,128-9 16,25 1-16,26-9 31,-17 8-31,26 9 16,93 0-16</inkml:trace>
  <inkml:trace contextRef="#ctx0" brushRef="#br0" timeOffset="15749.3">27662 6463 0,'0'0'0,"0"0"0,34 26 16,154 59-1,145 17 1,93-34-16,-16-25 15</inkml:trace>
  <inkml:trace contextRef="#ctx0" brushRef="#br0" timeOffset="18752.31">10319 7424 0,'0'0'0,"0"0"15,0 0-15,0 0 16,0 0-1,0 0 1,0 0-16,17 0 0,77 9 16,102-18-1,188-42-15,26-25 16,-9-18 0,43 1-1,8 25-15,-42 17 16</inkml:trace>
  <inkml:trace contextRef="#ctx0" brushRef="#br0" timeOffset="20418.75">18546 7339 0,'0'0'0,"0"0"0,0 0 15,0 0 1,0 0-16,0 0 16,18 9-1,7 8 1,26 0-16,69 8 16,33 1-1,95-9-15,59 0 16,26-26-1,179-16-15,128-9 16,128 0-16,43 17 16,-384 25-1</inkml:trace>
  <inkml:trace contextRef="#ctx0" brushRef="#br0" timeOffset="27883.59">7127 8173 0,'0'-9'0,"0"1"0,0-1 0,0 9 15,0 0-15,0 0 16,0 0 0,8 0-1,26 0 1,35 9-16,42 8 0,8 8 31,69 18-31,76-9 16,61-17-16,-1-43 0,9-33 15</inkml:trace>
  <inkml:trace contextRef="#ctx0" brushRef="#br0" timeOffset="29914.53">24709 8692 0,'0'0'0,"17"0"0,51 8 0,43 18 15,154-9 1,76-17-16,-34-17 0,137 0 15,-34 8 1</inkml:trace>
  <inkml:trace contextRef="#ctx0" brushRef="#br0" timeOffset="32914.66">4447 9704 0,'0'0'0,"0"0"0,0 0 0,0 0 15,0 0 1,8-9 0,61 18-16,93-1 15,-26-8 1,52 9-16,51-1 16,51-8-1,35-8 1,33-9-16,111 0 0,-50 17 31,33-9-31,60-8 16,-102 0-1</inkml:trace>
  <inkml:trace contextRef="#ctx0" brushRef="#br0" timeOffset="50720.25">4771 11064 0,'0'0'0,"0"0"0,26 0 16,16 0-16,27-8 16,24-1-1,10 9 1,25 0-16,60 9 15,25 25 1,69 25 0,68 18-16,17-1 15,119-33 1,103-52-16,60 1 16,-223 16-16</inkml:trace>
  <inkml:trace contextRef="#ctx0" brushRef="#br0" timeOffset="88635.41">8253 14075 0,'0'0'0,"9"0"0,8 0 16,77 0-16,-43 0 0,26 0 0,8-9 0,-17 9 15,35 0 1,33 0-1,18 0-15,17 0 16,17 0-16,8 9 16,51-1-16,61 9 31,33-17-31,9 9 16,25-1-1,52 1-15,43-9 16,50-26-1,44 1-15,-146 25 16</inkml:trace>
  <inkml:trace contextRef="#ctx0" brushRef="#br0" timeOffset="107539.64">10037 15682 0,'0'0'0,"17"0"0,77 0 0,128-8 16,171-1-16,136-25 31,145-51-31,60-25 16,-307 50-1</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3:00:06.839"/>
    </inkml:context>
    <inkml:brush xml:id="br0">
      <inkml:brushProperty name="width" value="0.05292" units="cm"/>
      <inkml:brushProperty name="height" value="0.05292" units="cm"/>
      <inkml:brushProperty name="color" value="#FF0000"/>
    </inkml:brush>
  </inkml:definitions>
  <inkml:trace contextRef="#ctx0" brushRef="#br0">6905 5485 0,'0'0'0,"25"-8"0,52-43 0,77-102 16,25-9-1,-34 43-15,17-76 16,-17 16-1,-8 60-15,0-17 16,-52 8 0,0 18-1,-8 59-15,-26 25 0,-17 35 16,18 59 0,-18 51-1,-17 110 1,-17 26-16,-17 35 0,-9-44 15,-8-127 1,0-8 0,17-35-1,8-42-15,1-8 0,8-18 32,0-25-32,0 9 15</inkml:trace>
  <inkml:trace contextRef="#ctx0" brushRef="#br0" timeOffset="195.79">7468 4950 0,'0'0'0,"43"34"0,51 25 15,-35-25 1</inkml:trace>
  <inkml:trace contextRef="#ctx0" brushRef="#br0" timeOffset="1345.78">21610 2262 0,'0'0'0,"-8"0"0,-9 34 0,-9 51 0,-16 43 16,-18 16-16,-17 52 0,0 8 31,17-68-15,-16 0-16,-10 0 15,18-51-15,25-25 16,26-35 0,0-8-16,17-8 0,9-43 15,33-60 1,52-76-1,43-59 1,17 33 0,16 9-16,9-9 15,-25 52 1,-17 25-16,-18 25 16,-16 35-1,-10 25-15,-24 8 16,-18 26-1,-17 17-15,-8 17 16,-43 60 0,-60 59-16,-51 17 15,-9-26 1,18-25-16,25-42 16,51-43-16,9-8 15,17-18 1,8 1-1,9-1-15,0-8 16,26 0 0,34 9-16,8-1 15,0 9 1,9 9-16,-17 16 16,-17 18-1,-18 25-15,-25 25 16,-51 43-1,-77 17-15,-68-8 16,-43-43-16,-9-42 16,-16-69-1,-18-59 1,-51-34-16</inkml:trace>
  <inkml:trace contextRef="#ctx0" brushRef="#br0" timeOffset="2112.65">7570 5162 0,'0'0'0,"0"0"0,0 0 15,0 0 1,-8 0 0,8 0-16,0 0 15,0 0-15,0-8 16,0-1-16,8 1 31,10-1-31,41 9 16,44 9-16,42 8 15,17 8 1,-17 1-16,34-18 16,-17 1-1,-16-18 1,144-16-16</inkml:trace>
  <inkml:trace contextRef="#ctx0" brushRef="#br0" timeOffset="2967.84">2552 9482 0,'0'0'0,"-17"0"0,-26 17 16,-59 35-1,-52 50-15,-34 51 16,-42 68-16,42 34 16,43-17-1,43-42-15,50 8 16,61-17-1,59-68-15,26-26 16,102-25 0,95-51-16,110-34 15,0 17 1</inkml:trace>
  <inkml:trace contextRef="#ctx0" brushRef="#br0" timeOffset="4052.36">19280 11779 0,'0'0'0,"0"0"0,-8 34 0,-1 34 15,-33 42 1,-35 26-16,-17 9 16,9-26-1,16-34-15,10-17 16,7-8 0,18-18-1,17-16-15,0-18 16,0-8-16,17-17 15,9-34 1,33-51-16,35-60 16,43-16-1,16 33-15,-8 35 16,26-9 0,16 17-16,-16 34 15,-34 25 1,16 26-1,1 9-15,-35 33 16,-25 43-16,-9 60 16,-42 84-1,-52 35-15,-93 25 16,-52-17 0,-51-42-1,-51-26-15,-34-51 16,-35-76-16,-25-77 15,-25-103 1,33-41-16</inkml:trace>
  <inkml:trace contextRef="#ctx0" brushRef="#br0" timeOffset="140996.46">15841 1301 0,'0'0'0,"0"0"0,0 0 15,0 0-15,0 0 16,0 0-16,0 0 16,-17-8-1,-34-1-15,-18 1 16,-16-1 0,-9 9-16,26 17 15,8 26 1,-42 33-16,-18 18 15,18-1 1,-9 1-16,25 25 16,35 17-1,9-17-15,-10 17 16,-24 60 0,16-26-16,26-43 15,17 69 1,25-9-16,35-51 15,17 51 1,-18-17-16,1-59 16,34-18-1,68 35-15,-9-26 16,-25-17 0,77-8-16,-9-35 15,-25-42 1,93-34-16,-42-42 15,-34-18 1,85-42-16,-85-26 16,-43-25-1,34-42-15,-26 8 16,-33 8 0,-26-8-16,-43 8 15,-17-16 1,-26 25-16,-42 25 15,-43 9 1,-42 25-16,-86 1 16,-51 33-1,-103 52 1,-16 42-16,84 42 16,-110 18-16,17-9 15</inkml:trace>
  <inkml:trace contextRef="#ctx0" brushRef="#br0" timeOffset="143561.88">14757 2858 0,'0'0'0,"0"0"0,0 0 16,0 0 0,0 0-16,0 0 15,-9-9 1,1 0-16,-1 1 15,1-1-15,-26 1 16,-26-1 0,0 1-1,-17 8-15,-17 17 16,-8 8-16,-17 1 16,-9 8-1,-1 0-15,27 0 16,0 9-1,-1 16-15,18-8 16,25-8 0,26-18-1,17-8-15,0-8 16,8-1 0,9 1-16,0-9 15,0 0 1,0 0-16,0 0 15,0-9 1,0 1-16,-8-9 0,-1 0 16,-16 0-1,-1 0 1,0 8 0,9 1-16,0-1 0,0 9 31,9 0-31,-9 0 15,8 17 1,-17 9-16,1 16 16,8 9-16,8-17 15,9-8 1,0-1-16,0 1 16,17-9-1,9 17 1,8-9-16,0 1 15,9-1 1,17 9-16,-26-17 16</inkml:trace>
  <inkml:trace contextRef="#ctx0" brushRef="#br0" timeOffset="157891.41">13127 4414 0,'0'0'0,"0"0"0,0 0 16,0 0 0,0 0-1,0 0-15,0 0 16,0 0 0,0 0-16,0 0 15,0 0 1,0 0-16,0 0 15,0 0-15,0 0 16,-9 0 0,9 0-1,-8 0-15,-1 0 16,9 0 0,0 0-16,-8 0 0,-1 0 15,1 0 1,-1 0-16,9 8 15,0-8 1,-9 0 0,1 0-1,-1 0-15,-8 0 16,-8 0 0,8 0-16,-9-8 15,9-1 1,-9 1-16,9-1 15,0 1 1,0-1-16,0 1 16,0-1-1,8 1-15,1-1 16,-1 1 0,1-1-16,-1 1 15,1-1 1,-1 1-16,-16-1 15,-1 1 1,-25 8-16,-34 8 16,-18 9-1,-8 17-15,-34 17 16,-9 17 0,9 9-16,17 8 15,9 17 1,8 9-16,0 16 15,8 18 1,35-26-16,17-17 16,8 0-1,18 0-15,8 0 16,8 0 0,18-34-16,8-8 15,0-9 1,0-9-1,8 1-15,1-1 16,-17-16 0,-1-9-16,1 0 15,-1-9 1,1 1-16,-9-1 16,0 1-1,0-9-15,0 0 16,0 0-16,0 0 15,0 0 1,-9 0 0,1 0-16,-18 0 15,0-9 1,1 1-16,-18-1 0,-8 1 16,-9-1-1,0-8 1,1 9-16,-18-1 15,0 1 1,-17 8 0,-34 17-16,-8 0 0,8 17 31,-26 8-31,-8 26 16,25 0-1,9 9-15,9 16 16,-9 18-16,8 42 15,26 43 1,9 33-16,34-8 16,34-34-16,17 43 31,25-26-31,27-42 16,16 33-1,0-50-15,-42-103 16</inkml:trace>
  <inkml:trace contextRef="#ctx0" brushRef="#br0" timeOffset="161497.49">12043 3555 0,'0'0'0,"0"0"0,0 0 15,0-9 1,17 1-16,17-9 16,17 0-1,0 0-15,18 0 16,-1 17-1,-8 0-15,-9 8 16,-25 1-16,-9 8 16,17 8-1,-9 9-15,1 0 16,-17 17-16,-18 17 31,-17 17-31,-25 9 16,-9-9-1,18-34-15,25-25 16,0-1 0,8 1-16,18-1 15,25-8-15,51 0 16,35 0-16,-52-17 31</inkml:trace>
  <inkml:trace contextRef="#ctx0" brushRef="#br0" timeOffset="171827.9">18811 3342 0,'0'0'0,"0"0"0,0 0 16,0 0 0,-9 0-16,1 0 15,-26 0 1,-17 0-16,16 9 16,10 8-1,-1 0-15,1 8 16,-1 26-1,-8 17 1,25 9-16,9-9 16,17-26-16,35 1 15,76-1 1,0-16 0,-60-26-16,9-17 15,0-9-15,-26-8 16,-17-8-1,-43-18-15,-8-8 16,-59-8 0,-112-1-16,-137-8 15</inkml:trace>
  <inkml:trace contextRef="#ctx0" brushRef="#br0" timeOffset="208967.34">24504 1327 0,'0'0'0,"0"0"0,0 0 0,43 42 0,-1-8 0,18 9 0,8-1 15,9-8 1,-17-8 0,-26-1-16,-8-16 15,-18-1-15,1 9 16,-1 17-1,-8 17-15,-25 43 16,-27 25 0,-16-8-1,8-35-15,9-8 16,17-17-16,17-25 16,17-1-1,8 1-15,44-1 16,50 1-1,52-1 1,25-16-16,120-26 16</inkml:trace>
  <inkml:trace contextRef="#ctx0" brushRef="#br0" timeOffset="210452.69">31118 1301 0,'0'0'0,"0"0"0,0 0 0,0 0 16,0 17-16,-8 26 15,-18 50 16,-25 43-15,-17 9-16,0 8 16,25-34-16,34-59 15</inkml:trace>
  <inkml:trace contextRef="#ctx0" brushRef="#br0" timeOffset="-214659.02">23966 3342 0,'0'0'0,"0"0"0,0 0 16,0 0-16,-8 9 16,-1 50 15,-17 60-31,-8 26 0,9 17 15,25 33-15,25-50 32,-8-94-17</inkml:trace>
  <inkml:trace contextRef="#ctx0" brushRef="#br0" timeOffset="-213589.35">29181 4414 0,'0'0'16,"0"0"-16,0 0 0,17 17 16,0 0-1,9 17 1,-1 0-16,1 0 16,8 25-16,-8 35 15,-18-43-15</inkml:trace>
  <inkml:trace contextRef="#ctx0" brushRef="#br0" timeOffset="-203986.23">28302 3342 0,'0'0'0,"0"0"0,0 0 16,0 0-16,0 0 15,0 0 1,0 0-16,0 0 15,0 0 1,0 0-16,0 0 16,0 9-16,0-1 15,0-8 1,0 9 0,0-9-16,0 8 15,0 1-15,0-1 16,0 1-16,0-1 15,0 9 1,8 0 0,27 9-16,16-1 15,17-8 1,26-8 0,-17-9-1,-26-9-15,-34 1 16</inkml:trace>
  <inkml:trace contextRef="#ctx0" brushRef="#br0" timeOffset="-203532.56">28959 3130 0,'0'0'0,"0"0"0,-8 8 16,-10 35-1,-7 8-15,-1 51 16,1 76 0,8-33-16,17-86 15,0-42 1</inkml:trace>
  <inkml:trace contextRef="#ctx0" brushRef="#br0" timeOffset="-99222.16">32638 3427 0,'0'0'0,"0"0"0,0 9 0,-17 42 0,-9-17 0,-25 8 0,-9 18 0,9-9 15,8 0 1,9 17 0,0-8-16,17-1 15,17 1 1,17-18-16,26 1 15,16-18 1,-8-16-16,-16-18 16,-1 1-1,0-9-15,9-9 16,-18-16 0,-16-35-16,-26-25 15,-26-34-15,-85-119 16</inkml:trace>
  <inkml:trace contextRef="#ctx0" brushRef="#br0" timeOffset="-96383.46">21798 5451 0,'0'0'0,"0"0"0,0 0 16,-8 0-16,-18 26 15,-51 33 1,-25 43-16,-1 1 16,27-18-1,33-26 1,17-16 0,9-18-16,26-8 15,25-8 1,68 8-16,9-17 15,-25-26-15,16-25 16,-17-17 0,-16-8-1,-27 7-15,-16 1 16,-26 17 0,-9 34-16</inkml:trace>
  <inkml:trace contextRef="#ctx0" brushRef="#br0" timeOffset="-95690.62">23488 6821 0,'0'0'0,"0"0"0,9 0 0,16 0 16,18 8 0,34 1-16,8 8 15,-25-9 1,-26 1-16,-8-1 0,-9-8 31,0 0-31</inkml:trace>
  <inkml:trace contextRef="#ctx0" brushRef="#br0" timeOffset="-95476.2">24504 6455 0,'0'0'0,"0"25"0,0 35 16,0 42 0,0 34-1,0-17-15,-9-25 0,9-52 16</inkml:trace>
  <inkml:trace contextRef="#ctx0" brushRef="#br0" timeOffset="-94354.28">25818 5672 0,'0'0'0,"0"0"0,-8 17 16,-9 9 0,-9 0-16,-8 16 15,-9 18 1,9 8-16,17-9 16,8 18-1,35-1-15,25-25 16,35-17-16,7-17 15,-24-25 1,-27-18-16,-7-8 16,-10-25-1,1-1-15,-9-8 16,-9 17 0,1 17-1,-9 0-15,0 17 16</inkml:trace>
  <inkml:trace contextRef="#ctx0" brushRef="#br0" timeOffset="-93974.58">27995 6761 0,'0'0'0,"0"0"16,8 0-16,35 17 16,17 9-16,-9-9 15,-26-17 1,35-17-16,68-34 16,43-26-1,119-34-15</inkml:trace>
  <inkml:trace contextRef="#ctx0" brushRef="#br0" timeOffset="-93795.03">29241 6259 0,'-9'26'0,"1"67"0,-1 120 16,-8 17-16,26-26 16,33 17-1,52 93-15</inkml:trace>
  <inkml:trace contextRef="#ctx0" brushRef="#br0" timeOffset="-60821.68">3815 10877 0,'0'0'0,"-8"0"0,-18 0 0,-25 17 16,-43 17-16,0 17 15,-8 34 1,-26 43-16,-26 8 15,9 51 1,42 0-16,10 51 16,-1 17-1,17 35-15,26-27 16,51-16 0,34-1-1,26-109-15,16-52 16,86-9-1,26-42-15,43-42 16,33-52 0,-8-76-1,-8-34-15,-69-9 16,-25-59-16,-35 17 16,-42-9-1,-43-16 1,-77-43-16,-42-86 15</inkml:trace>
  <inkml:trace contextRef="#ctx0" brushRef="#br0" timeOffset="-58022.55">1212 14075 0,'0'0'15,"0"0"-15,0 0 0,0 0 16,0 0 0,0 0-16,0 0 15,0 0-15,0 0 16,0 0 0,0 0-1,0 0 1,0 0-16,34 0 0,17 0 31,35 0-31,16 0 16,-17 0-16,-50 0 15,7 0 1,-33 0-16</inkml:trace>
  <inkml:trace contextRef="#ctx0" brushRef="#br0" timeOffset="-57767.66">2048 13386 0,'0'0'0,"0"0"0,0 9 16,0 16-16,0 43 16,9 102-16,-9 0 15,8-51 1,10-51-16</inkml:trace>
  <inkml:trace contextRef="#ctx0" brushRef="#br0" timeOffset="-55011.26">6828 14041 0,'0'0'0,"-9"42"0,9 128 0,60-8 16,-17-111-16</inkml:trace>
  <inkml:trace contextRef="#ctx0" brushRef="#br0" timeOffset="-41101.89">22942 15427 0,'0'0'16,"-9"0"-16,1 17 0,-18 17 31,1 9-31,-9-1 16,16 1-1,1 16-15,17 9 16,9-8 0,-1-26-16,1-9 15,8-16 1,26-9-16,8-26 15,0-16 1,-8-18-16,-1-33 0,-24-9 31,-10 0-31,-16 25 16,-1 18 0,-17 25-16,9 17 15</inkml:trace>
  <inkml:trace contextRef="#ctx0" brushRef="#br0" timeOffset="-40334.87">26714 15308 0,'0'0'0,"0"0"0,-8 0 16,-1 17 15,-16 26-31,-1 25 16,-8 8-16,8 18 15,18 16 1,25-8-16,17-17 15,26-25 1,59-26-16,18-34 16,-43-26-1,-9-25-15,17-8 16,-33-9 0,-44-17-16,-42-60 0,-68-25 31,-94-77-31</inkml:trace>
</inkml:ink>
</file>

<file path=ppt/ink/ink1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3:06:51.522"/>
    </inkml:context>
    <inkml:brush xml:id="br0">
      <inkml:brushProperty name="width" value="0.05292" units="cm"/>
      <inkml:brushProperty name="height" value="0.05292" units="cm"/>
      <inkml:brushProperty name="color" value="#FF0000"/>
    </inkml:brush>
  </inkml:definitions>
  <inkml:trace contextRef="#ctx0" brushRef="#br0">1750 3997 0,'0'0'0,"0"0"0,0 0 15,0 9-15,0-1 16,0 1 0,0-1-16,0-8 15,0 0 1,0 17-16,0 0 15,17 0 1,-17 0-16,8 9 16,1-1-1,-1 9 1,9-8-16,-17 8 16,0 0-1,0-9-15,9 1 16,-9-1-1,8 9 1,1 0-16,0 0 16,-1 0-16,9 0 15,0 0-15,0 0 32,9-8-32,-9-1 15,17-8 1,0 0-16,17 0 15,-8-8-15,17 8 16,8-9-16,9 9 31,8 0-31,9-8 16,9 0 0,-1-1-16,18 1 15,-1-9-15,26 0 0,9 0 31,-1 0-15,-8 0-16,9 0 16,0 0-1,-9 8-15,8 1 16,1-9 0,0-9-16,-9 1 0,8-1 15,1-8 1,-17 8-1,-9 1-15,0-1 16,8 1-16,-16-9 16,-26-9-1,-9 9 1,-8 0 0,-17 0-16,-9 0 15,-17 9 1,-9 8-16,-7 0 15,-10-9 1,1 9-16</inkml:trace>
</inkml:ink>
</file>

<file path=ppt/ink/ink1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3:07:55.108"/>
    </inkml:context>
    <inkml:brush xml:id="br0">
      <inkml:brushProperty name="width" value="0.05292" units="cm"/>
      <inkml:brushProperty name="height" value="0.05292" units="cm"/>
      <inkml:brushProperty name="color" value="#FF0000"/>
    </inkml:brush>
  </inkml:definitions>
  <inkml:trace contextRef="#ctx0" brushRef="#br0">23036 4950 0,'0'0'0,"0"0"0,0 0 0,0 0 0,0 0 16,0 0-1,0 0-15,0 0 32,0-9-17,8 1-15,-8 8 16,0 0-16,0 0 0,0 0 31,0 0-15,-8-9-16,-9 1 15,-9 8 1,-17 0-16,-33 8 16,-10-8-1,18 17-15,0 0 16,-1 0 0,10 0-16,16 9 15,9-9 1,17-9-16,0 1 15,8-1 1,1 9-16,-1 0 16,-8 17-1,9 9-15,-10 8 16,10-9 0,-1 1-16,9-9 15,0 8 1,0-8-16,0 0 15,9 0 1,17 26-16,8-1 16,0 1-1,9-18-15,8 1 16,17 0 0,9-9-16,-17-9 15,8 1 1,9-1-16,-9-8 15,0 0 1,9 0-16,8-8 16,-8-1-1,0 1-15,0-1 16,-9-8 0,0 17-16,9 0 15,9 0 1,-10 9-16,1-9 15,9 0 1,-1-9 0,-8 1-16,8-1 15,-8 1 1,-17-1-16,16 1 16,10-9-1,-9 8-15,-1 1 16,1-9-16,0 0 15,-9 8 1,1 1-16,7-1 16,10 1-1,-1-1 1,9-16-16,0-1 16,0-8-1,8-8-15,9 8 16,-8 0-1,-10-9-15,1 1 16,0-1-16,-8 9 16,-10 0-1,-7 0 1,16-8-16,-8 8 16,-9-9-1,-8 9-15,8-8 16,0-1-16,-8 1 15,-17 8 1,-18 0-16,1 0 16,-9 8-1,-8 1 1,-1-9-16,1 8 16,-1-8-1,-16-9-15,-1-8 16,-16-25-1,-10 8-15,-7 0 16,-9 0 0,-1 0-16,10 8 15,-10 9 1,10 9-16,-9-9 16,-1-9-1,-7 1-15,-1 8 16,-26 0-1,1 0-15,-17 17 16,-18 0-16,-16 0 16,-1 8-1,26-8-15,0-8 16,9-1 0,-18-8-1,-16 0-15,8 17 16,0 0-1,-26-8-15,-17 16 16,26 9 0,-42-8-16,-27 8 15,9 17 1,-34 0-16,-17 17 16,-8 0-1,-95 8-15</inkml:trace>
  <inkml:trace contextRef="#ctx0" brushRef="#br0" timeOffset="7457.16">22336 7178 0,'0'0'0,"8"8"0,52 18 15,68 33 1,0 9-16,26 17 16,85 9-16,8-35 15,44-16 1,84-9-16</inkml:trace>
  <inkml:trace contextRef="#ctx0" brushRef="#br0" timeOffset="9847.78">22797 8487 0,'0'-8'0,"17"-9"0,154-51 15,42-26 1,-162 69-16</inkml:trace>
  <inkml:trace contextRef="#ctx0" brushRef="#br0" timeOffset="13685.56">28703 6387 0,'0'0'0,"0"0"0,0 0 0,0 0 15,-9 0 1,1-9-16,-1 1 16,1 8-16,-1-9 15,1 9 1,-1 0-1,1 0-15,-1 0 16,1 0 0,-9 0-16,0 0 15,-1 0 1,10 0-16,-18 0 16,-8-8-16,0-1 15,-9 1 1,-25-1-1,-43 9-15,-34 0 16,17-8 0,0 8-16,-9 0 15,-16 0 1,25 0-16,17 8 16,-17 9-1,8 0-15,9 9 16,9-9-1,25 8-15,0-16 16,0-9 0,18 0-1,8 0-15,8-9 16,9 1 0,0-1-16,-1 1 15,10-1-15,8 1 16,0-1-1,0 1 1,0-1-16,-1-8 0,-7-17 31,16 9-31</inkml:trace>
  <inkml:trace contextRef="#ctx0" brushRef="#br0" timeOffset="14295.35">26475 6030 0,'0'0'0,"0"0"0,-8 0 31,-1 8-15,1 1-16,8-1 15,0-8 1,0 9-16,-9-9 16,9 8-16,0 1 15,0-9 1,0 0-16,-8 0 16,-1 17-1,-8 8 1,-8 1-16,-1 8 15,-8-9 1,0 1-16,-1-1 16,1 9-1,-8 0-15,8 9 16,-1-1 0,18-8-16,0-8 15,0-1-15,9-8 16,-1 9-16,9-1 31,0 1-31,0-9 16,0 0-1,9 0-15,-1 0 16,1 0-16,8 0 16,17 0-16,9 9 31,-1-9-31,1-9 15,-9 9 1,0 0-16,-8-8 16</inkml:trace>
</inkml:ink>
</file>

<file path=ppt/ink/ink1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3:09:26.288"/>
    </inkml:context>
    <inkml:brush xml:id="br0">
      <inkml:brushProperty name="width" value="0.05292" units="cm"/>
      <inkml:brushProperty name="height" value="0.05292" units="cm"/>
      <inkml:brushProperty name="color" value="#FF0000"/>
    </inkml:brush>
  </inkml:definitions>
  <inkml:trace contextRef="#ctx0" brushRef="#br0">8791 8692 0,'0'0'0,"9"-9"0,25 1 15,34-1-15,60-8 16,68 26 0,43 16-16,60 9 15,51 0 1,102 0-16,154-42 15,137-43 1,-316 34-16</inkml:trace>
  <inkml:trace contextRef="#ctx0" brushRef="#br0" timeOffset="6681.36">15252 8607 0,'0'0'0,"0"0"0,8 17 31,78 25-31,187-16 16,145-60 0,103-26-16,93-17 15,-195 35-15</inkml:trace>
</inkml:ink>
</file>

<file path=ppt/ink/ink1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3:10:40.042"/>
    </inkml:context>
    <inkml:brush xml:id="br0">
      <inkml:brushProperty name="width" value="0.05292" units="cm"/>
      <inkml:brushProperty name="height" value="0.05292" units="cm"/>
      <inkml:brushProperty name="color" value="#FF0000"/>
    </inkml:brush>
  </inkml:definitions>
  <inkml:trace contextRef="#ctx0" brushRef="#br0">19084 5103 0,'0'0'0,"0"0"0,0 0 0,0 0 16,0 0-1,9 25-15,25 18 16,17-1-1,26 9 1,42 0-16,-25 0 0,17 26 31,34 16-31,9 9 16,-35-16 0,-42-27-16,17 9 15,0 0-15,-17 0 16,-17-25-1,-9-9 1,-17-17-16,-26-9 16,1-8-1</inkml:trace>
  <inkml:trace contextRef="#ctx0" brushRef="#br0" timeOffset="345.57">20612 5758 0,'0'0'0,"0"0"0,8 0 0,1 0 16,17 8-1,16 18 1,9-1-16,1 1 15,-10-9 1,-8-9-16,-8 1 16,-17-1-1,-1 1-15,1-1 16,-43 35 0,-112 42-16,-101 25 15,42-16-15,51-18 16,-127 69-1</inkml:trace>
  <inkml:trace contextRef="#ctx0" brushRef="#br0" timeOffset="3571.25">20168 7127 0,'0'0'0,"0"0"0,0 0 15,0 0 1,0 0 0,0 0-1,0 0-15,-8 8 16,-1 1-16,-8 8 16,-17 17-1,-17 17 1,-9 25-16,-8 1 15,-1 8 1,-16 8-16,17 10 0,-1 16 16,-7 0-16,-1-34 15,17-26 1,9-8-16,0-17 16,-1-17 15,10-8-31,33-9 15</inkml:trace>
  <inkml:trace contextRef="#ctx0" brushRef="#br0" timeOffset="4002.89">18922 7926 0,'0'0'0,"0"9"0,0 25 16,0 8-16,0 1 16,0-9-1,0-9 1,0 1-16,0 8 15,0 0 1,0 0-16,0 0 16,17 8-16,0 9 15,0 9 1,0-18 0,0 1-16,0-9 15,9-9 1,8 1-16,0-17 15,9-1 1,8-16-16,26-18 16,34-42-16,-51 25 15</inkml:trace>
  <inkml:trace contextRef="#ctx0" brushRef="#br0" timeOffset="8654.27">20262 9950 0,'0'0'0,"0"0"0,8 0 16,-8 0 0,-8 0-16,-1 0 15,1 0 1,-9 9-16,-9 8 16,-8 0-1,-9 17-15,-16 8 16,7 9-1,18-8-15,17-1 16,26 9 0,25 9-16,9-9 15,25-17 1,51-9-16,26-25 16,-25-17-1,-1-17-15,1-17 16,-18 0-1,1-25-15,-26-1 16,-26 9 0,-34 0-16,-17 17 15,-26 9 1,-59-9-16,17 34 16</inkml:trace>
  <inkml:trace contextRef="#ctx0" brushRef="#br0" timeOffset="9066.37">20578 9066 0,'0'0'0,"0"8"0,-9 26 15,-8 51 1,-17 85-16,-17 26 31,-52 76-31</inkml:trace>
  <inkml:trace contextRef="#ctx0" brushRef="#br0" timeOffset="29855.42">16379 7280 0,'0'0'0,"0"0"0,0-9 0,0 1 32,0-1-17,0 9-15,0 0 16,0 0 0,0 0-16,0 0 15,-9 0 1,-8 0-16,-17 26 15,-52 33 1,-42 43-16,-25 26 16,-26 8-1,-43 17-15,-34 43 16,-9 16 0,-8 1-16,8 0 15,18 16 1,8 26-16,0-8 15,-9 17 1,-16 42-16,-26 8 16,-43 27-1,-34-10-15,51-16 16,34-26 0,52-51-16,51-42 15,25-18 1,43-42-16,43-42 15,34-34 1,25-43-16,9-17 16</inkml:trace>
  <inkml:trace contextRef="#ctx0" brushRef="#br0" timeOffset="31687.74">17010 7050 0,'0'0'0,"0"0"0,0 0 0,0 0 16,9 0-16,-9 0 16,8 17-1,1 0 1,-1 17-16,-8 9 15,9 16-15,8 9 16,8 17 0,18 34-16,17 9 15,25 0 1,35 25 0,8 17-16,0-9 15,51 26-15,9 18 16,-35-27-1,61 35 1,25 16-16,-9-8 16,9 18-1,-25-1-15,50 42 16,9 1 0,17-9-16,9 9 15,-26-9 1,9 0-1,-9-8-15,0-1 16,9-8-16,-26-33 16,-9-1-16,-50-26 15,-1-33 1,-8 8 0,-60-25-1,-43-43-15,9-17 16,8 0-16,-25-26 15,-34-25 1,-17-8 0,-1-18-16,-16 1 15,-1-1-15,1 1 16,-1-1 0,-8-8-16,0 0 15,-17 0 1,-25 17-1,-27-8-15,-25 8 16,-17 0 0,-42 0-16,-9 8 15,34 1-15,-69-1 16,-8 9 0,18 0-1,-61 0-15,-42 0 16,-9-17-1,-16 0-15,7-8 0,-16-1 16,0 1 0,-26-9-1,-43 9-15,26-1 16,-17 9 0,-34 17-16,-18-17 15,52-8 1,9-9-1,-69-9-15,-8-8 16,8-17 0,60 0-16,-9 0 15,-25-9 1,0-16-16,51-18 16,-34-8-1,-26 0-15,103 34 16,8-8-1,17-9-15,60 8 16,43 1 0,51-1-16,-9 1 15,26 8 1,51 17-16,9 8 16,8 9-1,9 0-15,8 8 0,1 9 31,7 0-31,1 0 16,0 9 0,17 0-16,0-1 15,0 1 1,8-1-16,1 1 16,8-9-1,0 0-15,0 0 16,0 0-1,0 0-15,0 0 16,0 0 0,0 0-16,0 0 15,0 0 1,0 0-16,-9 0 16,1 0-1,-1 0-15,1-9 16,-1 1-1,9-9-15,0-18 16,26-24 0,17-26-16,16-17 15,27-43 1,76-67-16,43-35 16,17-8-16,34-26 15</inkml:trace>
  <inkml:trace contextRef="#ctx0" brushRef="#br0" timeOffset="68154.81">22601 6710 0,'0'0'0,"0"0"0,-9 9 0,-153 152 0,59-50 0,-33 16 0,-9 9 16,0 17 0,17-25-1,17-34-15,17-26 16,26-26 0,8-16-16,26-18 15,17 1-15,0-18 16,17-8-1,0-8-15,0-1 16,8-8 0,1 9-1,-1 8-15,-8-1 16,0 1 0,0 9-16,0-1 15,0 9 1,0 0-16,0 0 0,0 0 15,0 0 1,0 0-16,-8 0 31,-1 9-31,1 8 16,-1-9 0,9 1-16,0 8 15,0 0 1,9 0-16,8-8 15,0 8 1,8-9-16,-8 1 16,26-1-1,17 1-15,8-18 16,17-16-16,-33 16 16</inkml:trace>
  <inkml:trace contextRef="#ctx0" brushRef="#br0" timeOffset="105807.84">17471 7135 0,'0'0'0,"0"9"0,34 33 0,171 120 0,-111-111 0,-17-9 0,25 9 15,69-8-15,-9-18 16,17-25 0,69-42-16,33-26 15,-7-17 1,75-17 0,-7 8-16,-9 52 15,51 16-15</inkml:trace>
  <inkml:trace contextRef="#ctx0" brushRef="#br0" timeOffset="114308.36">14270 6778 0,'9'0'0,"17"0"0,25 9 0,34 8 15,0 0-15,-25-9 31,-17 1-31,0 8 16,16 0 0,1 0-16,-9 8 15,-25-8 1,-1 0-16,-16 26 16,-35 33-1,-42 26-15,-26-8 16,0-18-1,26-25-15,34-25 16,17-1 0,17-8-16,43 26 15,76 16 1,120-8-16,17-16 16,60-44-1</inkml:trace>
  <inkml:trace contextRef="#ctx0" brushRef="#br0" timeOffset="119797.4">22694 7475 0,'-8'0'0,"-9"43"0,-43 85 15,-17 67 1,9-33 0,17-43-16,34-60 15</inkml:trace>
  <inkml:trace contextRef="#ctx0" brushRef="#br0" timeOffset="135868.87">17061 5426 0,'0'0'0,"0"0"16,0 0-16,0 0 16,0 0-1,0 0 1,0 0-16,0 0 15,0-9-15,17 1 16,18-1-16,33-16 16,9 8-1,-1 0 1,18 8 0,17 9-16,-8 0 15,-18 9-15,-34-1 16,-17 1-1,-8-1 1,-17-8-16,-1 9 16,-16 8-16,-18 17 15,-17 0 1,1-9 0,7 1-16,1-18 15,17 1 1,0-1-16,17 1 15,0-9 1,0 8-16,26 18 16,34 8-16,16 17 15,-16-9-15,-17 1 16,-18 0 0,1 8-1,-17 25 1,-35 9-16,-94 26 0,-50-1 15,-35-33 1,-8-43 0,-86-26-16</inkml:trace>
</inkml:ink>
</file>

<file path=ppt/ink/ink1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3:13:24.075"/>
    </inkml:context>
    <inkml:brush xml:id="br0">
      <inkml:brushProperty name="width" value="0.05292" units="cm"/>
      <inkml:brushProperty name="height" value="0.05292" units="cm"/>
      <inkml:brushProperty name="color" value="#FF0000"/>
    </inkml:brush>
  </inkml:definitions>
  <inkml:trace contextRef="#ctx0" brushRef="#br0">8851 15589 0,'0'0'0,"0"0"0,0 0 0,0 0 16,0 0-1,0 0-15,-9 0 16,-33 25-1,-52 26-15,-43 34 16,9 17 0,26-8-16,8 8 15,0-34 1,9-9-16,42-24 16</inkml:trace>
  <inkml:trace contextRef="#ctx0" brushRef="#br0" timeOffset="1148.81">7707 16124 0,'0'-8'0,"0"-9"0,0 0 16,0 0-1,-8 0 1,-1 0-16,0 0 15,-16-9 1,-9 1-16,-9-1 16,0 9-1,-25 0-15,-9 0 16,0 17 0,1 9-16,-35 16 15,0 18 1,-9 25-16,1 8 15,25 18 1,-17 17-16,17 16 16,26-33-1,34-35-15,-1 9 16,18 0 0,17-8-16,17 8 15,35 8 1,7-8-16,27 0 15,25 0 1,25-8-16,9-17 16,9-18-1,34 9-15,-26-17 16,0-25 0,0-1-16,-8-8 15,-18-17 1,-42-25-16,9-35 15,-18-34 1,-25 9-16,-26-17 16,-43-17-1,-33 0-15,-44 26 16,-33 24-16,-43 35 16,-52 77-1,-101 59-15</inkml:trace>
  <inkml:trace contextRef="#ctx0" brushRef="#br0" timeOffset="1681.86">7075 16626 0,'0'0'0,"0"0"0,0 0 31,9 0-15,8 0-16,17 0 15,17 0-15,1 0 16,-1 0 0,26 0-16,17 0 15,-26-8 1,-43 8-16</inkml:trace>
  <inkml:trace contextRef="#ctx0" brushRef="#br0" timeOffset="1936.29">8006 16354 0,'0'0'0,"0"0"0,0 0 0,-9 9 15,-8 50-15,-8 35 16,-1 25 0,-8 25-16,17-8 15,17-42 1,0-52-16</inkml:trace>
  <inkml:trace contextRef="#ctx0" brushRef="#br0" timeOffset="8318.51">6359 15546 0,'0'0'0,"0"0"15,0 0-15,-9 0 16,-8 0-16,-9-8 16,-16-1-1,-10-8-15,1 0 16,-17 17-16,-9 9 16,9 8-1,8 17 1,17-9-16,18 1 15,16-1 1,9 1-16,26-9 16,25-9-1,26 1-15,17-18 0,0-8 16,-17-8 0,-26-1-16,-17-8 31,-17-17-31,-26-25 15,-67-26 1,24 51-16</inkml:trace>
  <inkml:trace contextRef="#ctx0" brushRef="#br0" timeOffset="25017.62">8620 13794 0,'-8'9'0,"-35"42"15,-34 110-15,0 69 16,35-34 0,16 16-1,26 145-15</inkml:trace>
  <inkml:trace contextRef="#ctx0" brushRef="#br0" timeOffset="35887.33">9875 11558 0,'0'0'0,"0"0"0,0 0 15,0 0 1,8 0 0,18 8-1,17 1-15,8-1 16,17 1-16,18-9 0,-18 8 31,-17 1-15,-25-9-1,-9 17-15,8 8 16,1 26-16,-18 26 16,-25 25-1,-34 25-15,-26 1 16,18-26-1,16-43-15,17-25 16,9-8 0,17-18-16,9 9 15,51-8 1,68-18-16,128-59 16,111-34-1</inkml:trace>
  <inkml:trace contextRef="#ctx0" brushRef="#br0" timeOffset="42105.3">16105 11251 0,'0'0'0,"0"0"0,-8 9 16,-9 42-16,-17 42 15,8-33 1</inkml:trace>
  <inkml:trace contextRef="#ctx0" brushRef="#br0" timeOffset="44345.6">11812 9534 0,'0'0'0,"0"0"0,9 0 16,17 0-16,16 8 15,1-8 1,25 9-16,17-1 15,-8-8 1,0 9 0,0-1-16,-17 1 15,-18 8-15,-16 0 16,-9 0 0,-8 0-16,-9 17 15,-18 17 1,-16 8-16,0-16 15,9-1 1,8-16-16,8-18 16,0 1-1,9-1-15,0 9 16,18 9 0,24 8-16,1 8 15,0 1 1,-18-9-1,1-9-15,-18 1 16,-16 16 0,-146 26-16,-170 60 15</inkml:trace>
  <inkml:trace contextRef="#ctx0" brushRef="#br0" timeOffset="51260.1">18068 8819 0,'-8'17'0,"-43"77"0,-18 76 0,27 25 16,33 1 0,43 110-1</inkml:trace>
</inkml:ink>
</file>

<file path=ppt/ink/ink2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3:15:25.610"/>
    </inkml:context>
    <inkml:brush xml:id="br0">
      <inkml:brushProperty name="width" value="0.05292" units="cm"/>
      <inkml:brushProperty name="height" value="0.05292" units="cm"/>
      <inkml:brushProperty name="color" value="#FF0000"/>
    </inkml:brush>
  </inkml:definitions>
  <inkml:trace contextRef="#ctx0" brushRef="#br0">15551 10690 0,'0'0'0,"0"0"0,0 0 16,0 0-16,0 0 16,0 9-16,0-1 15,0 1 1,0-1-16,0 1 16,0-9-1,0 0-15,0 0 16,0 0-1,0 0-15,0 0 16,0 0 0,0 0-16,0 0 15,-9 0 1,1-9-16,-18-8 16,-8-42-1,-9-26 1,26 8-16,9-17 15,-9-59-15,17-8 16,8 25 0,1-17-16,-9-43 15,0 51 1,0 52 0,-9 8-16,-8 0 15,0 17-15,0 17 16,0 8-1,17 9 1,0 9-16,0 8 16,0 8-1,0 9-15,0 0 16,0 0-16,0 0 16,-9 17-1,-16 51 1,16-25-16</inkml:trace>
  <inkml:trace contextRef="#ctx0" brushRef="#br0" timeOffset="744.51">14868 9644 0,'0'0'0,"0"0"0,0 0 16,0 0-16,0 0 31,0 0-31,0 0 16,0 0-16,0 0 16,0 0-1,0 0 1,0 0-16,0 0 15,0 0 1,0 0-16,0 0 16,0-8-16,0 8 15,0-9 1,0 9-16,0 0 16,0 0-1,0 0-15,0 0 16,0 0-1,0 0-15,0 0 16,0 0 0,0 0-1,0 0-15,0 0 16,0 0-16,0-8 16,0-9-1,0-17 1,8-9-16,9 0 15,1-16 1,-1-1-16,8-8 16,9-8-1,18-18-15,-10 1 16,9 8 0,9 17-16,-9 8 15,-8 18-15,-17 16 16,-1 9-1,1 9-15,-9 8 16,17 17 0,9 8-1,25 26-15,17 17 16,9 17-16,0 0 16,-51-42-1</inkml:trace>
  <inkml:trace contextRef="#ctx0" brushRef="#br0" timeOffset="13543.73">17983 9176 0,'0'0'0,"0"0"0,0 0 0,0-8 31,0-1-31,0-8 16,0 0-16,0 0 15,0 0-15,0 17 16,0-8-16,0-1 16,17 1-1,26-18-15,8 1 31,9-1-15,17-16-16,17 8 16,8 0-1,9 8-15,-17 9 16,0 9 0,-9 8-16,9 17 15,0 0 1,-17 17-16,-18 8 15,-7 9 1,-10 34-16,-8 17 0,-17 17 31,-8 0-31,-9 1 16,0-27-16,0-25 0,0-25 31,0-18-15,0-8-16,0-8 15,0-1 1,0-8-16,0 0 16,0 0-16</inkml:trace>
  <inkml:trace contextRef="#ctx0" brushRef="#br0" timeOffset="13940.49">18913 9542 0,'0'0'0,"0"0"0,0 0 15,0 0 1,0 26-16,0 16 15,9 18 1,0 25 0,-18 8-1,0-16-15,9-26 16,0-17 0,0-9-16,0 1 15,26-18 1,17 1-16,34-26 15,25-26 1,17-25-16,9-17 16,-25 9-1,-60 42-15</inkml:trace>
  <inkml:trace contextRef="#ctx0" brushRef="#br0" timeOffset="41786.07">18273 11558 0,'0'0'0,"0"0"0,0 0 16,-8-9-16,-9 1 31,-34-18-16,-1 1-15,18 8 16,0 0 0,8 8-16,1-8 15,8 8 1,0 9-16,0 0 16,8 0-1,1 0-15,-18 0 16,0 0-1,-8 0-15,-8 0 16,-18 0-16,-17 18 16,-25-1-1,8 17 1,8 8-16,1 1 16,17 8-1,16-9-15,18 1 16,-17-9-16,-17 25 15,-9 9 1,9-17-16,8 26 16,9 25-1,0 17-15,-1 8 16,10 10 0,8 16-1,-1 0-15,1 0 16,9 17-1,-1 0-15,0-8 16,9 16 0,17-25-16,9-34 15,8 9 1,0 25-16,0 0 16,0 0-1,0 0-15,0-8 16,9-1-1,8-16-15,0-9 16,9-8-16,42 8 16,9-17-1,-9-9-15,-8 1 16,0 8 0,-9 0-1,1 8-15,25-16 16,-1-9-1,-7 0-15,-1 9 16,0-18 0,44 1-16,7-9 15,-25-26-15,17-8 16,43-8-16,-9-18 16,-26-8-1,27-17 1,7-8-1,-42-9-15,-8-9 16,8-8 0,17-17-16,-26 9 0,-8-1 15,-17-25 1,9-9 0,-9-25-1,-9 0-15,-17 0 16,-25 0-1,-18-8-15,1-9 16,-17 8 0,-9-25-16,-9-26 15,-17 18 1,-16 8-16,-18-17 16,-8 17-1,8-1-15,-8 1 16,-1 9-1,-7-1-15,-35-16 16,-17 8 0,8 8-16,1 0 15,-35-16-15,-8-1 16,34 18 0,-34-18-1,-17 9-15,16 25 16,-67 9-1,-18 34-15,-93 34 16,-60 17 0</inkml:trace>
</inkml:ink>
</file>

<file path=ppt/ink/ink2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3:17:12.303"/>
    </inkml:context>
    <inkml:brush xml:id="br0">
      <inkml:brushProperty name="width" value="0.05292" units="cm"/>
      <inkml:brushProperty name="height" value="0.05292" units="cm"/>
      <inkml:brushProperty name="color" value="#FF0000"/>
    </inkml:brush>
  </inkml:definitions>
  <inkml:trace contextRef="#ctx0" brushRef="#br0">18000 6565 0,'0'0'0,"0"0"0,0 0 0,0 0 16,0 0 0,0 0-16,9-8 15,25-18 1,34-8 0,52-34-16,-1 9 15,1 8 1,59 0-16,-17 17 15,17 17-15,52 17 16,-69 8 0,-17 18-16,17 8 15,-8 8 1,-43 1 0,-34 8-16,-9 17 15,-8 8 1,-9 18-16,-26-17 15,1-9-15,-9-17 16,-8-17 0,-1-9-1,1-8-15,-1-8 16</inkml:trace>
  <inkml:trace contextRef="#ctx0" brushRef="#br0" timeOffset="428.41">20424 6361 0,'0'0'0,"0"0"0,9 9 0,8 8 16,0 0 0,0 8-16,8 26 15,1 0 1,8 0 0,0 17-16,-8-8 15,0 0 1,8-9-16,0 0 15,9 0-15,-9-9 16,-9-8 0,-16-8-1,-1-18-15,-25 18 16,-111 25 0,-153 25-16,-121-16 15,10-1 1</inkml:trace>
  <inkml:trace contextRef="#ctx0" brushRef="#br0" timeOffset="2300.75">14612 8122 0,'0'0'0,"-9"0"0,1 0 0,-1-9 16,1 1 0,-9-18-1,0-8-15,-1-17 16,1-17-16,17-8 15,9 16 1,42-33 0,26-52-16,0-8 0,17 25 15,25 9 1,18-51-16,-1 9 16,-25 33-1,9 17-15,16-33 16,-33 33-1,-44 35 1,-7 16 0,-10 18-16,-16 16 0,0 9 31,-18 9-31,1 8 16,-18-9-1,1 1-15,-1 8 16</inkml:trace>
  <inkml:trace contextRef="#ctx0" brushRef="#br0" timeOffset="2615.15">15030 6021 0,'0'0'0,"0"0"0,9 0 16,42 9-1,43-1-15,25-16 16,9 8-16,0 0 16,-25-9-1,-9 1 1,-9 8-16,-25 0 16,-18 0-1,-16 0-15,-1 0 16,-16 25-1,-18 60-15,-25 43 16,-17-1 0,26-42-16,16-51 15</inkml:trace>
  <inkml:trace contextRef="#ctx0" brushRef="#br0" timeOffset="4560.01">18606 8590 0,'0'0'0,"0"0"0,0 0 16,0 0 0,9 8-1,-1 9 1,1 17-16,8 9 15,0 25 1,-9 17-16,10 8 16,-1-25-1,0-8-15,8-18 16,1-8 0,17-8-1,-18-9-15</inkml:trace>
  <inkml:trace contextRef="#ctx0" brushRef="#br0" timeOffset="4883.05">18478 9074 0,'0'0'0,"0"0"0,0 0 0,0 0 15,0 0 1,0 0 0,0 9-16,9 8 15,-1 0-15,9 0 16,17 17 0,1 8-16,7 9 15,1 9 1,-9-18-1,-8-16-15,-1-1 0,9-25 32,18-34-32,24-42 15,10-111 1,-1-136-16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0D1F59-0C63-44D8-BE72-2266A9516CA1}" type="datetimeFigureOut">
              <a:rPr lang="en-US" smtClean="0"/>
              <a:t>4/15/2026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9C3430-04EA-4E2B-840E-2DAFF95C6F71}" type="slidenum">
              <a:rPr lang="en-US" smtClean="0"/>
              <a:t>‹#›</a:t>
            </a:fld>
            <a:endParaRPr lang="en-US"/>
          </a:p>
        </p:txBody>
      </p:sp>
    </p:spTree>
    <p:extLst>
      <p:ext uri="{BB962C8B-B14F-4D97-AF65-F5344CB8AC3E}">
        <p14:creationId xmlns:p14="http://schemas.microsoft.com/office/powerpoint/2010/main" val="2212231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4/15/2026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4/15/2026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4/15/2026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4/15/2026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4/15/2026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4/15/2026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4/15/2026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4/15/2026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4/15/2026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4/15/2026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4/15/2026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4/15/2026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25.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3" Type="http://schemas.openxmlformats.org/officeDocument/2006/relationships/image" Target="../media/image124.png"/><Relationship Id="rId18" Type="http://schemas.openxmlformats.org/officeDocument/2006/relationships/image" Target="../media/image170.png"/><Relationship Id="rId8" Type="http://schemas.openxmlformats.org/officeDocument/2006/relationships/image" Target="../media/image710.png"/><Relationship Id="rId3" Type="http://schemas.openxmlformats.org/officeDocument/2006/relationships/image" Target="../media/image210.png"/><Relationship Id="rId21" Type="http://schemas.openxmlformats.org/officeDocument/2006/relationships/image" Target="../media/image41.png"/><Relationship Id="rId12" Type="http://schemas.openxmlformats.org/officeDocument/2006/relationships/image" Target="../media/image1110.png"/><Relationship Id="rId17" Type="http://schemas.openxmlformats.org/officeDocument/2006/relationships/image" Target="../media/image160.png"/><Relationship Id="rId7" Type="http://schemas.openxmlformats.org/officeDocument/2006/relationships/image" Target="../media/image610.png"/><Relationship Id="rId2" Type="http://schemas.openxmlformats.org/officeDocument/2006/relationships/image" Target="../media/image23.png"/><Relationship Id="rId16" Type="http://schemas.openxmlformats.org/officeDocument/2006/relationships/image" Target="../media/image150.png"/><Relationship Id="rId20" Type="http://schemas.openxmlformats.org/officeDocument/2006/relationships/image" Target="../media/image311.png"/><Relationship Id="rId1" Type="http://schemas.openxmlformats.org/officeDocument/2006/relationships/slideLayout" Target="../slideLayouts/slideLayout2.xml"/><Relationship Id="rId11" Type="http://schemas.openxmlformats.org/officeDocument/2006/relationships/image" Target="../media/image1010.png"/><Relationship Id="rId6" Type="http://schemas.openxmlformats.org/officeDocument/2006/relationships/image" Target="../media/image510.png"/><Relationship Id="rId24" Type="http://schemas.openxmlformats.org/officeDocument/2006/relationships/image" Target="../media/image711.png"/><Relationship Id="rId15" Type="http://schemas.openxmlformats.org/officeDocument/2006/relationships/image" Target="../media/image140.png"/><Relationship Id="rId5" Type="http://schemas.openxmlformats.org/officeDocument/2006/relationships/image" Target="../media/image410.png"/><Relationship Id="rId23" Type="http://schemas.openxmlformats.org/officeDocument/2006/relationships/image" Target="../media/image611.png"/><Relationship Id="rId10" Type="http://schemas.openxmlformats.org/officeDocument/2006/relationships/image" Target="../media/image910.png"/><Relationship Id="rId19" Type="http://schemas.openxmlformats.org/officeDocument/2006/relationships/image" Target="../media/image180.png"/><Relationship Id="rId9" Type="http://schemas.openxmlformats.org/officeDocument/2006/relationships/image" Target="../media/image810.png"/><Relationship Id="rId14" Type="http://schemas.openxmlformats.org/officeDocument/2006/relationships/image" Target="../media/image130.png"/><Relationship Id="rId4" Type="http://schemas.openxmlformats.org/officeDocument/2006/relationships/image" Target="../media/image310.png"/><Relationship Id="rId22" Type="http://schemas.openxmlformats.org/officeDocument/2006/relationships/image" Target="../media/image5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141.png"/><Relationship Id="rId18" Type="http://schemas.openxmlformats.org/officeDocument/2006/relationships/image" Target="../media/image34.png"/><Relationship Id="rId3" Type="http://schemas.openxmlformats.org/officeDocument/2006/relationships/image" Target="../media/image240.png"/><Relationship Id="rId21" Type="http://schemas.openxmlformats.org/officeDocument/2006/relationships/image" Target="../media/image37.png"/><Relationship Id="rId7" Type="http://schemas.openxmlformats.org/officeDocument/2006/relationships/image" Target="../media/image28.png"/><Relationship Id="rId12" Type="http://schemas.openxmlformats.org/officeDocument/2006/relationships/image" Target="../media/image131.png"/><Relationship Id="rId17" Type="http://schemas.openxmlformats.org/officeDocument/2006/relationships/image" Target="../media/image33.png"/><Relationship Id="rId2" Type="http://schemas.openxmlformats.org/officeDocument/2006/relationships/image" Target="../media/image108.png"/><Relationship Id="rId16" Type="http://schemas.openxmlformats.org/officeDocument/2006/relationships/image" Target="../media/image32.png"/><Relationship Id="rId20"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126.png"/><Relationship Id="rId24" Type="http://schemas.openxmlformats.org/officeDocument/2006/relationships/image" Target="../media/image40.png"/><Relationship Id="rId5" Type="http://schemas.openxmlformats.org/officeDocument/2006/relationships/image" Target="../media/image260.png"/><Relationship Id="rId15" Type="http://schemas.openxmlformats.org/officeDocument/2006/relationships/image" Target="../media/image31.png"/><Relationship Id="rId23" Type="http://schemas.openxmlformats.org/officeDocument/2006/relationships/image" Target="../media/image39.png"/><Relationship Id="rId10" Type="http://schemas.openxmlformats.org/officeDocument/2006/relationships/image" Target="../media/image1112.png"/><Relationship Id="rId19" Type="http://schemas.openxmlformats.org/officeDocument/2006/relationships/image" Target="../media/image35.png"/><Relationship Id="rId4" Type="http://schemas.openxmlformats.org/officeDocument/2006/relationships/image" Target="../media/image250.png"/><Relationship Id="rId9" Type="http://schemas.openxmlformats.org/officeDocument/2006/relationships/image" Target="../media/image85.png"/><Relationship Id="rId14" Type="http://schemas.openxmlformats.org/officeDocument/2006/relationships/image" Target="../media/image30.png"/><Relationship Id="rId22" Type="http://schemas.openxmlformats.org/officeDocument/2006/relationships/image" Target="../media/image3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3" Type="http://schemas.openxmlformats.org/officeDocument/2006/relationships/image" Target="../media/image56.png"/><Relationship Id="rId18" Type="http://schemas.openxmlformats.org/officeDocument/2006/relationships/image" Target="../media/image151.png"/><Relationship Id="rId26" Type="http://schemas.openxmlformats.org/officeDocument/2006/relationships/image" Target="../media/image68.png"/><Relationship Id="rId39" Type="http://schemas.openxmlformats.org/officeDocument/2006/relationships/image" Target="../media/image80.png"/><Relationship Id="rId21" Type="http://schemas.openxmlformats.org/officeDocument/2006/relationships/image" Target="../media/image63.png"/><Relationship Id="rId34" Type="http://schemas.openxmlformats.org/officeDocument/2006/relationships/image" Target="../media/image75.png"/><Relationship Id="rId42" Type="http://schemas.openxmlformats.org/officeDocument/2006/relationships/image" Target="../media/image83.png"/><Relationship Id="rId47" Type="http://schemas.openxmlformats.org/officeDocument/2006/relationships/image" Target="../media/image88.png"/><Relationship Id="rId7" Type="http://schemas.openxmlformats.org/officeDocument/2006/relationships/image" Target="../media/image50.png"/><Relationship Id="rId2" Type="http://schemas.openxmlformats.org/officeDocument/2006/relationships/image" Target="../media/image1111.png"/><Relationship Id="rId16" Type="http://schemas.openxmlformats.org/officeDocument/2006/relationships/image" Target="../media/image59.png"/><Relationship Id="rId29"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4.png"/><Relationship Id="rId24" Type="http://schemas.openxmlformats.org/officeDocument/2006/relationships/image" Target="../media/image66.png"/><Relationship Id="rId32" Type="http://schemas.openxmlformats.org/officeDocument/2006/relationships/image" Target="../media/image74.png"/><Relationship Id="rId37" Type="http://schemas.openxmlformats.org/officeDocument/2006/relationships/image" Target="../media/image78.png"/><Relationship Id="rId40" Type="http://schemas.openxmlformats.org/officeDocument/2006/relationships/image" Target="../media/image81.png"/><Relationship Id="rId45" Type="http://schemas.openxmlformats.org/officeDocument/2006/relationships/image" Target="../media/image86.png"/><Relationship Id="rId5" Type="http://schemas.openxmlformats.org/officeDocument/2006/relationships/image" Target="../media/image48.png"/><Relationship Id="rId15" Type="http://schemas.openxmlformats.org/officeDocument/2006/relationships/image" Target="../media/image58.png"/><Relationship Id="rId23" Type="http://schemas.openxmlformats.org/officeDocument/2006/relationships/image" Target="../media/image65.png"/><Relationship Id="rId28" Type="http://schemas.openxmlformats.org/officeDocument/2006/relationships/image" Target="../media/image70.png"/><Relationship Id="rId36" Type="http://schemas.openxmlformats.org/officeDocument/2006/relationships/image" Target="../media/image77.png"/><Relationship Id="rId10" Type="http://schemas.openxmlformats.org/officeDocument/2006/relationships/image" Target="../media/image53.png"/><Relationship Id="rId19" Type="http://schemas.openxmlformats.org/officeDocument/2006/relationships/image" Target="../media/image61.png"/><Relationship Id="rId31" Type="http://schemas.openxmlformats.org/officeDocument/2006/relationships/image" Target="../media/image73.png"/><Relationship Id="rId44" Type="http://schemas.openxmlformats.org/officeDocument/2006/relationships/image" Target="../media/image171.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 Id="rId22" Type="http://schemas.openxmlformats.org/officeDocument/2006/relationships/image" Target="../media/image64.png"/><Relationship Id="rId27" Type="http://schemas.openxmlformats.org/officeDocument/2006/relationships/image" Target="../media/image69.png"/><Relationship Id="rId30" Type="http://schemas.openxmlformats.org/officeDocument/2006/relationships/image" Target="../media/image72.png"/><Relationship Id="rId35" Type="http://schemas.openxmlformats.org/officeDocument/2006/relationships/image" Target="../media/image76.png"/><Relationship Id="rId43" Type="http://schemas.openxmlformats.org/officeDocument/2006/relationships/image" Target="../media/image84.png"/><Relationship Id="rId8" Type="http://schemas.openxmlformats.org/officeDocument/2006/relationships/image" Target="../media/image51.png"/><Relationship Id="rId12" Type="http://schemas.openxmlformats.org/officeDocument/2006/relationships/image" Target="../media/image55.png"/><Relationship Id="rId17" Type="http://schemas.openxmlformats.org/officeDocument/2006/relationships/image" Target="../media/image60.png"/><Relationship Id="rId25" Type="http://schemas.openxmlformats.org/officeDocument/2006/relationships/image" Target="../media/image67.png"/><Relationship Id="rId33" Type="http://schemas.openxmlformats.org/officeDocument/2006/relationships/image" Target="../media/image161.png"/><Relationship Id="rId38" Type="http://schemas.openxmlformats.org/officeDocument/2006/relationships/image" Target="../media/image79.png"/><Relationship Id="rId46" Type="http://schemas.openxmlformats.org/officeDocument/2006/relationships/image" Target="../media/image87.png"/><Relationship Id="rId20" Type="http://schemas.openxmlformats.org/officeDocument/2006/relationships/image" Target="../media/image62.png"/><Relationship Id="rId41" Type="http://schemas.openxmlformats.org/officeDocument/2006/relationships/image" Target="../media/image82.png"/></Relationships>
</file>

<file path=ppt/slides/_rels/slide37.xml.rels><?xml version="1.0" encoding="UTF-8" standalone="yes"?>
<Relationships xmlns="http://schemas.openxmlformats.org/package/2006/relationships"><Relationship Id="rId13" Type="http://schemas.openxmlformats.org/officeDocument/2006/relationships/image" Target="../media/image100.png"/><Relationship Id="rId18" Type="http://schemas.openxmlformats.org/officeDocument/2006/relationships/image" Target="../media/image181.png"/><Relationship Id="rId39" Type="http://schemas.openxmlformats.org/officeDocument/2006/relationships/image" Target="../media/image115.png"/><Relationship Id="rId26" Type="http://schemas.openxmlformats.org/officeDocument/2006/relationships/image" Target="../media/image83.png"/><Relationship Id="rId34" Type="http://schemas.openxmlformats.org/officeDocument/2006/relationships/image" Target="../media/image110.png"/><Relationship Id="rId42" Type="http://schemas.openxmlformats.org/officeDocument/2006/relationships/image" Target="../media/image118.png"/><Relationship Id="rId47" Type="http://schemas.openxmlformats.org/officeDocument/2006/relationships/image" Target="../media/image190.png"/><Relationship Id="rId21" Type="http://schemas.openxmlformats.org/officeDocument/2006/relationships/image" Target="../media/image78.png"/><Relationship Id="rId7" Type="http://schemas.openxmlformats.org/officeDocument/2006/relationships/image" Target="../media/image94.png"/><Relationship Id="rId2" Type="http://schemas.openxmlformats.org/officeDocument/2006/relationships/image" Target="../media/image123.png"/><Relationship Id="rId16" Type="http://schemas.openxmlformats.org/officeDocument/2006/relationships/image" Target="../media/image103.png"/><Relationship Id="rId29"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93.png"/><Relationship Id="rId11" Type="http://schemas.openxmlformats.org/officeDocument/2006/relationships/image" Target="../media/image98.png"/><Relationship Id="rId37" Type="http://schemas.openxmlformats.org/officeDocument/2006/relationships/image" Target="../media/image113.png"/><Relationship Id="rId40" Type="http://schemas.openxmlformats.org/officeDocument/2006/relationships/image" Target="../media/image116.png"/><Relationship Id="rId45" Type="http://schemas.openxmlformats.org/officeDocument/2006/relationships/image" Target="../media/image121.png"/><Relationship Id="rId24" Type="http://schemas.openxmlformats.org/officeDocument/2006/relationships/image" Target="../media/image106.png"/><Relationship Id="rId5" Type="http://schemas.openxmlformats.org/officeDocument/2006/relationships/image" Target="../media/image92.png"/><Relationship Id="rId15" Type="http://schemas.openxmlformats.org/officeDocument/2006/relationships/image" Target="../media/image102.png"/><Relationship Id="rId36" Type="http://schemas.openxmlformats.org/officeDocument/2006/relationships/image" Target="../media/image112.png"/><Relationship Id="rId23" Type="http://schemas.openxmlformats.org/officeDocument/2006/relationships/image" Target="../media/image80.png"/><Relationship Id="rId28" Type="http://schemas.openxmlformats.org/officeDocument/2006/relationships/image" Target="../media/image107.png"/><Relationship Id="rId10" Type="http://schemas.openxmlformats.org/officeDocument/2006/relationships/image" Target="../media/image97.png"/><Relationship Id="rId44" Type="http://schemas.openxmlformats.org/officeDocument/2006/relationships/image" Target="../media/image120.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91.png"/><Relationship Id="rId9" Type="http://schemas.openxmlformats.org/officeDocument/2006/relationships/image" Target="../media/image96.png"/><Relationship Id="rId14" Type="http://schemas.openxmlformats.org/officeDocument/2006/relationships/image" Target="../media/image101.png"/><Relationship Id="rId35" Type="http://schemas.openxmlformats.org/officeDocument/2006/relationships/image" Target="../media/image111.png"/><Relationship Id="rId43" Type="http://schemas.openxmlformats.org/officeDocument/2006/relationships/image" Target="../media/image119.png"/><Relationship Id="rId48" Type="http://schemas.openxmlformats.org/officeDocument/2006/relationships/image" Target="../media/image75.png"/><Relationship Id="rId22" Type="http://schemas.openxmlformats.org/officeDocument/2006/relationships/image" Target="../media/image105.png"/><Relationship Id="rId27" Type="http://schemas.openxmlformats.org/officeDocument/2006/relationships/image" Target="../media/image84.png"/><Relationship Id="rId30" Type="http://schemas.openxmlformats.org/officeDocument/2006/relationships/image" Target="../media/image87.png"/><Relationship Id="rId8" Type="http://schemas.openxmlformats.org/officeDocument/2006/relationships/image" Target="../media/image95.png"/><Relationship Id="rId12" Type="http://schemas.openxmlformats.org/officeDocument/2006/relationships/image" Target="../media/image99.png"/><Relationship Id="rId17" Type="http://schemas.openxmlformats.org/officeDocument/2006/relationships/image" Target="../media/image104.png"/><Relationship Id="rId33" Type="http://schemas.openxmlformats.org/officeDocument/2006/relationships/image" Target="../media/image109.png"/><Relationship Id="rId38" Type="http://schemas.openxmlformats.org/officeDocument/2006/relationships/image" Target="../media/image114.png"/><Relationship Id="rId46" Type="http://schemas.openxmlformats.org/officeDocument/2006/relationships/image" Target="../media/image122.png"/><Relationship Id="rId25" Type="http://schemas.openxmlformats.org/officeDocument/2006/relationships/image" Target="../media/image82.png"/><Relationship Id="rId41" Type="http://schemas.openxmlformats.org/officeDocument/2006/relationships/image" Target="../media/image117.png"/><Relationship Id="rId20" Type="http://schemas.openxmlformats.org/officeDocument/2006/relationships/image" Target="../media/image7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Spring 2026</a:t>
            </a:r>
            <a:br>
              <a:rPr lang="en-US" dirty="0"/>
            </a:br>
            <a:r>
              <a:rPr lang="en-US" dirty="0"/>
              <a:t>Lecture 8: AVL Trees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3AD86-1571-D6FB-228A-8B563D15EC58}"/>
              </a:ext>
            </a:extLst>
          </p:cNvPr>
          <p:cNvSpPr>
            <a:spLocks noGrp="1"/>
          </p:cNvSpPr>
          <p:nvPr>
            <p:ph type="title"/>
          </p:nvPr>
        </p:nvSpPr>
        <p:spPr/>
        <p:txBody>
          <a:bodyPr/>
          <a:lstStyle/>
          <a:p>
            <a:r>
              <a:rPr lang="en-US" dirty="0"/>
              <a:t>Dictionary (Map) ADT</a:t>
            </a:r>
          </a:p>
        </p:txBody>
      </p:sp>
      <p:sp>
        <p:nvSpPr>
          <p:cNvPr id="3" name="Content Placeholder 2">
            <a:extLst>
              <a:ext uri="{FF2B5EF4-FFF2-40B4-BE49-F238E27FC236}">
                <a16:creationId xmlns:a16="http://schemas.microsoft.com/office/drawing/2014/main" id="{FE9F7E85-C0B2-0941-5469-FBEF3EEEF3D9}"/>
              </a:ext>
            </a:extLst>
          </p:cNvPr>
          <p:cNvSpPr>
            <a:spLocks noGrp="1"/>
          </p:cNvSpPr>
          <p:nvPr>
            <p:ph idx="1"/>
          </p:nvPr>
        </p:nvSpPr>
        <p:spPr/>
        <p:txBody>
          <a:bodyPr>
            <a:normAutofit lnSpcReduction="10000"/>
          </a:bodyPr>
          <a:lstStyle/>
          <a:p>
            <a:r>
              <a:rPr lang="en-US" dirty="0"/>
              <a:t>Contents:</a:t>
            </a:r>
          </a:p>
          <a:p>
            <a:pPr lvl="1"/>
            <a:r>
              <a:rPr lang="en-US" dirty="0"/>
              <a:t>Sets of </a:t>
            </a:r>
            <a:r>
              <a:rPr lang="en-US" dirty="0" err="1"/>
              <a:t>key+value</a:t>
            </a:r>
            <a:r>
              <a:rPr lang="en-US" dirty="0"/>
              <a:t> pairs</a:t>
            </a:r>
          </a:p>
          <a:p>
            <a:pPr lvl="1"/>
            <a:r>
              <a:rPr lang="en-US" dirty="0"/>
              <a:t>Keys must be comparable</a:t>
            </a:r>
          </a:p>
          <a:p>
            <a:r>
              <a:rPr lang="en-US" dirty="0"/>
              <a:t>Operations:</a:t>
            </a:r>
          </a:p>
          <a:p>
            <a:pPr lvl="1"/>
            <a:r>
              <a:rPr lang="en-US" dirty="0"/>
              <a:t>insert(key, value)</a:t>
            </a:r>
          </a:p>
          <a:p>
            <a:pPr lvl="2"/>
            <a:r>
              <a:rPr lang="en-US" dirty="0"/>
              <a:t>Adds the (</a:t>
            </a:r>
            <a:r>
              <a:rPr lang="en-US" dirty="0" err="1"/>
              <a:t>key,value</a:t>
            </a:r>
            <a:r>
              <a:rPr lang="en-US" dirty="0"/>
              <a:t>) pair into the dictionary</a:t>
            </a:r>
          </a:p>
          <a:p>
            <a:pPr lvl="2"/>
            <a:r>
              <a:rPr lang="en-US" dirty="0"/>
              <a:t>If the key already has a value, overwrite the old value</a:t>
            </a:r>
          </a:p>
          <a:p>
            <a:pPr lvl="3"/>
            <a:r>
              <a:rPr lang="en-US" dirty="0"/>
              <a:t>Consequence: Keys cannot be repeated</a:t>
            </a:r>
          </a:p>
          <a:p>
            <a:pPr lvl="1"/>
            <a:r>
              <a:rPr lang="en-US" dirty="0"/>
              <a:t>find(key)</a:t>
            </a:r>
          </a:p>
          <a:p>
            <a:pPr lvl="2"/>
            <a:r>
              <a:rPr lang="en-US" dirty="0"/>
              <a:t>Returns the value associated with the given key</a:t>
            </a:r>
          </a:p>
          <a:p>
            <a:pPr lvl="1"/>
            <a:r>
              <a:rPr lang="en-US" dirty="0"/>
              <a:t>delete(key)</a:t>
            </a:r>
          </a:p>
          <a:p>
            <a:pPr lvl="2"/>
            <a:r>
              <a:rPr lang="en-US" dirty="0"/>
              <a:t>Remove the key (and its associated value)</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97FBB50E-5470-65AF-0C9A-D27B6749B07C}"/>
                  </a:ext>
                </a:extLst>
              </p14:cNvPr>
              <p14:cNvContentPartPr/>
              <p14:nvPr/>
            </p14:nvContentPartPr>
            <p14:xfrm>
              <a:off x="685080" y="2369520"/>
              <a:ext cx="5555520" cy="3469320"/>
            </p14:xfrm>
          </p:contentPart>
        </mc:Choice>
        <mc:Fallback>
          <p:pic>
            <p:nvPicPr>
              <p:cNvPr id="4" name="Ink 3">
                <a:extLst>
                  <a:ext uri="{FF2B5EF4-FFF2-40B4-BE49-F238E27FC236}">
                    <a16:creationId xmlns:a16="http://schemas.microsoft.com/office/drawing/2014/main" id="{97FBB50E-5470-65AF-0C9A-D27B6749B07C}"/>
                  </a:ext>
                </a:extLst>
              </p:cNvPr>
              <p:cNvPicPr/>
              <p:nvPr/>
            </p:nvPicPr>
            <p:blipFill>
              <a:blip r:embed="rId3"/>
              <a:stretch>
                <a:fillRect/>
              </a:stretch>
            </p:blipFill>
            <p:spPr>
              <a:xfrm>
                <a:off x="675720" y="2360160"/>
                <a:ext cx="5574240" cy="3488040"/>
              </a:xfrm>
              <a:prstGeom prst="rect">
                <a:avLst/>
              </a:prstGeom>
            </p:spPr>
          </p:pic>
        </mc:Fallback>
      </mc:AlternateContent>
    </p:spTree>
    <p:extLst>
      <p:ext uri="{BB962C8B-B14F-4D97-AF65-F5344CB8AC3E}">
        <p14:creationId xmlns:p14="http://schemas.microsoft.com/office/powerpoint/2010/main" val="3568956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4CFD5-6174-1FD7-60B7-64E10B65BBE4}"/>
              </a:ext>
            </a:extLst>
          </p:cNvPr>
          <p:cNvSpPr>
            <a:spLocks noGrp="1"/>
          </p:cNvSpPr>
          <p:nvPr>
            <p:ph type="title"/>
          </p:nvPr>
        </p:nvSpPr>
        <p:spPr/>
        <p:txBody>
          <a:bodyPr/>
          <a:lstStyle/>
          <a:p>
            <a:r>
              <a:rPr lang="en-US" dirty="0"/>
              <a:t>Naïve attempts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7B359D6B-9B11-EAD4-2DE3-EB38FA61CE14}"/>
                  </a:ext>
                </a:extLst>
              </p:cNvPr>
              <p:cNvGraphicFramePr>
                <a:graphicFrameLocks/>
              </p:cNvGraphicFramePr>
              <p:nvPr>
                <p:extLst>
                  <p:ext uri="{D42A27DB-BD31-4B8C-83A1-F6EECF244321}">
                    <p14:modId xmlns:p14="http://schemas.microsoft.com/office/powerpoint/2010/main" val="3789110336"/>
                  </p:ext>
                </p:extLst>
              </p:nvPr>
            </p:nvGraphicFramePr>
            <p:xfrm>
              <a:off x="1485900" y="1988820"/>
              <a:ext cx="9220199" cy="3611880"/>
            </p:xfrm>
            <a:graphic>
              <a:graphicData uri="http://schemas.openxmlformats.org/drawingml/2006/table">
                <a:tbl>
                  <a:tblPr firstRow="1" bandRow="1">
                    <a:tableStyleId>{5C22544A-7EE6-4342-B048-85BDC9FD1C3A}</a:tableStyleId>
                  </a:tblPr>
                  <a:tblGrid>
                    <a:gridCol w="2992120">
                      <a:extLst>
                        <a:ext uri="{9D8B030D-6E8A-4147-A177-3AD203B41FA5}">
                          <a16:colId xmlns:a16="http://schemas.microsoft.com/office/drawing/2014/main" val="3859037791"/>
                        </a:ext>
                      </a:extLst>
                    </a:gridCol>
                    <a:gridCol w="1930400">
                      <a:extLst>
                        <a:ext uri="{9D8B030D-6E8A-4147-A177-3AD203B41FA5}">
                          <a16:colId xmlns:a16="http://schemas.microsoft.com/office/drawing/2014/main" val="1986166423"/>
                        </a:ext>
                      </a:extLst>
                    </a:gridCol>
                    <a:gridCol w="1798320">
                      <a:extLst>
                        <a:ext uri="{9D8B030D-6E8A-4147-A177-3AD203B41FA5}">
                          <a16:colId xmlns:a16="http://schemas.microsoft.com/office/drawing/2014/main" val="3667104526"/>
                        </a:ext>
                      </a:extLst>
                    </a:gridCol>
                    <a:gridCol w="2499359">
                      <a:extLst>
                        <a:ext uri="{9D8B030D-6E8A-4147-A177-3AD203B41FA5}">
                          <a16:colId xmlns:a16="http://schemas.microsoft.com/office/drawing/2014/main" val="265108309"/>
                        </a:ext>
                      </a:extLst>
                    </a:gridCol>
                  </a:tblGrid>
                  <a:tr h="370840">
                    <a:tc>
                      <a:txBody>
                        <a:bodyPr/>
                        <a:lstStyle/>
                        <a:p>
                          <a:r>
                            <a:rPr lang="en-US" sz="2100" dirty="0"/>
                            <a:t>Data Structure</a:t>
                          </a:r>
                        </a:p>
                      </a:txBody>
                      <a:tcPr/>
                    </a:tc>
                    <a:tc>
                      <a:txBody>
                        <a:bodyPr/>
                        <a:lstStyle/>
                        <a:p>
                          <a:r>
                            <a:rPr lang="en-US" sz="2100" dirty="0"/>
                            <a:t>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find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delete</a:t>
                          </a:r>
                        </a:p>
                      </a:txBody>
                      <a:tcPr/>
                    </a:tc>
                    <a:extLst>
                      <a:ext uri="{0D108BD9-81ED-4DB2-BD59-A6C34878D82A}">
                        <a16:rowId xmlns:a16="http://schemas.microsoft.com/office/drawing/2014/main" val="1526940656"/>
                      </a:ext>
                    </a:extLst>
                  </a:tr>
                  <a:tr h="370840">
                    <a:tc>
                      <a:txBody>
                        <a:bodyPr/>
                        <a:lstStyle/>
                        <a:p>
                          <a:r>
                            <a:rPr lang="en-US" sz="2100" dirty="0"/>
                            <a:t>Unsorted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999218032"/>
                      </a:ext>
                    </a:extLst>
                  </a:tr>
                  <a:tr h="370840">
                    <a:tc>
                      <a:txBody>
                        <a:bodyPr/>
                        <a:lstStyle/>
                        <a:p>
                          <a:r>
                            <a:rPr lang="en-US" sz="2100" dirty="0"/>
                            <a:t>Unsorted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2237532272"/>
                      </a:ext>
                    </a:extLst>
                  </a:tr>
                  <a:tr h="370840">
                    <a:tc>
                      <a:txBody>
                        <a:bodyPr/>
                        <a:lstStyle/>
                        <a:p>
                          <a:r>
                            <a:rPr lang="en-US" sz="2100" dirty="0"/>
                            <a:t>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1851548857"/>
                      </a:ext>
                    </a:extLst>
                  </a:tr>
                  <a:tr h="370840">
                    <a:tc>
                      <a:txBody>
                        <a:bodyPr/>
                        <a:lstStyle/>
                        <a:p>
                          <a:r>
                            <a:rPr lang="en-US" sz="2100" dirty="0"/>
                            <a:t>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extLst>
                      <a:ext uri="{0D108BD9-81ED-4DB2-BD59-A6C34878D82A}">
                        <a16:rowId xmlns:a16="http://schemas.microsoft.com/office/drawing/2014/main" val="2877379023"/>
                      </a:ext>
                    </a:extLst>
                  </a:tr>
                  <a:tr h="370840">
                    <a:tc>
                      <a:txBody>
                        <a:bodyPr/>
                        <a:lstStyle/>
                        <a:p>
                          <a:r>
                            <a:rPr lang="en-US" sz="2100" dirty="0"/>
                            <a:t>Heap</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extLst>
                      <a:ext uri="{0D108BD9-81ED-4DB2-BD59-A6C34878D82A}">
                        <a16:rowId xmlns:a16="http://schemas.microsoft.com/office/drawing/2014/main" val="2468038284"/>
                      </a:ext>
                    </a:extLst>
                  </a:tr>
                  <a:tr h="370840">
                    <a:tc>
                      <a:txBody>
                        <a:bodyPr/>
                        <a:lstStyle/>
                        <a:p>
                          <a:r>
                            <a:rPr lang="en-US" sz="2100" dirty="0"/>
                            <a:t>Binary Search Tree </a:t>
                          </a:r>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extLst>
                      <a:ext uri="{0D108BD9-81ED-4DB2-BD59-A6C34878D82A}">
                        <a16:rowId xmlns:a16="http://schemas.microsoft.com/office/drawing/2014/main" val="1292073772"/>
                      </a:ext>
                    </a:extLst>
                  </a:tr>
                  <a:tr h="370840">
                    <a:tc>
                      <a:txBody>
                        <a:bodyPr/>
                        <a:lstStyle/>
                        <a:p>
                          <a:r>
                            <a:rPr lang="en-US" sz="2100" dirty="0"/>
                            <a:t>AVL Tree</a:t>
                          </a:r>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extLst>
                      <a:ext uri="{0D108BD9-81ED-4DB2-BD59-A6C34878D82A}">
                        <a16:rowId xmlns:a16="http://schemas.microsoft.com/office/drawing/2014/main" val="154752868"/>
                      </a:ext>
                    </a:extLst>
                  </a:tr>
                </a:tbl>
              </a:graphicData>
            </a:graphic>
          </p:graphicFrame>
        </mc:Choice>
        <mc:Fallback xmlns="">
          <p:graphicFrame>
            <p:nvGraphicFramePr>
              <p:cNvPr id="4" name="Content Placeholder 3">
                <a:extLst>
                  <a:ext uri="{FF2B5EF4-FFF2-40B4-BE49-F238E27FC236}">
                    <a16:creationId xmlns:a16="http://schemas.microsoft.com/office/drawing/2014/main" id="{7B359D6B-9B11-EAD4-2DE3-EB38FA61CE14}"/>
                  </a:ext>
                </a:extLst>
              </p:cNvPr>
              <p:cNvGraphicFramePr>
                <a:graphicFrameLocks/>
              </p:cNvGraphicFramePr>
              <p:nvPr>
                <p:extLst>
                  <p:ext uri="{D42A27DB-BD31-4B8C-83A1-F6EECF244321}">
                    <p14:modId xmlns:p14="http://schemas.microsoft.com/office/powerpoint/2010/main" val="3789110336"/>
                  </p:ext>
                </p:extLst>
              </p:nvPr>
            </p:nvGraphicFramePr>
            <p:xfrm>
              <a:off x="1485900" y="1988820"/>
              <a:ext cx="9220199" cy="3611880"/>
            </p:xfrm>
            <a:graphic>
              <a:graphicData uri="http://schemas.openxmlformats.org/drawingml/2006/table">
                <a:tbl>
                  <a:tblPr firstRow="1" bandRow="1">
                    <a:tableStyleId>{5C22544A-7EE6-4342-B048-85BDC9FD1C3A}</a:tableStyleId>
                  </a:tblPr>
                  <a:tblGrid>
                    <a:gridCol w="2992120">
                      <a:extLst>
                        <a:ext uri="{9D8B030D-6E8A-4147-A177-3AD203B41FA5}">
                          <a16:colId xmlns:a16="http://schemas.microsoft.com/office/drawing/2014/main" val="3859037791"/>
                        </a:ext>
                      </a:extLst>
                    </a:gridCol>
                    <a:gridCol w="1930400">
                      <a:extLst>
                        <a:ext uri="{9D8B030D-6E8A-4147-A177-3AD203B41FA5}">
                          <a16:colId xmlns:a16="http://schemas.microsoft.com/office/drawing/2014/main" val="1986166423"/>
                        </a:ext>
                      </a:extLst>
                    </a:gridCol>
                    <a:gridCol w="1798320">
                      <a:extLst>
                        <a:ext uri="{9D8B030D-6E8A-4147-A177-3AD203B41FA5}">
                          <a16:colId xmlns:a16="http://schemas.microsoft.com/office/drawing/2014/main" val="3667104526"/>
                        </a:ext>
                      </a:extLst>
                    </a:gridCol>
                    <a:gridCol w="2499359">
                      <a:extLst>
                        <a:ext uri="{9D8B030D-6E8A-4147-A177-3AD203B41FA5}">
                          <a16:colId xmlns:a16="http://schemas.microsoft.com/office/drawing/2014/main" val="265108309"/>
                        </a:ext>
                      </a:extLst>
                    </a:gridCol>
                  </a:tblGrid>
                  <a:tr h="411480">
                    <a:tc>
                      <a:txBody>
                        <a:bodyPr/>
                        <a:lstStyle/>
                        <a:p>
                          <a:r>
                            <a:rPr lang="en-US" sz="2100" dirty="0"/>
                            <a:t>Data Structure</a:t>
                          </a:r>
                        </a:p>
                      </a:txBody>
                      <a:tcPr/>
                    </a:tc>
                    <a:tc>
                      <a:txBody>
                        <a:bodyPr/>
                        <a:lstStyle/>
                        <a:p>
                          <a:r>
                            <a:rPr lang="en-US" sz="2100" dirty="0"/>
                            <a:t>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find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delete</a:t>
                          </a:r>
                        </a:p>
                      </a:txBody>
                      <a:tcPr/>
                    </a:tc>
                    <a:extLst>
                      <a:ext uri="{0D108BD9-81ED-4DB2-BD59-A6C34878D82A}">
                        <a16:rowId xmlns:a16="http://schemas.microsoft.com/office/drawing/2014/main" val="1526940656"/>
                      </a:ext>
                    </a:extLst>
                  </a:tr>
                  <a:tr h="411480">
                    <a:tc>
                      <a:txBody>
                        <a:bodyPr/>
                        <a:lstStyle/>
                        <a:p>
                          <a:r>
                            <a:rPr lang="en-US" sz="2100" dirty="0"/>
                            <a:t>Unsorted Array</a:t>
                          </a:r>
                        </a:p>
                      </a:txBody>
                      <a:tcPr/>
                    </a:tc>
                    <a:tc>
                      <a:txBody>
                        <a:bodyPr/>
                        <a:lstStyle/>
                        <a:p>
                          <a:endParaRPr lang="en-US"/>
                        </a:p>
                      </a:txBody>
                      <a:tcPr>
                        <a:blipFill>
                          <a:blip r:embed="rId2"/>
                          <a:stretch>
                            <a:fillRect l="-155205" t="-110448" r="-223975" b="-686567"/>
                          </a:stretch>
                        </a:blipFill>
                      </a:tcPr>
                    </a:tc>
                    <a:tc>
                      <a:txBody>
                        <a:bodyPr/>
                        <a:lstStyle/>
                        <a:p>
                          <a:endParaRPr lang="en-US"/>
                        </a:p>
                      </a:txBody>
                      <a:tcPr>
                        <a:blipFill>
                          <a:blip r:embed="rId2"/>
                          <a:stretch>
                            <a:fillRect l="-273311" t="-110448" r="-139865" b="-686567"/>
                          </a:stretch>
                        </a:blipFill>
                      </a:tcPr>
                    </a:tc>
                    <a:tc>
                      <a:txBody>
                        <a:bodyPr/>
                        <a:lstStyle/>
                        <a:p>
                          <a:endParaRPr lang="en-US"/>
                        </a:p>
                      </a:txBody>
                      <a:tcPr>
                        <a:blipFill>
                          <a:blip r:embed="rId2"/>
                          <a:stretch>
                            <a:fillRect l="-269512" t="-110448" r="-976" b="-686567"/>
                          </a:stretch>
                        </a:blipFill>
                      </a:tcPr>
                    </a:tc>
                    <a:extLst>
                      <a:ext uri="{0D108BD9-81ED-4DB2-BD59-A6C34878D82A}">
                        <a16:rowId xmlns:a16="http://schemas.microsoft.com/office/drawing/2014/main" val="999218032"/>
                      </a:ext>
                    </a:extLst>
                  </a:tr>
                  <a:tr h="411480">
                    <a:tc>
                      <a:txBody>
                        <a:bodyPr/>
                        <a:lstStyle/>
                        <a:p>
                          <a:r>
                            <a:rPr lang="en-US" sz="2100" dirty="0"/>
                            <a:t>Unsorted Linked List</a:t>
                          </a:r>
                        </a:p>
                      </a:txBody>
                      <a:tcPr/>
                    </a:tc>
                    <a:tc>
                      <a:txBody>
                        <a:bodyPr/>
                        <a:lstStyle/>
                        <a:p>
                          <a:endParaRPr lang="en-US"/>
                        </a:p>
                      </a:txBody>
                      <a:tcPr>
                        <a:blipFill>
                          <a:blip r:embed="rId2"/>
                          <a:stretch>
                            <a:fillRect l="-155205" t="-207353" r="-223975" b="-576471"/>
                          </a:stretch>
                        </a:blipFill>
                      </a:tcPr>
                    </a:tc>
                    <a:tc>
                      <a:txBody>
                        <a:bodyPr/>
                        <a:lstStyle/>
                        <a:p>
                          <a:endParaRPr lang="en-US"/>
                        </a:p>
                      </a:txBody>
                      <a:tcPr>
                        <a:blipFill>
                          <a:blip r:embed="rId2"/>
                          <a:stretch>
                            <a:fillRect l="-273311" t="-207353" r="-139865" b="-576471"/>
                          </a:stretch>
                        </a:blipFill>
                      </a:tcPr>
                    </a:tc>
                    <a:tc>
                      <a:txBody>
                        <a:bodyPr/>
                        <a:lstStyle/>
                        <a:p>
                          <a:endParaRPr lang="en-US"/>
                        </a:p>
                      </a:txBody>
                      <a:tcPr>
                        <a:blipFill>
                          <a:blip r:embed="rId2"/>
                          <a:stretch>
                            <a:fillRect l="-269512" t="-207353" r="-976" b="-576471"/>
                          </a:stretch>
                        </a:blipFill>
                      </a:tcPr>
                    </a:tc>
                    <a:extLst>
                      <a:ext uri="{0D108BD9-81ED-4DB2-BD59-A6C34878D82A}">
                        <a16:rowId xmlns:a16="http://schemas.microsoft.com/office/drawing/2014/main" val="2237532272"/>
                      </a:ext>
                    </a:extLst>
                  </a:tr>
                  <a:tr h="411480">
                    <a:tc>
                      <a:txBody>
                        <a:bodyPr/>
                        <a:lstStyle/>
                        <a:p>
                          <a:r>
                            <a:rPr lang="en-US" sz="2100" dirty="0"/>
                            <a:t>Sorted Array</a:t>
                          </a:r>
                        </a:p>
                      </a:txBody>
                      <a:tcPr/>
                    </a:tc>
                    <a:tc>
                      <a:txBody>
                        <a:bodyPr/>
                        <a:lstStyle/>
                        <a:p>
                          <a:endParaRPr lang="en-US"/>
                        </a:p>
                      </a:txBody>
                      <a:tcPr>
                        <a:blipFill>
                          <a:blip r:embed="rId2"/>
                          <a:stretch>
                            <a:fillRect l="-155205" t="-311940" r="-223975" b="-485075"/>
                          </a:stretch>
                        </a:blipFill>
                      </a:tcPr>
                    </a:tc>
                    <a:tc>
                      <a:txBody>
                        <a:bodyPr/>
                        <a:lstStyle/>
                        <a:p>
                          <a:endParaRPr lang="en-US"/>
                        </a:p>
                      </a:txBody>
                      <a:tcPr>
                        <a:blipFill>
                          <a:blip r:embed="rId2"/>
                          <a:stretch>
                            <a:fillRect l="-273311" t="-311940" r="-139865" b="-485075"/>
                          </a:stretch>
                        </a:blipFill>
                      </a:tcPr>
                    </a:tc>
                    <a:tc>
                      <a:txBody>
                        <a:bodyPr/>
                        <a:lstStyle/>
                        <a:p>
                          <a:endParaRPr lang="en-US"/>
                        </a:p>
                      </a:txBody>
                      <a:tcPr>
                        <a:blipFill>
                          <a:blip r:embed="rId2"/>
                          <a:stretch>
                            <a:fillRect l="-269512" t="-311940" r="-976" b="-485075"/>
                          </a:stretch>
                        </a:blipFill>
                      </a:tcPr>
                    </a:tc>
                    <a:extLst>
                      <a:ext uri="{0D108BD9-81ED-4DB2-BD59-A6C34878D82A}">
                        <a16:rowId xmlns:a16="http://schemas.microsoft.com/office/drawing/2014/main" val="1851548857"/>
                      </a:ext>
                    </a:extLst>
                  </a:tr>
                  <a:tr h="411480">
                    <a:tc>
                      <a:txBody>
                        <a:bodyPr/>
                        <a:lstStyle/>
                        <a:p>
                          <a:r>
                            <a:rPr lang="en-US" sz="2100" dirty="0"/>
                            <a:t>Sorted Linked List</a:t>
                          </a:r>
                        </a:p>
                      </a:txBody>
                      <a:tcPr/>
                    </a:tc>
                    <a:tc>
                      <a:txBody>
                        <a:bodyPr/>
                        <a:lstStyle/>
                        <a:p>
                          <a:endParaRPr lang="en-US"/>
                        </a:p>
                      </a:txBody>
                      <a:tcPr>
                        <a:blipFill>
                          <a:blip r:embed="rId2"/>
                          <a:stretch>
                            <a:fillRect l="-155205" t="-405882" r="-223975" b="-377941"/>
                          </a:stretch>
                        </a:blipFill>
                      </a:tcPr>
                    </a:tc>
                    <a:tc>
                      <a:txBody>
                        <a:bodyPr/>
                        <a:lstStyle/>
                        <a:p>
                          <a:endParaRPr lang="en-US"/>
                        </a:p>
                      </a:txBody>
                      <a:tcPr>
                        <a:blipFill>
                          <a:blip r:embed="rId2"/>
                          <a:stretch>
                            <a:fillRect l="-273311" t="-405882" r="-139865" b="-377941"/>
                          </a:stretch>
                        </a:blipFill>
                      </a:tcPr>
                    </a:tc>
                    <a:tc>
                      <a:txBody>
                        <a:bodyPr/>
                        <a:lstStyle/>
                        <a:p>
                          <a:endParaRPr lang="en-US"/>
                        </a:p>
                      </a:txBody>
                      <a:tcPr>
                        <a:blipFill>
                          <a:blip r:embed="rId2"/>
                          <a:stretch>
                            <a:fillRect l="-269512" t="-405882" r="-976" b="-377941"/>
                          </a:stretch>
                        </a:blipFill>
                      </a:tcPr>
                    </a:tc>
                    <a:extLst>
                      <a:ext uri="{0D108BD9-81ED-4DB2-BD59-A6C34878D82A}">
                        <a16:rowId xmlns:a16="http://schemas.microsoft.com/office/drawing/2014/main" val="2877379023"/>
                      </a:ext>
                    </a:extLst>
                  </a:tr>
                  <a:tr h="411480">
                    <a:tc>
                      <a:txBody>
                        <a:bodyPr/>
                        <a:lstStyle/>
                        <a:p>
                          <a:r>
                            <a:rPr lang="en-US" sz="2100" dirty="0"/>
                            <a:t>Heap</a:t>
                          </a:r>
                        </a:p>
                      </a:txBody>
                      <a:tcPr/>
                    </a:tc>
                    <a:tc>
                      <a:txBody>
                        <a:bodyPr/>
                        <a:lstStyle/>
                        <a:p>
                          <a:endParaRPr lang="en-US"/>
                        </a:p>
                      </a:txBody>
                      <a:tcPr>
                        <a:blipFill>
                          <a:blip r:embed="rId2"/>
                          <a:stretch>
                            <a:fillRect l="-155205" t="-513433" r="-223975" b="-283582"/>
                          </a:stretch>
                        </a:blipFill>
                      </a:tcPr>
                    </a:tc>
                    <a:tc>
                      <a:txBody>
                        <a:bodyPr/>
                        <a:lstStyle/>
                        <a:p>
                          <a:endParaRPr lang="en-US"/>
                        </a:p>
                      </a:txBody>
                      <a:tcPr>
                        <a:blipFill>
                          <a:blip r:embed="rId2"/>
                          <a:stretch>
                            <a:fillRect l="-273311" t="-513433" r="-139865" b="-283582"/>
                          </a:stretch>
                        </a:blipFill>
                      </a:tcPr>
                    </a:tc>
                    <a:tc>
                      <a:txBody>
                        <a:bodyPr/>
                        <a:lstStyle/>
                        <a:p>
                          <a:endParaRPr lang="en-US"/>
                        </a:p>
                      </a:txBody>
                      <a:tcPr>
                        <a:blipFill>
                          <a:blip r:embed="rId2"/>
                          <a:stretch>
                            <a:fillRect l="-269512" t="-513433" r="-976" b="-283582"/>
                          </a:stretch>
                        </a:blipFill>
                      </a:tcPr>
                    </a:tc>
                    <a:extLst>
                      <a:ext uri="{0D108BD9-81ED-4DB2-BD59-A6C34878D82A}">
                        <a16:rowId xmlns:a16="http://schemas.microsoft.com/office/drawing/2014/main" val="2468038284"/>
                      </a:ext>
                    </a:extLst>
                  </a:tr>
                  <a:tr h="411480">
                    <a:tc>
                      <a:txBody>
                        <a:bodyPr/>
                        <a:lstStyle/>
                        <a:p>
                          <a:r>
                            <a:rPr lang="en-US" sz="2100" dirty="0"/>
                            <a:t>Binary Search Tree </a:t>
                          </a:r>
                        </a:p>
                      </a:txBody>
                      <a:tcPr>
                        <a:solidFill>
                          <a:schemeClr val="accent2">
                            <a:lumMod val="40000"/>
                            <a:lumOff val="60000"/>
                          </a:schemeClr>
                        </a:solidFill>
                      </a:tcPr>
                    </a:tc>
                    <a:tc>
                      <a:txBody>
                        <a:bodyPr/>
                        <a:lstStyle/>
                        <a:p>
                          <a:endParaRPr lang="en-US"/>
                        </a:p>
                      </a:txBody>
                      <a:tcPr>
                        <a:blipFill>
                          <a:blip r:embed="rId2"/>
                          <a:stretch>
                            <a:fillRect l="-155205" t="-604412" r="-223975" b="-179412"/>
                          </a:stretch>
                        </a:blipFill>
                      </a:tcPr>
                    </a:tc>
                    <a:tc>
                      <a:txBody>
                        <a:bodyPr/>
                        <a:lstStyle/>
                        <a:p>
                          <a:endParaRPr lang="en-US"/>
                        </a:p>
                      </a:txBody>
                      <a:tcPr>
                        <a:blipFill>
                          <a:blip r:embed="rId2"/>
                          <a:stretch>
                            <a:fillRect l="-273311" t="-604412" r="-139865" b="-179412"/>
                          </a:stretch>
                        </a:blipFill>
                      </a:tcPr>
                    </a:tc>
                    <a:tc>
                      <a:txBody>
                        <a:bodyPr/>
                        <a:lstStyle/>
                        <a:p>
                          <a:endParaRPr lang="en-US"/>
                        </a:p>
                      </a:txBody>
                      <a:tcPr>
                        <a:blipFill>
                          <a:blip r:embed="rId2"/>
                          <a:stretch>
                            <a:fillRect l="-269512" t="-604412" r="-976" b="-179412"/>
                          </a:stretch>
                        </a:blipFill>
                      </a:tcPr>
                    </a:tc>
                    <a:extLst>
                      <a:ext uri="{0D108BD9-81ED-4DB2-BD59-A6C34878D82A}">
                        <a16:rowId xmlns:a16="http://schemas.microsoft.com/office/drawing/2014/main" val="1292073772"/>
                      </a:ext>
                    </a:extLst>
                  </a:tr>
                  <a:tr h="731520">
                    <a:tc>
                      <a:txBody>
                        <a:bodyPr/>
                        <a:lstStyle/>
                        <a:p>
                          <a:r>
                            <a:rPr lang="en-US" sz="2100" dirty="0"/>
                            <a:t>AVL Tree</a:t>
                          </a:r>
                        </a:p>
                      </a:txBody>
                      <a:tcPr>
                        <a:solidFill>
                          <a:schemeClr val="accent2">
                            <a:lumMod val="40000"/>
                            <a:lumOff val="60000"/>
                          </a:schemeClr>
                        </a:solidFill>
                      </a:tcPr>
                    </a:tc>
                    <a:tc>
                      <a:txBody>
                        <a:bodyPr/>
                        <a:lstStyle/>
                        <a:p>
                          <a:endParaRPr lang="en-US"/>
                        </a:p>
                      </a:txBody>
                      <a:tcPr>
                        <a:blipFill>
                          <a:blip r:embed="rId2"/>
                          <a:stretch>
                            <a:fillRect l="-155205" t="-399167" r="-223975" b="-1667"/>
                          </a:stretch>
                        </a:blipFill>
                      </a:tcPr>
                    </a:tc>
                    <a:tc>
                      <a:txBody>
                        <a:bodyPr/>
                        <a:lstStyle/>
                        <a:p>
                          <a:endParaRPr lang="en-US"/>
                        </a:p>
                      </a:txBody>
                      <a:tcPr>
                        <a:blipFill>
                          <a:blip r:embed="rId2"/>
                          <a:stretch>
                            <a:fillRect l="-273311" t="-399167" r="-139865" b="-1667"/>
                          </a:stretch>
                        </a:blipFill>
                      </a:tcPr>
                    </a:tc>
                    <a:tc>
                      <a:txBody>
                        <a:bodyPr/>
                        <a:lstStyle/>
                        <a:p>
                          <a:endParaRPr lang="en-US"/>
                        </a:p>
                      </a:txBody>
                      <a:tcPr>
                        <a:blipFill>
                          <a:blip r:embed="rId2"/>
                          <a:stretch>
                            <a:fillRect l="-269512" t="-399167" r="-976" b="-1667"/>
                          </a:stretch>
                        </a:blipFill>
                      </a:tcPr>
                    </a:tc>
                    <a:extLst>
                      <a:ext uri="{0D108BD9-81ED-4DB2-BD59-A6C34878D82A}">
                        <a16:rowId xmlns:a16="http://schemas.microsoft.com/office/drawing/2014/main" val="154752868"/>
                      </a:ext>
                    </a:extLst>
                  </a:tr>
                </a:tbl>
              </a:graphicData>
            </a:graphic>
          </p:graphicFrame>
        </mc:Fallback>
      </mc:AlternateContent>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F539B21B-A217-F425-680B-C28FD874EDAA}"/>
                  </a:ext>
                </a:extLst>
              </p14:cNvPr>
              <p14:cNvContentPartPr/>
              <p14:nvPr/>
            </p14:nvContentPartPr>
            <p14:xfrm>
              <a:off x="712800" y="802080"/>
              <a:ext cx="8944560" cy="3922200"/>
            </p14:xfrm>
          </p:contentPart>
        </mc:Choice>
        <mc:Fallback>
          <p:pic>
            <p:nvPicPr>
              <p:cNvPr id="3" name="Ink 2">
                <a:extLst>
                  <a:ext uri="{FF2B5EF4-FFF2-40B4-BE49-F238E27FC236}">
                    <a16:creationId xmlns:a16="http://schemas.microsoft.com/office/drawing/2014/main" id="{F539B21B-A217-F425-680B-C28FD874EDAA}"/>
                  </a:ext>
                </a:extLst>
              </p:cNvPr>
              <p:cNvPicPr/>
              <p:nvPr/>
            </p:nvPicPr>
            <p:blipFill>
              <a:blip r:embed="rId4"/>
              <a:stretch>
                <a:fillRect/>
              </a:stretch>
            </p:blipFill>
            <p:spPr>
              <a:xfrm>
                <a:off x="703440" y="792720"/>
                <a:ext cx="8963280" cy="3940920"/>
              </a:xfrm>
              <a:prstGeom prst="rect">
                <a:avLst/>
              </a:prstGeom>
            </p:spPr>
          </p:pic>
        </mc:Fallback>
      </mc:AlternateContent>
    </p:spTree>
    <p:extLst>
      <p:ext uri="{BB962C8B-B14F-4D97-AF65-F5344CB8AC3E}">
        <p14:creationId xmlns:p14="http://schemas.microsoft.com/office/powerpoint/2010/main" val="1879687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p:txBody>
          <a:bodyPr/>
          <a:lstStyle/>
          <a:p>
            <a:r>
              <a:rPr lang="en-US" dirty="0"/>
              <a:t>Find Operation (recursive)</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838200" y="1371600"/>
            <a:ext cx="10515600" cy="5486399"/>
          </a:xfrm>
        </p:spPr>
        <p:txBody>
          <a:bodyPr>
            <a:normAutofit fontScale="77500" lnSpcReduction="20000"/>
          </a:bodyPr>
          <a:lstStyle/>
          <a:p>
            <a:pPr marL="0" indent="0">
              <a:buNone/>
            </a:pPr>
            <a:r>
              <a:rPr lang="en-US" dirty="0"/>
              <a:t>find(key, root){</a:t>
            </a:r>
          </a:p>
          <a:p>
            <a:pPr marL="0" indent="0">
              <a:buNone/>
            </a:pPr>
            <a:r>
              <a:rPr lang="en-US" dirty="0"/>
              <a:t>	if (root == Null){</a:t>
            </a:r>
          </a:p>
          <a:p>
            <a:pPr marL="0" indent="0">
              <a:buNone/>
            </a:pPr>
            <a:r>
              <a:rPr lang="en-US" dirty="0"/>
              <a:t>		return Null;</a:t>
            </a:r>
          </a:p>
          <a:p>
            <a:pPr marL="0" indent="0">
              <a:buNone/>
            </a:pPr>
            <a:r>
              <a:rPr lang="en-US" dirty="0"/>
              <a:t>	{</a:t>
            </a:r>
          </a:p>
          <a:p>
            <a:pPr marL="0" indent="0">
              <a:buNone/>
            </a:pPr>
            <a:r>
              <a:rPr lang="en-US" dirty="0"/>
              <a:t>	if (key == </a:t>
            </a:r>
            <a:r>
              <a:rPr lang="en-US" dirty="0" err="1"/>
              <a:t>root.key</a:t>
            </a:r>
            <a:r>
              <a:rPr lang="en-US" dirty="0"/>
              <a:t>){</a:t>
            </a:r>
          </a:p>
          <a:p>
            <a:pPr marL="0" indent="0">
              <a:buNone/>
            </a:pPr>
            <a:r>
              <a:rPr lang="en-US" dirty="0"/>
              <a:t>		return </a:t>
            </a:r>
            <a:r>
              <a:rPr lang="en-US" dirty="0" err="1"/>
              <a:t>root.value</a:t>
            </a:r>
            <a:r>
              <a:rPr lang="en-US" dirty="0"/>
              <a:t>;</a:t>
            </a:r>
          </a:p>
          <a:p>
            <a:pPr marL="0" indent="0">
              <a:buNone/>
            </a:pPr>
            <a:r>
              <a:rPr lang="en-US" dirty="0"/>
              <a:t>	}</a:t>
            </a:r>
          </a:p>
          <a:p>
            <a:pPr marL="0" indent="0">
              <a:buNone/>
            </a:pPr>
            <a:r>
              <a:rPr lang="en-US" dirty="0"/>
              <a:t>	if (key &lt; </a:t>
            </a:r>
            <a:r>
              <a:rPr lang="en-US" dirty="0" err="1"/>
              <a:t>root.key</a:t>
            </a:r>
            <a:r>
              <a:rPr lang="en-US" dirty="0"/>
              <a:t>){</a:t>
            </a:r>
          </a:p>
          <a:p>
            <a:pPr marL="0" indent="0">
              <a:buNone/>
            </a:pPr>
            <a:r>
              <a:rPr lang="en-US" dirty="0"/>
              <a:t>		return find(key, </a:t>
            </a:r>
            <a:r>
              <a:rPr lang="en-US" dirty="0" err="1"/>
              <a:t>root.left</a:t>
            </a:r>
            <a:r>
              <a:rPr lang="en-US" dirty="0"/>
              <a:t>);</a:t>
            </a:r>
          </a:p>
          <a:p>
            <a:pPr marL="0" indent="0">
              <a:buNone/>
            </a:pPr>
            <a:r>
              <a:rPr lang="en-US" dirty="0"/>
              <a:t>	}</a:t>
            </a:r>
          </a:p>
          <a:p>
            <a:pPr marL="0" indent="0">
              <a:buNone/>
            </a:pPr>
            <a:r>
              <a:rPr lang="en-US" dirty="0"/>
              <a:t>	if (key &gt; </a:t>
            </a:r>
            <a:r>
              <a:rPr lang="en-US" dirty="0" err="1"/>
              <a:t>root.key</a:t>
            </a:r>
            <a:r>
              <a:rPr lang="en-US" dirty="0"/>
              <a:t>){</a:t>
            </a:r>
          </a:p>
          <a:p>
            <a:pPr marL="0" indent="0">
              <a:buNone/>
            </a:pPr>
            <a:r>
              <a:rPr lang="en-US" dirty="0"/>
              <a:t>		return find(key, </a:t>
            </a:r>
            <a:r>
              <a:rPr lang="en-US" dirty="0" err="1"/>
              <a:t>root.right</a:t>
            </a:r>
            <a:r>
              <a:rPr lang="en-US" dirty="0"/>
              <a:t>);</a:t>
            </a:r>
          </a:p>
          <a:p>
            <a:pPr marL="0" indent="0">
              <a:buNone/>
            </a:pPr>
            <a:r>
              <a:rPr lang="en-US" dirty="0"/>
              <a:t>	} </a:t>
            </a:r>
          </a:p>
          <a:p>
            <a:pPr marL="0" indent="0">
              <a:buNone/>
            </a:pPr>
            <a:r>
              <a:rPr lang="en-US" dirty="0"/>
              <a:t>	return Null;</a:t>
            </a:r>
          </a:p>
          <a:p>
            <a:pPr marL="0" indent="0">
              <a:buNone/>
            </a:pPr>
            <a:r>
              <a:rPr lang="en-US" dirty="0"/>
              <a:t>}</a:t>
            </a:r>
          </a:p>
        </p:txBody>
      </p:sp>
      <p:grpSp>
        <p:nvGrpSpPr>
          <p:cNvPr id="4" name="Group 3" descr="A binary tree. That is structured as follows:&#10;&#10;root: 7, with left child 3 and right child 10&#10;3: left child is 1, right child is 6&#10;1: left child is 0, it has no right child&#10;0: has no children&#10;6: has no children&#10;10: it has no left child, right child is 16&#10;16: has no children">
            <a:extLst>
              <a:ext uri="{FF2B5EF4-FFF2-40B4-BE49-F238E27FC236}">
                <a16:creationId xmlns:a16="http://schemas.microsoft.com/office/drawing/2014/main" id="{9170735B-03F0-160D-23CF-0D614E00B4D4}"/>
              </a:ext>
            </a:extLst>
          </p:cNvPr>
          <p:cNvGrpSpPr/>
          <p:nvPr/>
        </p:nvGrpSpPr>
        <p:grpSpPr>
          <a:xfrm>
            <a:off x="7713520" y="365125"/>
            <a:ext cx="4036614" cy="2762801"/>
            <a:chOff x="5413263" y="1203158"/>
            <a:chExt cx="4036614" cy="2762801"/>
          </a:xfrm>
        </p:grpSpPr>
        <p:grpSp>
          <p:nvGrpSpPr>
            <p:cNvPr id="5" name="Group 4">
              <a:extLst>
                <a:ext uri="{FF2B5EF4-FFF2-40B4-BE49-F238E27FC236}">
                  <a16:creationId xmlns:a16="http://schemas.microsoft.com/office/drawing/2014/main" id="{F0A1F936-94E3-B970-9075-7FDD968CD1F3}"/>
                </a:ext>
              </a:extLst>
            </p:cNvPr>
            <p:cNvGrpSpPr/>
            <p:nvPr/>
          </p:nvGrpSpPr>
          <p:grpSpPr>
            <a:xfrm>
              <a:off x="5413263" y="1203158"/>
              <a:ext cx="4036614" cy="2762801"/>
              <a:chOff x="131609" y="2379747"/>
              <a:chExt cx="4036614" cy="2762801"/>
            </a:xfrm>
          </p:grpSpPr>
          <p:sp>
            <p:nvSpPr>
              <p:cNvPr id="8" name="Oval 7">
                <a:extLst>
                  <a:ext uri="{FF2B5EF4-FFF2-40B4-BE49-F238E27FC236}">
                    <a16:creationId xmlns:a16="http://schemas.microsoft.com/office/drawing/2014/main" id="{950B02B1-9B98-2BBC-8CE2-98986D25F159}"/>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9" name="Oval 8">
                <a:extLst>
                  <a:ext uri="{FF2B5EF4-FFF2-40B4-BE49-F238E27FC236}">
                    <a16:creationId xmlns:a16="http://schemas.microsoft.com/office/drawing/2014/main" id="{375DB836-C24D-B0D7-C861-32998C858A21}"/>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0" name="Oval 9">
                <a:extLst>
                  <a:ext uri="{FF2B5EF4-FFF2-40B4-BE49-F238E27FC236}">
                    <a16:creationId xmlns:a16="http://schemas.microsoft.com/office/drawing/2014/main" id="{B0170677-49FE-DA4D-C375-3C8BA0C66CF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11" name="Oval 10">
                <a:extLst>
                  <a:ext uri="{FF2B5EF4-FFF2-40B4-BE49-F238E27FC236}">
                    <a16:creationId xmlns:a16="http://schemas.microsoft.com/office/drawing/2014/main" id="{434C13F0-4203-47AB-2431-B2ED32886F9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2" name="Oval 11">
                <a:extLst>
                  <a:ext uri="{FF2B5EF4-FFF2-40B4-BE49-F238E27FC236}">
                    <a16:creationId xmlns:a16="http://schemas.microsoft.com/office/drawing/2014/main" id="{1AFBCF91-BBF7-4271-9169-45F56648DD7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3" name="Oval 12">
                <a:extLst>
                  <a:ext uri="{FF2B5EF4-FFF2-40B4-BE49-F238E27FC236}">
                    <a16:creationId xmlns:a16="http://schemas.microsoft.com/office/drawing/2014/main" id="{5AC532E5-2A85-D663-8446-585A13F92E62}"/>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4" name="Straight Connector 13">
                <a:extLst>
                  <a:ext uri="{FF2B5EF4-FFF2-40B4-BE49-F238E27FC236}">
                    <a16:creationId xmlns:a16="http://schemas.microsoft.com/office/drawing/2014/main" id="{B09125AD-9B5C-7493-9272-2F1DA89CE01F}"/>
                  </a:ext>
                </a:extLst>
              </p:cNvPr>
              <p:cNvCxnSpPr>
                <a:cxnSpLocks/>
                <a:stCxn id="8" idx="3"/>
                <a:endCxn id="9"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593D686-AF2B-E9E1-76F6-D11031779EE4}"/>
                  </a:ext>
                </a:extLst>
              </p:cNvPr>
              <p:cNvCxnSpPr>
                <a:cxnSpLocks/>
                <a:stCxn id="8" idx="5"/>
                <a:endCxn id="10"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7955860-35DB-B2E4-DCE1-B378FA7BC357}"/>
                  </a:ext>
                </a:extLst>
              </p:cNvPr>
              <p:cNvCxnSpPr>
                <a:stCxn id="11" idx="7"/>
                <a:endCxn id="9"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523286C-EC12-D977-43D0-51802A0AC727}"/>
                  </a:ext>
                </a:extLst>
              </p:cNvPr>
              <p:cNvCxnSpPr>
                <a:cxnSpLocks/>
                <a:stCxn id="13" idx="7"/>
                <a:endCxn id="11"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3623BC4-097B-A907-A1CC-F4A3083684DE}"/>
                  </a:ext>
                </a:extLst>
              </p:cNvPr>
              <p:cNvCxnSpPr>
                <a:stCxn id="12" idx="1"/>
                <a:endCxn id="10"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7F637BB8-2207-4532-477F-45453B8D7C43}"/>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7" name="Straight Connector 6">
              <a:extLst>
                <a:ext uri="{FF2B5EF4-FFF2-40B4-BE49-F238E27FC236}">
                  <a16:creationId xmlns:a16="http://schemas.microsoft.com/office/drawing/2014/main" id="{C3B42508-3220-7F2F-F806-D6A321054F05}"/>
                </a:ext>
              </a:extLst>
            </p:cNvPr>
            <p:cNvCxnSpPr>
              <a:cxnSpLocks/>
              <a:stCxn id="6" idx="1"/>
              <a:endCxn id="9"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19" name="Ink 18">
                <a:extLst>
                  <a:ext uri="{FF2B5EF4-FFF2-40B4-BE49-F238E27FC236}">
                    <a16:creationId xmlns:a16="http://schemas.microsoft.com/office/drawing/2014/main" id="{00696D25-C17E-FF69-51DF-5C0D970A1E66}"/>
                  </a:ext>
                </a:extLst>
              </p14:cNvPr>
              <p14:cNvContentPartPr/>
              <p14:nvPr/>
            </p14:nvContentPartPr>
            <p14:xfrm>
              <a:off x="608400" y="1589040"/>
              <a:ext cx="5386680" cy="4620240"/>
            </p14:xfrm>
          </p:contentPart>
        </mc:Choice>
        <mc:Fallback>
          <p:pic>
            <p:nvPicPr>
              <p:cNvPr id="19" name="Ink 18">
                <a:extLst>
                  <a:ext uri="{FF2B5EF4-FFF2-40B4-BE49-F238E27FC236}">
                    <a16:creationId xmlns:a16="http://schemas.microsoft.com/office/drawing/2014/main" id="{00696D25-C17E-FF69-51DF-5C0D970A1E66}"/>
                  </a:ext>
                </a:extLst>
              </p:cNvPr>
              <p:cNvPicPr/>
              <p:nvPr/>
            </p:nvPicPr>
            <p:blipFill>
              <a:blip r:embed="rId3"/>
              <a:stretch>
                <a:fillRect/>
              </a:stretch>
            </p:blipFill>
            <p:spPr>
              <a:xfrm>
                <a:off x="599040" y="1579680"/>
                <a:ext cx="5405400" cy="4638960"/>
              </a:xfrm>
              <a:prstGeom prst="rect">
                <a:avLst/>
              </a:prstGeom>
            </p:spPr>
          </p:pic>
        </mc:Fallback>
      </mc:AlternateContent>
    </p:spTree>
    <p:extLst>
      <p:ext uri="{BB962C8B-B14F-4D97-AF65-F5344CB8AC3E}">
        <p14:creationId xmlns:p14="http://schemas.microsoft.com/office/powerpoint/2010/main" val="3871416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a:xfrm>
            <a:off x="838200" y="314325"/>
            <a:ext cx="10515600" cy="1325563"/>
          </a:xfrm>
        </p:spPr>
        <p:txBody>
          <a:bodyPr/>
          <a:lstStyle/>
          <a:p>
            <a:r>
              <a:rPr lang="en-US" dirty="0"/>
              <a:t>Insert Operation (recursive)</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187960" y="1371600"/>
            <a:ext cx="10515600" cy="5486399"/>
          </a:xfrm>
        </p:spPr>
        <p:txBody>
          <a:bodyPr>
            <a:normAutofit fontScale="85000" lnSpcReduction="20000"/>
          </a:bodyPr>
          <a:lstStyle/>
          <a:p>
            <a:pPr marL="0" indent="0">
              <a:buNone/>
            </a:pPr>
            <a:r>
              <a:rPr lang="en-US" dirty="0"/>
              <a:t>insert(key, value, root){</a:t>
            </a:r>
          </a:p>
          <a:p>
            <a:pPr marL="0" indent="0">
              <a:buNone/>
            </a:pPr>
            <a:r>
              <a:rPr lang="en-US" dirty="0"/>
              <a:t>	root = </a:t>
            </a:r>
            <a:r>
              <a:rPr lang="en-US" dirty="0" err="1"/>
              <a:t>insertHelper</a:t>
            </a:r>
            <a:r>
              <a:rPr lang="en-US" dirty="0"/>
              <a:t>(key, value, root);		</a:t>
            </a:r>
          </a:p>
          <a:p>
            <a:pPr marL="0" indent="0">
              <a:buNone/>
            </a:pPr>
            <a:r>
              <a:rPr lang="en-US" dirty="0"/>
              <a:t>}</a:t>
            </a:r>
          </a:p>
          <a:p>
            <a:pPr marL="0" indent="0">
              <a:buNone/>
            </a:pPr>
            <a:r>
              <a:rPr lang="en-US" dirty="0" err="1"/>
              <a:t>insertHelper</a:t>
            </a:r>
            <a:r>
              <a:rPr lang="en-US" dirty="0"/>
              <a:t>(key, value, root){</a:t>
            </a:r>
          </a:p>
          <a:p>
            <a:pPr marL="0" indent="0">
              <a:buNone/>
            </a:pPr>
            <a:r>
              <a:rPr lang="en-US" dirty="0"/>
              <a:t>	if(root == null)</a:t>
            </a:r>
          </a:p>
          <a:p>
            <a:pPr marL="0" indent="0">
              <a:buNone/>
            </a:pPr>
            <a:r>
              <a:rPr lang="en-US" dirty="0"/>
              <a:t>		return new Node(key, value);</a:t>
            </a:r>
          </a:p>
          <a:p>
            <a:pPr marL="0" indent="0">
              <a:buNone/>
            </a:pPr>
            <a:r>
              <a:rPr lang="en-US" dirty="0"/>
              <a:t>	if (</a:t>
            </a:r>
            <a:r>
              <a:rPr lang="en-US" dirty="0" err="1"/>
              <a:t>root.key</a:t>
            </a:r>
            <a:r>
              <a:rPr lang="en-US" dirty="0"/>
              <a:t> == key)</a:t>
            </a:r>
          </a:p>
          <a:p>
            <a:pPr marL="0" indent="0">
              <a:buNone/>
            </a:pPr>
            <a:r>
              <a:rPr lang="en-US" dirty="0"/>
              <a:t>		</a:t>
            </a:r>
            <a:r>
              <a:rPr lang="en-US" dirty="0" err="1"/>
              <a:t>root.value</a:t>
            </a:r>
            <a:r>
              <a:rPr lang="en-US" dirty="0"/>
              <a:t> = value;</a:t>
            </a:r>
          </a:p>
          <a:p>
            <a:pPr marL="0" indent="0">
              <a:buNone/>
            </a:pPr>
            <a:r>
              <a:rPr lang="en-US"/>
              <a:t>	else if </a:t>
            </a:r>
            <a:r>
              <a:rPr lang="en-US" dirty="0"/>
              <a:t>(</a:t>
            </a:r>
            <a:r>
              <a:rPr lang="en-US" dirty="0" err="1"/>
              <a:t>root.key</a:t>
            </a:r>
            <a:r>
              <a:rPr lang="en-US" dirty="0"/>
              <a:t> &lt; key)</a:t>
            </a:r>
          </a:p>
          <a:p>
            <a:pPr marL="0" indent="0">
              <a:buNone/>
            </a:pPr>
            <a:r>
              <a:rPr lang="en-US" dirty="0"/>
              <a:t>		</a:t>
            </a:r>
            <a:r>
              <a:rPr lang="en-US" dirty="0" err="1"/>
              <a:t>root.right</a:t>
            </a:r>
            <a:r>
              <a:rPr lang="en-US" dirty="0"/>
              <a:t> = </a:t>
            </a:r>
            <a:r>
              <a:rPr lang="en-US" dirty="0" err="1"/>
              <a:t>insertHelper</a:t>
            </a:r>
            <a:r>
              <a:rPr lang="en-US" dirty="0"/>
              <a:t>(key, value, </a:t>
            </a:r>
            <a:r>
              <a:rPr lang="en-US" dirty="0" err="1"/>
              <a:t>root.right</a:t>
            </a:r>
            <a:r>
              <a:rPr lang="en-US" dirty="0"/>
              <a:t>);</a:t>
            </a:r>
          </a:p>
          <a:p>
            <a:pPr marL="0" indent="0">
              <a:buNone/>
            </a:pPr>
            <a:r>
              <a:rPr lang="en-US" dirty="0"/>
              <a:t>	else</a:t>
            </a:r>
          </a:p>
          <a:p>
            <a:pPr marL="0" indent="0">
              <a:buNone/>
            </a:pPr>
            <a:r>
              <a:rPr lang="en-US" dirty="0"/>
              <a:t>		</a:t>
            </a:r>
            <a:r>
              <a:rPr lang="en-US" dirty="0" err="1"/>
              <a:t>root.left</a:t>
            </a:r>
            <a:r>
              <a:rPr lang="en-US" dirty="0"/>
              <a:t> = </a:t>
            </a:r>
            <a:r>
              <a:rPr lang="en-US" dirty="0" err="1"/>
              <a:t>insertHelper</a:t>
            </a:r>
            <a:r>
              <a:rPr lang="en-US" dirty="0"/>
              <a:t>(key, value, </a:t>
            </a:r>
            <a:r>
              <a:rPr lang="en-US" dirty="0" err="1"/>
              <a:t>root.left</a:t>
            </a:r>
            <a:r>
              <a:rPr lang="en-US" dirty="0"/>
              <a:t>);</a:t>
            </a:r>
          </a:p>
          <a:p>
            <a:pPr marL="0" indent="0">
              <a:buNone/>
            </a:pPr>
            <a:r>
              <a:rPr lang="en-US" dirty="0"/>
              <a:t>	return root;</a:t>
            </a:r>
          </a:p>
          <a:p>
            <a:pPr marL="0" indent="0">
              <a:buNone/>
            </a:pPr>
            <a:r>
              <a:rPr lang="en-US" dirty="0"/>
              <a:t>}</a:t>
            </a:r>
          </a:p>
        </p:txBody>
      </p:sp>
      <p:sp>
        <p:nvSpPr>
          <p:cNvPr id="19" name="TextBox 18">
            <a:extLst>
              <a:ext uri="{FF2B5EF4-FFF2-40B4-BE49-F238E27FC236}">
                <a16:creationId xmlns:a16="http://schemas.microsoft.com/office/drawing/2014/main" id="{C28BCDDF-B493-4857-C77E-F1CA84F2DE5D}"/>
              </a:ext>
            </a:extLst>
          </p:cNvPr>
          <p:cNvSpPr txBox="1"/>
          <p:nvPr/>
        </p:nvSpPr>
        <p:spPr>
          <a:xfrm>
            <a:off x="6956564" y="6312842"/>
            <a:ext cx="51636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mn-cs"/>
              </a:rPr>
              <a:t>Note: Insert happens only at the leaves!</a:t>
            </a:r>
          </a:p>
        </p:txBody>
      </p:sp>
      <p:grpSp>
        <p:nvGrpSpPr>
          <p:cNvPr id="20" name="Group 19" descr="A binary tree. That is structured as follows:&#10;&#10;root: 7, with left child 3 and right child 10&#10;3: left child is 1, right child is 6&#10;1: left child is 0, it has no right child&#10;0: has no children&#10;6: has no children&#10;10: it has no left child, right child is 16&#10;16: has no children">
            <a:extLst>
              <a:ext uri="{FF2B5EF4-FFF2-40B4-BE49-F238E27FC236}">
                <a16:creationId xmlns:a16="http://schemas.microsoft.com/office/drawing/2014/main" id="{274D34E4-776A-7FA3-3BAF-C5BA7780CCA5}"/>
              </a:ext>
            </a:extLst>
          </p:cNvPr>
          <p:cNvGrpSpPr/>
          <p:nvPr/>
        </p:nvGrpSpPr>
        <p:grpSpPr>
          <a:xfrm>
            <a:off x="7713520" y="365125"/>
            <a:ext cx="4036614" cy="2762801"/>
            <a:chOff x="5413263" y="1203158"/>
            <a:chExt cx="4036614" cy="2762801"/>
          </a:xfrm>
        </p:grpSpPr>
        <p:grpSp>
          <p:nvGrpSpPr>
            <p:cNvPr id="21" name="Group 20">
              <a:extLst>
                <a:ext uri="{FF2B5EF4-FFF2-40B4-BE49-F238E27FC236}">
                  <a16:creationId xmlns:a16="http://schemas.microsoft.com/office/drawing/2014/main" id="{4B0D3DC5-3362-5ADA-0A01-95076926F4B3}"/>
                </a:ext>
              </a:extLst>
            </p:cNvPr>
            <p:cNvGrpSpPr/>
            <p:nvPr/>
          </p:nvGrpSpPr>
          <p:grpSpPr>
            <a:xfrm>
              <a:off x="5413263" y="1203158"/>
              <a:ext cx="4036614" cy="2762801"/>
              <a:chOff x="131609" y="2379747"/>
              <a:chExt cx="4036614" cy="2762801"/>
            </a:xfrm>
          </p:grpSpPr>
          <p:sp>
            <p:nvSpPr>
              <p:cNvPr id="24" name="Oval 23">
                <a:extLst>
                  <a:ext uri="{FF2B5EF4-FFF2-40B4-BE49-F238E27FC236}">
                    <a16:creationId xmlns:a16="http://schemas.microsoft.com/office/drawing/2014/main" id="{B0E0EA67-0193-D428-32B8-03642CDA40F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5" name="Oval 24">
                <a:extLst>
                  <a:ext uri="{FF2B5EF4-FFF2-40B4-BE49-F238E27FC236}">
                    <a16:creationId xmlns:a16="http://schemas.microsoft.com/office/drawing/2014/main" id="{0E556205-51EC-2F7F-72BD-50F3D4A72B9B}"/>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6" name="Oval 25">
                <a:extLst>
                  <a:ext uri="{FF2B5EF4-FFF2-40B4-BE49-F238E27FC236}">
                    <a16:creationId xmlns:a16="http://schemas.microsoft.com/office/drawing/2014/main" id="{ACA7613B-5C04-C213-3C9E-E7D3D0C071AE}"/>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7" name="Oval 26">
                <a:extLst>
                  <a:ext uri="{FF2B5EF4-FFF2-40B4-BE49-F238E27FC236}">
                    <a16:creationId xmlns:a16="http://schemas.microsoft.com/office/drawing/2014/main" id="{5318F871-24AB-49CA-BD37-511F54F59B9C}"/>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8" name="Oval 27">
                <a:extLst>
                  <a:ext uri="{FF2B5EF4-FFF2-40B4-BE49-F238E27FC236}">
                    <a16:creationId xmlns:a16="http://schemas.microsoft.com/office/drawing/2014/main" id="{D722E018-A0F8-124B-A6EA-6871F74B90D3}"/>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29" name="Oval 28">
                <a:extLst>
                  <a:ext uri="{FF2B5EF4-FFF2-40B4-BE49-F238E27FC236}">
                    <a16:creationId xmlns:a16="http://schemas.microsoft.com/office/drawing/2014/main" id="{8D6A28EA-721B-D074-11C9-83636AFCA908}"/>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0" name="Straight Connector 29">
                <a:extLst>
                  <a:ext uri="{FF2B5EF4-FFF2-40B4-BE49-F238E27FC236}">
                    <a16:creationId xmlns:a16="http://schemas.microsoft.com/office/drawing/2014/main" id="{614605AF-FB34-C064-7A6E-E72E88D6D4BD}"/>
                  </a:ext>
                </a:extLst>
              </p:cNvPr>
              <p:cNvCxnSpPr>
                <a:cxnSpLocks/>
                <a:stCxn id="24" idx="3"/>
                <a:endCxn id="25"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08B9EE6-3DE8-42C0-58AB-116B7AB79606}"/>
                  </a:ext>
                </a:extLst>
              </p:cNvPr>
              <p:cNvCxnSpPr>
                <a:cxnSpLocks/>
                <a:stCxn id="24" idx="5"/>
                <a:endCxn id="26"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8D7BB01-1721-E702-C336-1BDD900AB33F}"/>
                  </a:ext>
                </a:extLst>
              </p:cNvPr>
              <p:cNvCxnSpPr>
                <a:stCxn id="27" idx="7"/>
                <a:endCxn id="25"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6FA1320-DC82-CFF3-5806-09B73ABC2659}"/>
                  </a:ext>
                </a:extLst>
              </p:cNvPr>
              <p:cNvCxnSpPr>
                <a:cxnSpLocks/>
                <a:stCxn id="29" idx="7"/>
                <a:endCxn id="27"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2B0B499-E6F1-8C73-1E56-4FD3C3BFDA1B}"/>
                  </a:ext>
                </a:extLst>
              </p:cNvPr>
              <p:cNvCxnSpPr>
                <a:stCxn id="28" idx="1"/>
                <a:endCxn id="26"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Oval 21">
              <a:extLst>
                <a:ext uri="{FF2B5EF4-FFF2-40B4-BE49-F238E27FC236}">
                  <a16:creationId xmlns:a16="http://schemas.microsoft.com/office/drawing/2014/main" id="{36112722-C489-6E9D-208B-981D0D0B522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23" name="Straight Connector 22">
              <a:extLst>
                <a:ext uri="{FF2B5EF4-FFF2-40B4-BE49-F238E27FC236}">
                  <a16:creationId xmlns:a16="http://schemas.microsoft.com/office/drawing/2014/main" id="{BFF06578-7BC8-6197-DC8B-FA8B3A077FDA}"/>
                </a:ext>
              </a:extLst>
            </p:cNvPr>
            <p:cNvCxnSpPr>
              <a:cxnSpLocks/>
              <a:stCxn id="22" idx="1"/>
              <a:endCxn id="25"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AB9ECF9-E598-53B7-154B-E94D8C15F4CD}"/>
                  </a:ext>
                </a:extLst>
              </p14:cNvPr>
              <p14:cNvContentPartPr/>
              <p14:nvPr/>
            </p14:nvContentPartPr>
            <p14:xfrm>
              <a:off x="749880" y="1720800"/>
              <a:ext cx="9135000" cy="4601880"/>
            </p14:xfrm>
          </p:contentPart>
        </mc:Choice>
        <mc:Fallback>
          <p:pic>
            <p:nvPicPr>
              <p:cNvPr id="4" name="Ink 3">
                <a:extLst>
                  <a:ext uri="{FF2B5EF4-FFF2-40B4-BE49-F238E27FC236}">
                    <a16:creationId xmlns:a16="http://schemas.microsoft.com/office/drawing/2014/main" id="{CAB9ECF9-E598-53B7-154B-E94D8C15F4CD}"/>
                  </a:ext>
                </a:extLst>
              </p:cNvPr>
              <p:cNvPicPr/>
              <p:nvPr/>
            </p:nvPicPr>
            <p:blipFill>
              <a:blip r:embed="rId3"/>
              <a:stretch>
                <a:fillRect/>
              </a:stretch>
            </p:blipFill>
            <p:spPr>
              <a:xfrm>
                <a:off x="740520" y="1711440"/>
                <a:ext cx="9153720" cy="4620600"/>
              </a:xfrm>
              <a:prstGeom prst="rect">
                <a:avLst/>
              </a:prstGeom>
            </p:spPr>
          </p:pic>
        </mc:Fallback>
      </mc:AlternateContent>
    </p:spTree>
    <p:extLst>
      <p:ext uri="{BB962C8B-B14F-4D97-AF65-F5344CB8AC3E}">
        <p14:creationId xmlns:p14="http://schemas.microsoft.com/office/powerpoint/2010/main" val="615411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768D2-3B25-68DF-253C-F021135BA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40637-A613-A9E7-519E-9AD94EB6A391}"/>
              </a:ext>
            </a:extLst>
          </p:cNvPr>
          <p:cNvSpPr>
            <a:spLocks noGrp="1"/>
          </p:cNvSpPr>
          <p:nvPr>
            <p:ph type="title"/>
          </p:nvPr>
        </p:nvSpPr>
        <p:spPr>
          <a:xfrm>
            <a:off x="838200" y="314325"/>
            <a:ext cx="10515600" cy="1325563"/>
          </a:xfrm>
        </p:spPr>
        <p:txBody>
          <a:bodyPr/>
          <a:lstStyle/>
          <a:p>
            <a:r>
              <a:rPr lang="en-US" dirty="0"/>
              <a:t>Delete Operation (recursive)</a:t>
            </a:r>
          </a:p>
        </p:txBody>
      </p:sp>
      <p:sp>
        <p:nvSpPr>
          <p:cNvPr id="3" name="Content Placeholder 2">
            <a:extLst>
              <a:ext uri="{FF2B5EF4-FFF2-40B4-BE49-F238E27FC236}">
                <a16:creationId xmlns:a16="http://schemas.microsoft.com/office/drawing/2014/main" id="{FE087991-6266-62EE-BEE3-DDCD294DF06F}"/>
              </a:ext>
            </a:extLst>
          </p:cNvPr>
          <p:cNvSpPr>
            <a:spLocks noGrp="1"/>
          </p:cNvSpPr>
          <p:nvPr>
            <p:ph idx="1"/>
          </p:nvPr>
        </p:nvSpPr>
        <p:spPr>
          <a:xfrm>
            <a:off x="187960" y="1371600"/>
            <a:ext cx="10515600" cy="5486399"/>
          </a:xfrm>
        </p:spPr>
        <p:txBody>
          <a:bodyPr>
            <a:normAutofit/>
          </a:bodyPr>
          <a:lstStyle/>
          <a:p>
            <a:pPr marL="0" indent="0">
              <a:buNone/>
            </a:pPr>
            <a:r>
              <a:rPr lang="en-US" dirty="0"/>
              <a:t>delete(key, root){</a:t>
            </a:r>
          </a:p>
          <a:p>
            <a:pPr marL="0" indent="0">
              <a:buNone/>
            </a:pPr>
            <a:r>
              <a:rPr lang="en-US" dirty="0"/>
              <a:t>	if (root == Null){ return; } // key not present</a:t>
            </a:r>
          </a:p>
          <a:p>
            <a:pPr marL="0" indent="0">
              <a:buNone/>
            </a:pPr>
            <a:r>
              <a:rPr lang="en-US" dirty="0"/>
              <a:t>	if (</a:t>
            </a:r>
            <a:r>
              <a:rPr lang="en-US" dirty="0" err="1"/>
              <a:t>root.key</a:t>
            </a:r>
            <a:r>
              <a:rPr lang="en-US" dirty="0"/>
              <a:t> == key){</a:t>
            </a:r>
          </a:p>
          <a:p>
            <a:pPr marL="0" indent="0">
              <a:buNone/>
            </a:pPr>
            <a:r>
              <a:rPr lang="en-US" dirty="0"/>
              <a:t>		</a:t>
            </a:r>
            <a:r>
              <a:rPr lang="en-US" dirty="0">
                <a:solidFill>
                  <a:srgbClr val="FF0000"/>
                </a:solidFill>
              </a:rPr>
              <a:t>if (root has no children) { return Null; }</a:t>
            </a:r>
          </a:p>
          <a:p>
            <a:pPr marL="0" indent="0">
              <a:buNone/>
            </a:pPr>
            <a:r>
              <a:rPr lang="en-US" dirty="0">
                <a:solidFill>
                  <a:srgbClr val="FF0000"/>
                </a:solidFill>
              </a:rPr>
              <a:t>		if (root has one child) { return that child; }</a:t>
            </a:r>
          </a:p>
          <a:p>
            <a:pPr marL="0" indent="0">
              <a:buNone/>
            </a:pPr>
            <a:r>
              <a:rPr lang="en-US" dirty="0">
                <a:solidFill>
                  <a:srgbClr val="FF0000"/>
                </a:solidFill>
              </a:rPr>
              <a:t>		if (root has two children) {return </a:t>
            </a:r>
            <a:r>
              <a:rPr lang="en-US" dirty="0" err="1">
                <a:solidFill>
                  <a:srgbClr val="FF0000"/>
                </a:solidFill>
              </a:rPr>
              <a:t>removeMax</a:t>
            </a:r>
            <a:r>
              <a:rPr lang="en-US" dirty="0">
                <a:solidFill>
                  <a:srgbClr val="FF0000"/>
                </a:solidFill>
              </a:rPr>
              <a:t>(</a:t>
            </a:r>
            <a:r>
              <a:rPr lang="en-US" dirty="0" err="1">
                <a:solidFill>
                  <a:srgbClr val="FF0000"/>
                </a:solidFill>
              </a:rPr>
              <a:t>root.left</a:t>
            </a:r>
            <a:r>
              <a:rPr lang="en-US" dirty="0">
                <a:solidFill>
                  <a:srgbClr val="FF0000"/>
                </a:solidFill>
              </a:rPr>
              <a:t>);}</a:t>
            </a:r>
          </a:p>
          <a:p>
            <a:pPr marL="0" indent="0">
              <a:buNone/>
            </a:pPr>
            <a:r>
              <a:rPr lang="en-US" dirty="0"/>
              <a:t>	}</a:t>
            </a:r>
          </a:p>
          <a:p>
            <a:pPr marL="0" indent="0">
              <a:buNone/>
            </a:pPr>
            <a:r>
              <a:rPr lang="en-US" dirty="0"/>
              <a:t>	if (</a:t>
            </a:r>
            <a:r>
              <a:rPr lang="en-US" dirty="0" err="1"/>
              <a:t>root.key</a:t>
            </a:r>
            <a:r>
              <a:rPr lang="en-US" dirty="0"/>
              <a:t> &lt; key) { </a:t>
            </a:r>
            <a:r>
              <a:rPr lang="en-US" dirty="0" err="1"/>
              <a:t>root.right</a:t>
            </a:r>
            <a:r>
              <a:rPr lang="en-US" dirty="0"/>
              <a:t> = delete(key, </a:t>
            </a:r>
            <a:r>
              <a:rPr lang="en-US" dirty="0" err="1"/>
              <a:t>root.right</a:t>
            </a:r>
            <a:r>
              <a:rPr lang="en-US" dirty="0"/>
              <a:t>); }</a:t>
            </a:r>
          </a:p>
          <a:p>
            <a:pPr marL="0" indent="0">
              <a:buNone/>
            </a:pPr>
            <a:r>
              <a:rPr lang="en-US" dirty="0"/>
              <a:t>	else { </a:t>
            </a:r>
            <a:r>
              <a:rPr lang="en-US" dirty="0" err="1"/>
              <a:t>root.left</a:t>
            </a:r>
            <a:r>
              <a:rPr lang="en-US" dirty="0"/>
              <a:t> = delete(key, </a:t>
            </a:r>
            <a:r>
              <a:rPr lang="en-US" dirty="0" err="1"/>
              <a:t>root.left</a:t>
            </a:r>
            <a:r>
              <a:rPr lang="en-US" dirty="0"/>
              <a:t>); }</a:t>
            </a:r>
            <a:endParaRPr lang="en-US" dirty="0">
              <a:solidFill>
                <a:srgbClr val="FF0000"/>
              </a:solidFill>
            </a:endParaRPr>
          </a:p>
          <a:p>
            <a:pPr marL="0" indent="0">
              <a:buNone/>
            </a:pPr>
            <a:r>
              <a:rPr lang="en-US" dirty="0"/>
              <a:t>}</a:t>
            </a:r>
          </a:p>
        </p:txBody>
      </p:sp>
      <p:grpSp>
        <p:nvGrpSpPr>
          <p:cNvPr id="19" name="Group 18"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
            <a:extLst>
              <a:ext uri="{FF2B5EF4-FFF2-40B4-BE49-F238E27FC236}">
                <a16:creationId xmlns:a16="http://schemas.microsoft.com/office/drawing/2014/main" id="{19612816-577B-ED37-E80E-B0CCC0059496}"/>
              </a:ext>
            </a:extLst>
          </p:cNvPr>
          <p:cNvGrpSpPr/>
          <p:nvPr/>
        </p:nvGrpSpPr>
        <p:grpSpPr>
          <a:xfrm>
            <a:off x="8079280" y="365125"/>
            <a:ext cx="4036614" cy="2762801"/>
            <a:chOff x="8079280" y="365125"/>
            <a:chExt cx="4036614" cy="2762801"/>
          </a:xfrm>
        </p:grpSpPr>
        <p:grpSp>
          <p:nvGrpSpPr>
            <p:cNvPr id="23" name="Group 22">
              <a:extLst>
                <a:ext uri="{FF2B5EF4-FFF2-40B4-BE49-F238E27FC236}">
                  <a16:creationId xmlns:a16="http://schemas.microsoft.com/office/drawing/2014/main" id="{394F2F53-CA8B-F6C1-9DA3-0FD926F743D6}"/>
                </a:ext>
              </a:extLst>
            </p:cNvPr>
            <p:cNvGrpSpPr/>
            <p:nvPr/>
          </p:nvGrpSpPr>
          <p:grpSpPr>
            <a:xfrm>
              <a:off x="8079280" y="365125"/>
              <a:ext cx="4036614" cy="2762801"/>
              <a:chOff x="5413263" y="1203158"/>
              <a:chExt cx="4036614" cy="2762801"/>
            </a:xfrm>
          </p:grpSpPr>
          <p:grpSp>
            <p:nvGrpSpPr>
              <p:cNvPr id="29" name="Group 28">
                <a:extLst>
                  <a:ext uri="{FF2B5EF4-FFF2-40B4-BE49-F238E27FC236}">
                    <a16:creationId xmlns:a16="http://schemas.microsoft.com/office/drawing/2014/main" id="{63F84421-D985-597D-B4A0-BA91771E9882}"/>
                  </a:ext>
                </a:extLst>
              </p:cNvPr>
              <p:cNvGrpSpPr/>
              <p:nvPr/>
            </p:nvGrpSpPr>
            <p:grpSpPr>
              <a:xfrm>
                <a:off x="5413263" y="1203158"/>
                <a:ext cx="4036614" cy="2762801"/>
                <a:chOff x="131609" y="2379747"/>
                <a:chExt cx="4036614" cy="2762801"/>
              </a:xfrm>
            </p:grpSpPr>
            <p:sp>
              <p:nvSpPr>
                <p:cNvPr id="33" name="Oval 32">
                  <a:extLst>
                    <a:ext uri="{FF2B5EF4-FFF2-40B4-BE49-F238E27FC236}">
                      <a16:creationId xmlns:a16="http://schemas.microsoft.com/office/drawing/2014/main" id="{B2CF21EF-0DDB-A1B0-7EFF-463320FBA040}"/>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sp>
              <p:nvSpPr>
                <p:cNvPr id="34" name="Oval 33">
                  <a:extLst>
                    <a:ext uri="{FF2B5EF4-FFF2-40B4-BE49-F238E27FC236}">
                      <a16:creationId xmlns:a16="http://schemas.microsoft.com/office/drawing/2014/main" id="{261DC36D-3C6E-190E-63B3-60B24037AF1F}"/>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35" name="Oval 34">
                  <a:extLst>
                    <a:ext uri="{FF2B5EF4-FFF2-40B4-BE49-F238E27FC236}">
                      <a16:creationId xmlns:a16="http://schemas.microsoft.com/office/drawing/2014/main" id="{67615A5A-5038-47DF-BDB2-A3B86C00329F}"/>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36" name="Oval 35">
                  <a:extLst>
                    <a:ext uri="{FF2B5EF4-FFF2-40B4-BE49-F238E27FC236}">
                      <a16:creationId xmlns:a16="http://schemas.microsoft.com/office/drawing/2014/main" id="{6678E2BD-B2EE-E791-3BCB-3B60AFEEEE5D}"/>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7" name="Oval 36">
                  <a:extLst>
                    <a:ext uri="{FF2B5EF4-FFF2-40B4-BE49-F238E27FC236}">
                      <a16:creationId xmlns:a16="http://schemas.microsoft.com/office/drawing/2014/main" id="{2D33BF02-A7BB-6144-BFE7-5953D2621C17}"/>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8" name="Oval 37">
                  <a:extLst>
                    <a:ext uri="{FF2B5EF4-FFF2-40B4-BE49-F238E27FC236}">
                      <a16:creationId xmlns:a16="http://schemas.microsoft.com/office/drawing/2014/main" id="{9C728362-FD7A-A0B8-3B64-CF712D152B2D}"/>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9" name="Straight Connector 38">
                  <a:extLst>
                    <a:ext uri="{FF2B5EF4-FFF2-40B4-BE49-F238E27FC236}">
                      <a16:creationId xmlns:a16="http://schemas.microsoft.com/office/drawing/2014/main" id="{BC1D0E83-EC24-E45F-23AA-44734F44D60B}"/>
                    </a:ext>
                  </a:extLst>
                </p:cNvPr>
                <p:cNvCxnSpPr>
                  <a:cxnSpLocks/>
                  <a:stCxn id="33" idx="3"/>
                  <a:endCxn id="3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D513E9B-6BA4-07A8-3579-7089276CDF9B}"/>
                    </a:ext>
                  </a:extLst>
                </p:cNvPr>
                <p:cNvCxnSpPr>
                  <a:cxnSpLocks/>
                  <a:stCxn id="33" idx="5"/>
                  <a:endCxn id="3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BE5CEC4-F886-35DF-26C9-BB05D187843F}"/>
                    </a:ext>
                  </a:extLst>
                </p:cNvPr>
                <p:cNvCxnSpPr>
                  <a:stCxn id="36" idx="7"/>
                  <a:endCxn id="3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C008032-83D8-748C-0674-AA40BB508825}"/>
                    </a:ext>
                  </a:extLst>
                </p:cNvPr>
                <p:cNvCxnSpPr>
                  <a:cxnSpLocks/>
                  <a:stCxn id="38" idx="7"/>
                  <a:endCxn id="3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AC45F81-E57A-3883-9061-346DCA46001F}"/>
                    </a:ext>
                  </a:extLst>
                </p:cNvPr>
                <p:cNvCxnSpPr>
                  <a:stCxn id="37" idx="1"/>
                  <a:endCxn id="3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Oval 30">
                <a:extLst>
                  <a:ext uri="{FF2B5EF4-FFF2-40B4-BE49-F238E27FC236}">
                    <a16:creationId xmlns:a16="http://schemas.microsoft.com/office/drawing/2014/main" id="{D3A73B08-6CE6-DD4D-7ABA-68C0994724F1}"/>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32" name="Straight Connector 31">
                <a:extLst>
                  <a:ext uri="{FF2B5EF4-FFF2-40B4-BE49-F238E27FC236}">
                    <a16:creationId xmlns:a16="http://schemas.microsoft.com/office/drawing/2014/main" id="{C14247C7-6E99-23E1-292F-26D572FA6C12}"/>
                  </a:ext>
                </a:extLst>
              </p:cNvPr>
              <p:cNvCxnSpPr>
                <a:cxnSpLocks/>
                <a:stCxn id="31" idx="1"/>
                <a:endCxn id="3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85B908F2-0DCA-5E5B-0E28-ED4B062AD5F8}"/>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25" name="Oval 24">
              <a:extLst>
                <a:ext uri="{FF2B5EF4-FFF2-40B4-BE49-F238E27FC236}">
                  <a16:creationId xmlns:a16="http://schemas.microsoft.com/office/drawing/2014/main" id="{33621753-5968-73F8-5A5C-238219DCD2B9}"/>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27" name="Straight Connector 26">
              <a:extLst>
                <a:ext uri="{FF2B5EF4-FFF2-40B4-BE49-F238E27FC236}">
                  <a16:creationId xmlns:a16="http://schemas.microsoft.com/office/drawing/2014/main" id="{D21FFB40-509E-9CE7-76D8-FF083CCF3C18}"/>
                </a:ext>
              </a:extLst>
            </p:cNvPr>
            <p:cNvCxnSpPr>
              <a:cxnSpLocks/>
              <a:stCxn id="24" idx="7"/>
              <a:endCxn id="3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9B80C5B-9104-2252-6307-4B924CFE03C0}"/>
                </a:ext>
              </a:extLst>
            </p:cNvPr>
            <p:cNvCxnSpPr>
              <a:cxnSpLocks/>
              <a:stCxn id="25" idx="1"/>
              <a:endCxn id="3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B12968AC-A1A0-A859-9F9E-DCBC6EB031C6}"/>
                  </a:ext>
                </a:extLst>
              </p14:cNvPr>
              <p14:cNvContentPartPr/>
              <p14:nvPr/>
            </p14:nvContentPartPr>
            <p14:xfrm>
              <a:off x="494640" y="2127960"/>
              <a:ext cx="9485640" cy="2489400"/>
            </p14:xfrm>
          </p:contentPart>
        </mc:Choice>
        <mc:Fallback>
          <p:pic>
            <p:nvPicPr>
              <p:cNvPr id="4" name="Ink 3">
                <a:extLst>
                  <a:ext uri="{FF2B5EF4-FFF2-40B4-BE49-F238E27FC236}">
                    <a16:creationId xmlns:a16="http://schemas.microsoft.com/office/drawing/2014/main" id="{B12968AC-A1A0-A859-9F9E-DCBC6EB031C6}"/>
                  </a:ext>
                </a:extLst>
              </p:cNvPr>
              <p:cNvPicPr/>
              <p:nvPr/>
            </p:nvPicPr>
            <p:blipFill>
              <a:blip r:embed="rId3"/>
              <a:stretch>
                <a:fillRect/>
              </a:stretch>
            </p:blipFill>
            <p:spPr>
              <a:xfrm>
                <a:off x="485280" y="2118600"/>
                <a:ext cx="9504360" cy="2508120"/>
              </a:xfrm>
              <a:prstGeom prst="rect">
                <a:avLst/>
              </a:prstGeom>
            </p:spPr>
          </p:pic>
        </mc:Fallback>
      </mc:AlternateContent>
    </p:spTree>
    <p:extLst>
      <p:ext uri="{BB962C8B-B14F-4D97-AF65-F5344CB8AC3E}">
        <p14:creationId xmlns:p14="http://schemas.microsoft.com/office/powerpoint/2010/main" val="793561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B8EB7-6A92-650F-ABB6-D01E0E9C2947}"/>
              </a:ext>
            </a:extLst>
          </p:cNvPr>
          <p:cNvSpPr>
            <a:spLocks noGrp="1"/>
          </p:cNvSpPr>
          <p:nvPr>
            <p:ph type="title"/>
          </p:nvPr>
        </p:nvSpPr>
        <p:spPr/>
        <p:txBody>
          <a:bodyPr/>
          <a:lstStyle/>
          <a:p>
            <a:r>
              <a:rPr lang="en-US" dirty="0"/>
              <a:t>Worst Case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B68B37-F1ED-0BE8-1F25-50E0D4A17222}"/>
                  </a:ext>
                </a:extLst>
              </p:cNvPr>
              <p:cNvSpPr>
                <a:spLocks noGrp="1"/>
              </p:cNvSpPr>
              <p:nvPr>
                <p:ph idx="1"/>
              </p:nvPr>
            </p:nvSpPr>
            <p:spPr/>
            <p:txBody>
              <a:bodyPr/>
              <a:lstStyle/>
              <a:p>
                <a:r>
                  <a:rPr lang="en-US" dirty="0"/>
                  <a:t>For each of Find, insert, Delete:</a:t>
                </a:r>
              </a:p>
              <a:p>
                <a:pPr lvl="1"/>
                <a:r>
                  <a:rPr lang="en-US" dirty="0"/>
                  <a:t>Worst case running time matches height of the tree</a:t>
                </a:r>
              </a:p>
              <a:p>
                <a:r>
                  <a:rPr lang="en-US" dirty="0"/>
                  <a:t>What is the maximum height of a BST with </a:t>
                </a:r>
                <a14:m>
                  <m:oMath xmlns:m="http://schemas.openxmlformats.org/officeDocument/2006/math">
                    <m:r>
                      <a:rPr lang="en-US" b="0" i="1" smtClean="0">
                        <a:latin typeface="Cambria Math" panose="02040503050406030204" pitchFamily="18" charset="0"/>
                      </a:rPr>
                      <m:t>𝑛</m:t>
                    </m:r>
                  </m:oMath>
                </a14:m>
                <a:r>
                  <a:rPr lang="en-US" dirty="0"/>
                  <a:t> nodes?</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64B68B37-F1ED-0BE8-1F25-50E0D4A17222}"/>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78F11882-957F-551D-57A3-71F932864AAB}"/>
                  </a:ext>
                </a:extLst>
              </p14:cNvPr>
              <p14:cNvContentPartPr/>
              <p14:nvPr/>
            </p14:nvContentPartPr>
            <p14:xfrm>
              <a:off x="1680840" y="3658680"/>
              <a:ext cx="694800" cy="21600"/>
            </p14:xfrm>
          </p:contentPart>
        </mc:Choice>
        <mc:Fallback>
          <p:pic>
            <p:nvPicPr>
              <p:cNvPr id="4" name="Ink 3">
                <a:extLst>
                  <a:ext uri="{FF2B5EF4-FFF2-40B4-BE49-F238E27FC236}">
                    <a16:creationId xmlns:a16="http://schemas.microsoft.com/office/drawing/2014/main" id="{78F11882-957F-551D-57A3-71F932864AAB}"/>
                  </a:ext>
                </a:extLst>
              </p:cNvPr>
              <p:cNvPicPr/>
              <p:nvPr/>
            </p:nvPicPr>
            <p:blipFill>
              <a:blip r:embed="rId4"/>
              <a:stretch>
                <a:fillRect/>
              </a:stretch>
            </p:blipFill>
            <p:spPr>
              <a:xfrm>
                <a:off x="1671480" y="3649320"/>
                <a:ext cx="713520" cy="40320"/>
              </a:xfrm>
              <a:prstGeom prst="rect">
                <a:avLst/>
              </a:prstGeom>
            </p:spPr>
          </p:pic>
        </mc:Fallback>
      </mc:AlternateContent>
    </p:spTree>
    <p:extLst>
      <p:ext uri="{BB962C8B-B14F-4D97-AF65-F5344CB8AC3E}">
        <p14:creationId xmlns:p14="http://schemas.microsoft.com/office/powerpoint/2010/main" val="3200959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F468E-2A60-489B-E1DA-978D05AAE888}"/>
              </a:ext>
            </a:extLst>
          </p:cNvPr>
          <p:cNvSpPr>
            <a:spLocks noGrp="1"/>
          </p:cNvSpPr>
          <p:nvPr>
            <p:ph type="title"/>
          </p:nvPr>
        </p:nvSpPr>
        <p:spPr/>
        <p:txBody>
          <a:bodyPr/>
          <a:lstStyle/>
          <a:p>
            <a:r>
              <a:rPr lang="en-US" dirty="0"/>
              <a:t>Improving the worst case</a:t>
            </a:r>
          </a:p>
        </p:txBody>
      </p:sp>
      <p:sp>
        <p:nvSpPr>
          <p:cNvPr id="3" name="Content Placeholder 2">
            <a:extLst>
              <a:ext uri="{FF2B5EF4-FFF2-40B4-BE49-F238E27FC236}">
                <a16:creationId xmlns:a16="http://schemas.microsoft.com/office/drawing/2014/main" id="{3E0CD3BB-6320-6788-1CFA-3AF70EDACD3B}"/>
              </a:ext>
            </a:extLst>
          </p:cNvPr>
          <p:cNvSpPr>
            <a:spLocks noGrp="1"/>
          </p:cNvSpPr>
          <p:nvPr>
            <p:ph idx="1"/>
          </p:nvPr>
        </p:nvSpPr>
        <p:spPr/>
        <p:txBody>
          <a:bodyPr/>
          <a:lstStyle/>
          <a:p>
            <a:r>
              <a:rPr lang="en-US" dirty="0"/>
              <a:t>How can we get a better worst case running time?</a:t>
            </a:r>
          </a:p>
          <a:p>
            <a:pPr lvl="1"/>
            <a:r>
              <a:rPr lang="en-US" dirty="0"/>
              <a:t>Add rules about the shape of our BST</a:t>
            </a:r>
          </a:p>
          <a:p>
            <a:r>
              <a:rPr lang="en-US" dirty="0"/>
              <a:t>AVL Tree</a:t>
            </a:r>
          </a:p>
          <a:p>
            <a:pPr lvl="1"/>
            <a:r>
              <a:rPr lang="en-US" dirty="0"/>
              <a:t>A BST with some shape rules</a:t>
            </a:r>
          </a:p>
          <a:p>
            <a:pPr lvl="2"/>
            <a:r>
              <a:rPr lang="en-US" dirty="0"/>
              <a:t>Algorithms need to change to accommodate those</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2240B81-587E-6A79-85C6-615866252ED9}"/>
                  </a:ext>
                </a:extLst>
              </p14:cNvPr>
              <p14:cNvContentPartPr/>
              <p14:nvPr/>
            </p14:nvContentPartPr>
            <p14:xfrm>
              <a:off x="1020240" y="1316520"/>
              <a:ext cx="3902400" cy="2229120"/>
            </p14:xfrm>
          </p:contentPart>
        </mc:Choice>
        <mc:Fallback>
          <p:pic>
            <p:nvPicPr>
              <p:cNvPr id="4" name="Ink 3">
                <a:extLst>
                  <a:ext uri="{FF2B5EF4-FFF2-40B4-BE49-F238E27FC236}">
                    <a16:creationId xmlns:a16="http://schemas.microsoft.com/office/drawing/2014/main" id="{32240B81-587E-6A79-85C6-615866252ED9}"/>
                  </a:ext>
                </a:extLst>
              </p:cNvPr>
              <p:cNvPicPr/>
              <p:nvPr/>
            </p:nvPicPr>
            <p:blipFill>
              <a:blip r:embed="rId3"/>
              <a:stretch>
                <a:fillRect/>
              </a:stretch>
            </p:blipFill>
            <p:spPr>
              <a:xfrm>
                <a:off x="1010880" y="1307160"/>
                <a:ext cx="3921120" cy="2247840"/>
              </a:xfrm>
              <a:prstGeom prst="rect">
                <a:avLst/>
              </a:prstGeom>
            </p:spPr>
          </p:pic>
        </mc:Fallback>
      </mc:AlternateContent>
    </p:spTree>
    <p:extLst>
      <p:ext uri="{BB962C8B-B14F-4D97-AF65-F5344CB8AC3E}">
        <p14:creationId xmlns:p14="http://schemas.microsoft.com/office/powerpoint/2010/main" val="2624880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08BB1-416B-D0E8-3322-4EB4D87AA166}"/>
              </a:ext>
            </a:extLst>
          </p:cNvPr>
          <p:cNvSpPr>
            <a:spLocks noGrp="1"/>
          </p:cNvSpPr>
          <p:nvPr>
            <p:ph type="title"/>
          </p:nvPr>
        </p:nvSpPr>
        <p:spPr/>
        <p:txBody>
          <a:bodyPr/>
          <a:lstStyle/>
          <a:p>
            <a:r>
              <a:rPr lang="en-US" dirty="0"/>
              <a:t>“Balanced” Binary Search Trees</a:t>
            </a:r>
          </a:p>
        </p:txBody>
      </p:sp>
      <p:sp>
        <p:nvSpPr>
          <p:cNvPr id="3" name="Content Placeholder 2">
            <a:extLst>
              <a:ext uri="{FF2B5EF4-FFF2-40B4-BE49-F238E27FC236}">
                <a16:creationId xmlns:a16="http://schemas.microsoft.com/office/drawing/2014/main" id="{70B4F05E-58AF-CEFF-09EC-B606D49F8E70}"/>
              </a:ext>
            </a:extLst>
          </p:cNvPr>
          <p:cNvSpPr>
            <a:spLocks noGrp="1"/>
          </p:cNvSpPr>
          <p:nvPr>
            <p:ph idx="1"/>
          </p:nvPr>
        </p:nvSpPr>
        <p:spPr/>
        <p:txBody>
          <a:bodyPr/>
          <a:lstStyle/>
          <a:p>
            <a:r>
              <a:rPr lang="en-US" dirty="0"/>
              <a:t>We get better running times by having “shorter” trees</a:t>
            </a:r>
          </a:p>
          <a:p>
            <a:r>
              <a:rPr lang="en-US" dirty="0"/>
              <a:t>Trees get tall due to them being “sparse” (many one-child nodes)</a:t>
            </a:r>
          </a:p>
          <a:p>
            <a:r>
              <a:rPr lang="en-US" dirty="0"/>
              <a:t>Idea: modify how we insert/delete to keep the tree more “full”</a:t>
            </a:r>
          </a:p>
          <a:p>
            <a:pPr lvl="1"/>
            <a:r>
              <a:rPr lang="en-US" dirty="0"/>
              <a:t>Encourage Branches!</a:t>
            </a:r>
          </a:p>
          <a:p>
            <a:pPr marL="457200" lvl="1" indent="0">
              <a:buNone/>
            </a:pPr>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EA57D97D-BCA4-011C-880F-5493ED7CA1C5}"/>
                  </a:ext>
                </a:extLst>
              </p14:cNvPr>
              <p14:cNvContentPartPr/>
              <p14:nvPr/>
            </p14:nvContentPartPr>
            <p14:xfrm>
              <a:off x="1100160" y="1047240"/>
              <a:ext cx="9389880" cy="2743560"/>
            </p14:xfrm>
          </p:contentPart>
        </mc:Choice>
        <mc:Fallback>
          <p:pic>
            <p:nvPicPr>
              <p:cNvPr id="4" name="Ink 3">
                <a:extLst>
                  <a:ext uri="{FF2B5EF4-FFF2-40B4-BE49-F238E27FC236}">
                    <a16:creationId xmlns:a16="http://schemas.microsoft.com/office/drawing/2014/main" id="{EA57D97D-BCA4-011C-880F-5493ED7CA1C5}"/>
                  </a:ext>
                </a:extLst>
              </p:cNvPr>
              <p:cNvPicPr/>
              <p:nvPr/>
            </p:nvPicPr>
            <p:blipFill>
              <a:blip r:embed="rId3"/>
              <a:stretch>
                <a:fillRect/>
              </a:stretch>
            </p:blipFill>
            <p:spPr>
              <a:xfrm>
                <a:off x="1090800" y="1037880"/>
                <a:ext cx="9408600" cy="2762280"/>
              </a:xfrm>
              <a:prstGeom prst="rect">
                <a:avLst/>
              </a:prstGeom>
            </p:spPr>
          </p:pic>
        </mc:Fallback>
      </mc:AlternateContent>
    </p:spTree>
    <p:extLst>
      <p:ext uri="{BB962C8B-B14F-4D97-AF65-F5344CB8AC3E}">
        <p14:creationId xmlns:p14="http://schemas.microsoft.com/office/powerpoint/2010/main" val="2878583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8056-BA8A-A42E-04AB-A7595D549CE1}"/>
              </a:ext>
            </a:extLst>
          </p:cNvPr>
          <p:cNvSpPr>
            <a:spLocks noGrp="1"/>
          </p:cNvSpPr>
          <p:nvPr>
            <p:ph type="title"/>
          </p:nvPr>
        </p:nvSpPr>
        <p:spPr/>
        <p:txBody>
          <a:bodyPr/>
          <a:lstStyle/>
          <a:p>
            <a:r>
              <a:rPr lang="en-US" dirty="0"/>
              <a:t>Idea 1: Both Subtrees of Root have same # Nodes</a:t>
            </a:r>
          </a:p>
        </p:txBody>
      </p:sp>
      <p:sp>
        <p:nvSpPr>
          <p:cNvPr id="3" name="Content Placeholder 2">
            <a:extLst>
              <a:ext uri="{FF2B5EF4-FFF2-40B4-BE49-F238E27FC236}">
                <a16:creationId xmlns:a16="http://schemas.microsoft.com/office/drawing/2014/main" id="{534273BD-27C0-9F21-C7E1-0C3564EC65FC}"/>
              </a:ext>
            </a:extLst>
          </p:cNvPr>
          <p:cNvSpPr>
            <a:spLocks noGrp="1"/>
          </p:cNvSpPr>
          <p:nvPr>
            <p:ph idx="1"/>
          </p:nvPr>
        </p:nvSpPr>
        <p:spPr/>
        <p:txBody>
          <a:bodyPr/>
          <a:lstStyle/>
          <a:p>
            <a:endParaRPr lang="en-US"/>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A51E76E-AA83-FEBE-2D3A-82243F3755C0}"/>
                  </a:ext>
                </a:extLst>
              </p14:cNvPr>
              <p14:cNvContentPartPr/>
              <p14:nvPr/>
            </p14:nvContentPartPr>
            <p14:xfrm>
              <a:off x="2977200" y="1717560"/>
              <a:ext cx="7734240" cy="2945520"/>
            </p14:xfrm>
          </p:contentPart>
        </mc:Choice>
        <mc:Fallback>
          <p:pic>
            <p:nvPicPr>
              <p:cNvPr id="4" name="Ink 3">
                <a:extLst>
                  <a:ext uri="{FF2B5EF4-FFF2-40B4-BE49-F238E27FC236}">
                    <a16:creationId xmlns:a16="http://schemas.microsoft.com/office/drawing/2014/main" id="{5A51E76E-AA83-FEBE-2D3A-82243F3755C0}"/>
                  </a:ext>
                </a:extLst>
              </p:cNvPr>
              <p:cNvPicPr/>
              <p:nvPr/>
            </p:nvPicPr>
            <p:blipFill>
              <a:blip r:embed="rId3"/>
              <a:stretch>
                <a:fillRect/>
              </a:stretch>
            </p:blipFill>
            <p:spPr>
              <a:xfrm>
                <a:off x="2967840" y="1708200"/>
                <a:ext cx="7752960" cy="2964240"/>
              </a:xfrm>
              <a:prstGeom prst="rect">
                <a:avLst/>
              </a:prstGeom>
            </p:spPr>
          </p:pic>
        </mc:Fallback>
      </mc:AlternateContent>
    </p:spTree>
    <p:extLst>
      <p:ext uri="{BB962C8B-B14F-4D97-AF65-F5344CB8AC3E}">
        <p14:creationId xmlns:p14="http://schemas.microsoft.com/office/powerpoint/2010/main" val="299300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C94EC-A62C-52C7-9B7D-84BA5D68C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2A070F-7804-F47A-D0B8-0BB74A66AA8B}"/>
              </a:ext>
            </a:extLst>
          </p:cNvPr>
          <p:cNvSpPr>
            <a:spLocks noGrp="1"/>
          </p:cNvSpPr>
          <p:nvPr>
            <p:ph type="title"/>
          </p:nvPr>
        </p:nvSpPr>
        <p:spPr/>
        <p:txBody>
          <a:bodyPr/>
          <a:lstStyle/>
          <a:p>
            <a:r>
              <a:rPr lang="en-US" dirty="0"/>
              <a:t>Idea 1: Both Subtrees of Root have same # Nodes - Issue</a:t>
            </a:r>
          </a:p>
        </p:txBody>
      </p:sp>
      <p:grpSp>
        <p:nvGrpSpPr>
          <p:cNvPr id="78" name="Group 77" descr="A binary search tree where both subtrees of the root have the same number of nodes. In this case, though, there are branches in the tree besides at the root, so the height of the tree is n/2.">
            <a:extLst>
              <a:ext uri="{FF2B5EF4-FFF2-40B4-BE49-F238E27FC236}">
                <a16:creationId xmlns:a16="http://schemas.microsoft.com/office/drawing/2014/main" id="{3A1FB81E-8197-A6BF-E839-2C49D462E581}"/>
              </a:ext>
            </a:extLst>
          </p:cNvPr>
          <p:cNvGrpSpPr/>
          <p:nvPr/>
        </p:nvGrpSpPr>
        <p:grpSpPr>
          <a:xfrm>
            <a:off x="2007119" y="2013929"/>
            <a:ext cx="7034124" cy="3796337"/>
            <a:chOff x="2007119" y="2013929"/>
            <a:chExt cx="7034124" cy="3796337"/>
          </a:xfrm>
        </p:grpSpPr>
        <p:sp>
          <p:nvSpPr>
            <p:cNvPr id="27" name="Oval 26">
              <a:extLst>
                <a:ext uri="{FF2B5EF4-FFF2-40B4-BE49-F238E27FC236}">
                  <a16:creationId xmlns:a16="http://schemas.microsoft.com/office/drawing/2014/main" id="{D9CBA753-B3DB-DD0A-9A4B-280EA2685C65}"/>
                </a:ext>
              </a:extLst>
            </p:cNvPr>
            <p:cNvSpPr/>
            <p:nvPr/>
          </p:nvSpPr>
          <p:spPr>
            <a:xfrm>
              <a:off x="3997837" y="328998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8" name="Oval 27">
              <a:extLst>
                <a:ext uri="{FF2B5EF4-FFF2-40B4-BE49-F238E27FC236}">
                  <a16:creationId xmlns:a16="http://schemas.microsoft.com/office/drawing/2014/main" id="{E71A703B-B312-6FCE-DEC0-1B0048EB0C7B}"/>
                </a:ext>
              </a:extLst>
            </p:cNvPr>
            <p:cNvSpPr/>
            <p:nvPr/>
          </p:nvSpPr>
          <p:spPr>
            <a:xfrm>
              <a:off x="3304726" y="394354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9" name="Oval 28">
              <a:extLst>
                <a:ext uri="{FF2B5EF4-FFF2-40B4-BE49-F238E27FC236}">
                  <a16:creationId xmlns:a16="http://schemas.microsoft.com/office/drawing/2014/main" id="{F5C6457D-05A6-9C91-B7ED-9AD9A7BD36A7}"/>
                </a:ext>
              </a:extLst>
            </p:cNvPr>
            <p:cNvSpPr/>
            <p:nvPr/>
          </p:nvSpPr>
          <p:spPr>
            <a:xfrm>
              <a:off x="4660003" y="264696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30" name="Oval 29">
              <a:extLst>
                <a:ext uri="{FF2B5EF4-FFF2-40B4-BE49-F238E27FC236}">
                  <a16:creationId xmlns:a16="http://schemas.microsoft.com/office/drawing/2014/main" id="{5A053C52-6B21-47EF-523C-E60063E18A6A}"/>
                </a:ext>
              </a:extLst>
            </p:cNvPr>
            <p:cNvSpPr/>
            <p:nvPr/>
          </p:nvSpPr>
          <p:spPr>
            <a:xfrm>
              <a:off x="2639471" y="458524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1" name="Oval 30">
              <a:extLst>
                <a:ext uri="{FF2B5EF4-FFF2-40B4-BE49-F238E27FC236}">
                  <a16:creationId xmlns:a16="http://schemas.microsoft.com/office/drawing/2014/main" id="{0ACEEFA4-5C8D-DDF7-C651-D7D501ECE6B0}"/>
                </a:ext>
              </a:extLst>
            </p:cNvPr>
            <p:cNvSpPr/>
            <p:nvPr/>
          </p:nvSpPr>
          <p:spPr>
            <a:xfrm>
              <a:off x="5272512" y="201392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2" name="Oval 31">
              <a:extLst>
                <a:ext uri="{FF2B5EF4-FFF2-40B4-BE49-F238E27FC236}">
                  <a16:creationId xmlns:a16="http://schemas.microsoft.com/office/drawing/2014/main" id="{9832C9D1-478F-D14B-33DE-A32AF1FB6B51}"/>
                </a:ext>
              </a:extLst>
            </p:cNvPr>
            <p:cNvSpPr/>
            <p:nvPr/>
          </p:nvSpPr>
          <p:spPr>
            <a:xfrm>
              <a:off x="2007119" y="51977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3" name="Straight Connector 32">
              <a:extLst>
                <a:ext uri="{FF2B5EF4-FFF2-40B4-BE49-F238E27FC236}">
                  <a16:creationId xmlns:a16="http://schemas.microsoft.com/office/drawing/2014/main" id="{A19CB705-EBC3-6AFD-F6AD-3A7A9AD1DCF9}"/>
                </a:ext>
              </a:extLst>
            </p:cNvPr>
            <p:cNvCxnSpPr>
              <a:cxnSpLocks/>
              <a:stCxn id="27" idx="3"/>
              <a:endCxn id="28" idx="7"/>
            </p:cNvCxnSpPr>
            <p:nvPr/>
          </p:nvCxnSpPr>
          <p:spPr>
            <a:xfrm flipH="1">
              <a:off x="3827537" y="3812794"/>
              <a:ext cx="260000" cy="220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6E287ED-E7AF-9A00-8920-BB8AB3DEFE90}"/>
                </a:ext>
              </a:extLst>
            </p:cNvPr>
            <p:cNvCxnSpPr>
              <a:cxnSpLocks/>
              <a:stCxn id="27" idx="7"/>
              <a:endCxn id="29" idx="3"/>
            </p:cNvCxnSpPr>
            <p:nvPr/>
          </p:nvCxnSpPr>
          <p:spPr>
            <a:xfrm flipV="1">
              <a:off x="4520648" y="3169776"/>
              <a:ext cx="229055" cy="209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6BDC737-CF90-5D10-A718-A1EBEC2D96F2}"/>
                </a:ext>
              </a:extLst>
            </p:cNvPr>
            <p:cNvCxnSpPr>
              <a:stCxn id="30" idx="7"/>
              <a:endCxn id="28" idx="3"/>
            </p:cNvCxnSpPr>
            <p:nvPr/>
          </p:nvCxnSpPr>
          <p:spPr>
            <a:xfrm flipV="1">
              <a:off x="3162282" y="4466356"/>
              <a:ext cx="232144" cy="208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E9BE49A-AE3B-1EAD-63E4-3BBE544AE0E6}"/>
                </a:ext>
              </a:extLst>
            </p:cNvPr>
            <p:cNvCxnSpPr>
              <a:cxnSpLocks/>
              <a:stCxn id="32" idx="7"/>
              <a:endCxn id="30" idx="3"/>
            </p:cNvCxnSpPr>
            <p:nvPr/>
          </p:nvCxnSpPr>
          <p:spPr>
            <a:xfrm flipV="1">
              <a:off x="2529930" y="5108055"/>
              <a:ext cx="199241"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FBD21B4-7338-9E92-75CB-D7BA88A5729B}"/>
                </a:ext>
              </a:extLst>
            </p:cNvPr>
            <p:cNvCxnSpPr>
              <a:cxnSpLocks/>
              <a:stCxn id="31" idx="3"/>
              <a:endCxn id="29" idx="7"/>
            </p:cNvCxnSpPr>
            <p:nvPr/>
          </p:nvCxnSpPr>
          <p:spPr>
            <a:xfrm flipH="1">
              <a:off x="5182814" y="2536740"/>
              <a:ext cx="179398" cy="199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4815F53F-D2CD-091B-384E-90126A3EB0F2}"/>
                </a:ext>
              </a:extLst>
            </p:cNvPr>
            <p:cNvSpPr/>
            <p:nvPr/>
          </p:nvSpPr>
          <p:spPr>
            <a:xfrm>
              <a:off x="6591199" y="328618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18</a:t>
              </a:r>
            </a:p>
          </p:txBody>
        </p:sp>
        <p:sp>
          <p:nvSpPr>
            <p:cNvPr id="39" name="Oval 38">
              <a:extLst>
                <a:ext uri="{FF2B5EF4-FFF2-40B4-BE49-F238E27FC236}">
                  <a16:creationId xmlns:a16="http://schemas.microsoft.com/office/drawing/2014/main" id="{056172C0-BCC2-8D9C-AD75-563077B69814}"/>
                </a:ext>
              </a:extLst>
            </p:cNvPr>
            <p:cNvSpPr/>
            <p:nvPr/>
          </p:nvSpPr>
          <p:spPr>
            <a:xfrm>
              <a:off x="7203710" y="389869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19</a:t>
              </a:r>
            </a:p>
          </p:txBody>
        </p:sp>
        <p:sp>
          <p:nvSpPr>
            <p:cNvPr id="40" name="Oval 39">
              <a:extLst>
                <a:ext uri="{FF2B5EF4-FFF2-40B4-BE49-F238E27FC236}">
                  <a16:creationId xmlns:a16="http://schemas.microsoft.com/office/drawing/2014/main" id="{355F164F-955E-EA46-FF90-CEA4FDD79FB0}"/>
                </a:ext>
              </a:extLst>
            </p:cNvPr>
            <p:cNvSpPr/>
            <p:nvPr/>
          </p:nvSpPr>
          <p:spPr>
            <a:xfrm>
              <a:off x="5885023" y="264620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17</a:t>
              </a:r>
            </a:p>
          </p:txBody>
        </p:sp>
        <p:sp>
          <p:nvSpPr>
            <p:cNvPr id="41" name="Oval 40">
              <a:extLst>
                <a:ext uri="{FF2B5EF4-FFF2-40B4-BE49-F238E27FC236}">
                  <a16:creationId xmlns:a16="http://schemas.microsoft.com/office/drawing/2014/main" id="{D0CFFDEC-719C-17C2-BA3D-652FCDD50E2B}"/>
                </a:ext>
              </a:extLst>
            </p:cNvPr>
            <p:cNvSpPr/>
            <p:nvPr/>
          </p:nvSpPr>
          <p:spPr>
            <a:xfrm>
              <a:off x="7816221" y="454246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20</a:t>
              </a:r>
            </a:p>
          </p:txBody>
        </p:sp>
        <p:sp>
          <p:nvSpPr>
            <p:cNvPr id="42" name="Oval 41">
              <a:extLst>
                <a:ext uri="{FF2B5EF4-FFF2-40B4-BE49-F238E27FC236}">
                  <a16:creationId xmlns:a16="http://schemas.microsoft.com/office/drawing/2014/main" id="{431E4AC5-FA03-8053-8717-55F28C730838}"/>
                </a:ext>
              </a:extLst>
            </p:cNvPr>
            <p:cNvSpPr/>
            <p:nvPr/>
          </p:nvSpPr>
          <p:spPr>
            <a:xfrm>
              <a:off x="8428732" y="51977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21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3" name="Straight Connector 42">
              <a:extLst>
                <a:ext uri="{FF2B5EF4-FFF2-40B4-BE49-F238E27FC236}">
                  <a16:creationId xmlns:a16="http://schemas.microsoft.com/office/drawing/2014/main" id="{AB10ADE1-88CA-BC69-5971-EB4D40E58440}"/>
                </a:ext>
              </a:extLst>
            </p:cNvPr>
            <p:cNvCxnSpPr>
              <a:cxnSpLocks/>
              <a:stCxn id="38" idx="5"/>
              <a:endCxn id="39" idx="1"/>
            </p:cNvCxnSpPr>
            <p:nvPr/>
          </p:nvCxnSpPr>
          <p:spPr>
            <a:xfrm>
              <a:off x="7114010" y="3808995"/>
              <a:ext cx="179400"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1A85AE9-3A11-F5AA-9FC2-99E764B1CB1D}"/>
                </a:ext>
              </a:extLst>
            </p:cNvPr>
            <p:cNvCxnSpPr>
              <a:cxnSpLocks/>
              <a:stCxn id="38" idx="1"/>
              <a:endCxn id="40" idx="5"/>
            </p:cNvCxnSpPr>
            <p:nvPr/>
          </p:nvCxnSpPr>
          <p:spPr>
            <a:xfrm flipH="1" flipV="1">
              <a:off x="6407834" y="3169012"/>
              <a:ext cx="273065" cy="2068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4EDD6-AD4B-62D3-A68C-D85E8B29AFDD}"/>
                </a:ext>
              </a:extLst>
            </p:cNvPr>
            <p:cNvCxnSpPr>
              <a:cxnSpLocks/>
              <a:stCxn id="41" idx="1"/>
              <a:endCxn id="39" idx="5"/>
            </p:cNvCxnSpPr>
            <p:nvPr/>
          </p:nvCxnSpPr>
          <p:spPr>
            <a:xfrm flipH="1" flipV="1">
              <a:off x="7726521" y="4421506"/>
              <a:ext cx="179400" cy="2106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F919F38-95B8-33BA-42A7-13011F49D22D}"/>
                </a:ext>
              </a:extLst>
            </p:cNvPr>
            <p:cNvCxnSpPr>
              <a:cxnSpLocks/>
              <a:stCxn id="42" idx="1"/>
              <a:endCxn id="41" idx="5"/>
            </p:cNvCxnSpPr>
            <p:nvPr/>
          </p:nvCxnSpPr>
          <p:spPr>
            <a:xfrm flipH="1" flipV="1">
              <a:off x="8339032" y="5065280"/>
              <a:ext cx="179400" cy="222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96CD36A-3A71-B3E9-9B81-A31FCDEA5783}"/>
                </a:ext>
              </a:extLst>
            </p:cNvPr>
            <p:cNvCxnSpPr>
              <a:cxnSpLocks/>
              <a:stCxn id="31" idx="5"/>
              <a:endCxn id="40" idx="1"/>
            </p:cNvCxnSpPr>
            <p:nvPr/>
          </p:nvCxnSpPr>
          <p:spPr>
            <a:xfrm>
              <a:off x="5795323" y="2536740"/>
              <a:ext cx="179400" cy="199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6374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8056-BA8A-A42E-04AB-A7595D549CE1}"/>
              </a:ext>
            </a:extLst>
          </p:cNvPr>
          <p:cNvSpPr>
            <a:spLocks noGrp="1"/>
          </p:cNvSpPr>
          <p:nvPr>
            <p:ph type="title"/>
          </p:nvPr>
        </p:nvSpPr>
        <p:spPr/>
        <p:txBody>
          <a:bodyPr/>
          <a:lstStyle/>
          <a:p>
            <a:r>
              <a:rPr lang="en-US" dirty="0"/>
              <a:t>Idea 2: Both Subtrees of Root have same height</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CB3F847E-9B82-39EF-8D9D-7B99BF49D17B}"/>
                  </a:ext>
                </a:extLst>
              </p14:cNvPr>
              <p14:cNvContentPartPr/>
              <p14:nvPr/>
            </p14:nvContentPartPr>
            <p14:xfrm>
              <a:off x="2746800" y="1533960"/>
              <a:ext cx="7709400" cy="2963880"/>
            </p14:xfrm>
          </p:contentPart>
        </mc:Choice>
        <mc:Fallback>
          <p:pic>
            <p:nvPicPr>
              <p:cNvPr id="3" name="Ink 2">
                <a:extLst>
                  <a:ext uri="{FF2B5EF4-FFF2-40B4-BE49-F238E27FC236}">
                    <a16:creationId xmlns:a16="http://schemas.microsoft.com/office/drawing/2014/main" id="{CB3F847E-9B82-39EF-8D9D-7B99BF49D17B}"/>
                  </a:ext>
                </a:extLst>
              </p:cNvPr>
              <p:cNvPicPr/>
              <p:nvPr/>
            </p:nvPicPr>
            <p:blipFill>
              <a:blip r:embed="rId3"/>
              <a:stretch>
                <a:fillRect/>
              </a:stretch>
            </p:blipFill>
            <p:spPr>
              <a:xfrm>
                <a:off x="2737440" y="1524600"/>
                <a:ext cx="7728120" cy="2982600"/>
              </a:xfrm>
              <a:prstGeom prst="rect">
                <a:avLst/>
              </a:prstGeom>
            </p:spPr>
          </p:pic>
        </mc:Fallback>
      </mc:AlternateContent>
    </p:spTree>
    <p:extLst>
      <p:ext uri="{BB962C8B-B14F-4D97-AF65-F5344CB8AC3E}">
        <p14:creationId xmlns:p14="http://schemas.microsoft.com/office/powerpoint/2010/main" val="1788425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AC5FA-BF9C-9D67-4A62-F7EC65F30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F3353C-2ADD-A0A9-F430-A53BA3373DCE}"/>
              </a:ext>
            </a:extLst>
          </p:cNvPr>
          <p:cNvSpPr>
            <a:spLocks noGrp="1"/>
          </p:cNvSpPr>
          <p:nvPr>
            <p:ph type="title"/>
          </p:nvPr>
        </p:nvSpPr>
        <p:spPr/>
        <p:txBody>
          <a:bodyPr/>
          <a:lstStyle/>
          <a:p>
            <a:r>
              <a:rPr lang="en-US" dirty="0"/>
              <a:t>Idea 2: Both Subtrees of Root have same height - Issue</a:t>
            </a:r>
          </a:p>
        </p:txBody>
      </p:sp>
      <p:grpSp>
        <p:nvGrpSpPr>
          <p:cNvPr id="4" name="Group 3" descr="A binary search tree where both subtrees of the root have the same height. In this case, though, there are branches in the tree besides at the root, so the height of the tree is n/2.&#10;&#10;This is exactly the same example tree as the previous slide">
            <a:extLst>
              <a:ext uri="{FF2B5EF4-FFF2-40B4-BE49-F238E27FC236}">
                <a16:creationId xmlns:a16="http://schemas.microsoft.com/office/drawing/2014/main" id="{CD4A098E-0DDA-06D1-1ABF-784AA83A4735}"/>
              </a:ext>
            </a:extLst>
          </p:cNvPr>
          <p:cNvGrpSpPr/>
          <p:nvPr/>
        </p:nvGrpSpPr>
        <p:grpSpPr>
          <a:xfrm>
            <a:off x="2007119" y="2013929"/>
            <a:ext cx="7034124" cy="3796337"/>
            <a:chOff x="2007119" y="2013929"/>
            <a:chExt cx="7034124" cy="3796337"/>
          </a:xfrm>
        </p:grpSpPr>
        <p:sp>
          <p:nvSpPr>
            <p:cNvPr id="5" name="Oval 4">
              <a:extLst>
                <a:ext uri="{FF2B5EF4-FFF2-40B4-BE49-F238E27FC236}">
                  <a16:creationId xmlns:a16="http://schemas.microsoft.com/office/drawing/2014/main" id="{992F8F8A-E2D8-3301-2BE5-924577D24EE1}"/>
                </a:ext>
              </a:extLst>
            </p:cNvPr>
            <p:cNvSpPr/>
            <p:nvPr/>
          </p:nvSpPr>
          <p:spPr>
            <a:xfrm>
              <a:off x="3997837" y="328998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6" name="Oval 5">
              <a:extLst>
                <a:ext uri="{FF2B5EF4-FFF2-40B4-BE49-F238E27FC236}">
                  <a16:creationId xmlns:a16="http://schemas.microsoft.com/office/drawing/2014/main" id="{4D3809A5-0750-B354-D2D1-FF67B9D87C09}"/>
                </a:ext>
              </a:extLst>
            </p:cNvPr>
            <p:cNvSpPr/>
            <p:nvPr/>
          </p:nvSpPr>
          <p:spPr>
            <a:xfrm>
              <a:off x="3304726" y="394354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7" name="Oval 6">
              <a:extLst>
                <a:ext uri="{FF2B5EF4-FFF2-40B4-BE49-F238E27FC236}">
                  <a16:creationId xmlns:a16="http://schemas.microsoft.com/office/drawing/2014/main" id="{6CCE1D4A-8303-56EB-C08C-D80096490293}"/>
                </a:ext>
              </a:extLst>
            </p:cNvPr>
            <p:cNvSpPr/>
            <p:nvPr/>
          </p:nvSpPr>
          <p:spPr>
            <a:xfrm>
              <a:off x="4660003" y="264696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8" name="Oval 7">
              <a:extLst>
                <a:ext uri="{FF2B5EF4-FFF2-40B4-BE49-F238E27FC236}">
                  <a16:creationId xmlns:a16="http://schemas.microsoft.com/office/drawing/2014/main" id="{E394E5B9-E879-937F-B08A-20527C607F04}"/>
                </a:ext>
              </a:extLst>
            </p:cNvPr>
            <p:cNvSpPr/>
            <p:nvPr/>
          </p:nvSpPr>
          <p:spPr>
            <a:xfrm>
              <a:off x="2639471" y="458524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9" name="Oval 8">
              <a:extLst>
                <a:ext uri="{FF2B5EF4-FFF2-40B4-BE49-F238E27FC236}">
                  <a16:creationId xmlns:a16="http://schemas.microsoft.com/office/drawing/2014/main" id="{A501A04B-E5FC-6483-FC9F-234C636286C9}"/>
                </a:ext>
              </a:extLst>
            </p:cNvPr>
            <p:cNvSpPr/>
            <p:nvPr/>
          </p:nvSpPr>
          <p:spPr>
            <a:xfrm>
              <a:off x="5272512" y="201392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0" name="Oval 9">
              <a:extLst>
                <a:ext uri="{FF2B5EF4-FFF2-40B4-BE49-F238E27FC236}">
                  <a16:creationId xmlns:a16="http://schemas.microsoft.com/office/drawing/2014/main" id="{CD13CB15-F6FC-44BA-915C-2778111B714F}"/>
                </a:ext>
              </a:extLst>
            </p:cNvPr>
            <p:cNvSpPr/>
            <p:nvPr/>
          </p:nvSpPr>
          <p:spPr>
            <a:xfrm>
              <a:off x="2007119" y="51977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1" name="Straight Connector 10">
              <a:extLst>
                <a:ext uri="{FF2B5EF4-FFF2-40B4-BE49-F238E27FC236}">
                  <a16:creationId xmlns:a16="http://schemas.microsoft.com/office/drawing/2014/main" id="{72EBAFD8-A33C-E2A9-7D03-383AB70EE117}"/>
                </a:ext>
              </a:extLst>
            </p:cNvPr>
            <p:cNvCxnSpPr>
              <a:cxnSpLocks/>
              <a:stCxn id="5" idx="3"/>
              <a:endCxn id="6" idx="7"/>
            </p:cNvCxnSpPr>
            <p:nvPr/>
          </p:nvCxnSpPr>
          <p:spPr>
            <a:xfrm flipH="1">
              <a:off x="3827537" y="3812794"/>
              <a:ext cx="260000" cy="220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205491-9DE9-9B6F-FDD6-1591A75C3702}"/>
                </a:ext>
              </a:extLst>
            </p:cNvPr>
            <p:cNvCxnSpPr>
              <a:cxnSpLocks/>
              <a:stCxn id="5" idx="7"/>
              <a:endCxn id="7" idx="3"/>
            </p:cNvCxnSpPr>
            <p:nvPr/>
          </p:nvCxnSpPr>
          <p:spPr>
            <a:xfrm flipV="1">
              <a:off x="4520648" y="3169776"/>
              <a:ext cx="229055" cy="209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AF25A9B-8C06-DAE9-1566-BB11249985F2}"/>
                </a:ext>
              </a:extLst>
            </p:cNvPr>
            <p:cNvCxnSpPr>
              <a:stCxn id="8" idx="7"/>
              <a:endCxn id="6" idx="3"/>
            </p:cNvCxnSpPr>
            <p:nvPr/>
          </p:nvCxnSpPr>
          <p:spPr>
            <a:xfrm flipV="1">
              <a:off x="3162282" y="4466356"/>
              <a:ext cx="232144" cy="208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4CEECB8-3232-EEED-7BEF-C5674FE79198}"/>
                </a:ext>
              </a:extLst>
            </p:cNvPr>
            <p:cNvCxnSpPr>
              <a:cxnSpLocks/>
              <a:stCxn id="10" idx="7"/>
              <a:endCxn id="8" idx="3"/>
            </p:cNvCxnSpPr>
            <p:nvPr/>
          </p:nvCxnSpPr>
          <p:spPr>
            <a:xfrm flipV="1">
              <a:off x="2529930" y="5108055"/>
              <a:ext cx="199241"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7DA02BE-D3FA-3DBB-87F2-09E72E0E8865}"/>
                </a:ext>
              </a:extLst>
            </p:cNvPr>
            <p:cNvCxnSpPr>
              <a:cxnSpLocks/>
              <a:stCxn id="9" idx="3"/>
              <a:endCxn id="7" idx="7"/>
            </p:cNvCxnSpPr>
            <p:nvPr/>
          </p:nvCxnSpPr>
          <p:spPr>
            <a:xfrm flipH="1">
              <a:off x="5182814" y="2536740"/>
              <a:ext cx="179398" cy="199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4FFBBE2-6F1C-E62E-EFB2-2CCB72D09265}"/>
                </a:ext>
              </a:extLst>
            </p:cNvPr>
            <p:cNvSpPr/>
            <p:nvPr/>
          </p:nvSpPr>
          <p:spPr>
            <a:xfrm>
              <a:off x="6591199" y="328618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18</a:t>
              </a:r>
            </a:p>
          </p:txBody>
        </p:sp>
        <p:sp>
          <p:nvSpPr>
            <p:cNvPr id="17" name="Oval 16">
              <a:extLst>
                <a:ext uri="{FF2B5EF4-FFF2-40B4-BE49-F238E27FC236}">
                  <a16:creationId xmlns:a16="http://schemas.microsoft.com/office/drawing/2014/main" id="{B4EE2C4C-EBEC-2648-E013-1BB0028AFD62}"/>
                </a:ext>
              </a:extLst>
            </p:cNvPr>
            <p:cNvSpPr/>
            <p:nvPr/>
          </p:nvSpPr>
          <p:spPr>
            <a:xfrm>
              <a:off x="7203710" y="389869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19</a:t>
              </a:r>
            </a:p>
          </p:txBody>
        </p:sp>
        <p:sp>
          <p:nvSpPr>
            <p:cNvPr id="18" name="Oval 17">
              <a:extLst>
                <a:ext uri="{FF2B5EF4-FFF2-40B4-BE49-F238E27FC236}">
                  <a16:creationId xmlns:a16="http://schemas.microsoft.com/office/drawing/2014/main" id="{EBEBC30E-4D4F-509D-571C-33829970FC96}"/>
                </a:ext>
              </a:extLst>
            </p:cNvPr>
            <p:cNvSpPr/>
            <p:nvPr/>
          </p:nvSpPr>
          <p:spPr>
            <a:xfrm>
              <a:off x="5885023" y="264620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17</a:t>
              </a:r>
            </a:p>
          </p:txBody>
        </p:sp>
        <p:sp>
          <p:nvSpPr>
            <p:cNvPr id="19" name="Oval 18">
              <a:extLst>
                <a:ext uri="{FF2B5EF4-FFF2-40B4-BE49-F238E27FC236}">
                  <a16:creationId xmlns:a16="http://schemas.microsoft.com/office/drawing/2014/main" id="{F49A4562-DA61-B2A5-57C4-413645D35C96}"/>
                </a:ext>
              </a:extLst>
            </p:cNvPr>
            <p:cNvSpPr/>
            <p:nvPr/>
          </p:nvSpPr>
          <p:spPr>
            <a:xfrm>
              <a:off x="7816221" y="454246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20</a:t>
              </a:r>
            </a:p>
          </p:txBody>
        </p:sp>
        <p:sp>
          <p:nvSpPr>
            <p:cNvPr id="20" name="Oval 19">
              <a:extLst>
                <a:ext uri="{FF2B5EF4-FFF2-40B4-BE49-F238E27FC236}">
                  <a16:creationId xmlns:a16="http://schemas.microsoft.com/office/drawing/2014/main" id="{D6A91CB1-F3FA-6C6E-E2CC-A16E740B3AE6}"/>
                </a:ext>
              </a:extLst>
            </p:cNvPr>
            <p:cNvSpPr/>
            <p:nvPr/>
          </p:nvSpPr>
          <p:spPr>
            <a:xfrm>
              <a:off x="8428732" y="51977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21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1" name="Straight Connector 20">
              <a:extLst>
                <a:ext uri="{FF2B5EF4-FFF2-40B4-BE49-F238E27FC236}">
                  <a16:creationId xmlns:a16="http://schemas.microsoft.com/office/drawing/2014/main" id="{3A444632-CCAE-FC4F-434B-59E4E58066A0}"/>
                </a:ext>
              </a:extLst>
            </p:cNvPr>
            <p:cNvCxnSpPr>
              <a:cxnSpLocks/>
              <a:stCxn id="16" idx="5"/>
              <a:endCxn id="17" idx="1"/>
            </p:cNvCxnSpPr>
            <p:nvPr/>
          </p:nvCxnSpPr>
          <p:spPr>
            <a:xfrm>
              <a:off x="7114010" y="3808995"/>
              <a:ext cx="179400"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3F61BC4-93CD-4B8A-07AD-5911EEED00A5}"/>
                </a:ext>
              </a:extLst>
            </p:cNvPr>
            <p:cNvCxnSpPr>
              <a:cxnSpLocks/>
              <a:stCxn id="16" idx="1"/>
              <a:endCxn id="18" idx="5"/>
            </p:cNvCxnSpPr>
            <p:nvPr/>
          </p:nvCxnSpPr>
          <p:spPr>
            <a:xfrm flipH="1" flipV="1">
              <a:off x="6407834" y="3169012"/>
              <a:ext cx="273065" cy="2068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D30E216-3A8C-72FA-69AB-0A65AD428DAB}"/>
                </a:ext>
              </a:extLst>
            </p:cNvPr>
            <p:cNvCxnSpPr>
              <a:cxnSpLocks/>
              <a:stCxn id="19" idx="1"/>
              <a:endCxn id="17" idx="5"/>
            </p:cNvCxnSpPr>
            <p:nvPr/>
          </p:nvCxnSpPr>
          <p:spPr>
            <a:xfrm flipH="1" flipV="1">
              <a:off x="7726521" y="4421506"/>
              <a:ext cx="179400" cy="2106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9567F18-0F58-2C6E-D164-F4591A654281}"/>
                </a:ext>
              </a:extLst>
            </p:cNvPr>
            <p:cNvCxnSpPr>
              <a:cxnSpLocks/>
              <a:stCxn id="20" idx="1"/>
              <a:endCxn id="19" idx="5"/>
            </p:cNvCxnSpPr>
            <p:nvPr/>
          </p:nvCxnSpPr>
          <p:spPr>
            <a:xfrm flipH="1" flipV="1">
              <a:off x="8339032" y="5065280"/>
              <a:ext cx="179400" cy="222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C309F7B-18F3-4745-5D7E-E38ECD3CB0A5}"/>
                </a:ext>
              </a:extLst>
            </p:cNvPr>
            <p:cNvCxnSpPr>
              <a:cxnSpLocks/>
              <a:stCxn id="9" idx="5"/>
              <a:endCxn id="18" idx="1"/>
            </p:cNvCxnSpPr>
            <p:nvPr/>
          </p:nvCxnSpPr>
          <p:spPr>
            <a:xfrm>
              <a:off x="5795323" y="2536740"/>
              <a:ext cx="179400" cy="199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55179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8056-BA8A-A42E-04AB-A7595D549CE1}"/>
              </a:ext>
            </a:extLst>
          </p:cNvPr>
          <p:cNvSpPr>
            <a:spLocks noGrp="1"/>
          </p:cNvSpPr>
          <p:nvPr>
            <p:ph type="title"/>
          </p:nvPr>
        </p:nvSpPr>
        <p:spPr/>
        <p:txBody>
          <a:bodyPr/>
          <a:lstStyle/>
          <a:p>
            <a:r>
              <a:rPr lang="en-US" dirty="0"/>
              <a:t>Idea 3: Both Subtrees of every Node have same # Nodes</a:t>
            </a:r>
          </a:p>
        </p:txBody>
      </p:sp>
      <p:sp>
        <p:nvSpPr>
          <p:cNvPr id="3" name="Content Placeholder 2">
            <a:extLst>
              <a:ext uri="{FF2B5EF4-FFF2-40B4-BE49-F238E27FC236}">
                <a16:creationId xmlns:a16="http://schemas.microsoft.com/office/drawing/2014/main" id="{534273BD-27C0-9F21-C7E1-0C3564EC65FC}"/>
              </a:ext>
            </a:extLst>
          </p:cNvPr>
          <p:cNvSpPr>
            <a:spLocks noGrp="1"/>
          </p:cNvSpPr>
          <p:nvPr>
            <p:ph idx="1"/>
          </p:nvPr>
        </p:nvSpPr>
        <p:spPr/>
        <p:txBody>
          <a:bodyPr/>
          <a:lstStyle/>
          <a:p>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98C65BB0-4AEB-C1AC-F371-A2A559DF796D}"/>
                  </a:ext>
                </a:extLst>
              </p14:cNvPr>
              <p14:cNvContentPartPr/>
              <p14:nvPr/>
            </p14:nvContentPartPr>
            <p14:xfrm>
              <a:off x="8643240" y="1249200"/>
              <a:ext cx="1401480" cy="995400"/>
            </p14:xfrm>
          </p:contentPart>
        </mc:Choice>
        <mc:Fallback>
          <p:pic>
            <p:nvPicPr>
              <p:cNvPr id="4" name="Ink 3">
                <a:extLst>
                  <a:ext uri="{FF2B5EF4-FFF2-40B4-BE49-F238E27FC236}">
                    <a16:creationId xmlns:a16="http://schemas.microsoft.com/office/drawing/2014/main" id="{98C65BB0-4AEB-C1AC-F371-A2A559DF796D}"/>
                  </a:ext>
                </a:extLst>
              </p:cNvPr>
              <p:cNvPicPr/>
              <p:nvPr/>
            </p:nvPicPr>
            <p:blipFill>
              <a:blip r:embed="rId3"/>
              <a:stretch>
                <a:fillRect/>
              </a:stretch>
            </p:blipFill>
            <p:spPr>
              <a:xfrm>
                <a:off x="8633880" y="1239840"/>
                <a:ext cx="1420200" cy="1014120"/>
              </a:xfrm>
              <a:prstGeom prst="rect">
                <a:avLst/>
              </a:prstGeom>
            </p:spPr>
          </p:pic>
        </mc:Fallback>
      </mc:AlternateContent>
    </p:spTree>
    <p:extLst>
      <p:ext uri="{BB962C8B-B14F-4D97-AF65-F5344CB8AC3E}">
        <p14:creationId xmlns:p14="http://schemas.microsoft.com/office/powerpoint/2010/main" val="33450552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0FB51-56C1-85E6-144F-934B3BAB2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DF058-449F-23A8-BC3C-6BA165C85265}"/>
              </a:ext>
            </a:extLst>
          </p:cNvPr>
          <p:cNvSpPr>
            <a:spLocks noGrp="1"/>
          </p:cNvSpPr>
          <p:nvPr>
            <p:ph type="title"/>
          </p:nvPr>
        </p:nvSpPr>
        <p:spPr/>
        <p:txBody>
          <a:bodyPr/>
          <a:lstStyle/>
          <a:p>
            <a:r>
              <a:rPr lang="en-US" dirty="0"/>
              <a:t>Idea 3: Both Subtrees of every Node have same # Nodes - Issue</a:t>
            </a:r>
          </a:p>
        </p:txBody>
      </p:sp>
      <p:sp>
        <p:nvSpPr>
          <p:cNvPr id="3" name="Content Placeholder 2">
            <a:extLst>
              <a:ext uri="{FF2B5EF4-FFF2-40B4-BE49-F238E27FC236}">
                <a16:creationId xmlns:a16="http://schemas.microsoft.com/office/drawing/2014/main" id="{71EC57CB-419B-D9EC-52DD-2E70706F77DB}"/>
              </a:ext>
            </a:extLst>
          </p:cNvPr>
          <p:cNvSpPr>
            <a:spLocks noGrp="1"/>
          </p:cNvSpPr>
          <p:nvPr>
            <p:ph idx="1"/>
          </p:nvPr>
        </p:nvSpPr>
        <p:spPr/>
        <p:txBody>
          <a:bodyPr/>
          <a:lstStyle/>
          <a:p>
            <a:pPr marL="0" indent="0">
              <a:buNone/>
            </a:pPr>
            <a:r>
              <a:rPr lang="en-US" dirty="0"/>
              <a:t>Not all tree sizes are possible!</a:t>
            </a:r>
          </a:p>
          <a:p>
            <a:pPr marL="0" indent="0">
              <a:buNone/>
            </a:pPr>
            <a:r>
              <a:rPr lang="en-US" dirty="0"/>
              <a:t>For example, cannot have a tree of size 3.</a:t>
            </a:r>
          </a:p>
        </p:txBody>
      </p:sp>
    </p:spTree>
    <p:extLst>
      <p:ext uri="{BB962C8B-B14F-4D97-AF65-F5344CB8AC3E}">
        <p14:creationId xmlns:p14="http://schemas.microsoft.com/office/powerpoint/2010/main" val="3930125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8056-BA8A-A42E-04AB-A7595D549CE1}"/>
              </a:ext>
            </a:extLst>
          </p:cNvPr>
          <p:cNvSpPr>
            <a:spLocks noGrp="1"/>
          </p:cNvSpPr>
          <p:nvPr>
            <p:ph type="title"/>
          </p:nvPr>
        </p:nvSpPr>
        <p:spPr/>
        <p:txBody>
          <a:bodyPr/>
          <a:lstStyle/>
          <a:p>
            <a:r>
              <a:rPr lang="en-US" dirty="0"/>
              <a:t>Idea 4: Both Subtrees of every Node have same height</a:t>
            </a:r>
          </a:p>
        </p:txBody>
      </p:sp>
      <p:sp>
        <p:nvSpPr>
          <p:cNvPr id="3" name="Content Placeholder 2">
            <a:extLst>
              <a:ext uri="{FF2B5EF4-FFF2-40B4-BE49-F238E27FC236}">
                <a16:creationId xmlns:a16="http://schemas.microsoft.com/office/drawing/2014/main" id="{534273BD-27C0-9F21-C7E1-0C3564EC65FC}"/>
              </a:ext>
            </a:extLst>
          </p:cNvPr>
          <p:cNvSpPr>
            <a:spLocks noGrp="1"/>
          </p:cNvSpPr>
          <p:nvPr>
            <p:ph idx="1"/>
          </p:nvPr>
        </p:nvSpPr>
        <p:spPr/>
        <p:txBody>
          <a:bodyPr/>
          <a:lstStyle/>
          <a:p>
            <a:endParaRPr lang="en-US"/>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EB2ACC8-FE3B-0983-2CAB-05E879CF15AD}"/>
                  </a:ext>
                </a:extLst>
              </p14:cNvPr>
              <p14:cNvContentPartPr/>
              <p14:nvPr/>
            </p14:nvContentPartPr>
            <p14:xfrm>
              <a:off x="765000" y="1616400"/>
              <a:ext cx="9331920" cy="1831320"/>
            </p14:xfrm>
          </p:contentPart>
        </mc:Choice>
        <mc:Fallback>
          <p:pic>
            <p:nvPicPr>
              <p:cNvPr id="4" name="Ink 3">
                <a:extLst>
                  <a:ext uri="{FF2B5EF4-FFF2-40B4-BE49-F238E27FC236}">
                    <a16:creationId xmlns:a16="http://schemas.microsoft.com/office/drawing/2014/main" id="{0EB2ACC8-FE3B-0983-2CAB-05E879CF15AD}"/>
                  </a:ext>
                </a:extLst>
              </p:cNvPr>
              <p:cNvPicPr/>
              <p:nvPr/>
            </p:nvPicPr>
            <p:blipFill>
              <a:blip r:embed="rId3"/>
              <a:stretch>
                <a:fillRect/>
              </a:stretch>
            </p:blipFill>
            <p:spPr>
              <a:xfrm>
                <a:off x="755640" y="1607040"/>
                <a:ext cx="9350640" cy="1850040"/>
              </a:xfrm>
              <a:prstGeom prst="rect">
                <a:avLst/>
              </a:prstGeom>
            </p:spPr>
          </p:pic>
        </mc:Fallback>
      </mc:AlternateContent>
    </p:spTree>
    <p:extLst>
      <p:ext uri="{BB962C8B-B14F-4D97-AF65-F5344CB8AC3E}">
        <p14:creationId xmlns:p14="http://schemas.microsoft.com/office/powerpoint/2010/main" val="981549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6AD0A-817E-FDC1-F0EE-B9E871DEB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5D2CBA-F345-0A51-FEDC-CD36F56B7D59}"/>
              </a:ext>
            </a:extLst>
          </p:cNvPr>
          <p:cNvSpPr>
            <a:spLocks noGrp="1"/>
          </p:cNvSpPr>
          <p:nvPr>
            <p:ph type="title"/>
          </p:nvPr>
        </p:nvSpPr>
        <p:spPr/>
        <p:txBody>
          <a:bodyPr/>
          <a:lstStyle/>
          <a:p>
            <a:r>
              <a:rPr lang="en-US" dirty="0"/>
              <a:t>Idea 4: Both Subtrees of every Node have same height - Issue</a:t>
            </a:r>
          </a:p>
        </p:txBody>
      </p:sp>
      <p:sp>
        <p:nvSpPr>
          <p:cNvPr id="3" name="Content Placeholder 2">
            <a:extLst>
              <a:ext uri="{FF2B5EF4-FFF2-40B4-BE49-F238E27FC236}">
                <a16:creationId xmlns:a16="http://schemas.microsoft.com/office/drawing/2014/main" id="{70788CC2-E276-EE7B-E88E-198E8BCA14EB}"/>
              </a:ext>
            </a:extLst>
          </p:cNvPr>
          <p:cNvSpPr>
            <a:spLocks noGrp="1"/>
          </p:cNvSpPr>
          <p:nvPr>
            <p:ph idx="1"/>
          </p:nvPr>
        </p:nvSpPr>
        <p:spPr/>
        <p:txBody>
          <a:bodyPr/>
          <a:lstStyle/>
          <a:p>
            <a:pPr marL="0" indent="0">
              <a:buNone/>
            </a:pPr>
            <a:r>
              <a:rPr lang="en-US" dirty="0"/>
              <a:t>Not all tree sizes are possible!</a:t>
            </a:r>
          </a:p>
          <a:p>
            <a:pPr marL="0" indent="0">
              <a:buNone/>
            </a:pPr>
            <a:r>
              <a:rPr lang="en-US" dirty="0"/>
              <a:t>For example, cannot have a tree of size 3.</a:t>
            </a:r>
          </a:p>
          <a:p>
            <a:endParaRPr lang="en-US" dirty="0"/>
          </a:p>
        </p:txBody>
      </p:sp>
    </p:spTree>
    <p:extLst>
      <p:ext uri="{BB962C8B-B14F-4D97-AF65-F5344CB8AC3E}">
        <p14:creationId xmlns:p14="http://schemas.microsoft.com/office/powerpoint/2010/main" val="41899718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F296A-CD42-45E7-98AD-FD7A3DA1C0D1}"/>
              </a:ext>
            </a:extLst>
          </p:cNvPr>
          <p:cNvSpPr>
            <a:spLocks noGrp="1"/>
          </p:cNvSpPr>
          <p:nvPr>
            <p:ph type="title"/>
          </p:nvPr>
        </p:nvSpPr>
        <p:spPr/>
        <p:txBody>
          <a:bodyPr/>
          <a:lstStyle/>
          <a:p>
            <a:r>
              <a:rPr lang="en-US" dirty="0"/>
              <a:t>AVL Tree</a:t>
            </a:r>
          </a:p>
        </p:txBody>
      </p:sp>
      <p:sp>
        <p:nvSpPr>
          <p:cNvPr id="3" name="Content Placeholder 2">
            <a:extLst>
              <a:ext uri="{FF2B5EF4-FFF2-40B4-BE49-F238E27FC236}">
                <a16:creationId xmlns:a16="http://schemas.microsoft.com/office/drawing/2014/main" id="{824912D5-9A57-CAC1-DDCB-41C25F19FA31}"/>
              </a:ext>
            </a:extLst>
          </p:cNvPr>
          <p:cNvSpPr>
            <a:spLocks noGrp="1"/>
          </p:cNvSpPr>
          <p:nvPr>
            <p:ph idx="1"/>
          </p:nvPr>
        </p:nvSpPr>
        <p:spPr/>
        <p:txBody>
          <a:bodyPr/>
          <a:lstStyle/>
          <a:p>
            <a:r>
              <a:rPr lang="en-US" dirty="0"/>
              <a:t>A Binary Search tree that maintains that the left and right subtrees of every node have heights that differ by at most one.</a:t>
            </a:r>
          </a:p>
          <a:p>
            <a:pPr lvl="1"/>
            <a:r>
              <a:rPr lang="en-US" dirty="0"/>
              <a:t>height of left subtree and height of right subtree off by at most 1</a:t>
            </a:r>
          </a:p>
          <a:p>
            <a:pPr lvl="1"/>
            <a:r>
              <a:rPr lang="en-US" dirty="0"/>
              <a:t>Not too weak (ensures trees are short)</a:t>
            </a:r>
          </a:p>
          <a:p>
            <a:pPr lvl="1"/>
            <a:r>
              <a:rPr lang="en-US" dirty="0"/>
              <a:t>Not too strong (works for any number of nodes)</a:t>
            </a:r>
          </a:p>
          <a:p>
            <a:pPr lvl="1"/>
            <a:endParaRPr lang="en-US" dirty="0"/>
          </a:p>
          <a:p>
            <a:r>
              <a:rPr lang="en-US" dirty="0"/>
              <a:t>Idea of AVL Tree:</a:t>
            </a:r>
          </a:p>
          <a:p>
            <a:pPr lvl="1"/>
            <a:r>
              <a:rPr lang="en-US" dirty="0"/>
              <a:t>When you insert/delete nodes, if tree is “out of balance” then modify the tree</a:t>
            </a:r>
          </a:p>
          <a:p>
            <a:pPr lvl="1"/>
            <a:r>
              <a:rPr lang="en-US" dirty="0"/>
              <a:t>Modification = “rotation”</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250BE7C3-C780-52CE-5AC7-7F9105A0A783}"/>
                  </a:ext>
                </a:extLst>
              </p14:cNvPr>
              <p14:cNvContentPartPr/>
              <p14:nvPr/>
            </p14:nvContentPartPr>
            <p14:xfrm>
              <a:off x="961560" y="1298160"/>
              <a:ext cx="9497880" cy="4347720"/>
            </p14:xfrm>
          </p:contentPart>
        </mc:Choice>
        <mc:Fallback>
          <p:pic>
            <p:nvPicPr>
              <p:cNvPr id="4" name="Ink 3">
                <a:extLst>
                  <a:ext uri="{FF2B5EF4-FFF2-40B4-BE49-F238E27FC236}">
                    <a16:creationId xmlns:a16="http://schemas.microsoft.com/office/drawing/2014/main" id="{250BE7C3-C780-52CE-5AC7-7F9105A0A783}"/>
                  </a:ext>
                </a:extLst>
              </p:cNvPr>
              <p:cNvPicPr/>
              <p:nvPr/>
            </p:nvPicPr>
            <p:blipFill>
              <a:blip r:embed="rId3"/>
              <a:stretch>
                <a:fillRect/>
              </a:stretch>
            </p:blipFill>
            <p:spPr>
              <a:xfrm>
                <a:off x="952200" y="1288800"/>
                <a:ext cx="9516600" cy="4366440"/>
              </a:xfrm>
              <a:prstGeom prst="rect">
                <a:avLst/>
              </a:prstGeom>
            </p:spPr>
          </p:pic>
        </mc:Fallback>
      </mc:AlternateContent>
    </p:spTree>
    <p:extLst>
      <p:ext uri="{BB962C8B-B14F-4D97-AF65-F5344CB8AC3E}">
        <p14:creationId xmlns:p14="http://schemas.microsoft.com/office/powerpoint/2010/main" val="2530673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472F6-F13B-0DF1-EAC1-489ECC3572B3}"/>
              </a:ext>
            </a:extLst>
          </p:cNvPr>
          <p:cNvSpPr>
            <a:spLocks noGrp="1"/>
          </p:cNvSpPr>
          <p:nvPr>
            <p:ph type="title"/>
          </p:nvPr>
        </p:nvSpPr>
        <p:spPr/>
        <p:txBody>
          <a:bodyPr/>
          <a:lstStyle/>
          <a:p>
            <a:r>
              <a:rPr lang="en-US" dirty="0"/>
              <a:t>Is it an AVL Tree?</a:t>
            </a:r>
          </a:p>
        </p:txBody>
      </p:sp>
      <p:grpSp>
        <p:nvGrpSpPr>
          <p:cNvPr id="44" name="Group 43" descr="A binary tree. That is structured as follows:&#10;&#10;root: 9, with left child 3 and right child 10&#10;3: left child is 1, right child is 6&#10;1: left child is 0, it has no right child&#10;0: has no children&#10;6: left child is 5, right child is 7&#10;5: has no children&#10;7: has no children&#10;10: has no children">
            <a:extLst>
              <a:ext uri="{FF2B5EF4-FFF2-40B4-BE49-F238E27FC236}">
                <a16:creationId xmlns:a16="http://schemas.microsoft.com/office/drawing/2014/main" id="{0FC08893-2388-742F-D45D-63DD3B061FF7}"/>
              </a:ext>
            </a:extLst>
          </p:cNvPr>
          <p:cNvGrpSpPr/>
          <p:nvPr/>
        </p:nvGrpSpPr>
        <p:grpSpPr>
          <a:xfrm>
            <a:off x="3248333" y="775823"/>
            <a:ext cx="3424103" cy="2762801"/>
            <a:chOff x="8079280" y="365125"/>
            <a:chExt cx="3424103" cy="2762801"/>
          </a:xfrm>
        </p:grpSpPr>
        <p:grpSp>
          <p:nvGrpSpPr>
            <p:cNvPr id="45" name="Group 44">
              <a:extLst>
                <a:ext uri="{FF2B5EF4-FFF2-40B4-BE49-F238E27FC236}">
                  <a16:creationId xmlns:a16="http://schemas.microsoft.com/office/drawing/2014/main" id="{F1736A0D-A719-101D-1443-26D1F0A4D459}"/>
                </a:ext>
              </a:extLst>
            </p:cNvPr>
            <p:cNvGrpSpPr/>
            <p:nvPr/>
          </p:nvGrpSpPr>
          <p:grpSpPr>
            <a:xfrm>
              <a:off x="8079280" y="365125"/>
              <a:ext cx="3424103" cy="2762801"/>
              <a:chOff x="5413263" y="1203158"/>
              <a:chExt cx="3424103" cy="2762801"/>
            </a:xfrm>
          </p:grpSpPr>
          <p:grpSp>
            <p:nvGrpSpPr>
              <p:cNvPr id="48" name="Group 47">
                <a:extLst>
                  <a:ext uri="{FF2B5EF4-FFF2-40B4-BE49-F238E27FC236}">
                    <a16:creationId xmlns:a16="http://schemas.microsoft.com/office/drawing/2014/main" id="{833BF0D4-1C80-D90C-A05A-3A1DC0B725C8}"/>
                  </a:ext>
                </a:extLst>
              </p:cNvPr>
              <p:cNvGrpSpPr/>
              <p:nvPr/>
            </p:nvGrpSpPr>
            <p:grpSpPr>
              <a:xfrm>
                <a:off x="5413263" y="1203158"/>
                <a:ext cx="3424103" cy="2762801"/>
                <a:chOff x="131609" y="2379747"/>
                <a:chExt cx="3424103" cy="2762801"/>
              </a:xfrm>
            </p:grpSpPr>
            <p:sp>
              <p:nvSpPr>
                <p:cNvPr id="51" name="Oval 50">
                  <a:extLst>
                    <a:ext uri="{FF2B5EF4-FFF2-40B4-BE49-F238E27FC236}">
                      <a16:creationId xmlns:a16="http://schemas.microsoft.com/office/drawing/2014/main" id="{1DE79445-BB58-84F5-ADD5-DEC87E933CC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2" name="Oval 51">
                  <a:extLst>
                    <a:ext uri="{FF2B5EF4-FFF2-40B4-BE49-F238E27FC236}">
                      <a16:creationId xmlns:a16="http://schemas.microsoft.com/office/drawing/2014/main" id="{D5FBEDC7-4459-4241-74B9-C25B45F5E924}"/>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3" name="Oval 52">
                  <a:extLst>
                    <a:ext uri="{FF2B5EF4-FFF2-40B4-BE49-F238E27FC236}">
                      <a16:creationId xmlns:a16="http://schemas.microsoft.com/office/drawing/2014/main" id="{11E873FA-A193-775F-E517-22B6C7F8F07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4" name="Oval 53">
                  <a:extLst>
                    <a:ext uri="{FF2B5EF4-FFF2-40B4-BE49-F238E27FC236}">
                      <a16:creationId xmlns:a16="http://schemas.microsoft.com/office/drawing/2014/main" id="{F77CBDA4-D791-6573-555B-1C05112A5A80}"/>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6" name="Oval 55">
                  <a:extLst>
                    <a:ext uri="{FF2B5EF4-FFF2-40B4-BE49-F238E27FC236}">
                      <a16:creationId xmlns:a16="http://schemas.microsoft.com/office/drawing/2014/main" id="{1B93B657-1689-96E9-3CD1-39A6AFDCF784}"/>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57" name="Straight Connector 56">
                  <a:extLst>
                    <a:ext uri="{FF2B5EF4-FFF2-40B4-BE49-F238E27FC236}">
                      <a16:creationId xmlns:a16="http://schemas.microsoft.com/office/drawing/2014/main" id="{211FEF2B-4A3C-2857-705F-C27137816CCA}"/>
                    </a:ext>
                  </a:extLst>
                </p:cNvPr>
                <p:cNvCxnSpPr>
                  <a:cxnSpLocks/>
                  <a:stCxn id="51" idx="3"/>
                  <a:endCxn id="52"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9BCE812-C3F3-290B-21D4-64D41E37BD24}"/>
                    </a:ext>
                  </a:extLst>
                </p:cNvPr>
                <p:cNvCxnSpPr>
                  <a:cxnSpLocks/>
                  <a:stCxn id="51" idx="5"/>
                  <a:endCxn id="53"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F354A69-FB65-CE1F-143E-C254F58D4EE2}"/>
                    </a:ext>
                  </a:extLst>
                </p:cNvPr>
                <p:cNvCxnSpPr>
                  <a:stCxn id="54" idx="7"/>
                  <a:endCxn id="52"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C702CCE-7CE3-ACF3-0CE2-488EA3CA4BF6}"/>
                    </a:ext>
                  </a:extLst>
                </p:cNvPr>
                <p:cNvCxnSpPr>
                  <a:cxnSpLocks/>
                  <a:stCxn id="56" idx="7"/>
                  <a:endCxn id="54"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Oval 48">
                <a:extLst>
                  <a:ext uri="{FF2B5EF4-FFF2-40B4-BE49-F238E27FC236}">
                    <a16:creationId xmlns:a16="http://schemas.microsoft.com/office/drawing/2014/main" id="{7960D4F3-55A0-29FD-9364-574982274237}"/>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50" name="Straight Connector 49">
                <a:extLst>
                  <a:ext uri="{FF2B5EF4-FFF2-40B4-BE49-F238E27FC236}">
                    <a16:creationId xmlns:a16="http://schemas.microsoft.com/office/drawing/2014/main" id="{391B0700-4838-780B-291A-426BCA38A292}"/>
                  </a:ext>
                </a:extLst>
              </p:cNvPr>
              <p:cNvCxnSpPr>
                <a:cxnSpLocks/>
                <a:stCxn id="49" idx="1"/>
                <a:endCxn id="52"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Oval 45">
              <a:extLst>
                <a:ext uri="{FF2B5EF4-FFF2-40B4-BE49-F238E27FC236}">
                  <a16:creationId xmlns:a16="http://schemas.microsoft.com/office/drawing/2014/main" id="{3B7D1CCC-9844-B58D-10FD-DEACE3002297}"/>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47" name="Straight Connector 46">
              <a:extLst>
                <a:ext uri="{FF2B5EF4-FFF2-40B4-BE49-F238E27FC236}">
                  <a16:creationId xmlns:a16="http://schemas.microsoft.com/office/drawing/2014/main" id="{4AEA43FC-AAEC-5D17-3A64-602B247A31FE}"/>
                </a:ext>
              </a:extLst>
            </p:cNvPr>
            <p:cNvCxnSpPr>
              <a:cxnSpLocks/>
              <a:stCxn id="46" idx="7"/>
              <a:endCxn id="49"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Group 23" descr="A binary tree. That is structured as follows:&#10;&#10;root: 9, with left child 3 and right child 10&#10;3: left child is 1, right child is 6&#10;1: left child is 0, it has no right child&#10;0: has no children&#10;6: left child is 5, it has no right child&#10;5: has no children&#10;10: it has no left child, right child is 16&#10;16: has no children&#10;">
            <a:extLst>
              <a:ext uri="{FF2B5EF4-FFF2-40B4-BE49-F238E27FC236}">
                <a16:creationId xmlns:a16="http://schemas.microsoft.com/office/drawing/2014/main" id="{859F6F06-42B4-2D4F-4E64-F28A916FCD8E}"/>
              </a:ext>
            </a:extLst>
          </p:cNvPr>
          <p:cNvGrpSpPr/>
          <p:nvPr/>
        </p:nvGrpSpPr>
        <p:grpSpPr>
          <a:xfrm>
            <a:off x="7614255" y="194375"/>
            <a:ext cx="4036614" cy="2762801"/>
            <a:chOff x="8079280" y="365125"/>
            <a:chExt cx="4036614" cy="2762801"/>
          </a:xfrm>
        </p:grpSpPr>
        <p:grpSp>
          <p:nvGrpSpPr>
            <p:cNvPr id="25" name="Group 24">
              <a:extLst>
                <a:ext uri="{FF2B5EF4-FFF2-40B4-BE49-F238E27FC236}">
                  <a16:creationId xmlns:a16="http://schemas.microsoft.com/office/drawing/2014/main" id="{0E49278E-15F7-4ACF-73F5-AE4768B45266}"/>
                </a:ext>
              </a:extLst>
            </p:cNvPr>
            <p:cNvGrpSpPr/>
            <p:nvPr/>
          </p:nvGrpSpPr>
          <p:grpSpPr>
            <a:xfrm>
              <a:off x="8079280" y="365125"/>
              <a:ext cx="4036614" cy="2762801"/>
              <a:chOff x="5413263" y="1203158"/>
              <a:chExt cx="4036614" cy="2762801"/>
            </a:xfrm>
          </p:grpSpPr>
          <p:grpSp>
            <p:nvGrpSpPr>
              <p:cNvPr id="30" name="Group 29">
                <a:extLst>
                  <a:ext uri="{FF2B5EF4-FFF2-40B4-BE49-F238E27FC236}">
                    <a16:creationId xmlns:a16="http://schemas.microsoft.com/office/drawing/2014/main" id="{C55DBE0B-4748-1E4C-9541-AD320B2A2AA4}"/>
                  </a:ext>
                </a:extLst>
              </p:cNvPr>
              <p:cNvGrpSpPr/>
              <p:nvPr/>
            </p:nvGrpSpPr>
            <p:grpSpPr>
              <a:xfrm>
                <a:off x="5413263" y="1203158"/>
                <a:ext cx="4036614" cy="2762801"/>
                <a:chOff x="131609" y="2379747"/>
                <a:chExt cx="4036614" cy="2762801"/>
              </a:xfrm>
            </p:grpSpPr>
            <p:sp>
              <p:nvSpPr>
                <p:cNvPr id="33" name="Oval 32">
                  <a:extLst>
                    <a:ext uri="{FF2B5EF4-FFF2-40B4-BE49-F238E27FC236}">
                      <a16:creationId xmlns:a16="http://schemas.microsoft.com/office/drawing/2014/main" id="{D8F0EF91-F5F4-DD5D-FE6E-31B40A9AC1FE}"/>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4" name="Oval 33">
                  <a:extLst>
                    <a:ext uri="{FF2B5EF4-FFF2-40B4-BE49-F238E27FC236}">
                      <a16:creationId xmlns:a16="http://schemas.microsoft.com/office/drawing/2014/main" id="{B9C2789A-81AF-240E-7951-D8B035D4B1A6}"/>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5" name="Oval 34">
                  <a:extLst>
                    <a:ext uri="{FF2B5EF4-FFF2-40B4-BE49-F238E27FC236}">
                      <a16:creationId xmlns:a16="http://schemas.microsoft.com/office/drawing/2014/main" id="{C5F0A19E-6C85-B11B-1660-E214D2991E0E}"/>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6" name="Oval 35">
                  <a:extLst>
                    <a:ext uri="{FF2B5EF4-FFF2-40B4-BE49-F238E27FC236}">
                      <a16:creationId xmlns:a16="http://schemas.microsoft.com/office/drawing/2014/main" id="{F7CC55A5-6AEC-196F-77B3-8C6CFB33D39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7" name="Oval 36">
                  <a:extLst>
                    <a:ext uri="{FF2B5EF4-FFF2-40B4-BE49-F238E27FC236}">
                      <a16:creationId xmlns:a16="http://schemas.microsoft.com/office/drawing/2014/main" id="{6F00F48B-D865-C5B3-BE04-5A5EA58F271A}"/>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38" name="Oval 37">
                  <a:extLst>
                    <a:ext uri="{FF2B5EF4-FFF2-40B4-BE49-F238E27FC236}">
                      <a16:creationId xmlns:a16="http://schemas.microsoft.com/office/drawing/2014/main" id="{04AF09A6-3DB3-6DC5-9B08-35F67C090287}"/>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39" name="Straight Connector 38">
                  <a:extLst>
                    <a:ext uri="{FF2B5EF4-FFF2-40B4-BE49-F238E27FC236}">
                      <a16:creationId xmlns:a16="http://schemas.microsoft.com/office/drawing/2014/main" id="{9929D1CC-D926-457D-D10B-143825F02C4F}"/>
                    </a:ext>
                  </a:extLst>
                </p:cNvPr>
                <p:cNvCxnSpPr>
                  <a:cxnSpLocks/>
                  <a:stCxn id="33" idx="3"/>
                  <a:endCxn id="3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E919BDA-0900-6F51-8AE4-138A92B2654C}"/>
                    </a:ext>
                  </a:extLst>
                </p:cNvPr>
                <p:cNvCxnSpPr>
                  <a:cxnSpLocks/>
                  <a:stCxn id="33" idx="5"/>
                  <a:endCxn id="3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419E6C1-CA0E-F43A-CF76-1A0FD37DF99E}"/>
                    </a:ext>
                  </a:extLst>
                </p:cNvPr>
                <p:cNvCxnSpPr>
                  <a:stCxn id="36" idx="7"/>
                  <a:endCxn id="3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5C80C6C-CA87-0991-FE96-B02A5C8446BD}"/>
                    </a:ext>
                  </a:extLst>
                </p:cNvPr>
                <p:cNvCxnSpPr>
                  <a:cxnSpLocks/>
                  <a:stCxn id="38" idx="7"/>
                  <a:endCxn id="3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D336028-1575-EB9B-C2C5-E47D29C6B79E}"/>
                    </a:ext>
                  </a:extLst>
                </p:cNvPr>
                <p:cNvCxnSpPr>
                  <a:stCxn id="37" idx="1"/>
                  <a:endCxn id="3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Oval 30">
                <a:extLst>
                  <a:ext uri="{FF2B5EF4-FFF2-40B4-BE49-F238E27FC236}">
                    <a16:creationId xmlns:a16="http://schemas.microsoft.com/office/drawing/2014/main" id="{7854C72C-2029-C4D8-4E58-32F76F1BC1A6}"/>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2" name="Straight Connector 31">
                <a:extLst>
                  <a:ext uri="{FF2B5EF4-FFF2-40B4-BE49-F238E27FC236}">
                    <a16:creationId xmlns:a16="http://schemas.microsoft.com/office/drawing/2014/main" id="{4FE95C4B-7A54-4A81-0651-1BC490B1BF99}"/>
                  </a:ext>
                </a:extLst>
              </p:cNvPr>
              <p:cNvCxnSpPr>
                <a:cxnSpLocks/>
                <a:stCxn id="31" idx="1"/>
                <a:endCxn id="3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Oval 25">
              <a:extLst>
                <a:ext uri="{FF2B5EF4-FFF2-40B4-BE49-F238E27FC236}">
                  <a16:creationId xmlns:a16="http://schemas.microsoft.com/office/drawing/2014/main" id="{FFE62612-5ADD-9CBC-FA67-EED45768DD90}"/>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28" name="Straight Connector 27">
              <a:extLst>
                <a:ext uri="{FF2B5EF4-FFF2-40B4-BE49-F238E27FC236}">
                  <a16:creationId xmlns:a16="http://schemas.microsoft.com/office/drawing/2014/main" id="{547D72AF-E02B-2A3B-0F0F-92115EBC3ED7}"/>
                </a:ext>
              </a:extLst>
            </p:cNvPr>
            <p:cNvCxnSpPr>
              <a:cxnSpLocks/>
              <a:stCxn id="26" idx="7"/>
              <a:endCxn id="3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2" name="Group 61" descr="A binary tree. That is structured as follows:&#10;&#10;root: 9, with left child 3 and right child 10&#10;3: has no left child, right child is 6&#10;6: left child is 5, it has no right child&#10;5: has no children&#10;10: it has no left child, right child is 16&#10;16: has no children">
            <a:extLst>
              <a:ext uri="{FF2B5EF4-FFF2-40B4-BE49-F238E27FC236}">
                <a16:creationId xmlns:a16="http://schemas.microsoft.com/office/drawing/2014/main" id="{4A1538D4-DB3F-F0C7-08AA-E0235DA7DCDD}"/>
              </a:ext>
            </a:extLst>
          </p:cNvPr>
          <p:cNvGrpSpPr/>
          <p:nvPr/>
        </p:nvGrpSpPr>
        <p:grpSpPr>
          <a:xfrm>
            <a:off x="950879" y="3544785"/>
            <a:ext cx="2612151" cy="2757506"/>
            <a:chOff x="9503743" y="365125"/>
            <a:chExt cx="2612151" cy="2757506"/>
          </a:xfrm>
        </p:grpSpPr>
        <p:grpSp>
          <p:nvGrpSpPr>
            <p:cNvPr id="63" name="Group 62">
              <a:extLst>
                <a:ext uri="{FF2B5EF4-FFF2-40B4-BE49-F238E27FC236}">
                  <a16:creationId xmlns:a16="http://schemas.microsoft.com/office/drawing/2014/main" id="{27CFB66F-9ED2-35C1-3299-FED15AFDAFC5}"/>
                </a:ext>
              </a:extLst>
            </p:cNvPr>
            <p:cNvGrpSpPr/>
            <p:nvPr/>
          </p:nvGrpSpPr>
          <p:grpSpPr>
            <a:xfrm>
              <a:off x="9503743" y="365125"/>
              <a:ext cx="2612151" cy="1930319"/>
              <a:chOff x="6837726" y="1203158"/>
              <a:chExt cx="2612151" cy="1930319"/>
            </a:xfrm>
          </p:grpSpPr>
          <p:grpSp>
            <p:nvGrpSpPr>
              <p:cNvPr id="66" name="Group 65">
                <a:extLst>
                  <a:ext uri="{FF2B5EF4-FFF2-40B4-BE49-F238E27FC236}">
                    <a16:creationId xmlns:a16="http://schemas.microsoft.com/office/drawing/2014/main" id="{069196BE-31FA-F4A1-82AB-1BB164A23454}"/>
                  </a:ext>
                </a:extLst>
              </p:cNvPr>
              <p:cNvGrpSpPr/>
              <p:nvPr/>
            </p:nvGrpSpPr>
            <p:grpSpPr>
              <a:xfrm>
                <a:off x="6837726" y="1203158"/>
                <a:ext cx="2612151" cy="1930319"/>
                <a:chOff x="1556072" y="2379747"/>
                <a:chExt cx="2612151" cy="1930319"/>
              </a:xfrm>
            </p:grpSpPr>
            <p:sp>
              <p:nvSpPr>
                <p:cNvPr id="69" name="Oval 68">
                  <a:extLst>
                    <a:ext uri="{FF2B5EF4-FFF2-40B4-BE49-F238E27FC236}">
                      <a16:creationId xmlns:a16="http://schemas.microsoft.com/office/drawing/2014/main" id="{8F0470A7-2E15-6253-E0E8-9905C1C11D2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0" name="Oval 69">
                  <a:extLst>
                    <a:ext uri="{FF2B5EF4-FFF2-40B4-BE49-F238E27FC236}">
                      <a16:creationId xmlns:a16="http://schemas.microsoft.com/office/drawing/2014/main" id="{7FC6A5A0-3610-1B0B-2F52-E7E941F71673}"/>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1" name="Oval 70">
                  <a:extLst>
                    <a:ext uri="{FF2B5EF4-FFF2-40B4-BE49-F238E27FC236}">
                      <a16:creationId xmlns:a16="http://schemas.microsoft.com/office/drawing/2014/main" id="{3AF3B191-9F2E-0D59-5DDB-EAF05869733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73" name="Oval 72">
                  <a:extLst>
                    <a:ext uri="{FF2B5EF4-FFF2-40B4-BE49-F238E27FC236}">
                      <a16:creationId xmlns:a16="http://schemas.microsoft.com/office/drawing/2014/main" id="{58255D38-D5E3-5580-E8CC-03127A6E349A}"/>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cxnSp>
              <p:nvCxnSpPr>
                <p:cNvPr id="75" name="Straight Connector 74">
                  <a:extLst>
                    <a:ext uri="{FF2B5EF4-FFF2-40B4-BE49-F238E27FC236}">
                      <a16:creationId xmlns:a16="http://schemas.microsoft.com/office/drawing/2014/main" id="{F4FDFEDC-199E-75E7-33CE-AAF0945EDC8C}"/>
                    </a:ext>
                  </a:extLst>
                </p:cNvPr>
                <p:cNvCxnSpPr>
                  <a:cxnSpLocks/>
                  <a:stCxn id="69" idx="3"/>
                  <a:endCxn id="70"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ACB3BF2C-BA27-2F51-24A8-F788881E359C}"/>
                    </a:ext>
                  </a:extLst>
                </p:cNvPr>
                <p:cNvCxnSpPr>
                  <a:cxnSpLocks/>
                  <a:stCxn id="69" idx="5"/>
                  <a:endCxn id="71"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E7B233F-4AB5-0D44-1FA3-83ECC69D5BCE}"/>
                    </a:ext>
                  </a:extLst>
                </p:cNvPr>
                <p:cNvCxnSpPr>
                  <a:stCxn id="73" idx="1"/>
                  <a:endCxn id="71"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 name="Oval 66">
                <a:extLst>
                  <a:ext uri="{FF2B5EF4-FFF2-40B4-BE49-F238E27FC236}">
                    <a16:creationId xmlns:a16="http://schemas.microsoft.com/office/drawing/2014/main" id="{B226864B-C381-4B00-2C1C-E4A9DB3B5B8B}"/>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68" name="Straight Connector 67">
                <a:extLst>
                  <a:ext uri="{FF2B5EF4-FFF2-40B4-BE49-F238E27FC236}">
                    <a16:creationId xmlns:a16="http://schemas.microsoft.com/office/drawing/2014/main" id="{24FCD201-2759-B496-3D9D-11D0A4042338}"/>
                  </a:ext>
                </a:extLst>
              </p:cNvPr>
              <p:cNvCxnSpPr>
                <a:cxnSpLocks/>
                <a:stCxn id="67" idx="1"/>
                <a:endCxn id="70"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4" name="Oval 63">
              <a:extLst>
                <a:ext uri="{FF2B5EF4-FFF2-40B4-BE49-F238E27FC236}">
                  <a16:creationId xmlns:a16="http://schemas.microsoft.com/office/drawing/2014/main" id="{6D6B2586-DA4B-8D8C-1582-996ECC02AB3F}"/>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65" name="Straight Connector 64">
              <a:extLst>
                <a:ext uri="{FF2B5EF4-FFF2-40B4-BE49-F238E27FC236}">
                  <a16:creationId xmlns:a16="http://schemas.microsoft.com/office/drawing/2014/main" id="{07DEFAD0-8D4C-290A-0CCF-552C0C5AE42B}"/>
                </a:ext>
              </a:extLst>
            </p:cNvPr>
            <p:cNvCxnSpPr>
              <a:cxnSpLocks/>
              <a:stCxn id="64" idx="7"/>
              <a:endCxn id="67"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 name="Group 3"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
            <a:extLst>
              <a:ext uri="{FF2B5EF4-FFF2-40B4-BE49-F238E27FC236}">
                <a16:creationId xmlns:a16="http://schemas.microsoft.com/office/drawing/2014/main" id="{7FED6D48-5E24-DB75-D3E3-5C0CADE034A2}"/>
              </a:ext>
            </a:extLst>
          </p:cNvPr>
          <p:cNvGrpSpPr/>
          <p:nvPr/>
        </p:nvGrpSpPr>
        <p:grpSpPr>
          <a:xfrm>
            <a:off x="6506103" y="3683299"/>
            <a:ext cx="4036614" cy="2762801"/>
            <a:chOff x="8079280" y="365125"/>
            <a:chExt cx="4036614" cy="2762801"/>
          </a:xfrm>
        </p:grpSpPr>
        <p:grpSp>
          <p:nvGrpSpPr>
            <p:cNvPr id="5" name="Group 4">
              <a:extLst>
                <a:ext uri="{FF2B5EF4-FFF2-40B4-BE49-F238E27FC236}">
                  <a16:creationId xmlns:a16="http://schemas.microsoft.com/office/drawing/2014/main" id="{26C65F57-BD07-C988-424F-1901022809A5}"/>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0172DECA-9CF4-C026-86F8-572305EFD807}"/>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37FF0475-5D75-CF0C-8136-97716851B36C}"/>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223AC4B6-DB7D-5890-6A64-477F6C6C77B8}"/>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670C748E-BB84-63E7-3213-F881B3FCA272}"/>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6" name="Oval 15">
                  <a:extLst>
                    <a:ext uri="{FF2B5EF4-FFF2-40B4-BE49-F238E27FC236}">
                      <a16:creationId xmlns:a16="http://schemas.microsoft.com/office/drawing/2014/main" id="{5E897EFF-5936-9183-FECD-3B544ACA850D}"/>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EA79B86E-3CF0-510F-C36F-A7094EAC53C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E9170083-3386-CC9C-2F47-3E3DFFB09367}"/>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6AADA609-CF5E-9A2D-FC7B-2E6E8FF30D5F}"/>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2B2485C-2006-6033-2BAB-D5B86A851849}"/>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043BCBC-FB82-358D-6CAC-1B72D1A66D2E}"/>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D15677C-2B5C-0A79-A3E3-444660386785}"/>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E1EA23F-2B79-BEC8-27A7-575927BA69A6}"/>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2B715D8A-7190-742D-28F2-786E284A0C79}"/>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FACD5366-1226-5B29-2497-C3943C29A7D2}"/>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CBF5B753-8D05-CE5A-92EE-C6616E123724}"/>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Oval 6">
              <a:extLst>
                <a:ext uri="{FF2B5EF4-FFF2-40B4-BE49-F238E27FC236}">
                  <a16:creationId xmlns:a16="http://schemas.microsoft.com/office/drawing/2014/main" id="{561E78EB-6045-B14F-AF7D-FA0D62FF5057}"/>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880912B2-A430-F9D7-2FA2-998B5E70FC17}"/>
                </a:ext>
              </a:extLst>
            </p:cNvPr>
            <p:cNvCxnSpPr>
              <a:cxnSpLocks/>
              <a:stCxn id="6" idx="7"/>
              <a:endCxn id="1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CEA98E0-23E4-F960-98AF-5A2FF311D2E1}"/>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6A55D0D6-B06E-9A58-7313-0439953536DB}"/>
                  </a:ext>
                </a:extLst>
              </p14:cNvPr>
              <p14:cNvContentPartPr/>
              <p14:nvPr/>
            </p14:nvContentPartPr>
            <p14:xfrm>
              <a:off x="436320" y="416520"/>
              <a:ext cx="11319840" cy="5342760"/>
            </p14:xfrm>
          </p:contentPart>
        </mc:Choice>
        <mc:Fallback>
          <p:pic>
            <p:nvPicPr>
              <p:cNvPr id="3" name="Ink 2">
                <a:extLst>
                  <a:ext uri="{FF2B5EF4-FFF2-40B4-BE49-F238E27FC236}">
                    <a16:creationId xmlns:a16="http://schemas.microsoft.com/office/drawing/2014/main" id="{6A55D0D6-B06E-9A58-7313-0439953536DB}"/>
                  </a:ext>
                </a:extLst>
              </p:cNvPr>
              <p:cNvPicPr/>
              <p:nvPr/>
            </p:nvPicPr>
            <p:blipFill>
              <a:blip r:embed="rId3"/>
              <a:stretch>
                <a:fillRect/>
              </a:stretch>
            </p:blipFill>
            <p:spPr>
              <a:xfrm>
                <a:off x="426960" y="407160"/>
                <a:ext cx="11338560" cy="5361480"/>
              </a:xfrm>
              <a:prstGeom prst="rect">
                <a:avLst/>
              </a:prstGeom>
            </p:spPr>
          </p:pic>
        </mc:Fallback>
      </mc:AlternateContent>
    </p:spTree>
    <p:extLst>
      <p:ext uri="{BB962C8B-B14F-4D97-AF65-F5344CB8AC3E}">
        <p14:creationId xmlns:p14="http://schemas.microsoft.com/office/powerpoint/2010/main" val="5222627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6D083-B54D-058B-9F1C-70C846514F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2E6A60-9EF8-CC19-2E6D-91930DA469AA}"/>
              </a:ext>
            </a:extLst>
          </p:cNvPr>
          <p:cNvSpPr>
            <a:spLocks noGrp="1"/>
          </p:cNvSpPr>
          <p:nvPr>
            <p:ph type="title"/>
          </p:nvPr>
        </p:nvSpPr>
        <p:spPr>
          <a:xfrm>
            <a:off x="34982" y="-153384"/>
            <a:ext cx="10515600" cy="1325563"/>
          </a:xfrm>
        </p:spPr>
        <p:txBody>
          <a:bodyPr>
            <a:normAutofit/>
          </a:bodyPr>
          <a:lstStyle/>
          <a:p>
            <a:r>
              <a:rPr lang="en-US" sz="4000" dirty="0"/>
              <a:t>Is it an AVL Tree? (Answers)</a:t>
            </a:r>
          </a:p>
        </p:txBody>
      </p:sp>
      <p:sp>
        <p:nvSpPr>
          <p:cNvPr id="61" name="TextBox 60">
            <a:extLst>
              <a:ext uri="{FF2B5EF4-FFF2-40B4-BE49-F238E27FC236}">
                <a16:creationId xmlns:a16="http://schemas.microsoft.com/office/drawing/2014/main" id="{9AABB28F-A9F5-FFDD-EEA4-696DD2BEBF19}"/>
              </a:ext>
            </a:extLst>
          </p:cNvPr>
          <p:cNvSpPr txBox="1"/>
          <p:nvPr/>
        </p:nvSpPr>
        <p:spPr>
          <a:xfrm>
            <a:off x="465206" y="1361806"/>
            <a:ext cx="2295485" cy="923330"/>
          </a:xfrm>
          <a:prstGeom prst="rect">
            <a:avLst/>
          </a:prstGeom>
          <a:noFill/>
          <a:ln w="28575">
            <a:solidFill>
              <a:schemeClr val="accent1"/>
            </a:solidFill>
          </a:ln>
        </p:spPr>
        <p:txBody>
          <a:bodyPr wrap="square" rtlCol="0">
            <a:spAutoFit/>
          </a:bodyPr>
          <a:lstStyle/>
          <a:p>
            <a:r>
              <a:rPr lang="en-US" b="1" dirty="0">
                <a:solidFill>
                  <a:schemeClr val="accent1">
                    <a:lumMod val="75000"/>
                  </a:schemeClr>
                </a:solidFill>
              </a:rPr>
              <a:t>“Problem” Node</a:t>
            </a:r>
          </a:p>
          <a:p>
            <a:r>
              <a:rPr lang="en-US" dirty="0">
                <a:solidFill>
                  <a:schemeClr val="accent1">
                    <a:lumMod val="75000"/>
                  </a:schemeClr>
                </a:solidFill>
              </a:rPr>
              <a:t>Its children’s heights differ by more than 1</a:t>
            </a:r>
          </a:p>
        </p:txBody>
      </p:sp>
      <p:cxnSp>
        <p:nvCxnSpPr>
          <p:cNvPr id="74" name="Straight Arrow Connector 73">
            <a:extLst>
              <a:ext uri="{FF2B5EF4-FFF2-40B4-BE49-F238E27FC236}">
                <a16:creationId xmlns:a16="http://schemas.microsoft.com/office/drawing/2014/main" id="{C8A47E61-B721-8511-73ED-8E0813B8DEA5}"/>
              </a:ext>
              <a:ext uri="{C183D7F6-B498-43B3-948B-1728B52AA6E4}">
                <adec:decorative xmlns:adec="http://schemas.microsoft.com/office/drawing/2017/decorative" val="1"/>
              </a:ext>
            </a:extLst>
          </p:cNvPr>
          <p:cNvCxnSpPr>
            <a:cxnSpLocks/>
            <a:stCxn id="61" idx="3"/>
            <a:endCxn id="51" idx="2"/>
          </p:cNvCxnSpPr>
          <p:nvPr/>
        </p:nvCxnSpPr>
        <p:spPr>
          <a:xfrm flipV="1">
            <a:off x="2760691" y="1082079"/>
            <a:ext cx="2615396" cy="741392"/>
          </a:xfrm>
          <a:prstGeom prst="straightConnector1">
            <a:avLst/>
          </a:prstGeom>
          <a:ln w="38100">
            <a:solidFill>
              <a:schemeClr val="accent1">
                <a:lumMod val="60000"/>
                <a:lumOff val="4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4408432B-8D1B-7363-AC02-381CA116EA99}"/>
              </a:ext>
              <a:ext uri="{C183D7F6-B498-43B3-948B-1728B52AA6E4}">
                <adec:decorative xmlns:adec="http://schemas.microsoft.com/office/drawing/2017/decorative" val="1"/>
              </a:ext>
            </a:extLst>
          </p:cNvPr>
          <p:cNvCxnSpPr>
            <a:cxnSpLocks/>
            <a:stCxn id="61" idx="2"/>
            <a:endCxn id="70" idx="0"/>
          </p:cNvCxnSpPr>
          <p:nvPr/>
        </p:nvCxnSpPr>
        <p:spPr>
          <a:xfrm flipH="1">
            <a:off x="1257135" y="2285136"/>
            <a:ext cx="355814" cy="1922937"/>
          </a:xfrm>
          <a:prstGeom prst="straightConnector1">
            <a:avLst/>
          </a:prstGeom>
          <a:ln w="38100">
            <a:solidFill>
              <a:schemeClr val="accent1">
                <a:lumMod val="60000"/>
                <a:lumOff val="4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77" name="Group 76" descr="A binary tree. That is structured as follows:&#10;&#10;root: 9, with left child 3 and right child 10&#10;3: left child is 1, right child is 6&#10;1: left child is 0, it has no right child&#10;0: has no children&#10;6: left child is 5, right child is 7&#10;5: has no children&#10;7: has no children&#10;10: has no children&#10;&#10;This is not a valid AVL tree because the left subtree of 9 has height 2 and the right subtree has height 0, making for a difference of more than 1. We say that the node 9 is a &quot;problem node&quot; because its subtrees are not balanced.">
            <a:extLst>
              <a:ext uri="{FF2B5EF4-FFF2-40B4-BE49-F238E27FC236}">
                <a16:creationId xmlns:a16="http://schemas.microsoft.com/office/drawing/2014/main" id="{FED2D6A2-6D4F-2427-2D93-D80FBA5E9294}"/>
              </a:ext>
            </a:extLst>
          </p:cNvPr>
          <p:cNvGrpSpPr/>
          <p:nvPr/>
        </p:nvGrpSpPr>
        <p:grpSpPr>
          <a:xfrm>
            <a:off x="3248333" y="534355"/>
            <a:ext cx="4769179" cy="3004269"/>
            <a:chOff x="3248333" y="534355"/>
            <a:chExt cx="4769179" cy="3004269"/>
          </a:xfrm>
        </p:grpSpPr>
        <p:grpSp>
          <p:nvGrpSpPr>
            <p:cNvPr id="44" name="Group 43">
              <a:extLst>
                <a:ext uri="{FF2B5EF4-FFF2-40B4-BE49-F238E27FC236}">
                  <a16:creationId xmlns:a16="http://schemas.microsoft.com/office/drawing/2014/main" id="{39D27363-3D3C-32E8-696C-D2785DDA379D}"/>
                </a:ext>
              </a:extLst>
            </p:cNvPr>
            <p:cNvGrpSpPr/>
            <p:nvPr/>
          </p:nvGrpSpPr>
          <p:grpSpPr>
            <a:xfrm>
              <a:off x="3248333" y="775823"/>
              <a:ext cx="3424103" cy="2762801"/>
              <a:chOff x="8079280" y="365125"/>
              <a:chExt cx="3424103" cy="2762801"/>
            </a:xfrm>
          </p:grpSpPr>
          <p:grpSp>
            <p:nvGrpSpPr>
              <p:cNvPr id="45" name="Group 44">
                <a:extLst>
                  <a:ext uri="{FF2B5EF4-FFF2-40B4-BE49-F238E27FC236}">
                    <a16:creationId xmlns:a16="http://schemas.microsoft.com/office/drawing/2014/main" id="{E5555162-28A9-AEBD-F2C3-CB4BD139B201}"/>
                  </a:ext>
                </a:extLst>
              </p:cNvPr>
              <p:cNvGrpSpPr/>
              <p:nvPr/>
            </p:nvGrpSpPr>
            <p:grpSpPr>
              <a:xfrm>
                <a:off x="8079280" y="365125"/>
                <a:ext cx="3424103" cy="2762801"/>
                <a:chOff x="5413263" y="1203158"/>
                <a:chExt cx="3424103" cy="2762801"/>
              </a:xfrm>
            </p:grpSpPr>
            <p:grpSp>
              <p:nvGrpSpPr>
                <p:cNvPr id="48" name="Group 47">
                  <a:extLst>
                    <a:ext uri="{FF2B5EF4-FFF2-40B4-BE49-F238E27FC236}">
                      <a16:creationId xmlns:a16="http://schemas.microsoft.com/office/drawing/2014/main" id="{AB970A81-5546-979C-F061-1A50AE1829A7}"/>
                    </a:ext>
                  </a:extLst>
                </p:cNvPr>
                <p:cNvGrpSpPr/>
                <p:nvPr/>
              </p:nvGrpSpPr>
              <p:grpSpPr>
                <a:xfrm>
                  <a:off x="5413263" y="1203158"/>
                  <a:ext cx="3424103" cy="2762801"/>
                  <a:chOff x="131609" y="2379747"/>
                  <a:chExt cx="3424103" cy="2762801"/>
                </a:xfrm>
              </p:grpSpPr>
              <p:sp>
                <p:nvSpPr>
                  <p:cNvPr id="51" name="Oval 50">
                    <a:extLst>
                      <a:ext uri="{FF2B5EF4-FFF2-40B4-BE49-F238E27FC236}">
                        <a16:creationId xmlns:a16="http://schemas.microsoft.com/office/drawing/2014/main" id="{B44B982F-910E-BEBA-EC5B-FAFC556DFDB2}"/>
                      </a:ext>
                    </a:extLst>
                  </p:cNvPr>
                  <p:cNvSpPr/>
                  <p:nvPr/>
                </p:nvSpPr>
                <p:spPr>
                  <a:xfrm>
                    <a:off x="2259363" y="2379747"/>
                    <a:ext cx="612511" cy="612511"/>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2" name="Oval 51">
                    <a:extLst>
                      <a:ext uri="{FF2B5EF4-FFF2-40B4-BE49-F238E27FC236}">
                        <a16:creationId xmlns:a16="http://schemas.microsoft.com/office/drawing/2014/main" id="{2380CA75-AD77-6683-0BC9-7F2C016D5F1C}"/>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3" name="Oval 52">
                    <a:extLst>
                      <a:ext uri="{FF2B5EF4-FFF2-40B4-BE49-F238E27FC236}">
                        <a16:creationId xmlns:a16="http://schemas.microsoft.com/office/drawing/2014/main" id="{D3042753-F7E9-F5C5-75B9-E6367053EB2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4" name="Oval 53">
                    <a:extLst>
                      <a:ext uri="{FF2B5EF4-FFF2-40B4-BE49-F238E27FC236}">
                        <a16:creationId xmlns:a16="http://schemas.microsoft.com/office/drawing/2014/main" id="{12E8D3CB-288A-18A3-75C2-1C1C4362383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6" name="Oval 55">
                    <a:extLst>
                      <a:ext uri="{FF2B5EF4-FFF2-40B4-BE49-F238E27FC236}">
                        <a16:creationId xmlns:a16="http://schemas.microsoft.com/office/drawing/2014/main" id="{938691F0-1B46-0C00-5685-07E6648962AF}"/>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57" name="Straight Connector 56">
                    <a:extLst>
                      <a:ext uri="{FF2B5EF4-FFF2-40B4-BE49-F238E27FC236}">
                        <a16:creationId xmlns:a16="http://schemas.microsoft.com/office/drawing/2014/main" id="{64164C29-FB40-6241-EEAF-BA4155007881}"/>
                      </a:ext>
                    </a:extLst>
                  </p:cNvPr>
                  <p:cNvCxnSpPr>
                    <a:cxnSpLocks/>
                    <a:stCxn id="51" idx="3"/>
                    <a:endCxn id="52"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87862A3-31B7-516B-409B-6EEE9DC334CF}"/>
                      </a:ext>
                    </a:extLst>
                  </p:cNvPr>
                  <p:cNvCxnSpPr>
                    <a:cxnSpLocks/>
                    <a:stCxn id="51" idx="5"/>
                    <a:endCxn id="53"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66F22DD-94ED-62FA-419D-6A3704EF46F4}"/>
                      </a:ext>
                    </a:extLst>
                  </p:cNvPr>
                  <p:cNvCxnSpPr>
                    <a:stCxn id="54" idx="7"/>
                    <a:endCxn id="52"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5E899DEC-198A-EFA6-4A26-83BA99D8F0A1}"/>
                      </a:ext>
                    </a:extLst>
                  </p:cNvPr>
                  <p:cNvCxnSpPr>
                    <a:cxnSpLocks/>
                    <a:stCxn id="56" idx="7"/>
                    <a:endCxn id="54"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Oval 48">
                  <a:extLst>
                    <a:ext uri="{FF2B5EF4-FFF2-40B4-BE49-F238E27FC236}">
                      <a16:creationId xmlns:a16="http://schemas.microsoft.com/office/drawing/2014/main" id="{00F6329C-0CCA-027A-A5C6-EF2ACB33F89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50" name="Straight Connector 49">
                  <a:extLst>
                    <a:ext uri="{FF2B5EF4-FFF2-40B4-BE49-F238E27FC236}">
                      <a16:creationId xmlns:a16="http://schemas.microsoft.com/office/drawing/2014/main" id="{20DC127A-1C6F-762E-EB07-B117220FFFE9}"/>
                    </a:ext>
                  </a:extLst>
                </p:cNvPr>
                <p:cNvCxnSpPr>
                  <a:cxnSpLocks/>
                  <a:stCxn id="49" idx="1"/>
                  <a:endCxn id="52"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Oval 45">
                <a:extLst>
                  <a:ext uri="{FF2B5EF4-FFF2-40B4-BE49-F238E27FC236}">
                    <a16:creationId xmlns:a16="http://schemas.microsoft.com/office/drawing/2014/main" id="{E76EDC3A-9FC7-1881-08F2-3E94ACE57A45}"/>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47" name="Straight Connector 46">
                <a:extLst>
                  <a:ext uri="{FF2B5EF4-FFF2-40B4-BE49-F238E27FC236}">
                    <a16:creationId xmlns:a16="http://schemas.microsoft.com/office/drawing/2014/main" id="{C121F7C5-006C-BD0F-6B92-F4FF84805015}"/>
                  </a:ext>
                </a:extLst>
              </p:cNvPr>
              <p:cNvCxnSpPr>
                <a:cxnSpLocks/>
                <a:stCxn id="46" idx="7"/>
                <a:endCxn id="49"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54C17867-3513-85D5-D22A-6E9F2CD5ABBE}"/>
                </a:ext>
              </a:extLst>
            </p:cNvPr>
            <p:cNvSpPr txBox="1"/>
            <p:nvPr/>
          </p:nvSpPr>
          <p:spPr>
            <a:xfrm>
              <a:off x="6059925" y="534355"/>
              <a:ext cx="1957587" cy="461665"/>
            </a:xfrm>
            <a:prstGeom prst="rect">
              <a:avLst/>
            </a:prstGeom>
            <a:noFill/>
          </p:spPr>
          <p:txBody>
            <a:bodyPr wrap="none" rtlCol="0">
              <a:spAutoFit/>
            </a:bodyPr>
            <a:lstStyle/>
            <a:p>
              <a:r>
                <a:rPr lang="en-US" sz="2400" dirty="0">
                  <a:solidFill>
                    <a:srgbClr val="FF0000"/>
                  </a:solidFill>
                </a:rPr>
                <a:t>Not Balanced!</a:t>
              </a:r>
            </a:p>
          </p:txBody>
        </p:sp>
      </p:grpSp>
      <p:grpSp>
        <p:nvGrpSpPr>
          <p:cNvPr id="78" name="Group 77" descr="A binary tree. That is structured as follows:&#10;&#10;root: 9, with left child 3 and right child 10&#10;3: left child is 1, right child is 6&#10;1: left child is 0, it has no right child&#10;0: has no children&#10;6: left child is 5, it has no right child&#10;5: has no children&#10;10: it has no left child, right child is 16&#10;16: has no children&#10;&#10;This is a valid AVL tree because every node's subtrees heights differ by 1 or less.">
            <a:extLst>
              <a:ext uri="{FF2B5EF4-FFF2-40B4-BE49-F238E27FC236}">
                <a16:creationId xmlns:a16="http://schemas.microsoft.com/office/drawing/2014/main" id="{1E37061A-60C7-4701-9834-2A4004175503}"/>
              </a:ext>
            </a:extLst>
          </p:cNvPr>
          <p:cNvGrpSpPr/>
          <p:nvPr/>
        </p:nvGrpSpPr>
        <p:grpSpPr>
          <a:xfrm>
            <a:off x="7614255" y="194375"/>
            <a:ext cx="4075955" cy="2807290"/>
            <a:chOff x="7614255" y="194375"/>
            <a:chExt cx="4075955" cy="2807290"/>
          </a:xfrm>
        </p:grpSpPr>
        <p:grpSp>
          <p:nvGrpSpPr>
            <p:cNvPr id="24" name="Group 23">
              <a:extLst>
                <a:ext uri="{FF2B5EF4-FFF2-40B4-BE49-F238E27FC236}">
                  <a16:creationId xmlns:a16="http://schemas.microsoft.com/office/drawing/2014/main" id="{6BA6A0AB-BF20-925F-794F-2D27E92D60A3}"/>
                </a:ext>
              </a:extLst>
            </p:cNvPr>
            <p:cNvGrpSpPr/>
            <p:nvPr/>
          </p:nvGrpSpPr>
          <p:grpSpPr>
            <a:xfrm>
              <a:off x="7614255" y="194375"/>
              <a:ext cx="4036614" cy="2762801"/>
              <a:chOff x="8079280" y="365125"/>
              <a:chExt cx="4036614" cy="2762801"/>
            </a:xfrm>
          </p:grpSpPr>
          <p:grpSp>
            <p:nvGrpSpPr>
              <p:cNvPr id="25" name="Group 24">
                <a:extLst>
                  <a:ext uri="{FF2B5EF4-FFF2-40B4-BE49-F238E27FC236}">
                    <a16:creationId xmlns:a16="http://schemas.microsoft.com/office/drawing/2014/main" id="{6786FF62-F6D6-4AB0-63B1-19DE33ED1E87}"/>
                  </a:ext>
                </a:extLst>
              </p:cNvPr>
              <p:cNvGrpSpPr/>
              <p:nvPr/>
            </p:nvGrpSpPr>
            <p:grpSpPr>
              <a:xfrm>
                <a:off x="8079280" y="365125"/>
                <a:ext cx="4036614" cy="2762801"/>
                <a:chOff x="5413263" y="1203158"/>
                <a:chExt cx="4036614" cy="2762801"/>
              </a:xfrm>
            </p:grpSpPr>
            <p:grpSp>
              <p:nvGrpSpPr>
                <p:cNvPr id="30" name="Group 29">
                  <a:extLst>
                    <a:ext uri="{FF2B5EF4-FFF2-40B4-BE49-F238E27FC236}">
                      <a16:creationId xmlns:a16="http://schemas.microsoft.com/office/drawing/2014/main" id="{56F58DAB-C197-6360-7792-F578DFA7E536}"/>
                    </a:ext>
                  </a:extLst>
                </p:cNvPr>
                <p:cNvGrpSpPr/>
                <p:nvPr/>
              </p:nvGrpSpPr>
              <p:grpSpPr>
                <a:xfrm>
                  <a:off x="5413263" y="1203158"/>
                  <a:ext cx="4036614" cy="2762801"/>
                  <a:chOff x="131609" y="2379747"/>
                  <a:chExt cx="4036614" cy="2762801"/>
                </a:xfrm>
              </p:grpSpPr>
              <p:sp>
                <p:nvSpPr>
                  <p:cNvPr id="33" name="Oval 32">
                    <a:extLst>
                      <a:ext uri="{FF2B5EF4-FFF2-40B4-BE49-F238E27FC236}">
                        <a16:creationId xmlns:a16="http://schemas.microsoft.com/office/drawing/2014/main" id="{69115BD3-5BCE-B86B-CEDE-A190E067D47D}"/>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4" name="Oval 33">
                    <a:extLst>
                      <a:ext uri="{FF2B5EF4-FFF2-40B4-BE49-F238E27FC236}">
                        <a16:creationId xmlns:a16="http://schemas.microsoft.com/office/drawing/2014/main" id="{9E149999-AFCF-543E-455B-570A6FC2658F}"/>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5" name="Oval 34">
                    <a:extLst>
                      <a:ext uri="{FF2B5EF4-FFF2-40B4-BE49-F238E27FC236}">
                        <a16:creationId xmlns:a16="http://schemas.microsoft.com/office/drawing/2014/main" id="{6AE5E0AD-CF4B-75E9-8C7A-1159214213B2}"/>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6" name="Oval 35">
                    <a:extLst>
                      <a:ext uri="{FF2B5EF4-FFF2-40B4-BE49-F238E27FC236}">
                        <a16:creationId xmlns:a16="http://schemas.microsoft.com/office/drawing/2014/main" id="{2356BE8D-1484-5304-6C54-3B0276AF574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7" name="Oval 36">
                    <a:extLst>
                      <a:ext uri="{FF2B5EF4-FFF2-40B4-BE49-F238E27FC236}">
                        <a16:creationId xmlns:a16="http://schemas.microsoft.com/office/drawing/2014/main" id="{E3A28B2C-E186-AFBC-3022-1095BFF9005F}"/>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38" name="Oval 37">
                    <a:extLst>
                      <a:ext uri="{FF2B5EF4-FFF2-40B4-BE49-F238E27FC236}">
                        <a16:creationId xmlns:a16="http://schemas.microsoft.com/office/drawing/2014/main" id="{F91423AC-490C-ED5F-6778-5EF4A3D8BEF1}"/>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39" name="Straight Connector 38">
                    <a:extLst>
                      <a:ext uri="{FF2B5EF4-FFF2-40B4-BE49-F238E27FC236}">
                        <a16:creationId xmlns:a16="http://schemas.microsoft.com/office/drawing/2014/main" id="{90C38827-1B3A-AD9B-2266-17B3171DE310}"/>
                      </a:ext>
                    </a:extLst>
                  </p:cNvPr>
                  <p:cNvCxnSpPr>
                    <a:cxnSpLocks/>
                    <a:stCxn id="33" idx="3"/>
                    <a:endCxn id="3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C2D549-98FB-09D6-AE7F-6AA96FB9BD42}"/>
                      </a:ext>
                    </a:extLst>
                  </p:cNvPr>
                  <p:cNvCxnSpPr>
                    <a:cxnSpLocks/>
                    <a:stCxn id="33" idx="5"/>
                    <a:endCxn id="3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87537CA-491A-AE5D-6C08-132A9DA4621D}"/>
                      </a:ext>
                    </a:extLst>
                  </p:cNvPr>
                  <p:cNvCxnSpPr>
                    <a:stCxn id="36" idx="7"/>
                    <a:endCxn id="3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2F2FC09-4878-915E-1827-D0EC57964BEC}"/>
                      </a:ext>
                    </a:extLst>
                  </p:cNvPr>
                  <p:cNvCxnSpPr>
                    <a:cxnSpLocks/>
                    <a:stCxn id="38" idx="7"/>
                    <a:endCxn id="3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0D29E7C-C59F-7989-CAFB-CA149089DC40}"/>
                      </a:ext>
                    </a:extLst>
                  </p:cNvPr>
                  <p:cNvCxnSpPr>
                    <a:stCxn id="37" idx="1"/>
                    <a:endCxn id="3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Oval 30">
                  <a:extLst>
                    <a:ext uri="{FF2B5EF4-FFF2-40B4-BE49-F238E27FC236}">
                      <a16:creationId xmlns:a16="http://schemas.microsoft.com/office/drawing/2014/main" id="{01B77C09-C96B-745A-4F9F-9816478FEE70}"/>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2" name="Straight Connector 31">
                  <a:extLst>
                    <a:ext uri="{FF2B5EF4-FFF2-40B4-BE49-F238E27FC236}">
                      <a16:creationId xmlns:a16="http://schemas.microsoft.com/office/drawing/2014/main" id="{1B79A0CC-58EA-461C-94F0-2324BAEC3BC1}"/>
                    </a:ext>
                  </a:extLst>
                </p:cNvPr>
                <p:cNvCxnSpPr>
                  <a:cxnSpLocks/>
                  <a:stCxn id="31" idx="1"/>
                  <a:endCxn id="3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Oval 25">
                <a:extLst>
                  <a:ext uri="{FF2B5EF4-FFF2-40B4-BE49-F238E27FC236}">
                    <a16:creationId xmlns:a16="http://schemas.microsoft.com/office/drawing/2014/main" id="{0ACDDAB4-B0E8-E567-6D19-E26A38AA55B0}"/>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28" name="Straight Connector 27">
                <a:extLst>
                  <a:ext uri="{FF2B5EF4-FFF2-40B4-BE49-F238E27FC236}">
                    <a16:creationId xmlns:a16="http://schemas.microsoft.com/office/drawing/2014/main" id="{A77FC101-7DC5-436B-E430-9BF018FEA965}"/>
                  </a:ext>
                </a:extLst>
              </p:cNvPr>
              <p:cNvCxnSpPr>
                <a:cxnSpLocks/>
                <a:stCxn id="26" idx="7"/>
                <a:endCxn id="3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0ABD1AC7-858A-D0A4-7B32-D9B1FB0CBE70}"/>
                </a:ext>
              </a:extLst>
            </p:cNvPr>
            <p:cNvSpPr txBox="1"/>
            <p:nvPr/>
          </p:nvSpPr>
          <p:spPr>
            <a:xfrm>
              <a:off x="10264820" y="2540000"/>
              <a:ext cx="1425390" cy="461665"/>
            </a:xfrm>
            <a:prstGeom prst="rect">
              <a:avLst/>
            </a:prstGeom>
            <a:noFill/>
          </p:spPr>
          <p:txBody>
            <a:bodyPr wrap="none" rtlCol="0">
              <a:spAutoFit/>
            </a:bodyPr>
            <a:lstStyle/>
            <a:p>
              <a:r>
                <a:rPr lang="en-US" sz="2400" dirty="0">
                  <a:solidFill>
                    <a:srgbClr val="FF0000"/>
                  </a:solidFill>
                </a:rPr>
                <a:t>Balanced!</a:t>
              </a:r>
            </a:p>
          </p:txBody>
        </p:sp>
      </p:grpSp>
      <p:grpSp>
        <p:nvGrpSpPr>
          <p:cNvPr id="72" name="Group 71" descr="A binary tree. That is structured as follows:&#10;&#10;root: 9, with left child 3 and right child 10&#10;3: has no left child, right child is 6&#10;6: left child is 5, it has no right child&#10;5: has no children&#10;10: it has no left child, right child is 16&#10;16: has no children&#10;&#10;This is not a valid AVL tree because the left subtree of 3 has height -1 and the right subtree has height 1, making for a difference of more than 1. We say that the node 3 is a &quot;problem node&quot; because its subtrees are not balanced.">
            <a:extLst>
              <a:ext uri="{FF2B5EF4-FFF2-40B4-BE49-F238E27FC236}">
                <a16:creationId xmlns:a16="http://schemas.microsoft.com/office/drawing/2014/main" id="{BB617E96-D7D3-4146-AAE2-E8FDC5F5BFC1}"/>
              </a:ext>
            </a:extLst>
          </p:cNvPr>
          <p:cNvGrpSpPr/>
          <p:nvPr/>
        </p:nvGrpSpPr>
        <p:grpSpPr>
          <a:xfrm>
            <a:off x="950879" y="3544785"/>
            <a:ext cx="2948081" cy="2795040"/>
            <a:chOff x="950879" y="3544785"/>
            <a:chExt cx="2948081" cy="2795040"/>
          </a:xfrm>
        </p:grpSpPr>
        <p:grpSp>
          <p:nvGrpSpPr>
            <p:cNvPr id="62" name="Group 61">
              <a:extLst>
                <a:ext uri="{FF2B5EF4-FFF2-40B4-BE49-F238E27FC236}">
                  <a16:creationId xmlns:a16="http://schemas.microsoft.com/office/drawing/2014/main" id="{BC7A89FB-08E8-642E-B3EF-9AC6FE527A42}"/>
                </a:ext>
              </a:extLst>
            </p:cNvPr>
            <p:cNvGrpSpPr/>
            <p:nvPr/>
          </p:nvGrpSpPr>
          <p:grpSpPr>
            <a:xfrm>
              <a:off x="950879" y="3544785"/>
              <a:ext cx="2612151" cy="2757506"/>
              <a:chOff x="9503743" y="365125"/>
              <a:chExt cx="2612151" cy="2757506"/>
            </a:xfrm>
          </p:grpSpPr>
          <p:grpSp>
            <p:nvGrpSpPr>
              <p:cNvPr id="63" name="Group 62">
                <a:extLst>
                  <a:ext uri="{FF2B5EF4-FFF2-40B4-BE49-F238E27FC236}">
                    <a16:creationId xmlns:a16="http://schemas.microsoft.com/office/drawing/2014/main" id="{A56BC58F-7B20-46E4-E4A9-389677C91272}"/>
                  </a:ext>
                </a:extLst>
              </p:cNvPr>
              <p:cNvGrpSpPr/>
              <p:nvPr/>
            </p:nvGrpSpPr>
            <p:grpSpPr>
              <a:xfrm>
                <a:off x="9503743" y="365125"/>
                <a:ext cx="2612151" cy="1930319"/>
                <a:chOff x="6837726" y="1203158"/>
                <a:chExt cx="2612151" cy="1930319"/>
              </a:xfrm>
            </p:grpSpPr>
            <p:grpSp>
              <p:nvGrpSpPr>
                <p:cNvPr id="66" name="Group 65">
                  <a:extLst>
                    <a:ext uri="{FF2B5EF4-FFF2-40B4-BE49-F238E27FC236}">
                      <a16:creationId xmlns:a16="http://schemas.microsoft.com/office/drawing/2014/main" id="{FD895E71-8E91-0BD6-98EC-AC78CC386D60}"/>
                    </a:ext>
                  </a:extLst>
                </p:cNvPr>
                <p:cNvGrpSpPr/>
                <p:nvPr/>
              </p:nvGrpSpPr>
              <p:grpSpPr>
                <a:xfrm>
                  <a:off x="6837726" y="1203158"/>
                  <a:ext cx="2612151" cy="1930319"/>
                  <a:chOff x="1556072" y="2379747"/>
                  <a:chExt cx="2612151" cy="1930319"/>
                </a:xfrm>
              </p:grpSpPr>
              <p:sp>
                <p:nvSpPr>
                  <p:cNvPr id="69" name="Oval 68">
                    <a:extLst>
                      <a:ext uri="{FF2B5EF4-FFF2-40B4-BE49-F238E27FC236}">
                        <a16:creationId xmlns:a16="http://schemas.microsoft.com/office/drawing/2014/main" id="{497ED62B-A82D-0F21-7D3A-41097C01E50D}"/>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0" name="Oval 69">
                    <a:extLst>
                      <a:ext uri="{FF2B5EF4-FFF2-40B4-BE49-F238E27FC236}">
                        <a16:creationId xmlns:a16="http://schemas.microsoft.com/office/drawing/2014/main" id="{FC9EA922-3ADA-822B-7B90-74B530637BFF}"/>
                      </a:ext>
                    </a:extLst>
                  </p:cNvPr>
                  <p:cNvSpPr/>
                  <p:nvPr/>
                </p:nvSpPr>
                <p:spPr>
                  <a:xfrm>
                    <a:off x="1556072" y="3043035"/>
                    <a:ext cx="612511" cy="612511"/>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1" name="Oval 70">
                    <a:extLst>
                      <a:ext uri="{FF2B5EF4-FFF2-40B4-BE49-F238E27FC236}">
                        <a16:creationId xmlns:a16="http://schemas.microsoft.com/office/drawing/2014/main" id="{2B9142CE-593B-1D9A-915D-AB273E67B10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73" name="Oval 72">
                    <a:extLst>
                      <a:ext uri="{FF2B5EF4-FFF2-40B4-BE49-F238E27FC236}">
                        <a16:creationId xmlns:a16="http://schemas.microsoft.com/office/drawing/2014/main" id="{C98E5B71-1C38-F289-235A-C1F00BB825D5}"/>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cxnSp>
                <p:nvCxnSpPr>
                  <p:cNvPr id="75" name="Straight Connector 74">
                    <a:extLst>
                      <a:ext uri="{FF2B5EF4-FFF2-40B4-BE49-F238E27FC236}">
                        <a16:creationId xmlns:a16="http://schemas.microsoft.com/office/drawing/2014/main" id="{26275589-EE23-A1B9-6728-6A2973866D68}"/>
                      </a:ext>
                    </a:extLst>
                  </p:cNvPr>
                  <p:cNvCxnSpPr>
                    <a:cxnSpLocks/>
                    <a:stCxn id="69" idx="3"/>
                    <a:endCxn id="70"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E202C90-7DF1-73FA-B13B-1C3139CC6CE7}"/>
                      </a:ext>
                    </a:extLst>
                  </p:cNvPr>
                  <p:cNvCxnSpPr>
                    <a:cxnSpLocks/>
                    <a:stCxn id="69" idx="5"/>
                    <a:endCxn id="71"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4B9A0D4A-668D-0DDF-D8F3-E922BA9AA868}"/>
                      </a:ext>
                    </a:extLst>
                  </p:cNvPr>
                  <p:cNvCxnSpPr>
                    <a:stCxn id="73" idx="1"/>
                    <a:endCxn id="71"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 name="Oval 66">
                  <a:extLst>
                    <a:ext uri="{FF2B5EF4-FFF2-40B4-BE49-F238E27FC236}">
                      <a16:creationId xmlns:a16="http://schemas.microsoft.com/office/drawing/2014/main" id="{F5C51FAB-C430-D174-7366-A52A4AD36665}"/>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68" name="Straight Connector 67">
                  <a:extLst>
                    <a:ext uri="{FF2B5EF4-FFF2-40B4-BE49-F238E27FC236}">
                      <a16:creationId xmlns:a16="http://schemas.microsoft.com/office/drawing/2014/main" id="{F336F9DD-D10A-0DF8-9F2F-FAFE89DBF406}"/>
                    </a:ext>
                  </a:extLst>
                </p:cNvPr>
                <p:cNvCxnSpPr>
                  <a:cxnSpLocks/>
                  <a:stCxn id="67" idx="1"/>
                  <a:endCxn id="70"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4" name="Oval 63">
                <a:extLst>
                  <a:ext uri="{FF2B5EF4-FFF2-40B4-BE49-F238E27FC236}">
                    <a16:creationId xmlns:a16="http://schemas.microsoft.com/office/drawing/2014/main" id="{C91A308E-3459-0E58-45D3-7B81CC98A080}"/>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65" name="Straight Connector 64">
                <a:extLst>
                  <a:ext uri="{FF2B5EF4-FFF2-40B4-BE49-F238E27FC236}">
                    <a16:creationId xmlns:a16="http://schemas.microsoft.com/office/drawing/2014/main" id="{4B23422E-BC3B-EFAA-861F-264672211BB1}"/>
                  </a:ext>
                </a:extLst>
              </p:cNvPr>
              <p:cNvCxnSpPr>
                <a:cxnSpLocks/>
                <a:stCxn id="64" idx="7"/>
                <a:endCxn id="67"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5" name="TextBox 54">
              <a:extLst>
                <a:ext uri="{FF2B5EF4-FFF2-40B4-BE49-F238E27FC236}">
                  <a16:creationId xmlns:a16="http://schemas.microsoft.com/office/drawing/2014/main" id="{06C6E91A-33C1-8B28-B015-5FF36CEE5C4E}"/>
                </a:ext>
              </a:extLst>
            </p:cNvPr>
            <p:cNvSpPr txBox="1"/>
            <p:nvPr/>
          </p:nvSpPr>
          <p:spPr>
            <a:xfrm>
              <a:off x="1941373" y="5878160"/>
              <a:ext cx="1957587" cy="461665"/>
            </a:xfrm>
            <a:prstGeom prst="rect">
              <a:avLst/>
            </a:prstGeom>
            <a:noFill/>
          </p:spPr>
          <p:txBody>
            <a:bodyPr wrap="none" rtlCol="0">
              <a:spAutoFit/>
            </a:bodyPr>
            <a:lstStyle/>
            <a:p>
              <a:r>
                <a:rPr lang="en-US" sz="2400" dirty="0">
                  <a:solidFill>
                    <a:srgbClr val="FF0000"/>
                  </a:solidFill>
                </a:rPr>
                <a:t>Not Balanced!</a:t>
              </a:r>
            </a:p>
          </p:txBody>
        </p:sp>
      </p:grpSp>
      <p:grpSp>
        <p:nvGrpSpPr>
          <p:cNvPr id="81" name="Group 80"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10;&#10;This is a valid AVL tree because every node's subtrees heights differ by 1 or less.">
            <a:extLst>
              <a:ext uri="{FF2B5EF4-FFF2-40B4-BE49-F238E27FC236}">
                <a16:creationId xmlns:a16="http://schemas.microsoft.com/office/drawing/2014/main" id="{86A5A351-876F-BBB0-E7DD-06899F856BE1}"/>
              </a:ext>
            </a:extLst>
          </p:cNvPr>
          <p:cNvGrpSpPr/>
          <p:nvPr/>
        </p:nvGrpSpPr>
        <p:grpSpPr>
          <a:xfrm>
            <a:off x="6506103" y="3683299"/>
            <a:ext cx="5244950" cy="2762801"/>
            <a:chOff x="6506103" y="3683299"/>
            <a:chExt cx="5244950" cy="2762801"/>
          </a:xfrm>
        </p:grpSpPr>
        <p:grpSp>
          <p:nvGrpSpPr>
            <p:cNvPr id="4" name="Group 3">
              <a:extLst>
                <a:ext uri="{FF2B5EF4-FFF2-40B4-BE49-F238E27FC236}">
                  <a16:creationId xmlns:a16="http://schemas.microsoft.com/office/drawing/2014/main" id="{1D5F1A1C-6D12-F9F9-D102-FFD875307732}"/>
                </a:ext>
              </a:extLst>
            </p:cNvPr>
            <p:cNvGrpSpPr/>
            <p:nvPr/>
          </p:nvGrpSpPr>
          <p:grpSpPr>
            <a:xfrm>
              <a:off x="6506103" y="3683299"/>
              <a:ext cx="4036614" cy="2762801"/>
              <a:chOff x="8079280" y="365125"/>
              <a:chExt cx="4036614" cy="2762801"/>
            </a:xfrm>
          </p:grpSpPr>
          <p:grpSp>
            <p:nvGrpSpPr>
              <p:cNvPr id="5" name="Group 4">
                <a:extLst>
                  <a:ext uri="{FF2B5EF4-FFF2-40B4-BE49-F238E27FC236}">
                    <a16:creationId xmlns:a16="http://schemas.microsoft.com/office/drawing/2014/main" id="{5D1AE03F-B8F4-7F6C-458C-E3089094B6D9}"/>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54D0B1ED-72F2-7609-EECA-37564A256AE0}"/>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4FC26629-D4A4-4877-2A29-7D449684BB3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8A9CAA12-C15D-5899-FEDE-5C4E04EF67D9}"/>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BD3D70EA-D73F-D234-0A96-3521EC78E73F}"/>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6" name="Oval 15">
                    <a:extLst>
                      <a:ext uri="{FF2B5EF4-FFF2-40B4-BE49-F238E27FC236}">
                        <a16:creationId xmlns:a16="http://schemas.microsoft.com/office/drawing/2014/main" id="{2BF51135-79A2-6B7B-3EA4-6498001487E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8838633B-0DE2-4529-9896-F83D31001ADB}"/>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BCD958B8-43D7-AEE6-DC88-F7D944231450}"/>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E45CAB59-CED0-40B4-472F-9046412F8365}"/>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98A97B2-948F-2889-BA7D-8D456704AF00}"/>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5651DC2-88DA-C223-3269-422F3F18E96E}"/>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40EA64C-3F5E-953A-66B7-63F68B445995}"/>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883F182-A26D-9CCB-424D-0BFDC522939D}"/>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79BFD85F-7F13-DB15-EC9F-B23C23365BC5}"/>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96385CDC-5210-4D68-5162-A76E8976B400}"/>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615A614E-2567-2846-785D-40BA47A0CD8D}"/>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Oval 6">
                <a:extLst>
                  <a:ext uri="{FF2B5EF4-FFF2-40B4-BE49-F238E27FC236}">
                    <a16:creationId xmlns:a16="http://schemas.microsoft.com/office/drawing/2014/main" id="{AF65CF4E-37B9-80A6-B703-BD24F64EE94A}"/>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239BE171-0FA5-B93B-B646-5380FDCEFF1D}"/>
                  </a:ext>
                </a:extLst>
              </p:cNvPr>
              <p:cNvCxnSpPr>
                <a:cxnSpLocks/>
                <a:stCxn id="6" idx="7"/>
                <a:endCxn id="1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8035554-CB41-12BC-01C7-0EF1B51BF663}"/>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TextBox 26">
              <a:extLst>
                <a:ext uri="{FF2B5EF4-FFF2-40B4-BE49-F238E27FC236}">
                  <a16:creationId xmlns:a16="http://schemas.microsoft.com/office/drawing/2014/main" id="{B690DE21-C1A0-22E0-07FF-9216DF18BE03}"/>
                </a:ext>
              </a:extLst>
            </p:cNvPr>
            <p:cNvSpPr txBox="1"/>
            <p:nvPr/>
          </p:nvSpPr>
          <p:spPr>
            <a:xfrm>
              <a:off x="10325663" y="5840626"/>
              <a:ext cx="1425390" cy="461665"/>
            </a:xfrm>
            <a:prstGeom prst="rect">
              <a:avLst/>
            </a:prstGeom>
            <a:noFill/>
          </p:spPr>
          <p:txBody>
            <a:bodyPr wrap="none" rtlCol="0">
              <a:spAutoFit/>
            </a:bodyPr>
            <a:lstStyle/>
            <a:p>
              <a:r>
                <a:rPr lang="en-US" sz="2400" dirty="0">
                  <a:solidFill>
                    <a:srgbClr val="FF0000"/>
                  </a:solidFill>
                </a:rPr>
                <a:t>Balanced!</a:t>
              </a:r>
            </a:p>
          </p:txBody>
        </p:sp>
      </p:grpSp>
      <mc:AlternateContent xmlns:mc="http://schemas.openxmlformats.org/markup-compatibility/2006">
        <mc:Choice xmlns:p14="http://schemas.microsoft.com/office/powerpoint/2010/main" Requires="p14">
          <p:contentPart p14:bwMode="auto" r:id="rId2">
            <p14:nvContentPartPr>
              <p14:cNvPr id="82" name="Ink 81">
                <a:extLst>
                  <a:ext uri="{FF2B5EF4-FFF2-40B4-BE49-F238E27FC236}">
                    <a16:creationId xmlns:a16="http://schemas.microsoft.com/office/drawing/2014/main" id="{9AD54E9A-8AC6-1497-E332-4B1C1FB31845}"/>
                  </a:ext>
                </a:extLst>
              </p14:cNvPr>
              <p14:cNvContentPartPr/>
              <p14:nvPr/>
            </p14:nvContentPartPr>
            <p14:xfrm>
              <a:off x="630000" y="1438920"/>
              <a:ext cx="1533600" cy="294480"/>
            </p14:xfrm>
          </p:contentPart>
        </mc:Choice>
        <mc:Fallback>
          <p:pic>
            <p:nvPicPr>
              <p:cNvPr id="82" name="Ink 81">
                <a:extLst>
                  <a:ext uri="{FF2B5EF4-FFF2-40B4-BE49-F238E27FC236}">
                    <a16:creationId xmlns:a16="http://schemas.microsoft.com/office/drawing/2014/main" id="{9AD54E9A-8AC6-1497-E332-4B1C1FB31845}"/>
                  </a:ext>
                </a:extLst>
              </p:cNvPr>
              <p:cNvPicPr/>
              <p:nvPr/>
            </p:nvPicPr>
            <p:blipFill>
              <a:blip r:embed="rId3"/>
              <a:stretch>
                <a:fillRect/>
              </a:stretch>
            </p:blipFill>
            <p:spPr>
              <a:xfrm>
                <a:off x="620640" y="1429560"/>
                <a:ext cx="1552320" cy="313200"/>
              </a:xfrm>
              <a:prstGeom prst="rect">
                <a:avLst/>
              </a:prstGeom>
            </p:spPr>
          </p:pic>
        </mc:Fallback>
      </mc:AlternateContent>
    </p:spTree>
    <p:extLst>
      <p:ext uri="{BB962C8B-B14F-4D97-AF65-F5344CB8AC3E}">
        <p14:creationId xmlns:p14="http://schemas.microsoft.com/office/powerpoint/2010/main" val="16988072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2C746-9E0B-4BF1-07D4-D40FC8365373}"/>
              </a:ext>
            </a:extLst>
          </p:cNvPr>
          <p:cNvSpPr>
            <a:spLocks noGrp="1"/>
          </p:cNvSpPr>
          <p:nvPr>
            <p:ph type="title"/>
          </p:nvPr>
        </p:nvSpPr>
        <p:spPr/>
        <p:txBody>
          <a:bodyPr/>
          <a:lstStyle/>
          <a:p>
            <a:r>
              <a:rPr lang="en-US" dirty="0"/>
              <a:t>Using AVL Trees</a:t>
            </a:r>
          </a:p>
        </p:txBody>
      </p:sp>
      <p:sp>
        <p:nvSpPr>
          <p:cNvPr id="3" name="Content Placeholder 2">
            <a:extLst>
              <a:ext uri="{FF2B5EF4-FFF2-40B4-BE49-F238E27FC236}">
                <a16:creationId xmlns:a16="http://schemas.microsoft.com/office/drawing/2014/main" id="{DB8C3DFC-1CE9-ABD9-C43C-C9A23894BD27}"/>
              </a:ext>
            </a:extLst>
          </p:cNvPr>
          <p:cNvSpPr>
            <a:spLocks noGrp="1"/>
          </p:cNvSpPr>
          <p:nvPr>
            <p:ph idx="1"/>
          </p:nvPr>
        </p:nvSpPr>
        <p:spPr/>
        <p:txBody>
          <a:bodyPr/>
          <a:lstStyle/>
          <a:p>
            <a:r>
              <a:rPr lang="en-US" dirty="0"/>
              <a:t>Each node has:</a:t>
            </a:r>
          </a:p>
          <a:p>
            <a:pPr lvl="1"/>
            <a:r>
              <a:rPr lang="en-US" dirty="0"/>
              <a:t>Key</a:t>
            </a:r>
          </a:p>
          <a:p>
            <a:pPr lvl="1"/>
            <a:r>
              <a:rPr lang="en-US" dirty="0"/>
              <a:t>Value</a:t>
            </a:r>
          </a:p>
          <a:p>
            <a:pPr lvl="1"/>
            <a:r>
              <a:rPr lang="en-US" dirty="0"/>
              <a:t>Height</a:t>
            </a:r>
          </a:p>
          <a:p>
            <a:pPr lvl="1"/>
            <a:r>
              <a:rPr lang="en-US" dirty="0"/>
              <a:t>Left child</a:t>
            </a:r>
          </a:p>
          <a:p>
            <a:pPr lvl="1"/>
            <a:r>
              <a:rPr lang="en-US" dirty="0"/>
              <a:t>Right child</a:t>
            </a:r>
          </a:p>
        </p:txBody>
      </p:sp>
      <p:grpSp>
        <p:nvGrpSpPr>
          <p:cNvPr id="25" name="Group 24" descr="Thus far, to keep the slides clean, we have only showed the key for each node in our example trees. This diagram depicts all of the fields that an AVL tree node would have. In addition to the key we have the value for that key-value pair, the height of the node, a reference to the left child, and a reference to the right child.">
            <a:extLst>
              <a:ext uri="{FF2B5EF4-FFF2-40B4-BE49-F238E27FC236}">
                <a16:creationId xmlns:a16="http://schemas.microsoft.com/office/drawing/2014/main" id="{80267667-4D3F-7574-2195-24710EAA8D3E}"/>
              </a:ext>
            </a:extLst>
          </p:cNvPr>
          <p:cNvGrpSpPr/>
          <p:nvPr/>
        </p:nvGrpSpPr>
        <p:grpSpPr>
          <a:xfrm>
            <a:off x="3539383" y="893128"/>
            <a:ext cx="6543175" cy="5298673"/>
            <a:chOff x="3539383" y="893128"/>
            <a:chExt cx="6543175" cy="5298673"/>
          </a:xfrm>
        </p:grpSpPr>
        <p:grpSp>
          <p:nvGrpSpPr>
            <p:cNvPr id="4" name="Group 3">
              <a:extLst>
                <a:ext uri="{FF2B5EF4-FFF2-40B4-BE49-F238E27FC236}">
                  <a16:creationId xmlns:a16="http://schemas.microsoft.com/office/drawing/2014/main" id="{4958A99F-1847-D481-774A-4D5DC6C2A082}"/>
                </a:ext>
              </a:extLst>
            </p:cNvPr>
            <p:cNvGrpSpPr/>
            <p:nvPr/>
          </p:nvGrpSpPr>
          <p:grpSpPr>
            <a:xfrm>
              <a:off x="3539383" y="3429000"/>
              <a:ext cx="4036614" cy="2762801"/>
              <a:chOff x="8079280" y="365125"/>
              <a:chExt cx="4036614" cy="2762801"/>
            </a:xfrm>
          </p:grpSpPr>
          <p:grpSp>
            <p:nvGrpSpPr>
              <p:cNvPr id="5" name="Group 4">
                <a:extLst>
                  <a:ext uri="{FF2B5EF4-FFF2-40B4-BE49-F238E27FC236}">
                    <a16:creationId xmlns:a16="http://schemas.microsoft.com/office/drawing/2014/main" id="{349C7837-8FCE-03E5-B43B-D5786CA97DEC}"/>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528F52BD-A626-46F3-0B20-3B43E12338BE}"/>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D9902920-9B9B-F235-C92C-129C755D98B1}"/>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C1C89C41-C239-559E-18AD-16F32BAA8281}"/>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DD073998-69BD-852D-E52E-E4ABAC12EC09}"/>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6" name="Oval 15">
                    <a:extLst>
                      <a:ext uri="{FF2B5EF4-FFF2-40B4-BE49-F238E27FC236}">
                        <a16:creationId xmlns:a16="http://schemas.microsoft.com/office/drawing/2014/main" id="{67C3CEE6-E524-6DC2-066A-F19263E7A5FF}"/>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B2AB9C0D-005F-CB10-E03E-815B7F18034A}"/>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D9C9BF70-9C22-F8E9-51DC-724A3C055068}"/>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E74AED30-E541-52CC-7D47-5C935247ACA5}"/>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AEB5754-167C-FAB7-7842-075733047665}"/>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9F1289-A234-47A9-98FA-5391A7849F50}"/>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2FDC785-9C50-940B-BC1D-6AC211CEF5F5}"/>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14ECBC6-29E7-0891-3C78-0BCCFF411029}"/>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E6C55E1D-9C78-D397-45F2-164276F161C5}"/>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04411E5F-8F50-D821-E798-A1FD5F1BF1E9}"/>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BA60367F-F5D8-42D7-D52B-D0D0E584C2ED}"/>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Oval 6">
                <a:extLst>
                  <a:ext uri="{FF2B5EF4-FFF2-40B4-BE49-F238E27FC236}">
                    <a16:creationId xmlns:a16="http://schemas.microsoft.com/office/drawing/2014/main" id="{3085FB90-BCD8-0D52-466E-B3B448756507}"/>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DB15AD15-2F6E-6EE8-90BA-3900986D859E}"/>
                  </a:ext>
                </a:extLst>
              </p:cNvPr>
              <p:cNvCxnSpPr>
                <a:cxnSpLocks/>
                <a:stCxn id="6" idx="7"/>
                <a:endCxn id="1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107BD38-6042-9E3E-96FA-10756B9A3D16}"/>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53BFBD5E-6EA4-FD3F-C513-68CB7389664F}"/>
                </a:ext>
              </a:extLst>
            </p:cNvPr>
            <p:cNvSpPr/>
            <p:nvPr/>
          </p:nvSpPr>
          <p:spPr>
            <a:xfrm>
              <a:off x="7379046" y="893128"/>
              <a:ext cx="2703512" cy="270351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Key = 9</a:t>
              </a:r>
            </a:p>
            <a:p>
              <a:pPr algn="ctr"/>
              <a:r>
                <a:rPr lang="en-US" dirty="0">
                  <a:solidFill>
                    <a:schemeClr val="tx1"/>
                  </a:solidFill>
                </a:rPr>
                <a:t>Value = “hello”</a:t>
              </a:r>
            </a:p>
            <a:p>
              <a:pPr algn="ctr"/>
              <a:r>
                <a:rPr lang="en-US" dirty="0">
                  <a:solidFill>
                    <a:schemeClr val="tx1"/>
                  </a:solidFill>
                </a:rPr>
                <a:t>Height = 3</a:t>
              </a:r>
            </a:p>
            <a:p>
              <a:pPr algn="ctr"/>
              <a:r>
                <a:rPr lang="en-US" dirty="0">
                  <a:solidFill>
                    <a:schemeClr val="tx1"/>
                  </a:solidFill>
                </a:rPr>
                <a:t>Left = Node 3</a:t>
              </a:r>
            </a:p>
            <a:p>
              <a:pPr algn="ctr"/>
              <a:r>
                <a:rPr lang="en-US" dirty="0">
                  <a:solidFill>
                    <a:schemeClr val="tx1"/>
                  </a:solidFill>
                </a:rPr>
                <a:t>Right = Node 10</a:t>
              </a:r>
            </a:p>
          </p:txBody>
        </p:sp>
        <p:cxnSp>
          <p:nvCxnSpPr>
            <p:cNvPr id="26" name="Straight Connector 25">
              <a:extLst>
                <a:ext uri="{FF2B5EF4-FFF2-40B4-BE49-F238E27FC236}">
                  <a16:creationId xmlns:a16="http://schemas.microsoft.com/office/drawing/2014/main" id="{1B113039-E331-7A90-AF46-D6AE59F8D33D}"/>
                </a:ext>
              </a:extLst>
            </p:cNvPr>
            <p:cNvCxnSpPr>
              <a:cxnSpLocks/>
              <a:stCxn id="13" idx="1"/>
              <a:endCxn id="24" idx="1"/>
            </p:cNvCxnSpPr>
            <p:nvPr/>
          </p:nvCxnSpPr>
          <p:spPr>
            <a:xfrm flipV="1">
              <a:off x="5756837" y="1289048"/>
              <a:ext cx="2018129" cy="2229652"/>
            </a:xfrm>
            <a:prstGeom prst="line">
              <a:avLst/>
            </a:prstGeom>
            <a:ln>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7679B63-6FB9-9E76-66BB-7076A2014A3F}"/>
                </a:ext>
              </a:extLst>
            </p:cNvPr>
            <p:cNvCxnSpPr>
              <a:cxnSpLocks/>
              <a:stCxn id="13" idx="4"/>
              <a:endCxn id="24" idx="4"/>
            </p:cNvCxnSpPr>
            <p:nvPr/>
          </p:nvCxnSpPr>
          <p:spPr>
            <a:xfrm flipV="1">
              <a:off x="5973393" y="3596640"/>
              <a:ext cx="2757409" cy="444871"/>
            </a:xfrm>
            <a:prstGeom prst="line">
              <a:avLst/>
            </a:prstGeom>
            <a:ln>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27" name="Ink 26">
                <a:extLst>
                  <a:ext uri="{FF2B5EF4-FFF2-40B4-BE49-F238E27FC236}">
                    <a16:creationId xmlns:a16="http://schemas.microsoft.com/office/drawing/2014/main" id="{AB3EFF49-1E6B-B3FE-EB8A-8D2642598B85}"/>
                  </a:ext>
                </a:extLst>
              </p14:cNvPr>
              <p14:cNvContentPartPr/>
              <p14:nvPr/>
            </p14:nvContentPartPr>
            <p14:xfrm>
              <a:off x="8037720" y="1726920"/>
              <a:ext cx="2295720" cy="1328760"/>
            </p14:xfrm>
          </p:contentPart>
        </mc:Choice>
        <mc:Fallback>
          <p:pic>
            <p:nvPicPr>
              <p:cNvPr id="27" name="Ink 26">
                <a:extLst>
                  <a:ext uri="{FF2B5EF4-FFF2-40B4-BE49-F238E27FC236}">
                    <a16:creationId xmlns:a16="http://schemas.microsoft.com/office/drawing/2014/main" id="{AB3EFF49-1E6B-B3FE-EB8A-8D2642598B85}"/>
                  </a:ext>
                </a:extLst>
              </p:cNvPr>
              <p:cNvPicPr/>
              <p:nvPr/>
            </p:nvPicPr>
            <p:blipFill>
              <a:blip r:embed="rId3"/>
              <a:stretch>
                <a:fillRect/>
              </a:stretch>
            </p:blipFill>
            <p:spPr>
              <a:xfrm>
                <a:off x="8028360" y="1717560"/>
                <a:ext cx="2314440" cy="1347480"/>
              </a:xfrm>
              <a:prstGeom prst="rect">
                <a:avLst/>
              </a:prstGeom>
            </p:spPr>
          </p:pic>
        </mc:Fallback>
      </mc:AlternateContent>
    </p:spTree>
    <p:extLst>
      <p:ext uri="{BB962C8B-B14F-4D97-AF65-F5344CB8AC3E}">
        <p14:creationId xmlns:p14="http://schemas.microsoft.com/office/powerpoint/2010/main" val="28339565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4F648-E67F-3270-9ABE-65A95085E879}"/>
              </a:ext>
            </a:extLst>
          </p:cNvPr>
          <p:cNvSpPr>
            <a:spLocks noGrp="1"/>
          </p:cNvSpPr>
          <p:nvPr>
            <p:ph type="title"/>
          </p:nvPr>
        </p:nvSpPr>
        <p:spPr/>
        <p:txBody>
          <a:bodyPr/>
          <a:lstStyle/>
          <a:p>
            <a:r>
              <a:rPr lang="en-US" dirty="0"/>
              <a:t>Inserting into an AVL Tree</a:t>
            </a:r>
          </a:p>
        </p:txBody>
      </p:sp>
      <p:sp>
        <p:nvSpPr>
          <p:cNvPr id="3" name="Content Placeholder 2">
            <a:extLst>
              <a:ext uri="{FF2B5EF4-FFF2-40B4-BE49-F238E27FC236}">
                <a16:creationId xmlns:a16="http://schemas.microsoft.com/office/drawing/2014/main" id="{4D0DC7C8-A176-31A9-28EA-8DF97A719FCE}"/>
              </a:ext>
            </a:extLst>
          </p:cNvPr>
          <p:cNvSpPr>
            <a:spLocks noGrp="1"/>
          </p:cNvSpPr>
          <p:nvPr>
            <p:ph idx="1"/>
          </p:nvPr>
        </p:nvSpPr>
        <p:spPr/>
        <p:txBody>
          <a:bodyPr/>
          <a:lstStyle/>
          <a:p>
            <a:r>
              <a:rPr lang="en-US" dirty="0"/>
              <a:t>Starts out the same way as BST:</a:t>
            </a:r>
          </a:p>
          <a:p>
            <a:pPr lvl="1"/>
            <a:r>
              <a:rPr lang="en-US" dirty="0"/>
              <a:t>“Find” where the new node should go</a:t>
            </a:r>
          </a:p>
          <a:p>
            <a:pPr lvl="1"/>
            <a:r>
              <a:rPr lang="en-US" dirty="0"/>
              <a:t>Put it in the right place (it will be a leaf)</a:t>
            </a:r>
          </a:p>
          <a:p>
            <a:r>
              <a:rPr lang="en-US" dirty="0"/>
              <a:t>Next check the balance</a:t>
            </a:r>
          </a:p>
          <a:p>
            <a:pPr lvl="1"/>
            <a:r>
              <a:rPr lang="en-US" dirty="0"/>
              <a:t>If the tree is still balanced, you’re done!</a:t>
            </a:r>
          </a:p>
          <a:p>
            <a:pPr lvl="1"/>
            <a:r>
              <a:rPr lang="en-US" dirty="0"/>
              <a:t>Otherwise we need to do rotations</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41DD760A-67C0-142F-FF11-BB22A4F35C19}"/>
                  </a:ext>
                </a:extLst>
              </p14:cNvPr>
              <p14:cNvContentPartPr/>
              <p14:nvPr/>
            </p14:nvContentPartPr>
            <p14:xfrm>
              <a:off x="3164760" y="3052440"/>
              <a:ext cx="3168360" cy="110520"/>
            </p14:xfrm>
          </p:contentPart>
        </mc:Choice>
        <mc:Fallback>
          <p:pic>
            <p:nvPicPr>
              <p:cNvPr id="4" name="Ink 3">
                <a:extLst>
                  <a:ext uri="{FF2B5EF4-FFF2-40B4-BE49-F238E27FC236}">
                    <a16:creationId xmlns:a16="http://schemas.microsoft.com/office/drawing/2014/main" id="{41DD760A-67C0-142F-FF11-BB22A4F35C19}"/>
                  </a:ext>
                </a:extLst>
              </p:cNvPr>
              <p:cNvPicPr/>
              <p:nvPr/>
            </p:nvPicPr>
            <p:blipFill>
              <a:blip r:embed="rId3"/>
              <a:stretch>
                <a:fillRect/>
              </a:stretch>
            </p:blipFill>
            <p:spPr>
              <a:xfrm>
                <a:off x="3155400" y="3043080"/>
                <a:ext cx="3187080" cy="129240"/>
              </a:xfrm>
              <a:prstGeom prst="rect">
                <a:avLst/>
              </a:prstGeom>
            </p:spPr>
          </p:pic>
        </mc:Fallback>
      </mc:AlternateContent>
    </p:spTree>
    <p:extLst>
      <p:ext uri="{BB962C8B-B14F-4D97-AF65-F5344CB8AC3E}">
        <p14:creationId xmlns:p14="http://schemas.microsoft.com/office/powerpoint/2010/main" val="22487419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Insert Example (Insert 10)</a:t>
            </a:r>
          </a:p>
        </p:txBody>
      </p:sp>
      <p:sp>
        <p:nvSpPr>
          <p:cNvPr id="24" name="Oval 23" descr="We will insert a new key-value pair with the key 10 into the AVL tree">
            <a:extLst>
              <a:ext uri="{FF2B5EF4-FFF2-40B4-BE49-F238E27FC236}">
                <a16:creationId xmlns:a16="http://schemas.microsoft.com/office/drawing/2014/main" id="{343823FD-4399-AFC7-649D-4594D6C04EC3}"/>
              </a:ext>
            </a:extLst>
          </p:cNvPr>
          <p:cNvSpPr/>
          <p:nvPr/>
        </p:nvSpPr>
        <p:spPr>
          <a:xfrm>
            <a:off x="1941981" y="195789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nvGrpSpPr>
          <p:cNvPr id="25" name="Group 24" descr="An AVL tree that is structured as follows:&#10;&#10;root: 9, with left child 3 and right child 11&#10;3: left child is 1, right child is 6&#10;1: left child is 0, right child is 2&#10;0: has no children&#10;2: has no children&#10;6: has no left child, right child is 7&#10;7: has no children&#10;11: it has no left child, right child is 16&#10;16: has no children">
            <a:extLst>
              <a:ext uri="{FF2B5EF4-FFF2-40B4-BE49-F238E27FC236}">
                <a16:creationId xmlns:a16="http://schemas.microsoft.com/office/drawing/2014/main" id="{9A09937D-E5F3-D019-530B-7A92F0280754}"/>
              </a:ext>
            </a:extLst>
          </p:cNvPr>
          <p:cNvGrpSpPr/>
          <p:nvPr/>
        </p:nvGrpSpPr>
        <p:grpSpPr>
          <a:xfrm>
            <a:off x="4342023" y="2047599"/>
            <a:ext cx="4036614" cy="2762801"/>
            <a:chOff x="8079280" y="365125"/>
            <a:chExt cx="4036614" cy="2762801"/>
          </a:xfrm>
        </p:grpSpPr>
        <p:grpSp>
          <p:nvGrpSpPr>
            <p:cNvPr id="26" name="Group 25">
              <a:extLst>
                <a:ext uri="{FF2B5EF4-FFF2-40B4-BE49-F238E27FC236}">
                  <a16:creationId xmlns:a16="http://schemas.microsoft.com/office/drawing/2014/main" id="{9C3CF9AB-9F73-CE56-ECC0-821520B6D007}"/>
                </a:ext>
              </a:extLst>
            </p:cNvPr>
            <p:cNvGrpSpPr/>
            <p:nvPr/>
          </p:nvGrpSpPr>
          <p:grpSpPr>
            <a:xfrm>
              <a:off x="8079280" y="365125"/>
              <a:ext cx="4036614" cy="2762801"/>
              <a:chOff x="5413263" y="1203158"/>
              <a:chExt cx="4036614" cy="2762801"/>
            </a:xfrm>
          </p:grpSpPr>
          <p:grpSp>
            <p:nvGrpSpPr>
              <p:cNvPr id="31" name="Group 30">
                <a:extLst>
                  <a:ext uri="{FF2B5EF4-FFF2-40B4-BE49-F238E27FC236}">
                    <a16:creationId xmlns:a16="http://schemas.microsoft.com/office/drawing/2014/main" id="{2E641959-57F1-A5D6-D64A-7E1F2F411725}"/>
                  </a:ext>
                </a:extLst>
              </p:cNvPr>
              <p:cNvGrpSpPr/>
              <p:nvPr/>
            </p:nvGrpSpPr>
            <p:grpSpPr>
              <a:xfrm>
                <a:off x="5413263" y="1203158"/>
                <a:ext cx="4036614" cy="2762801"/>
                <a:chOff x="131609" y="2379747"/>
                <a:chExt cx="4036614" cy="2762801"/>
              </a:xfrm>
            </p:grpSpPr>
            <p:sp>
              <p:nvSpPr>
                <p:cNvPr id="34" name="Oval 33">
                  <a:extLst>
                    <a:ext uri="{FF2B5EF4-FFF2-40B4-BE49-F238E27FC236}">
                      <a16:creationId xmlns:a16="http://schemas.microsoft.com/office/drawing/2014/main" id="{E0B26C9B-5408-C183-74CF-17A2C191F544}"/>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5" name="Oval 34">
                  <a:extLst>
                    <a:ext uri="{FF2B5EF4-FFF2-40B4-BE49-F238E27FC236}">
                      <a16:creationId xmlns:a16="http://schemas.microsoft.com/office/drawing/2014/main" id="{D1D87951-98E5-8B68-5B32-53881174B3CA}"/>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6" name="Oval 35">
                  <a:extLst>
                    <a:ext uri="{FF2B5EF4-FFF2-40B4-BE49-F238E27FC236}">
                      <a16:creationId xmlns:a16="http://schemas.microsoft.com/office/drawing/2014/main" id="{7A231894-7ABB-1CCE-DB1B-2CCA89E0F42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7" name="Oval 36">
                  <a:extLst>
                    <a:ext uri="{FF2B5EF4-FFF2-40B4-BE49-F238E27FC236}">
                      <a16:creationId xmlns:a16="http://schemas.microsoft.com/office/drawing/2014/main" id="{D9A67541-A9FD-4C8C-787E-BADB8E57B97C}"/>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8" name="Oval 37">
                  <a:extLst>
                    <a:ext uri="{FF2B5EF4-FFF2-40B4-BE49-F238E27FC236}">
                      <a16:creationId xmlns:a16="http://schemas.microsoft.com/office/drawing/2014/main" id="{C8408EF0-E522-19E4-0E14-56CE513DC7E2}"/>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39" name="Oval 38">
                  <a:extLst>
                    <a:ext uri="{FF2B5EF4-FFF2-40B4-BE49-F238E27FC236}">
                      <a16:creationId xmlns:a16="http://schemas.microsoft.com/office/drawing/2014/main" id="{093B0A94-C79F-9A6D-40B4-69747128026A}"/>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40" name="Straight Connector 39">
                  <a:extLst>
                    <a:ext uri="{FF2B5EF4-FFF2-40B4-BE49-F238E27FC236}">
                      <a16:creationId xmlns:a16="http://schemas.microsoft.com/office/drawing/2014/main" id="{E1099560-4C15-3239-2340-87B6716CD622}"/>
                    </a:ext>
                  </a:extLst>
                </p:cNvPr>
                <p:cNvCxnSpPr>
                  <a:cxnSpLocks/>
                  <a:stCxn id="34" idx="3"/>
                  <a:endCxn id="35"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5851001-F32E-C7EA-CA0A-E7DA8D38ACEB}"/>
                    </a:ext>
                  </a:extLst>
                </p:cNvPr>
                <p:cNvCxnSpPr>
                  <a:cxnSpLocks/>
                  <a:stCxn id="34" idx="5"/>
                  <a:endCxn id="36"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CA0DEC1-6E23-A49D-1D6D-2BC63400A91A}"/>
                    </a:ext>
                  </a:extLst>
                </p:cNvPr>
                <p:cNvCxnSpPr>
                  <a:stCxn id="37" idx="7"/>
                  <a:endCxn id="35"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9BB1F9E-86E7-0890-9EF8-C42D04BFD1CD}"/>
                    </a:ext>
                  </a:extLst>
                </p:cNvPr>
                <p:cNvCxnSpPr>
                  <a:cxnSpLocks/>
                  <a:stCxn id="39" idx="7"/>
                  <a:endCxn id="37"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015FB79-7546-7518-3DA4-4F5FF4D0F4CE}"/>
                    </a:ext>
                  </a:extLst>
                </p:cNvPr>
                <p:cNvCxnSpPr>
                  <a:stCxn id="38" idx="1"/>
                  <a:endCxn id="36"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Oval 31">
                <a:extLst>
                  <a:ext uri="{FF2B5EF4-FFF2-40B4-BE49-F238E27FC236}">
                    <a16:creationId xmlns:a16="http://schemas.microsoft.com/office/drawing/2014/main" id="{91223B37-4E68-3E4C-7455-07D7569E4B65}"/>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3" name="Straight Connector 32">
                <a:extLst>
                  <a:ext uri="{FF2B5EF4-FFF2-40B4-BE49-F238E27FC236}">
                    <a16:creationId xmlns:a16="http://schemas.microsoft.com/office/drawing/2014/main" id="{1991FAB1-8E77-1558-030F-17257C90BEC0}"/>
                  </a:ext>
                </a:extLst>
              </p:cNvPr>
              <p:cNvCxnSpPr>
                <a:cxnSpLocks/>
                <a:stCxn id="32" idx="1"/>
                <a:endCxn id="35"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7AA47EE7-C232-A1F3-F15F-0E1E9ECAF9EE}"/>
                </a:ext>
              </a:extLst>
            </p:cNvPr>
            <p:cNvSpPr/>
            <p:nvPr/>
          </p:nvSpPr>
          <p:spPr>
            <a:xfrm>
              <a:off x="94564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Oval 27">
              <a:extLst>
                <a:ext uri="{FF2B5EF4-FFF2-40B4-BE49-F238E27FC236}">
                  <a16:creationId xmlns:a16="http://schemas.microsoft.com/office/drawing/2014/main" id="{8FF8B556-BF39-9168-1287-2F7A38F0A6BA}"/>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9" name="Straight Connector 28">
              <a:extLst>
                <a:ext uri="{FF2B5EF4-FFF2-40B4-BE49-F238E27FC236}">
                  <a16:creationId xmlns:a16="http://schemas.microsoft.com/office/drawing/2014/main" id="{0AEDB08B-C0DB-02A2-6E90-BE3FB91E8ED7}"/>
                </a:ext>
              </a:extLst>
            </p:cNvPr>
            <p:cNvCxnSpPr>
              <a:cxnSpLocks/>
              <a:stCxn id="27" idx="1"/>
              <a:endCxn id="37" idx="5"/>
            </p:cNvCxnSpPr>
            <p:nvPr/>
          </p:nvCxnSpPr>
          <p:spPr>
            <a:xfrm flipH="1" flipV="1">
              <a:off x="9290834" y="2307549"/>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030A45F-F212-B052-04BA-2ED658B17A52}"/>
                </a:ext>
              </a:extLst>
            </p:cNvPr>
            <p:cNvCxnSpPr>
              <a:cxnSpLocks/>
              <a:stCxn id="28" idx="1"/>
              <a:endCxn id="32"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0B8D1952-E5F1-EF9B-8F38-34EFE57A1368}"/>
                  </a:ext>
                </a:extLst>
              </p14:cNvPr>
              <p14:cNvContentPartPr/>
              <p14:nvPr/>
            </p14:nvContentPartPr>
            <p14:xfrm>
              <a:off x="3757680" y="1837080"/>
              <a:ext cx="4710600" cy="3337560"/>
            </p14:xfrm>
          </p:contentPart>
        </mc:Choice>
        <mc:Fallback>
          <p:pic>
            <p:nvPicPr>
              <p:cNvPr id="3" name="Ink 2">
                <a:extLst>
                  <a:ext uri="{FF2B5EF4-FFF2-40B4-BE49-F238E27FC236}">
                    <a16:creationId xmlns:a16="http://schemas.microsoft.com/office/drawing/2014/main" id="{0B8D1952-E5F1-EF9B-8F38-34EFE57A1368}"/>
                  </a:ext>
                </a:extLst>
              </p:cNvPr>
              <p:cNvPicPr/>
              <p:nvPr/>
            </p:nvPicPr>
            <p:blipFill>
              <a:blip r:embed="rId3"/>
              <a:stretch>
                <a:fillRect/>
              </a:stretch>
            </p:blipFill>
            <p:spPr>
              <a:xfrm>
                <a:off x="3748320" y="1827720"/>
                <a:ext cx="4729320" cy="3356280"/>
              </a:xfrm>
              <a:prstGeom prst="rect">
                <a:avLst/>
              </a:prstGeom>
            </p:spPr>
          </p:pic>
        </mc:Fallback>
      </mc:AlternateContent>
    </p:spTree>
    <p:extLst>
      <p:ext uri="{BB962C8B-B14F-4D97-AF65-F5344CB8AC3E}">
        <p14:creationId xmlns:p14="http://schemas.microsoft.com/office/powerpoint/2010/main" val="6877670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0D567-C145-7332-976E-359B494405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4C6F7D-C2E9-AE12-0B2A-6EC4CDBF1137}"/>
              </a:ext>
            </a:extLst>
          </p:cNvPr>
          <p:cNvSpPr>
            <a:spLocks noGrp="1"/>
          </p:cNvSpPr>
          <p:nvPr>
            <p:ph type="title"/>
          </p:nvPr>
        </p:nvSpPr>
        <p:spPr/>
        <p:txBody>
          <a:bodyPr/>
          <a:lstStyle/>
          <a:p>
            <a:r>
              <a:rPr lang="en-US" dirty="0"/>
              <a:t>Insert Example (Insert 10) - After</a:t>
            </a:r>
          </a:p>
        </p:txBody>
      </p:sp>
      <p:grpSp>
        <p:nvGrpSpPr>
          <p:cNvPr id="9" name="Group 8" descr="We first follow the BST insert procedure, so 10 goes to the right of 9 and the left of 11 to become the left child of 11.&#10;&#10;Now we need to check if the tree is still balanced. The left subtree of 11 has height 0, as does the right subtree. the left subtree of 9 has height 2 and the right subtree has height 1. Since no nodes on the path to 10 are unbalanced, the tree is still balanced.">
            <a:extLst>
              <a:ext uri="{FF2B5EF4-FFF2-40B4-BE49-F238E27FC236}">
                <a16:creationId xmlns:a16="http://schemas.microsoft.com/office/drawing/2014/main" id="{CA7990EE-9B29-F6C6-113F-7910B929BD95}"/>
              </a:ext>
            </a:extLst>
          </p:cNvPr>
          <p:cNvGrpSpPr/>
          <p:nvPr/>
        </p:nvGrpSpPr>
        <p:grpSpPr>
          <a:xfrm>
            <a:off x="4342023" y="2047599"/>
            <a:ext cx="4762907" cy="2762801"/>
            <a:chOff x="4342023" y="2047599"/>
            <a:chExt cx="4762907" cy="2762801"/>
          </a:xfrm>
        </p:grpSpPr>
        <p:sp>
          <p:nvSpPr>
            <p:cNvPr id="24" name="Oval 23" descr="we will insert a new key-value pair with the value 10 into the AVL tree">
              <a:extLst>
                <a:ext uri="{FF2B5EF4-FFF2-40B4-BE49-F238E27FC236}">
                  <a16:creationId xmlns:a16="http://schemas.microsoft.com/office/drawing/2014/main" id="{47654875-24A7-824E-C8EF-684D145F08EB}"/>
                </a:ext>
              </a:extLst>
            </p:cNvPr>
            <p:cNvSpPr/>
            <p:nvPr/>
          </p:nvSpPr>
          <p:spPr>
            <a:xfrm>
              <a:off x="7332673" y="3415406"/>
              <a:ext cx="612511" cy="612511"/>
            </a:xfrm>
            <a:prstGeom prst="ellips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4" name="Oval 33">
              <a:extLst>
                <a:ext uri="{FF2B5EF4-FFF2-40B4-BE49-F238E27FC236}">
                  <a16:creationId xmlns:a16="http://schemas.microsoft.com/office/drawing/2014/main" id="{F9B4253D-54DB-46BB-DE69-B2008A1C24AC}"/>
                </a:ext>
              </a:extLst>
            </p:cNvPr>
            <p:cNvSpPr/>
            <p:nvPr/>
          </p:nvSpPr>
          <p:spPr>
            <a:xfrm>
              <a:off x="6469777" y="204759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5" name="Oval 34">
              <a:extLst>
                <a:ext uri="{FF2B5EF4-FFF2-40B4-BE49-F238E27FC236}">
                  <a16:creationId xmlns:a16="http://schemas.microsoft.com/office/drawing/2014/main" id="{920BEE44-101E-EFF1-1A02-1F1C0A7CE67C}"/>
                </a:ext>
              </a:extLst>
            </p:cNvPr>
            <p:cNvSpPr/>
            <p:nvPr/>
          </p:nvSpPr>
          <p:spPr>
            <a:xfrm>
              <a:off x="5766486" y="2710887"/>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6" name="Oval 35">
              <a:extLst>
                <a:ext uri="{FF2B5EF4-FFF2-40B4-BE49-F238E27FC236}">
                  <a16:creationId xmlns:a16="http://schemas.microsoft.com/office/drawing/2014/main" id="{55D0DDA5-E7AB-EEB2-4D07-A9A80D06EBB2}"/>
                </a:ext>
              </a:extLst>
            </p:cNvPr>
            <p:cNvSpPr/>
            <p:nvPr/>
          </p:nvSpPr>
          <p:spPr>
            <a:xfrm>
              <a:off x="7879908" y="271462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7" name="Oval 36">
              <a:extLst>
                <a:ext uri="{FF2B5EF4-FFF2-40B4-BE49-F238E27FC236}">
                  <a16:creationId xmlns:a16="http://schemas.microsoft.com/office/drawing/2014/main" id="{14E77D29-6ACC-4D5C-9464-17D7F7DF5D1E}"/>
                </a:ext>
              </a:extLst>
            </p:cNvPr>
            <p:cNvSpPr/>
            <p:nvPr/>
          </p:nvSpPr>
          <p:spPr>
            <a:xfrm>
              <a:off x="5030766" y="346721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8" name="Oval 37">
              <a:extLst>
                <a:ext uri="{FF2B5EF4-FFF2-40B4-BE49-F238E27FC236}">
                  <a16:creationId xmlns:a16="http://schemas.microsoft.com/office/drawing/2014/main" id="{415ECFD7-11E3-4CB3-D00F-9FDC5F4EA535}"/>
                </a:ext>
              </a:extLst>
            </p:cNvPr>
            <p:cNvSpPr/>
            <p:nvPr/>
          </p:nvSpPr>
          <p:spPr>
            <a:xfrm>
              <a:off x="8492419" y="340470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39" name="Oval 38">
              <a:extLst>
                <a:ext uri="{FF2B5EF4-FFF2-40B4-BE49-F238E27FC236}">
                  <a16:creationId xmlns:a16="http://schemas.microsoft.com/office/drawing/2014/main" id="{1896F53D-AC77-CF07-48FC-A7B8A53BBF35}"/>
                </a:ext>
              </a:extLst>
            </p:cNvPr>
            <p:cNvSpPr/>
            <p:nvPr/>
          </p:nvSpPr>
          <p:spPr>
            <a:xfrm>
              <a:off x="4342023" y="419788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40" name="Straight Connector 39">
              <a:extLst>
                <a:ext uri="{FF2B5EF4-FFF2-40B4-BE49-F238E27FC236}">
                  <a16:creationId xmlns:a16="http://schemas.microsoft.com/office/drawing/2014/main" id="{6A74166C-7B38-A68B-E8AD-477316F57ECF}"/>
                </a:ext>
              </a:extLst>
            </p:cNvPr>
            <p:cNvCxnSpPr>
              <a:cxnSpLocks/>
              <a:stCxn id="34" idx="3"/>
              <a:endCxn id="35" idx="7"/>
            </p:cNvCxnSpPr>
            <p:nvPr/>
          </p:nvCxnSpPr>
          <p:spPr>
            <a:xfrm flipH="1">
              <a:off x="6289297" y="2570410"/>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40FAB3F-B77C-52A8-4889-C95354F7C1EE}"/>
                </a:ext>
              </a:extLst>
            </p:cNvPr>
            <p:cNvCxnSpPr>
              <a:cxnSpLocks/>
              <a:stCxn id="34" idx="5"/>
              <a:endCxn id="36" idx="1"/>
            </p:cNvCxnSpPr>
            <p:nvPr/>
          </p:nvCxnSpPr>
          <p:spPr>
            <a:xfrm>
              <a:off x="6992588" y="2570410"/>
              <a:ext cx="977020" cy="2339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6BD1D60-53D5-4268-7F76-7DA7A50D6F53}"/>
                </a:ext>
              </a:extLst>
            </p:cNvPr>
            <p:cNvCxnSpPr>
              <a:stCxn id="37" idx="7"/>
              <a:endCxn id="35" idx="3"/>
            </p:cNvCxnSpPr>
            <p:nvPr/>
          </p:nvCxnSpPr>
          <p:spPr>
            <a:xfrm flipV="1">
              <a:off x="5553577" y="3233698"/>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8B92727-E533-DE20-D786-8E850CC13C34}"/>
                </a:ext>
              </a:extLst>
            </p:cNvPr>
            <p:cNvCxnSpPr>
              <a:cxnSpLocks/>
              <a:stCxn id="39" idx="7"/>
              <a:endCxn id="37" idx="3"/>
            </p:cNvCxnSpPr>
            <p:nvPr/>
          </p:nvCxnSpPr>
          <p:spPr>
            <a:xfrm flipV="1">
              <a:off x="4864834" y="3990023"/>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73F107A-FBC7-2FC9-7F2F-C0362FBD4EC0}"/>
                </a:ext>
              </a:extLst>
            </p:cNvPr>
            <p:cNvCxnSpPr>
              <a:stCxn id="38" idx="1"/>
              <a:endCxn id="36" idx="5"/>
            </p:cNvCxnSpPr>
            <p:nvPr/>
          </p:nvCxnSpPr>
          <p:spPr>
            <a:xfrm flipH="1" flipV="1">
              <a:off x="8402719" y="3237432"/>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E58074AA-AEFE-1690-7884-D6E0748CA592}"/>
                </a:ext>
              </a:extLst>
            </p:cNvPr>
            <p:cNvSpPr/>
            <p:nvPr/>
          </p:nvSpPr>
          <p:spPr>
            <a:xfrm>
              <a:off x="6460050" y="336466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3" name="Straight Connector 32">
              <a:extLst>
                <a:ext uri="{FF2B5EF4-FFF2-40B4-BE49-F238E27FC236}">
                  <a16:creationId xmlns:a16="http://schemas.microsoft.com/office/drawing/2014/main" id="{527631F1-6A6A-15B6-FC9C-144A0762DC58}"/>
                </a:ext>
              </a:extLst>
            </p:cNvPr>
            <p:cNvCxnSpPr>
              <a:cxnSpLocks/>
              <a:stCxn id="32" idx="1"/>
              <a:endCxn id="35" idx="5"/>
            </p:cNvCxnSpPr>
            <p:nvPr/>
          </p:nvCxnSpPr>
          <p:spPr>
            <a:xfrm flipH="1" flipV="1">
              <a:off x="6289297" y="3233698"/>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9C7D1DB2-0ADA-9D09-F3A1-406354F86E18}"/>
                </a:ext>
              </a:extLst>
            </p:cNvPr>
            <p:cNvSpPr/>
            <p:nvPr/>
          </p:nvSpPr>
          <p:spPr>
            <a:xfrm>
              <a:off x="5719220" y="419259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Oval 27">
              <a:extLst>
                <a:ext uri="{FF2B5EF4-FFF2-40B4-BE49-F238E27FC236}">
                  <a16:creationId xmlns:a16="http://schemas.microsoft.com/office/drawing/2014/main" id="{AC63E750-B768-803C-29B0-EA6B98CD418D}"/>
                </a:ext>
              </a:extLst>
            </p:cNvPr>
            <p:cNvSpPr/>
            <p:nvPr/>
          </p:nvSpPr>
          <p:spPr>
            <a:xfrm>
              <a:off x="7139078"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9" name="Straight Connector 28">
              <a:extLst>
                <a:ext uri="{FF2B5EF4-FFF2-40B4-BE49-F238E27FC236}">
                  <a16:creationId xmlns:a16="http://schemas.microsoft.com/office/drawing/2014/main" id="{3455DBFC-050D-925F-C544-3FE714A61A90}"/>
                </a:ext>
              </a:extLst>
            </p:cNvPr>
            <p:cNvCxnSpPr>
              <a:cxnSpLocks/>
              <a:stCxn id="27" idx="1"/>
              <a:endCxn id="37" idx="5"/>
            </p:cNvCxnSpPr>
            <p:nvPr/>
          </p:nvCxnSpPr>
          <p:spPr>
            <a:xfrm flipH="1" flipV="1">
              <a:off x="5553577" y="3990023"/>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89A76A3-D259-71C9-812A-28BBBA5A8C3C}"/>
                </a:ext>
              </a:extLst>
            </p:cNvPr>
            <p:cNvCxnSpPr>
              <a:cxnSpLocks/>
              <a:stCxn id="28" idx="1"/>
              <a:endCxn id="32" idx="5"/>
            </p:cNvCxnSpPr>
            <p:nvPr/>
          </p:nvCxnSpPr>
          <p:spPr>
            <a:xfrm flipH="1" flipV="1">
              <a:off x="6982861" y="3887476"/>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16EDC6D-1CBA-8392-BDE6-1A2F6E8603D3}"/>
                </a:ext>
              </a:extLst>
            </p:cNvPr>
            <p:cNvCxnSpPr>
              <a:cxnSpLocks/>
              <a:stCxn id="24" idx="7"/>
              <a:endCxn id="36" idx="3"/>
            </p:cNvCxnSpPr>
            <p:nvPr/>
          </p:nvCxnSpPr>
          <p:spPr>
            <a:xfrm flipV="1">
              <a:off x="7855484" y="3237432"/>
              <a:ext cx="114124" cy="26767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57895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Insert Example (Insert -1)</a:t>
            </a:r>
          </a:p>
        </p:txBody>
      </p:sp>
      <p:grpSp>
        <p:nvGrpSpPr>
          <p:cNvPr id="4" name="Group 3" descr="An AVL tree that is structured as follows:&#10;&#10;root: 9, with left child 3 and right child 11&#10;3: left child is 1, right child is 6&#10;1: left child is 0, right child is 2&#10;0: has no children&#10;2: has no children&#10;6: has no left child, right child is 7&#10;7: has no children&#10;11: it has no left child, right child is 16&#10;16: has no children">
            <a:extLst>
              <a:ext uri="{FF2B5EF4-FFF2-40B4-BE49-F238E27FC236}">
                <a16:creationId xmlns:a16="http://schemas.microsoft.com/office/drawing/2014/main" id="{6EA20C27-94E3-EF82-B066-C6C9318383F2}"/>
              </a:ext>
            </a:extLst>
          </p:cNvPr>
          <p:cNvGrpSpPr/>
          <p:nvPr/>
        </p:nvGrpSpPr>
        <p:grpSpPr>
          <a:xfrm>
            <a:off x="3102503" y="2972159"/>
            <a:ext cx="4036614" cy="2762801"/>
            <a:chOff x="8079280" y="365125"/>
            <a:chExt cx="4036614" cy="2762801"/>
          </a:xfrm>
        </p:grpSpPr>
        <p:grpSp>
          <p:nvGrpSpPr>
            <p:cNvPr id="5" name="Group 4">
              <a:extLst>
                <a:ext uri="{FF2B5EF4-FFF2-40B4-BE49-F238E27FC236}">
                  <a16:creationId xmlns:a16="http://schemas.microsoft.com/office/drawing/2014/main" id="{8B51145B-4143-BFCB-7640-8FD8DDFF7D48}"/>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92A3938F-B46C-93BC-ED09-2F255984F827}"/>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B7675288-6037-34B7-9E5C-D6D7949784B4}"/>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B704ECC7-9CA7-1E83-E3A9-2656F12C935F}"/>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B20E0282-7434-FCEC-F4C6-75332C51EE8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6" name="Oval 15">
                  <a:extLst>
                    <a:ext uri="{FF2B5EF4-FFF2-40B4-BE49-F238E27FC236}">
                      <a16:creationId xmlns:a16="http://schemas.microsoft.com/office/drawing/2014/main" id="{06EAA6EF-5E4C-14CF-6468-FF1412C4541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8648D38D-39F5-CD24-C125-A3F92C192133}"/>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9B5CC251-E35B-0E4A-E608-C8D59CFA39BA}"/>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257813C4-9171-1F70-AB27-FB5B3EBADCFE}"/>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81CB6E9-1646-FA1B-F36F-61E19B529632}"/>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4BECAB9-FB3B-AF93-8D29-10B949671677}"/>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FE59C21-08AC-00A0-4ADA-A7361360A9F3}"/>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2642F43-8430-EC8F-D864-873EE7842B1A}"/>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79DD00EA-A418-BE18-C681-27FFFB3C4A1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0A12A2BC-B31E-4941-BFBF-ADA0D02D45AF}"/>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1A19C799-DA8A-2F26-DC27-7578D35C4651}"/>
                </a:ext>
              </a:extLst>
            </p:cNvPr>
            <p:cNvSpPr/>
            <p:nvPr/>
          </p:nvSpPr>
          <p:spPr>
            <a:xfrm>
              <a:off x="94564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Oval 6">
              <a:extLst>
                <a:ext uri="{FF2B5EF4-FFF2-40B4-BE49-F238E27FC236}">
                  <a16:creationId xmlns:a16="http://schemas.microsoft.com/office/drawing/2014/main" id="{0328692A-BCEB-ADDA-8859-370CE004120D}"/>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FC1A7374-71FD-FD69-A95F-94455213B14E}"/>
                </a:ext>
              </a:extLst>
            </p:cNvPr>
            <p:cNvCxnSpPr>
              <a:cxnSpLocks/>
              <a:stCxn id="6" idx="1"/>
              <a:endCxn id="16" idx="5"/>
            </p:cNvCxnSpPr>
            <p:nvPr/>
          </p:nvCxnSpPr>
          <p:spPr>
            <a:xfrm flipH="1" flipV="1">
              <a:off x="9290834" y="2307549"/>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FA6DE27-BF70-6AE9-235C-E0A675DF8B03}"/>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descr="We will insert a new key-value pair with the key -1 into the AVL tree">
            <a:extLst>
              <a:ext uri="{FF2B5EF4-FFF2-40B4-BE49-F238E27FC236}">
                <a16:creationId xmlns:a16="http://schemas.microsoft.com/office/drawing/2014/main" id="{343823FD-4399-AFC7-649D-4594D6C04EC3}"/>
              </a:ext>
            </a:extLst>
          </p:cNvPr>
          <p:cNvSpPr/>
          <p:nvPr/>
        </p:nvSpPr>
        <p:spPr>
          <a:xfrm>
            <a:off x="6436906" y="183681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C8F0F42D-893F-83C0-79BC-C92A57557CAD}"/>
                  </a:ext>
                </a:extLst>
              </p14:cNvPr>
              <p14:cNvContentPartPr/>
              <p14:nvPr/>
            </p14:nvContentPartPr>
            <p14:xfrm>
              <a:off x="2092320" y="3174840"/>
              <a:ext cx="4412520" cy="3058920"/>
            </p14:xfrm>
          </p:contentPart>
        </mc:Choice>
        <mc:Fallback>
          <p:pic>
            <p:nvPicPr>
              <p:cNvPr id="3" name="Ink 2">
                <a:extLst>
                  <a:ext uri="{FF2B5EF4-FFF2-40B4-BE49-F238E27FC236}">
                    <a16:creationId xmlns:a16="http://schemas.microsoft.com/office/drawing/2014/main" id="{C8F0F42D-893F-83C0-79BC-C92A57557CAD}"/>
                  </a:ext>
                </a:extLst>
              </p:cNvPr>
              <p:cNvPicPr/>
              <p:nvPr/>
            </p:nvPicPr>
            <p:blipFill>
              <a:blip r:embed="rId3"/>
              <a:stretch>
                <a:fillRect/>
              </a:stretch>
            </p:blipFill>
            <p:spPr>
              <a:xfrm>
                <a:off x="2082960" y="3165480"/>
                <a:ext cx="4431240" cy="3077640"/>
              </a:xfrm>
              <a:prstGeom prst="rect">
                <a:avLst/>
              </a:prstGeom>
            </p:spPr>
          </p:pic>
        </mc:Fallback>
      </mc:AlternateContent>
    </p:spTree>
    <p:extLst>
      <p:ext uri="{BB962C8B-B14F-4D97-AF65-F5344CB8AC3E}">
        <p14:creationId xmlns:p14="http://schemas.microsoft.com/office/powerpoint/2010/main" val="42815157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Not Balanced after Inserting -1</a:t>
            </a:r>
          </a:p>
        </p:txBody>
      </p:sp>
      <p:sp>
        <p:nvSpPr>
          <p:cNvPr id="29" name="Arrow: Circular 28" descr="To balance the tree we will manipulate it so that the left subtree from 9's current position gets lifted up, while the right subtree gets dropped down. Since the left subtree has greater height than the right, this will have the effect of balancing the tree.&#10;&#10;We call this a right rotation.">
            <a:extLst>
              <a:ext uri="{FF2B5EF4-FFF2-40B4-BE49-F238E27FC236}">
                <a16:creationId xmlns:a16="http://schemas.microsoft.com/office/drawing/2014/main" id="{2DFE5A13-2615-2C1A-4922-C60FF284B30E}"/>
              </a:ext>
            </a:extLst>
          </p:cNvPr>
          <p:cNvSpPr/>
          <p:nvPr/>
        </p:nvSpPr>
        <p:spPr>
          <a:xfrm>
            <a:off x="5208293" y="2086674"/>
            <a:ext cx="1919157" cy="1919157"/>
          </a:xfrm>
          <a:prstGeom prst="circular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TextBox 29">
            <a:extLst>
              <a:ext uri="{FF2B5EF4-FFF2-40B4-BE49-F238E27FC236}">
                <a16:creationId xmlns:a16="http://schemas.microsoft.com/office/drawing/2014/main" id="{7648F3C6-8527-ECD6-3799-58D47DA49C8A}"/>
              </a:ext>
            </a:extLst>
          </p:cNvPr>
          <p:cNvSpPr txBox="1"/>
          <p:nvPr/>
        </p:nvSpPr>
        <p:spPr>
          <a:xfrm>
            <a:off x="6961858" y="1724724"/>
            <a:ext cx="4780348" cy="923330"/>
          </a:xfrm>
          <a:prstGeom prst="rect">
            <a:avLst/>
          </a:prstGeom>
          <a:noFill/>
        </p:spPr>
        <p:txBody>
          <a:bodyPr wrap="none" rtlCol="0">
            <a:spAutoFit/>
          </a:bodyPr>
          <a:lstStyle/>
          <a:p>
            <a:r>
              <a:rPr lang="en-US" dirty="0">
                <a:solidFill>
                  <a:srgbClr val="FF0000"/>
                </a:solidFill>
              </a:rPr>
              <a:t>Solution: </a:t>
            </a:r>
          </a:p>
          <a:p>
            <a:r>
              <a:rPr lang="en-US" dirty="0">
                <a:solidFill>
                  <a:srgbClr val="FF0000"/>
                </a:solidFill>
              </a:rPr>
              <a:t>Take the subtree starting with the problem node,</a:t>
            </a:r>
          </a:p>
          <a:p>
            <a:r>
              <a:rPr lang="en-US" dirty="0">
                <a:solidFill>
                  <a:srgbClr val="FF0000"/>
                </a:solidFill>
              </a:rPr>
              <a:t>“Rotate” that tree to the right</a:t>
            </a:r>
          </a:p>
        </p:txBody>
      </p:sp>
      <p:grpSp>
        <p:nvGrpSpPr>
          <p:cNvPr id="4" name="Group 3" descr="We first follow the BST insert procedure, so -1 goes to the left of 9, to the left of 3, to the left of 1, and to the left of 0. It finally becomes the new left child of 0.&#10;&#10;Now we need to check if the tree is still balanced. The left subtree of 0 has height 0, the right subtree has height -1. The left subtree of 1 has height 1 and the right subtree has height 0. The left subtree of 3 has height 2, the right subtree has height 1. The left subtree of 9 has height 3, the right subtree has height 1. Because the heights of 9's subtrees differ by two, the tree is not balanced. Since 9 is the deepest such node, we call it the &quot;problem node&quot;. Our next task is to modify the tree so that it becomes balanced.">
            <a:extLst>
              <a:ext uri="{FF2B5EF4-FFF2-40B4-BE49-F238E27FC236}">
                <a16:creationId xmlns:a16="http://schemas.microsoft.com/office/drawing/2014/main" id="{E16AEC14-4F45-39E1-D1E2-F5872A183D8B}"/>
              </a:ext>
            </a:extLst>
          </p:cNvPr>
          <p:cNvGrpSpPr/>
          <p:nvPr/>
        </p:nvGrpSpPr>
        <p:grpSpPr>
          <a:xfrm>
            <a:off x="3150797" y="3109142"/>
            <a:ext cx="5033945" cy="3494321"/>
            <a:chOff x="3634272" y="2047599"/>
            <a:chExt cx="5033945" cy="3494321"/>
          </a:xfrm>
        </p:grpSpPr>
        <p:sp>
          <p:nvSpPr>
            <p:cNvPr id="3" name="Oval 2">
              <a:extLst>
                <a:ext uri="{FF2B5EF4-FFF2-40B4-BE49-F238E27FC236}">
                  <a16:creationId xmlns:a16="http://schemas.microsoft.com/office/drawing/2014/main" id="{F186EDC3-E416-05CF-9067-F30AA73EF314}"/>
                </a:ext>
              </a:extLst>
            </p:cNvPr>
            <p:cNvSpPr/>
            <p:nvPr/>
          </p:nvSpPr>
          <p:spPr>
            <a:xfrm>
              <a:off x="3634272" y="492940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25" name="Straight Connector 24">
              <a:extLst>
                <a:ext uri="{FF2B5EF4-FFF2-40B4-BE49-F238E27FC236}">
                  <a16:creationId xmlns:a16="http://schemas.microsoft.com/office/drawing/2014/main" id="{05DDBCDF-B0E8-9E3D-618B-C5949394660A}"/>
                </a:ext>
              </a:extLst>
            </p:cNvPr>
            <p:cNvCxnSpPr>
              <a:cxnSpLocks/>
              <a:stCxn id="3" idx="7"/>
              <a:endCxn id="45" idx="3"/>
            </p:cNvCxnSpPr>
            <p:nvPr/>
          </p:nvCxnSpPr>
          <p:spPr>
            <a:xfrm flipV="1">
              <a:off x="4157083" y="4720700"/>
              <a:ext cx="274640" cy="298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2926A37C-DC4E-1DF1-E0A9-8D20590D823C}"/>
                </a:ext>
              </a:extLst>
            </p:cNvPr>
            <p:cNvSpPr txBox="1"/>
            <p:nvPr/>
          </p:nvSpPr>
          <p:spPr>
            <a:xfrm>
              <a:off x="4954854" y="2433907"/>
              <a:ext cx="1141146" cy="369332"/>
            </a:xfrm>
            <a:prstGeom prst="rect">
              <a:avLst/>
            </a:prstGeom>
            <a:noFill/>
          </p:spPr>
          <p:txBody>
            <a:bodyPr wrap="none" rtlCol="0">
              <a:spAutoFit/>
            </a:bodyPr>
            <a:lstStyle/>
            <a:p>
              <a:r>
                <a:rPr lang="en-US" dirty="0">
                  <a:solidFill>
                    <a:srgbClr val="FF0000"/>
                  </a:solidFill>
                </a:rPr>
                <a:t>Height = 3</a:t>
              </a:r>
            </a:p>
          </p:txBody>
        </p:sp>
        <p:sp>
          <p:nvSpPr>
            <p:cNvPr id="28" name="TextBox 27">
              <a:extLst>
                <a:ext uri="{FF2B5EF4-FFF2-40B4-BE49-F238E27FC236}">
                  <a16:creationId xmlns:a16="http://schemas.microsoft.com/office/drawing/2014/main" id="{2E235826-B7EF-1706-1639-379D27BA4AB3}"/>
                </a:ext>
              </a:extLst>
            </p:cNvPr>
            <p:cNvSpPr txBox="1"/>
            <p:nvPr/>
          </p:nvSpPr>
          <p:spPr>
            <a:xfrm>
              <a:off x="7527071" y="2442666"/>
              <a:ext cx="1141146" cy="369332"/>
            </a:xfrm>
            <a:prstGeom prst="rect">
              <a:avLst/>
            </a:prstGeom>
            <a:noFill/>
          </p:spPr>
          <p:txBody>
            <a:bodyPr wrap="none" rtlCol="0">
              <a:spAutoFit/>
            </a:bodyPr>
            <a:lstStyle/>
            <a:p>
              <a:r>
                <a:rPr lang="en-US" dirty="0">
                  <a:solidFill>
                    <a:srgbClr val="FF0000"/>
                  </a:solidFill>
                </a:rPr>
                <a:t>Height = 1</a:t>
              </a:r>
            </a:p>
          </p:txBody>
        </p:sp>
        <p:grpSp>
          <p:nvGrpSpPr>
            <p:cNvPr id="31" name="Group 30">
              <a:extLst>
                <a:ext uri="{FF2B5EF4-FFF2-40B4-BE49-F238E27FC236}">
                  <a16:creationId xmlns:a16="http://schemas.microsoft.com/office/drawing/2014/main" id="{66733F92-11CD-5111-7D00-6232BBC3E73A}"/>
                </a:ext>
              </a:extLst>
            </p:cNvPr>
            <p:cNvGrpSpPr/>
            <p:nvPr/>
          </p:nvGrpSpPr>
          <p:grpSpPr>
            <a:xfrm>
              <a:off x="4342023" y="2047599"/>
              <a:ext cx="4036614" cy="2762801"/>
              <a:chOff x="8079280" y="365125"/>
              <a:chExt cx="4036614" cy="2762801"/>
            </a:xfrm>
          </p:grpSpPr>
          <p:grpSp>
            <p:nvGrpSpPr>
              <p:cNvPr id="32" name="Group 31">
                <a:extLst>
                  <a:ext uri="{FF2B5EF4-FFF2-40B4-BE49-F238E27FC236}">
                    <a16:creationId xmlns:a16="http://schemas.microsoft.com/office/drawing/2014/main" id="{FD2AF4A6-4D89-1783-6181-E32934CFF5AC}"/>
                  </a:ext>
                </a:extLst>
              </p:cNvPr>
              <p:cNvGrpSpPr/>
              <p:nvPr/>
            </p:nvGrpSpPr>
            <p:grpSpPr>
              <a:xfrm>
                <a:off x="8079280" y="365125"/>
                <a:ext cx="4036614" cy="2762801"/>
                <a:chOff x="5413263" y="1203158"/>
                <a:chExt cx="4036614" cy="2762801"/>
              </a:xfrm>
            </p:grpSpPr>
            <p:grpSp>
              <p:nvGrpSpPr>
                <p:cNvPr id="37" name="Group 36">
                  <a:extLst>
                    <a:ext uri="{FF2B5EF4-FFF2-40B4-BE49-F238E27FC236}">
                      <a16:creationId xmlns:a16="http://schemas.microsoft.com/office/drawing/2014/main" id="{33C35221-1551-0D95-4C4E-31EB65B01FA1}"/>
                    </a:ext>
                  </a:extLst>
                </p:cNvPr>
                <p:cNvGrpSpPr/>
                <p:nvPr/>
              </p:nvGrpSpPr>
              <p:grpSpPr>
                <a:xfrm>
                  <a:off x="5413263" y="1203158"/>
                  <a:ext cx="4036614" cy="2762801"/>
                  <a:chOff x="131609" y="2379747"/>
                  <a:chExt cx="4036614" cy="2762801"/>
                </a:xfrm>
              </p:grpSpPr>
              <p:sp>
                <p:nvSpPr>
                  <p:cNvPr id="40" name="Oval 39">
                    <a:extLst>
                      <a:ext uri="{FF2B5EF4-FFF2-40B4-BE49-F238E27FC236}">
                        <a16:creationId xmlns:a16="http://schemas.microsoft.com/office/drawing/2014/main" id="{14D850BE-CEF1-9E8A-F61D-6A75E110BF83}"/>
                      </a:ext>
                    </a:extLst>
                  </p:cNvPr>
                  <p:cNvSpPr/>
                  <p:nvPr/>
                </p:nvSpPr>
                <p:spPr>
                  <a:xfrm>
                    <a:off x="2259363" y="2379747"/>
                    <a:ext cx="612511" cy="612511"/>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41" name="Oval 40">
                    <a:extLst>
                      <a:ext uri="{FF2B5EF4-FFF2-40B4-BE49-F238E27FC236}">
                        <a16:creationId xmlns:a16="http://schemas.microsoft.com/office/drawing/2014/main" id="{BC64D0A1-366D-B24D-FF5C-8FCE0550DE07}"/>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42" name="Oval 41">
                    <a:extLst>
                      <a:ext uri="{FF2B5EF4-FFF2-40B4-BE49-F238E27FC236}">
                        <a16:creationId xmlns:a16="http://schemas.microsoft.com/office/drawing/2014/main" id="{D267B3C8-CF39-D972-D499-9B466E3823DE}"/>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43" name="Oval 42">
                    <a:extLst>
                      <a:ext uri="{FF2B5EF4-FFF2-40B4-BE49-F238E27FC236}">
                        <a16:creationId xmlns:a16="http://schemas.microsoft.com/office/drawing/2014/main" id="{BC524C98-F5EC-5235-543A-3DE282D01080}"/>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Oval 43">
                    <a:extLst>
                      <a:ext uri="{FF2B5EF4-FFF2-40B4-BE49-F238E27FC236}">
                        <a16:creationId xmlns:a16="http://schemas.microsoft.com/office/drawing/2014/main" id="{6627DA89-CC89-5735-2F3D-1D6FDB0871B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45" name="Oval 44">
                    <a:extLst>
                      <a:ext uri="{FF2B5EF4-FFF2-40B4-BE49-F238E27FC236}">
                        <a16:creationId xmlns:a16="http://schemas.microsoft.com/office/drawing/2014/main" id="{6D11AC06-F107-E470-6719-E5EF9432BECC}"/>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46" name="Straight Connector 45">
                    <a:extLst>
                      <a:ext uri="{FF2B5EF4-FFF2-40B4-BE49-F238E27FC236}">
                        <a16:creationId xmlns:a16="http://schemas.microsoft.com/office/drawing/2014/main" id="{194ECF9E-B94A-29E8-FF3E-B4E8FB25E852}"/>
                      </a:ext>
                    </a:extLst>
                  </p:cNvPr>
                  <p:cNvCxnSpPr>
                    <a:cxnSpLocks/>
                    <a:stCxn id="40" idx="3"/>
                    <a:endCxn id="41"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86165BC-A4F3-4267-136E-7BD1A73A2C6D}"/>
                      </a:ext>
                    </a:extLst>
                  </p:cNvPr>
                  <p:cNvCxnSpPr>
                    <a:cxnSpLocks/>
                    <a:stCxn id="40" idx="5"/>
                    <a:endCxn id="42"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6B6B665-BDEE-47DB-3C75-935F780313D8}"/>
                      </a:ext>
                    </a:extLst>
                  </p:cNvPr>
                  <p:cNvCxnSpPr>
                    <a:stCxn id="43" idx="7"/>
                    <a:endCxn id="41"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D852F46-B979-52F6-E71D-FAF66FE1C2D6}"/>
                      </a:ext>
                    </a:extLst>
                  </p:cNvPr>
                  <p:cNvCxnSpPr>
                    <a:cxnSpLocks/>
                    <a:stCxn id="45" idx="7"/>
                    <a:endCxn id="43"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5382030-36B7-D8B2-23CF-5E65197EE9CC}"/>
                      </a:ext>
                    </a:extLst>
                  </p:cNvPr>
                  <p:cNvCxnSpPr>
                    <a:stCxn id="44" idx="1"/>
                    <a:endCxn id="42"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 name="Oval 37">
                  <a:extLst>
                    <a:ext uri="{FF2B5EF4-FFF2-40B4-BE49-F238E27FC236}">
                      <a16:creationId xmlns:a16="http://schemas.microsoft.com/office/drawing/2014/main" id="{BDC1F8CA-D134-02B9-8C5E-5669AEFDE40A}"/>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9" name="Straight Connector 38">
                  <a:extLst>
                    <a:ext uri="{FF2B5EF4-FFF2-40B4-BE49-F238E27FC236}">
                      <a16:creationId xmlns:a16="http://schemas.microsoft.com/office/drawing/2014/main" id="{CED3D65B-D98F-3587-4AE2-40AAC38105E7}"/>
                    </a:ext>
                  </a:extLst>
                </p:cNvPr>
                <p:cNvCxnSpPr>
                  <a:cxnSpLocks/>
                  <a:stCxn id="38" idx="1"/>
                  <a:endCxn id="41"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Oval 32">
                <a:extLst>
                  <a:ext uri="{FF2B5EF4-FFF2-40B4-BE49-F238E27FC236}">
                    <a16:creationId xmlns:a16="http://schemas.microsoft.com/office/drawing/2014/main" id="{EA47DF7D-077F-F394-C67E-662BC972EC19}"/>
                  </a:ext>
                </a:extLst>
              </p:cNvPr>
              <p:cNvSpPr/>
              <p:nvPr/>
            </p:nvSpPr>
            <p:spPr>
              <a:xfrm>
                <a:off x="94564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4" name="Oval 33">
                <a:extLst>
                  <a:ext uri="{FF2B5EF4-FFF2-40B4-BE49-F238E27FC236}">
                    <a16:creationId xmlns:a16="http://schemas.microsoft.com/office/drawing/2014/main" id="{292400DA-713E-E427-658F-8DA98C8225CE}"/>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35" name="Straight Connector 34">
                <a:extLst>
                  <a:ext uri="{FF2B5EF4-FFF2-40B4-BE49-F238E27FC236}">
                    <a16:creationId xmlns:a16="http://schemas.microsoft.com/office/drawing/2014/main" id="{FCB30EAD-7061-219B-8773-2928FEFF31F6}"/>
                  </a:ext>
                </a:extLst>
              </p:cNvPr>
              <p:cNvCxnSpPr>
                <a:cxnSpLocks/>
                <a:stCxn id="33" idx="1"/>
                <a:endCxn id="43" idx="5"/>
              </p:cNvCxnSpPr>
              <p:nvPr/>
            </p:nvCxnSpPr>
            <p:spPr>
              <a:xfrm flipH="1" flipV="1">
                <a:off x="9290834" y="2307549"/>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8AFBD25-F6C3-4DFD-B3CE-0BF40BF4A6B2}"/>
                  </a:ext>
                </a:extLst>
              </p:cNvPr>
              <p:cNvCxnSpPr>
                <a:cxnSpLocks/>
                <a:stCxn id="34" idx="1"/>
                <a:endCxn id="38"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2D51FE16-80CD-54FD-0DF6-C08D652B1A17}"/>
                  </a:ext>
                </a:extLst>
              </p14:cNvPr>
              <p14:cNvContentPartPr/>
              <p14:nvPr/>
            </p14:nvContentPartPr>
            <p14:xfrm>
              <a:off x="5352480" y="3141360"/>
              <a:ext cx="1957680" cy="2868840"/>
            </p14:xfrm>
          </p:contentPart>
        </mc:Choice>
        <mc:Fallback>
          <p:pic>
            <p:nvPicPr>
              <p:cNvPr id="5" name="Ink 4">
                <a:extLst>
                  <a:ext uri="{FF2B5EF4-FFF2-40B4-BE49-F238E27FC236}">
                    <a16:creationId xmlns:a16="http://schemas.microsoft.com/office/drawing/2014/main" id="{2D51FE16-80CD-54FD-0DF6-C08D652B1A17}"/>
                  </a:ext>
                </a:extLst>
              </p:cNvPr>
              <p:cNvPicPr/>
              <p:nvPr/>
            </p:nvPicPr>
            <p:blipFill>
              <a:blip r:embed="rId3"/>
              <a:stretch>
                <a:fillRect/>
              </a:stretch>
            </p:blipFill>
            <p:spPr>
              <a:xfrm>
                <a:off x="5343120" y="3132000"/>
                <a:ext cx="1976400" cy="2887560"/>
              </a:xfrm>
              <a:prstGeom prst="rect">
                <a:avLst/>
              </a:prstGeom>
            </p:spPr>
          </p:pic>
        </mc:Fallback>
      </mc:AlternateContent>
    </p:spTree>
    <p:extLst>
      <p:ext uri="{BB962C8B-B14F-4D97-AF65-F5344CB8AC3E}">
        <p14:creationId xmlns:p14="http://schemas.microsoft.com/office/powerpoint/2010/main" val="8799240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Final Result of Inserting -1</a:t>
            </a:r>
          </a:p>
        </p:txBody>
      </p:sp>
      <p:grpSp>
        <p:nvGrpSpPr>
          <p:cNvPr id="3" name="Group 2" descr="After rotation the node 3 (previously 9's left child) becomes the new root, 9 (previously the root) becomes 3's right child, and 6 (previously 3's right child) becomes 9's left child. Overall, the final tree is structured as follows:&#10;&#10;root: 3, with left child 1 and right child 9&#10;1: left child is 0, right child is 2&#10;0: left child is -1&#10;2: has no children&#10;9: left child is 6, right child is 11&#10;6: has no left child, right child is 7&#10;7: has no children&#10;11: it has no left child, right child is 16&#10;16: has no children">
            <a:extLst>
              <a:ext uri="{FF2B5EF4-FFF2-40B4-BE49-F238E27FC236}">
                <a16:creationId xmlns:a16="http://schemas.microsoft.com/office/drawing/2014/main" id="{AEF63E4A-9771-93B2-A095-DE284AD8F45A}"/>
              </a:ext>
            </a:extLst>
          </p:cNvPr>
          <p:cNvGrpSpPr/>
          <p:nvPr/>
        </p:nvGrpSpPr>
        <p:grpSpPr>
          <a:xfrm>
            <a:off x="3580150" y="2052895"/>
            <a:ext cx="5435080" cy="2786840"/>
            <a:chOff x="3580150" y="2052895"/>
            <a:chExt cx="5435080" cy="2786840"/>
          </a:xfrm>
        </p:grpSpPr>
        <p:sp>
          <p:nvSpPr>
            <p:cNvPr id="24" name="Oval 23">
              <a:extLst>
                <a:ext uri="{FF2B5EF4-FFF2-40B4-BE49-F238E27FC236}">
                  <a16:creationId xmlns:a16="http://schemas.microsoft.com/office/drawing/2014/main" id="{F1785856-F7D1-1BE1-9B43-95957522BAE1}"/>
                </a:ext>
              </a:extLst>
            </p:cNvPr>
            <p:cNvSpPr/>
            <p:nvPr/>
          </p:nvSpPr>
          <p:spPr>
            <a:xfrm>
              <a:off x="3580150" y="422722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26" name="Straight Connector 25">
              <a:extLst>
                <a:ext uri="{FF2B5EF4-FFF2-40B4-BE49-F238E27FC236}">
                  <a16:creationId xmlns:a16="http://schemas.microsoft.com/office/drawing/2014/main" id="{7A4F1625-A24E-B7B0-B1AC-C8E0AA472E32}"/>
                </a:ext>
              </a:extLst>
            </p:cNvPr>
            <p:cNvCxnSpPr>
              <a:cxnSpLocks/>
              <a:stCxn id="24" idx="7"/>
              <a:endCxn id="31" idx="3"/>
            </p:cNvCxnSpPr>
            <p:nvPr/>
          </p:nvCxnSpPr>
          <p:spPr>
            <a:xfrm flipV="1">
              <a:off x="4102961" y="4018515"/>
              <a:ext cx="274640" cy="298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82C9481F-D7BC-8ABC-11A8-B4300A0C0DB3}"/>
                </a:ext>
              </a:extLst>
            </p:cNvPr>
            <p:cNvSpPr/>
            <p:nvPr/>
          </p:nvSpPr>
          <p:spPr>
            <a:xfrm>
              <a:off x="5922824" y="205289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8" name="Oval 27">
              <a:extLst>
                <a:ext uri="{FF2B5EF4-FFF2-40B4-BE49-F238E27FC236}">
                  <a16:creationId xmlns:a16="http://schemas.microsoft.com/office/drawing/2014/main" id="{18A91F7B-A613-0646-466D-43229D2C4A7A}"/>
                </a:ext>
              </a:extLst>
            </p:cNvPr>
            <p:cNvSpPr/>
            <p:nvPr/>
          </p:nvSpPr>
          <p:spPr>
            <a:xfrm>
              <a:off x="7153615" y="267532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29" name="Oval 28">
              <a:extLst>
                <a:ext uri="{FF2B5EF4-FFF2-40B4-BE49-F238E27FC236}">
                  <a16:creationId xmlns:a16="http://schemas.microsoft.com/office/drawing/2014/main" id="{29714349-EA9A-CCD0-2ABA-2B6D452F9BF1}"/>
                </a:ext>
              </a:extLst>
            </p:cNvPr>
            <p:cNvSpPr/>
            <p:nvPr/>
          </p:nvSpPr>
          <p:spPr>
            <a:xfrm>
              <a:off x="4976644" y="276502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0" name="Oval 29">
              <a:extLst>
                <a:ext uri="{FF2B5EF4-FFF2-40B4-BE49-F238E27FC236}">
                  <a16:creationId xmlns:a16="http://schemas.microsoft.com/office/drawing/2014/main" id="{B73B59CC-F80F-4B37-754E-66C6371FECF2}"/>
                </a:ext>
              </a:extLst>
            </p:cNvPr>
            <p:cNvSpPr/>
            <p:nvPr/>
          </p:nvSpPr>
          <p:spPr>
            <a:xfrm>
              <a:off x="7766126" y="336540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1" name="Oval 30">
              <a:extLst>
                <a:ext uri="{FF2B5EF4-FFF2-40B4-BE49-F238E27FC236}">
                  <a16:creationId xmlns:a16="http://schemas.microsoft.com/office/drawing/2014/main" id="{5AC67DE9-1785-5DC7-A02E-6284D5D2A787}"/>
                </a:ext>
              </a:extLst>
            </p:cNvPr>
            <p:cNvSpPr/>
            <p:nvPr/>
          </p:nvSpPr>
          <p:spPr>
            <a:xfrm>
              <a:off x="4287901" y="349570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32" name="Straight Connector 31">
              <a:extLst>
                <a:ext uri="{FF2B5EF4-FFF2-40B4-BE49-F238E27FC236}">
                  <a16:creationId xmlns:a16="http://schemas.microsoft.com/office/drawing/2014/main" id="{4BEE4E21-1B14-9375-2511-1BC1E65A2337}"/>
                </a:ext>
              </a:extLst>
            </p:cNvPr>
            <p:cNvCxnSpPr>
              <a:cxnSpLocks/>
              <a:stCxn id="27" idx="3"/>
              <a:endCxn id="29" idx="7"/>
            </p:cNvCxnSpPr>
            <p:nvPr/>
          </p:nvCxnSpPr>
          <p:spPr>
            <a:xfrm flipH="1">
              <a:off x="5499455" y="2575706"/>
              <a:ext cx="513069" cy="2790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B275A34-A9F7-C85C-BB55-634C2014360D}"/>
                </a:ext>
              </a:extLst>
            </p:cNvPr>
            <p:cNvCxnSpPr>
              <a:cxnSpLocks/>
              <a:stCxn id="27" idx="5"/>
              <a:endCxn id="28" idx="1"/>
            </p:cNvCxnSpPr>
            <p:nvPr/>
          </p:nvCxnSpPr>
          <p:spPr>
            <a:xfrm>
              <a:off x="6445635" y="2575706"/>
              <a:ext cx="797680" cy="1893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158A8A7-DA91-BFC7-267E-EE1ADC2AFAD1}"/>
                </a:ext>
              </a:extLst>
            </p:cNvPr>
            <p:cNvCxnSpPr>
              <a:cxnSpLocks/>
              <a:stCxn id="31" idx="7"/>
              <a:endCxn id="29" idx="3"/>
            </p:cNvCxnSpPr>
            <p:nvPr/>
          </p:nvCxnSpPr>
          <p:spPr>
            <a:xfrm flipV="1">
              <a:off x="4810712" y="3287838"/>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043DD9D-DC3F-D4C3-E8E4-F8B734534E7A}"/>
                </a:ext>
              </a:extLst>
            </p:cNvPr>
            <p:cNvCxnSpPr>
              <a:stCxn id="30" idx="1"/>
              <a:endCxn id="28" idx="5"/>
            </p:cNvCxnSpPr>
            <p:nvPr/>
          </p:nvCxnSpPr>
          <p:spPr>
            <a:xfrm flipH="1" flipV="1">
              <a:off x="7676426" y="3198138"/>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04B4E082-BB37-0C81-B004-42FD2C72E8FE}"/>
                </a:ext>
              </a:extLst>
            </p:cNvPr>
            <p:cNvSpPr/>
            <p:nvPr/>
          </p:nvSpPr>
          <p:spPr>
            <a:xfrm>
              <a:off x="6460050" y="336466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7" name="Straight Connector 36">
              <a:extLst>
                <a:ext uri="{FF2B5EF4-FFF2-40B4-BE49-F238E27FC236}">
                  <a16:creationId xmlns:a16="http://schemas.microsoft.com/office/drawing/2014/main" id="{4744E3A4-71E3-012A-3763-6DB759ED05E2}"/>
                </a:ext>
              </a:extLst>
            </p:cNvPr>
            <p:cNvCxnSpPr>
              <a:cxnSpLocks/>
              <a:stCxn id="36" idx="7"/>
              <a:endCxn id="28" idx="3"/>
            </p:cNvCxnSpPr>
            <p:nvPr/>
          </p:nvCxnSpPr>
          <p:spPr>
            <a:xfrm flipV="1">
              <a:off x="6982861" y="3198138"/>
              <a:ext cx="260454" cy="2562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A736EB0C-D686-901A-6CDA-A53FEEA51789}"/>
                </a:ext>
              </a:extLst>
            </p:cNvPr>
            <p:cNvSpPr/>
            <p:nvPr/>
          </p:nvSpPr>
          <p:spPr>
            <a:xfrm>
              <a:off x="5665098" y="349040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9" name="Oval 38">
              <a:extLst>
                <a:ext uri="{FF2B5EF4-FFF2-40B4-BE49-F238E27FC236}">
                  <a16:creationId xmlns:a16="http://schemas.microsoft.com/office/drawing/2014/main" id="{AD91E44A-41B0-649E-E8D4-175EB89A8E5C}"/>
                </a:ext>
              </a:extLst>
            </p:cNvPr>
            <p:cNvSpPr/>
            <p:nvPr/>
          </p:nvSpPr>
          <p:spPr>
            <a:xfrm>
              <a:off x="7139078"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40" name="Straight Connector 39">
              <a:extLst>
                <a:ext uri="{FF2B5EF4-FFF2-40B4-BE49-F238E27FC236}">
                  <a16:creationId xmlns:a16="http://schemas.microsoft.com/office/drawing/2014/main" id="{6384D818-7216-A412-CF36-4301D0D15CB8}"/>
                </a:ext>
              </a:extLst>
            </p:cNvPr>
            <p:cNvCxnSpPr>
              <a:cxnSpLocks/>
              <a:stCxn id="38" idx="1"/>
              <a:endCxn id="29" idx="5"/>
            </p:cNvCxnSpPr>
            <p:nvPr/>
          </p:nvCxnSpPr>
          <p:spPr>
            <a:xfrm flipH="1" flipV="1">
              <a:off x="5499455" y="3287838"/>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DBF1CD2-9993-6FB5-B8A1-B746AB10DD80}"/>
                </a:ext>
              </a:extLst>
            </p:cNvPr>
            <p:cNvCxnSpPr>
              <a:cxnSpLocks/>
              <a:stCxn id="39" idx="1"/>
              <a:endCxn id="36" idx="5"/>
            </p:cNvCxnSpPr>
            <p:nvPr/>
          </p:nvCxnSpPr>
          <p:spPr>
            <a:xfrm flipH="1" flipV="1">
              <a:off x="6982861" y="3887476"/>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98A7DE07-5484-68E4-9D71-0213507A7CD5}"/>
                </a:ext>
              </a:extLst>
            </p:cNvPr>
            <p:cNvSpPr/>
            <p:nvPr/>
          </p:nvSpPr>
          <p:spPr>
            <a:xfrm>
              <a:off x="8402719" y="419259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cxnSp>
          <p:nvCxnSpPr>
            <p:cNvPr id="43" name="Straight Connector 42">
              <a:extLst>
                <a:ext uri="{FF2B5EF4-FFF2-40B4-BE49-F238E27FC236}">
                  <a16:creationId xmlns:a16="http://schemas.microsoft.com/office/drawing/2014/main" id="{2FE89871-2215-25E8-8732-EAC76B4C17C0}"/>
                </a:ext>
              </a:extLst>
            </p:cNvPr>
            <p:cNvCxnSpPr>
              <a:cxnSpLocks/>
              <a:stCxn id="30" idx="5"/>
              <a:endCxn id="42" idx="1"/>
            </p:cNvCxnSpPr>
            <p:nvPr/>
          </p:nvCxnSpPr>
          <p:spPr>
            <a:xfrm>
              <a:off x="8288937" y="3888218"/>
              <a:ext cx="203482" cy="394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9315E6F-04BA-BED6-B39C-2623FEABF82C}"/>
                  </a:ext>
                </a:extLst>
              </p14:cNvPr>
              <p14:cNvContentPartPr/>
              <p14:nvPr/>
            </p14:nvContentPartPr>
            <p14:xfrm>
              <a:off x="5223240" y="2164680"/>
              <a:ext cx="2280240" cy="1224720"/>
            </p14:xfrm>
          </p:contentPart>
        </mc:Choice>
        <mc:Fallback>
          <p:pic>
            <p:nvPicPr>
              <p:cNvPr id="4" name="Ink 3">
                <a:extLst>
                  <a:ext uri="{FF2B5EF4-FFF2-40B4-BE49-F238E27FC236}">
                    <a16:creationId xmlns:a16="http://schemas.microsoft.com/office/drawing/2014/main" id="{79315E6F-04BA-BED6-B39C-2623FEABF82C}"/>
                  </a:ext>
                </a:extLst>
              </p:cNvPr>
              <p:cNvPicPr/>
              <p:nvPr/>
            </p:nvPicPr>
            <p:blipFill>
              <a:blip r:embed="rId3"/>
              <a:stretch>
                <a:fillRect/>
              </a:stretch>
            </p:blipFill>
            <p:spPr>
              <a:xfrm>
                <a:off x="5213880" y="2155320"/>
                <a:ext cx="2298960" cy="1243440"/>
              </a:xfrm>
              <a:prstGeom prst="rect">
                <a:avLst/>
              </a:prstGeom>
            </p:spPr>
          </p:pic>
        </mc:Fallback>
      </mc:AlternateContent>
    </p:spTree>
    <p:extLst>
      <p:ext uri="{BB962C8B-B14F-4D97-AF65-F5344CB8AC3E}">
        <p14:creationId xmlns:p14="http://schemas.microsoft.com/office/powerpoint/2010/main" val="1244656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049B8-F2AC-70F1-15D5-9EA626BAF1C7}"/>
              </a:ext>
            </a:extLst>
          </p:cNvPr>
          <p:cNvSpPr>
            <a:spLocks noGrp="1"/>
          </p:cNvSpPr>
          <p:nvPr>
            <p:ph type="title"/>
          </p:nvPr>
        </p:nvSpPr>
        <p:spPr/>
        <p:txBody>
          <a:bodyPr/>
          <a:lstStyle/>
          <a:p>
            <a:r>
              <a:rPr lang="en-US" dirty="0"/>
              <a:t>Right Rotation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19795C-1329-ACD8-8C3E-651F647C000B}"/>
                  </a:ext>
                </a:extLst>
              </p:cNvPr>
              <p:cNvSpPr>
                <a:spLocks noGrp="1"/>
              </p:cNvSpPr>
              <p:nvPr>
                <p:ph idx="1"/>
              </p:nvPr>
            </p:nvSpPr>
            <p:spPr>
              <a:xfrm>
                <a:off x="822720" y="1334280"/>
                <a:ext cx="10515600" cy="4351338"/>
              </a:xfrm>
            </p:spPr>
            <p:txBody>
              <a:bodyPr/>
              <a:lstStyle/>
              <a:p>
                <a:r>
                  <a:rPr lang="en-US" dirty="0"/>
                  <a:t>We just inserted </a:t>
                </a:r>
                <a14:m>
                  <m:oMath xmlns:m="http://schemas.openxmlformats.org/officeDocument/2006/math">
                    <m:r>
                      <a:rPr lang="en-US" b="0" i="1" smtClean="0">
                        <a:latin typeface="Cambria Math" panose="02040503050406030204" pitchFamily="18" charset="0"/>
                      </a:rPr>
                      <m:t>𝑐</m:t>
                    </m:r>
                  </m:oMath>
                </a14:m>
                <a:r>
                  <a:rPr lang="en-US" dirty="0"/>
                  <a:t>, node </a:t>
                </a:r>
                <a14:m>
                  <m:oMath xmlns:m="http://schemas.openxmlformats.org/officeDocument/2006/math">
                    <m:r>
                      <a:rPr lang="en-US" b="0" i="1" smtClean="0">
                        <a:latin typeface="Cambria Math" panose="02040503050406030204" pitchFamily="18" charset="0"/>
                      </a:rPr>
                      <m:t>𝑎</m:t>
                    </m:r>
                  </m:oMath>
                </a14:m>
                <a:r>
                  <a:rPr lang="en-US" dirty="0"/>
                  <a:t> is the deepest “problem” node</a:t>
                </a:r>
              </a:p>
              <a:p>
                <a:r>
                  <a:rPr lang="en-US" dirty="0"/>
                  <a:t>Make the left child the new root</a:t>
                </a:r>
              </a:p>
              <a:p>
                <a:r>
                  <a:rPr lang="en-US" dirty="0"/>
                  <a:t>Make the old root the right child of the new</a:t>
                </a:r>
              </a:p>
              <a:p>
                <a:r>
                  <a:rPr lang="en-US" dirty="0"/>
                  <a:t>Make the new root’s right subtree the old root’s left subtree</a:t>
                </a:r>
              </a:p>
            </p:txBody>
          </p:sp>
        </mc:Choice>
        <mc:Fallback xmlns="">
          <p:sp>
            <p:nvSpPr>
              <p:cNvPr id="3" name="Content Placeholder 2">
                <a:extLst>
                  <a:ext uri="{FF2B5EF4-FFF2-40B4-BE49-F238E27FC236}">
                    <a16:creationId xmlns:a16="http://schemas.microsoft.com/office/drawing/2014/main" id="{0519795C-1329-ACD8-8C3E-651F647C000B}"/>
                  </a:ext>
                </a:extLst>
              </p:cNvPr>
              <p:cNvSpPr>
                <a:spLocks noGrp="1" noRot="1" noChangeAspect="1" noMove="1" noResize="1" noEditPoints="1" noAdjustHandles="1" noChangeArrowheads="1" noChangeShapeType="1" noTextEdit="1"/>
              </p:cNvSpPr>
              <p:nvPr>
                <p:ph idx="1"/>
              </p:nvPr>
            </p:nvSpPr>
            <p:spPr>
              <a:xfrm>
                <a:off x="822720" y="1334280"/>
                <a:ext cx="10515600" cy="4351338"/>
              </a:xfrm>
              <a:blipFill>
                <a:blip r:embed="rId2"/>
                <a:stretch>
                  <a:fillRect l="-1043" t="-2381"/>
                </a:stretch>
              </a:blipFill>
            </p:spPr>
            <p:txBody>
              <a:bodyPr/>
              <a:lstStyle/>
              <a:p>
                <a:r>
                  <a:rPr lang="en-US">
                    <a:noFill/>
                  </a:rPr>
                  <a:t> </a:t>
                </a:r>
              </a:p>
            </p:txBody>
          </p:sp>
        </mc:Fallback>
      </mc:AlternateContent>
      <p:grpSp>
        <p:nvGrpSpPr>
          <p:cNvPr id="71" name="Group 70" descr="An illustration of a right rotation. This is the before image.&#10;&#10;Initially, the problem node is labeled a. Its left subtree is rooted at a node labeled b, and it has a height of h+2. Its right subtree is labeled z and has a height of h. The left subtree of b is labeled x and has height h+1. The right subtree of b is labeled y and has a height of h. The node a is the problem node because it is the deepest node whose left and right subtree heights differ by more than 1.">
            <a:extLst>
              <a:ext uri="{FF2B5EF4-FFF2-40B4-BE49-F238E27FC236}">
                <a16:creationId xmlns:a16="http://schemas.microsoft.com/office/drawing/2014/main" id="{8ECBA3C8-A102-5ECE-C2C8-45E18D336C3D}"/>
              </a:ext>
            </a:extLst>
          </p:cNvPr>
          <p:cNvGrpSpPr/>
          <p:nvPr/>
        </p:nvGrpSpPr>
        <p:grpSpPr>
          <a:xfrm>
            <a:off x="726067" y="3346577"/>
            <a:ext cx="3585521" cy="3413842"/>
            <a:chOff x="726067" y="3227705"/>
            <a:chExt cx="3585521" cy="3413842"/>
          </a:xfrm>
        </p:grpSpPr>
        <p:grpSp>
          <p:nvGrpSpPr>
            <p:cNvPr id="32" name="Group 31">
              <a:extLst>
                <a:ext uri="{FF2B5EF4-FFF2-40B4-BE49-F238E27FC236}">
                  <a16:creationId xmlns:a16="http://schemas.microsoft.com/office/drawing/2014/main" id="{2FDCD005-FB82-BD66-A847-A2A9C4AA4C48}"/>
                </a:ext>
              </a:extLst>
            </p:cNvPr>
            <p:cNvGrpSpPr/>
            <p:nvPr/>
          </p:nvGrpSpPr>
          <p:grpSpPr>
            <a:xfrm>
              <a:off x="726067" y="3344160"/>
              <a:ext cx="3585521" cy="3297387"/>
              <a:chOff x="7048051" y="131613"/>
              <a:chExt cx="3585521" cy="3297387"/>
            </a:xfrm>
          </p:grpSpPr>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C1579C2A-B914-DA18-E033-AA17F1B05F5E}"/>
                      </a:ext>
                    </a:extLst>
                  </p:cNvPr>
                  <p:cNvSpPr/>
                  <p:nvPr/>
                </p:nvSpPr>
                <p:spPr>
                  <a:xfrm>
                    <a:off x="8817298" y="1316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C1579C2A-B914-DA18-E033-AA17F1B05F5E}"/>
                      </a:ext>
                    </a:extLst>
                  </p:cNvPr>
                  <p:cNvSpPr>
                    <a:spLocks noRot="1" noChangeAspect="1" noMove="1" noResize="1" noEditPoints="1" noAdjustHandles="1" noChangeArrowheads="1" noChangeShapeType="1" noTextEdit="1"/>
                  </p:cNvSpPr>
                  <p:nvPr/>
                </p:nvSpPr>
                <p:spPr>
                  <a:xfrm>
                    <a:off x="8817298" y="131613"/>
                    <a:ext cx="612511" cy="612511"/>
                  </a:xfrm>
                  <a:prstGeom prst="ellipse">
                    <a:avLst/>
                  </a:prstGeom>
                  <a:blipFill>
                    <a:blip r:embed="rId9"/>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Isosceles Triangle 4">
                    <a:extLst>
                      <a:ext uri="{FF2B5EF4-FFF2-40B4-BE49-F238E27FC236}">
                        <a16:creationId xmlns:a16="http://schemas.microsoft.com/office/drawing/2014/main" id="{3C646EC5-C30F-BAB9-3C02-53BCFBF85885}"/>
                      </a:ext>
                    </a:extLst>
                  </p:cNvPr>
                  <p:cNvSpPr/>
                  <p:nvPr/>
                </p:nvSpPr>
                <p:spPr>
                  <a:xfrm>
                    <a:off x="7214210" y="1568449"/>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5" name="Isosceles Triangle 4">
                    <a:extLst>
                      <a:ext uri="{FF2B5EF4-FFF2-40B4-BE49-F238E27FC236}">
                        <a16:creationId xmlns:a16="http://schemas.microsoft.com/office/drawing/2014/main" id="{3C646EC5-C30F-BAB9-3C02-53BCFBF85885}"/>
                      </a:ext>
                    </a:extLst>
                  </p:cNvPr>
                  <p:cNvSpPr>
                    <a:spLocks noRot="1" noChangeAspect="1" noMove="1" noResize="1" noEditPoints="1" noAdjustHandles="1" noChangeArrowheads="1" noChangeShapeType="1" noTextEdit="1"/>
                  </p:cNvSpPr>
                  <p:nvPr/>
                </p:nvSpPr>
                <p:spPr>
                  <a:xfrm>
                    <a:off x="7214210" y="1568449"/>
                    <a:ext cx="1084977" cy="979594"/>
                  </a:xfrm>
                  <a:prstGeom prst="triangle">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4FE3B610-E75F-1020-CCA6-40C1B56408F0}"/>
                      </a:ext>
                    </a:extLst>
                  </p:cNvPr>
                  <p:cNvSpPr/>
                  <p:nvPr/>
                </p:nvSpPr>
                <p:spPr>
                  <a:xfrm>
                    <a:off x="7992931" y="77239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6" name="Oval 5">
                    <a:extLst>
                      <a:ext uri="{FF2B5EF4-FFF2-40B4-BE49-F238E27FC236}">
                        <a16:creationId xmlns:a16="http://schemas.microsoft.com/office/drawing/2014/main" id="{4FE3B610-E75F-1020-CCA6-40C1B56408F0}"/>
                      </a:ext>
                    </a:extLst>
                  </p:cNvPr>
                  <p:cNvSpPr>
                    <a:spLocks noRot="1" noChangeAspect="1" noMove="1" noResize="1" noEditPoints="1" noAdjustHandles="1" noChangeArrowheads="1" noChangeShapeType="1" noTextEdit="1"/>
                  </p:cNvSpPr>
                  <p:nvPr/>
                </p:nvSpPr>
                <p:spPr>
                  <a:xfrm>
                    <a:off x="7992931" y="772396"/>
                    <a:ext cx="612511" cy="612511"/>
                  </a:xfrm>
                  <a:prstGeom prst="ellipse">
                    <a:avLst/>
                  </a:prstGeom>
                  <a:blipFill>
                    <a:blip r:embed="rId11"/>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Isosceles Triangle 6">
                    <a:extLst>
                      <a:ext uri="{FF2B5EF4-FFF2-40B4-BE49-F238E27FC236}">
                        <a16:creationId xmlns:a16="http://schemas.microsoft.com/office/drawing/2014/main" id="{3626D707-C34E-9327-B26E-2872891541EE}"/>
                      </a:ext>
                    </a:extLst>
                  </p:cNvPr>
                  <p:cNvSpPr/>
                  <p:nvPr/>
                </p:nvSpPr>
                <p:spPr>
                  <a:xfrm>
                    <a:off x="8345520" y="156844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7" name="Isosceles Triangle 6">
                    <a:extLst>
                      <a:ext uri="{FF2B5EF4-FFF2-40B4-BE49-F238E27FC236}">
                        <a16:creationId xmlns:a16="http://schemas.microsoft.com/office/drawing/2014/main" id="{3626D707-C34E-9327-B26E-2872891541EE}"/>
                      </a:ext>
                    </a:extLst>
                  </p:cNvPr>
                  <p:cNvSpPr>
                    <a:spLocks noRot="1" noChangeAspect="1" noMove="1" noResize="1" noEditPoints="1" noAdjustHandles="1" noChangeArrowheads="1" noChangeShapeType="1" noTextEdit="1"/>
                  </p:cNvSpPr>
                  <p:nvPr/>
                </p:nvSpPr>
                <p:spPr>
                  <a:xfrm>
                    <a:off x="8345520" y="1568449"/>
                    <a:ext cx="1084977" cy="979594"/>
                  </a:xfrm>
                  <a:prstGeom prst="triangle">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Isosceles Triangle 7">
                    <a:extLst>
                      <a:ext uri="{FF2B5EF4-FFF2-40B4-BE49-F238E27FC236}">
                        <a16:creationId xmlns:a16="http://schemas.microsoft.com/office/drawing/2014/main" id="{1F4E81E5-66F7-19E2-D095-BE6AA12C1AC1}"/>
                      </a:ext>
                    </a:extLst>
                  </p:cNvPr>
                  <p:cNvSpPr/>
                  <p:nvPr/>
                </p:nvSpPr>
                <p:spPr>
                  <a:xfrm>
                    <a:off x="9548595" y="758260"/>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8" name="Isosceles Triangle 7">
                    <a:extLst>
                      <a:ext uri="{FF2B5EF4-FFF2-40B4-BE49-F238E27FC236}">
                        <a16:creationId xmlns:a16="http://schemas.microsoft.com/office/drawing/2014/main" id="{1F4E81E5-66F7-19E2-D095-BE6AA12C1AC1}"/>
                      </a:ext>
                    </a:extLst>
                  </p:cNvPr>
                  <p:cNvSpPr>
                    <a:spLocks noRot="1" noChangeAspect="1" noMove="1" noResize="1" noEditPoints="1" noAdjustHandles="1" noChangeArrowheads="1" noChangeShapeType="1" noTextEdit="1"/>
                  </p:cNvSpPr>
                  <p:nvPr/>
                </p:nvSpPr>
                <p:spPr>
                  <a:xfrm>
                    <a:off x="9548595" y="758260"/>
                    <a:ext cx="1084977" cy="979594"/>
                  </a:xfrm>
                  <a:prstGeom prst="triangle">
                    <a:avLst/>
                  </a:prstGeom>
                  <a:blipFill>
                    <a:blip r:embed="rId13"/>
                    <a:stretch>
                      <a:fillRect/>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7B7B1586-83AD-014F-F29B-ED7281AEF95D}"/>
                  </a:ext>
                </a:extLst>
              </p:cNvPr>
              <p:cNvCxnSpPr>
                <a:cxnSpLocks/>
                <a:stCxn id="6" idx="3"/>
                <a:endCxn id="5" idx="0"/>
              </p:cNvCxnSpPr>
              <p:nvPr/>
            </p:nvCxnSpPr>
            <p:spPr>
              <a:xfrm flipH="1">
                <a:off x="7756699" y="1295207"/>
                <a:ext cx="325932"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1A6ADD7-48CD-EBB0-0667-39AD6203B8F4}"/>
                  </a:ext>
                </a:extLst>
              </p:cNvPr>
              <p:cNvCxnSpPr>
                <a:cxnSpLocks/>
                <a:stCxn id="6" idx="5"/>
                <a:endCxn id="7" idx="0"/>
              </p:cNvCxnSpPr>
              <p:nvPr/>
            </p:nvCxnSpPr>
            <p:spPr>
              <a:xfrm>
                <a:off x="8515742" y="1295207"/>
                <a:ext cx="372267"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A816D49-A49E-3DD3-C079-EE0D995FB3A7}"/>
                  </a:ext>
                </a:extLst>
              </p:cNvPr>
              <p:cNvCxnSpPr>
                <a:cxnSpLocks/>
                <a:stCxn id="6" idx="7"/>
                <a:endCxn id="4" idx="3"/>
              </p:cNvCxnSpPr>
              <p:nvPr/>
            </p:nvCxnSpPr>
            <p:spPr>
              <a:xfrm flipV="1">
                <a:off x="8515742" y="654424"/>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6498DDE-3587-8F96-6A1C-4AB53C4EC313}"/>
                  </a:ext>
                </a:extLst>
              </p:cNvPr>
              <p:cNvCxnSpPr>
                <a:cxnSpLocks/>
                <a:stCxn id="8" idx="0"/>
                <a:endCxn id="4" idx="5"/>
              </p:cNvCxnSpPr>
              <p:nvPr/>
            </p:nvCxnSpPr>
            <p:spPr>
              <a:xfrm flipH="1" flipV="1">
                <a:off x="9340109" y="654424"/>
                <a:ext cx="750975"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Oval 26">
                    <a:extLst>
                      <a:ext uri="{FF2B5EF4-FFF2-40B4-BE49-F238E27FC236}">
                        <a16:creationId xmlns:a16="http://schemas.microsoft.com/office/drawing/2014/main" id="{239CFFC8-CF26-D2AD-E672-09061A5048B0}"/>
                      </a:ext>
                    </a:extLst>
                  </p:cNvPr>
                  <p:cNvSpPr/>
                  <p:nvPr/>
                </p:nvSpPr>
                <p:spPr>
                  <a:xfrm>
                    <a:off x="7048051" y="281648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27" name="Oval 26">
                    <a:extLst>
                      <a:ext uri="{FF2B5EF4-FFF2-40B4-BE49-F238E27FC236}">
                        <a16:creationId xmlns:a16="http://schemas.microsoft.com/office/drawing/2014/main" id="{239CFFC8-CF26-D2AD-E672-09061A5048B0}"/>
                      </a:ext>
                    </a:extLst>
                  </p:cNvPr>
                  <p:cNvSpPr>
                    <a:spLocks noRot="1" noChangeAspect="1" noMove="1" noResize="1" noEditPoints="1" noAdjustHandles="1" noChangeArrowheads="1" noChangeShapeType="1" noTextEdit="1"/>
                  </p:cNvSpPr>
                  <p:nvPr/>
                </p:nvSpPr>
                <p:spPr>
                  <a:xfrm>
                    <a:off x="7048051" y="2816489"/>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0E83608A-477E-6324-E54F-86966C47F633}"/>
                  </a:ext>
                </a:extLst>
              </p:cNvPr>
              <p:cNvCxnSpPr>
                <a:cxnSpLocks/>
                <a:stCxn id="27" idx="0"/>
              </p:cNvCxnSpPr>
              <p:nvPr/>
            </p:nvCxnSpPr>
            <p:spPr>
              <a:xfrm flipH="1" flipV="1">
                <a:off x="7354306" y="2548043"/>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3150729F-C8ED-BB5F-9CEB-CF399CB6A872}"/>
                    </a:ext>
                  </a:extLst>
                </p:cNvPr>
                <p:cNvSpPr txBox="1"/>
                <p:nvPr/>
              </p:nvSpPr>
              <p:spPr>
                <a:xfrm>
                  <a:off x="735435" y="459520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66" name="TextBox 65">
                  <a:extLst>
                    <a:ext uri="{FF2B5EF4-FFF2-40B4-BE49-F238E27FC236}">
                      <a16:creationId xmlns:a16="http://schemas.microsoft.com/office/drawing/2014/main" id="{3150729F-C8ED-BB5F-9CEB-CF399CB6A872}"/>
                    </a:ext>
                  </a:extLst>
                </p:cNvPr>
                <p:cNvSpPr txBox="1">
                  <a:spLocks noRot="1" noChangeAspect="1" noMove="1" noResize="1" noEditPoints="1" noAdjustHandles="1" noChangeArrowheads="1" noChangeShapeType="1" noTextEdit="1"/>
                </p:cNvSpPr>
                <p:nvPr/>
              </p:nvSpPr>
              <p:spPr>
                <a:xfrm>
                  <a:off x="735435" y="4595206"/>
                  <a:ext cx="773738"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18CD5917-6748-AFE6-4CA8-6A26740C5DD1}"/>
                    </a:ext>
                  </a:extLst>
                </p:cNvPr>
                <p:cNvSpPr txBox="1"/>
                <p:nvPr/>
              </p:nvSpPr>
              <p:spPr>
                <a:xfrm>
                  <a:off x="2172271" y="463880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7" name="TextBox 66">
                  <a:extLst>
                    <a:ext uri="{FF2B5EF4-FFF2-40B4-BE49-F238E27FC236}">
                      <a16:creationId xmlns:a16="http://schemas.microsoft.com/office/drawing/2014/main" id="{18CD5917-6748-AFE6-4CA8-6A26740C5DD1}"/>
                    </a:ext>
                  </a:extLst>
                </p:cNvPr>
                <p:cNvSpPr txBox="1">
                  <a:spLocks noRot="1" noChangeAspect="1" noMove="1" noResize="1" noEditPoints="1" noAdjustHandles="1" noChangeArrowheads="1" noChangeShapeType="1" noTextEdit="1"/>
                </p:cNvSpPr>
                <p:nvPr/>
              </p:nvSpPr>
              <p:spPr>
                <a:xfrm>
                  <a:off x="2172271" y="4638800"/>
                  <a:ext cx="369781"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FFBE299-FED8-D1B2-BD66-101DA35B695A}"/>
                    </a:ext>
                  </a:extLst>
                </p:cNvPr>
                <p:cNvSpPr txBox="1"/>
                <p:nvPr/>
              </p:nvSpPr>
              <p:spPr>
                <a:xfrm>
                  <a:off x="1157833" y="378614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68" name="TextBox 67">
                  <a:extLst>
                    <a:ext uri="{FF2B5EF4-FFF2-40B4-BE49-F238E27FC236}">
                      <a16:creationId xmlns:a16="http://schemas.microsoft.com/office/drawing/2014/main" id="{6FFBE299-FED8-D1B2-BD66-101DA35B695A}"/>
                    </a:ext>
                  </a:extLst>
                </p:cNvPr>
                <p:cNvSpPr txBox="1">
                  <a:spLocks noRot="1" noChangeAspect="1" noMove="1" noResize="1" noEditPoints="1" noAdjustHandles="1" noChangeArrowheads="1" noChangeShapeType="1" noTextEdit="1"/>
                </p:cNvSpPr>
                <p:nvPr/>
              </p:nvSpPr>
              <p:spPr>
                <a:xfrm>
                  <a:off x="1157833" y="3786141"/>
                  <a:ext cx="773738"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113857C4-4F9F-E95E-044D-F1A4FA7A55E8}"/>
                    </a:ext>
                  </a:extLst>
                </p:cNvPr>
                <p:cNvSpPr txBox="1"/>
                <p:nvPr/>
              </p:nvSpPr>
              <p:spPr>
                <a:xfrm>
                  <a:off x="1835210" y="32277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69" name="TextBox 68">
                  <a:extLst>
                    <a:ext uri="{FF2B5EF4-FFF2-40B4-BE49-F238E27FC236}">
                      <a16:creationId xmlns:a16="http://schemas.microsoft.com/office/drawing/2014/main" id="{113857C4-4F9F-E95E-044D-F1A4FA7A55E8}"/>
                    </a:ext>
                  </a:extLst>
                </p:cNvPr>
                <p:cNvSpPr txBox="1">
                  <a:spLocks noRot="1" noChangeAspect="1" noMove="1" noResize="1" noEditPoints="1" noAdjustHandles="1" noChangeArrowheads="1" noChangeShapeType="1" noTextEdit="1"/>
                </p:cNvSpPr>
                <p:nvPr/>
              </p:nvSpPr>
              <p:spPr>
                <a:xfrm>
                  <a:off x="1835210" y="3227705"/>
                  <a:ext cx="773738"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3305BF72-9FFD-DF53-8C7C-A4B213E38B05}"/>
                    </a:ext>
                  </a:extLst>
                </p:cNvPr>
                <p:cNvSpPr txBox="1"/>
                <p:nvPr/>
              </p:nvSpPr>
              <p:spPr>
                <a:xfrm>
                  <a:off x="3343276" y="387916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70" name="TextBox 69">
                  <a:extLst>
                    <a:ext uri="{FF2B5EF4-FFF2-40B4-BE49-F238E27FC236}">
                      <a16:creationId xmlns:a16="http://schemas.microsoft.com/office/drawing/2014/main" id="{3305BF72-9FFD-DF53-8C7C-A4B213E38B05}"/>
                    </a:ext>
                  </a:extLst>
                </p:cNvPr>
                <p:cNvSpPr txBox="1">
                  <a:spLocks noRot="1" noChangeAspect="1" noMove="1" noResize="1" noEditPoints="1" noAdjustHandles="1" noChangeArrowheads="1" noChangeShapeType="1" noTextEdit="1"/>
                </p:cNvSpPr>
                <p:nvPr/>
              </p:nvSpPr>
              <p:spPr>
                <a:xfrm>
                  <a:off x="3343276" y="3879162"/>
                  <a:ext cx="369781" cy="369332"/>
                </a:xfrm>
                <a:prstGeom prst="rect">
                  <a:avLst/>
                </a:prstGeom>
                <a:blipFill>
                  <a:blip r:embed="rId19"/>
                  <a:stretch>
                    <a:fillRect/>
                  </a:stretch>
                </a:blipFill>
              </p:spPr>
              <p:txBody>
                <a:bodyPr/>
                <a:lstStyle/>
                <a:p>
                  <a:r>
                    <a:rPr lang="en-US">
                      <a:noFill/>
                    </a:rPr>
                    <a:t> </a:t>
                  </a:r>
                </a:p>
              </p:txBody>
            </p:sp>
          </mc:Fallback>
        </mc:AlternateContent>
      </p:grpSp>
      <p:sp>
        <p:nvSpPr>
          <p:cNvPr id="64" name="Arrow: Right 63" descr="Now we perform the right rotation which lifts the left subtree and lowers the right subtree. It does this by making b the new root, a the left child of b, and subtree y the left subtree of a.">
            <a:extLst>
              <a:ext uri="{FF2B5EF4-FFF2-40B4-BE49-F238E27FC236}">
                <a16:creationId xmlns:a16="http://schemas.microsoft.com/office/drawing/2014/main" id="{88549AC5-13F6-C0FF-FEBC-7A399516549C}"/>
              </a:ext>
            </a:extLst>
          </p:cNvPr>
          <p:cNvSpPr/>
          <p:nvPr/>
        </p:nvSpPr>
        <p:spPr>
          <a:xfrm>
            <a:off x="5315019" y="4410070"/>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Right Rotation</a:t>
            </a:r>
          </a:p>
        </p:txBody>
      </p:sp>
      <p:grpSp>
        <p:nvGrpSpPr>
          <p:cNvPr id="10" name="Group 9" descr="An illustration of a right rotation. This is the after image.&#10;&#10;After performing a right rotation the node b becomes the root of the tree. The right child of b is the node a (the former root), and the left child of b is unchanged. The left subtree of a is y (the former right subtree of b), and the right subtree of a is unchanged. Because x has height h+1 and y and z had height h, both subtrees of b now have height h+1, making the tree balanced.">
            <a:extLst>
              <a:ext uri="{FF2B5EF4-FFF2-40B4-BE49-F238E27FC236}">
                <a16:creationId xmlns:a16="http://schemas.microsoft.com/office/drawing/2014/main" id="{598D6630-A593-0BBF-A19B-7923549D184A}"/>
              </a:ext>
            </a:extLst>
          </p:cNvPr>
          <p:cNvGrpSpPr/>
          <p:nvPr/>
        </p:nvGrpSpPr>
        <p:grpSpPr>
          <a:xfrm>
            <a:off x="7493545" y="3322521"/>
            <a:ext cx="3471088" cy="2631030"/>
            <a:chOff x="7493545" y="3322521"/>
            <a:chExt cx="3471088" cy="2631030"/>
          </a:xfrm>
        </p:grpSpPr>
        <p:grpSp>
          <p:nvGrpSpPr>
            <p:cNvPr id="33" name="Group 32">
              <a:extLst>
                <a:ext uri="{FF2B5EF4-FFF2-40B4-BE49-F238E27FC236}">
                  <a16:creationId xmlns:a16="http://schemas.microsoft.com/office/drawing/2014/main" id="{F7EE3BEE-6549-5A90-A178-CB843F41D093}"/>
                </a:ext>
              </a:extLst>
            </p:cNvPr>
            <p:cNvGrpSpPr/>
            <p:nvPr/>
          </p:nvGrpSpPr>
          <p:grpSpPr>
            <a:xfrm>
              <a:off x="7578756" y="3457458"/>
              <a:ext cx="3385877" cy="2496093"/>
              <a:chOff x="7175930" y="136853"/>
              <a:chExt cx="3385877" cy="2496093"/>
            </a:xfrm>
          </p:grpSpPr>
          <mc:AlternateContent xmlns:mc="http://schemas.openxmlformats.org/markup-compatibility/2006" xmlns:a14="http://schemas.microsoft.com/office/drawing/2010/main">
            <mc:Choice Requires="a14">
              <p:sp>
                <p:nvSpPr>
                  <p:cNvPr id="34" name="Oval 33">
                    <a:extLst>
                      <a:ext uri="{FF2B5EF4-FFF2-40B4-BE49-F238E27FC236}">
                        <a16:creationId xmlns:a16="http://schemas.microsoft.com/office/drawing/2014/main" id="{45E7A0E4-A69B-B4AE-ACE7-EB5C89E52040}"/>
                      </a:ext>
                    </a:extLst>
                  </p:cNvPr>
                  <p:cNvSpPr/>
                  <p:nvPr/>
                </p:nvSpPr>
                <p:spPr>
                  <a:xfrm>
                    <a:off x="9124241" y="77239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34" name="Oval 33">
                    <a:extLst>
                      <a:ext uri="{FF2B5EF4-FFF2-40B4-BE49-F238E27FC236}">
                        <a16:creationId xmlns:a16="http://schemas.microsoft.com/office/drawing/2014/main" id="{45E7A0E4-A69B-B4AE-ACE7-EB5C89E52040}"/>
                      </a:ext>
                    </a:extLst>
                  </p:cNvPr>
                  <p:cNvSpPr>
                    <a:spLocks noRot="1" noChangeAspect="1" noMove="1" noResize="1" noEditPoints="1" noAdjustHandles="1" noChangeArrowheads="1" noChangeShapeType="1" noTextEdit="1"/>
                  </p:cNvSpPr>
                  <p:nvPr/>
                </p:nvSpPr>
                <p:spPr>
                  <a:xfrm>
                    <a:off x="9124241" y="772395"/>
                    <a:ext cx="612511" cy="612511"/>
                  </a:xfrm>
                  <a:prstGeom prst="ellipse">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Isosceles Triangle 34">
                    <a:extLst>
                      <a:ext uri="{FF2B5EF4-FFF2-40B4-BE49-F238E27FC236}">
                        <a16:creationId xmlns:a16="http://schemas.microsoft.com/office/drawing/2014/main" id="{EF1554DF-5FD8-FE91-0B86-80799DED6758}"/>
                      </a:ext>
                    </a:extLst>
                  </p:cNvPr>
                  <p:cNvSpPr/>
                  <p:nvPr/>
                </p:nvSpPr>
                <p:spPr>
                  <a:xfrm>
                    <a:off x="7342089" y="772395"/>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35" name="Isosceles Triangle 34">
                    <a:extLst>
                      <a:ext uri="{FF2B5EF4-FFF2-40B4-BE49-F238E27FC236}">
                        <a16:creationId xmlns:a16="http://schemas.microsoft.com/office/drawing/2014/main" id="{EF1554DF-5FD8-FE91-0B86-80799DED6758}"/>
                      </a:ext>
                    </a:extLst>
                  </p:cNvPr>
                  <p:cNvSpPr>
                    <a:spLocks noRot="1" noChangeAspect="1" noMove="1" noResize="1" noEditPoints="1" noAdjustHandles="1" noChangeArrowheads="1" noChangeShapeType="1" noTextEdit="1"/>
                  </p:cNvSpPr>
                  <p:nvPr/>
                </p:nvSpPr>
                <p:spPr>
                  <a:xfrm>
                    <a:off x="7342089" y="772395"/>
                    <a:ext cx="1084977" cy="979594"/>
                  </a:xfrm>
                  <a:prstGeom prst="triangl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21653A17-97F6-3907-7154-1E08B77D7E3B}"/>
                      </a:ext>
                    </a:extLst>
                  </p:cNvPr>
                  <p:cNvSpPr/>
                  <p:nvPr/>
                </p:nvSpPr>
                <p:spPr>
                  <a:xfrm>
                    <a:off x="8428629" y="13685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6" name="Oval 35">
                    <a:extLst>
                      <a:ext uri="{FF2B5EF4-FFF2-40B4-BE49-F238E27FC236}">
                        <a16:creationId xmlns:a16="http://schemas.microsoft.com/office/drawing/2014/main" id="{21653A17-97F6-3907-7154-1E08B77D7E3B}"/>
                      </a:ext>
                    </a:extLst>
                  </p:cNvPr>
                  <p:cNvSpPr>
                    <a:spLocks noRot="1" noChangeAspect="1" noMove="1" noResize="1" noEditPoints="1" noAdjustHandles="1" noChangeArrowheads="1" noChangeShapeType="1" noTextEdit="1"/>
                  </p:cNvSpPr>
                  <p:nvPr/>
                </p:nvSpPr>
                <p:spPr>
                  <a:xfrm>
                    <a:off x="8428629" y="136853"/>
                    <a:ext cx="612511" cy="612511"/>
                  </a:xfrm>
                  <a:prstGeom prst="ellipse">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Isosceles Triangle 36">
                    <a:extLst>
                      <a:ext uri="{FF2B5EF4-FFF2-40B4-BE49-F238E27FC236}">
                        <a16:creationId xmlns:a16="http://schemas.microsoft.com/office/drawing/2014/main" id="{99A0256F-8391-2976-BCFB-9053B00E322A}"/>
                      </a:ext>
                    </a:extLst>
                  </p:cNvPr>
                  <p:cNvSpPr/>
                  <p:nvPr/>
                </p:nvSpPr>
                <p:spPr>
                  <a:xfrm>
                    <a:off x="8345520" y="157892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37" name="Isosceles Triangle 36">
                    <a:extLst>
                      <a:ext uri="{FF2B5EF4-FFF2-40B4-BE49-F238E27FC236}">
                        <a16:creationId xmlns:a16="http://schemas.microsoft.com/office/drawing/2014/main" id="{99A0256F-8391-2976-BCFB-9053B00E322A}"/>
                      </a:ext>
                    </a:extLst>
                  </p:cNvPr>
                  <p:cNvSpPr>
                    <a:spLocks noRot="1" noChangeAspect="1" noMove="1" noResize="1" noEditPoints="1" noAdjustHandles="1" noChangeArrowheads="1" noChangeShapeType="1" noTextEdit="1"/>
                  </p:cNvSpPr>
                  <p:nvPr/>
                </p:nvSpPr>
                <p:spPr>
                  <a:xfrm>
                    <a:off x="8345520" y="1578929"/>
                    <a:ext cx="1084977" cy="979594"/>
                  </a:xfrm>
                  <a:prstGeom prst="triangl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Isosceles Triangle 37">
                    <a:extLst>
                      <a:ext uri="{FF2B5EF4-FFF2-40B4-BE49-F238E27FC236}">
                        <a16:creationId xmlns:a16="http://schemas.microsoft.com/office/drawing/2014/main" id="{C8ABD725-951D-1EF5-BC3F-7698AB03ED12}"/>
                      </a:ext>
                    </a:extLst>
                  </p:cNvPr>
                  <p:cNvSpPr/>
                  <p:nvPr/>
                </p:nvSpPr>
                <p:spPr>
                  <a:xfrm>
                    <a:off x="9476830" y="1586367"/>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8" name="Isosceles Triangle 37">
                    <a:extLst>
                      <a:ext uri="{FF2B5EF4-FFF2-40B4-BE49-F238E27FC236}">
                        <a16:creationId xmlns:a16="http://schemas.microsoft.com/office/drawing/2014/main" id="{C8ABD725-951D-1EF5-BC3F-7698AB03ED12}"/>
                      </a:ext>
                    </a:extLst>
                  </p:cNvPr>
                  <p:cNvSpPr>
                    <a:spLocks noRot="1" noChangeAspect="1" noMove="1" noResize="1" noEditPoints="1" noAdjustHandles="1" noChangeArrowheads="1" noChangeShapeType="1" noTextEdit="1"/>
                  </p:cNvSpPr>
                  <p:nvPr/>
                </p:nvSpPr>
                <p:spPr>
                  <a:xfrm>
                    <a:off x="9476830" y="1586367"/>
                    <a:ext cx="1084977" cy="979594"/>
                  </a:xfrm>
                  <a:prstGeom prst="triangle">
                    <a:avLst/>
                  </a:prstGeom>
                  <a:blipFill>
                    <a:blip r:embed="rId7"/>
                    <a:stretch>
                      <a:fillRect/>
                    </a:stretch>
                  </a:blipFill>
                </p:spPr>
                <p:txBody>
                  <a:bodyPr/>
                  <a:lstStyle/>
                  <a:p>
                    <a:r>
                      <a:rPr lang="en-US">
                        <a:noFill/>
                      </a:rPr>
                      <a:t> </a:t>
                    </a:r>
                  </a:p>
                </p:txBody>
              </p:sp>
            </mc:Fallback>
          </mc:AlternateContent>
          <p:cxnSp>
            <p:nvCxnSpPr>
              <p:cNvPr id="39" name="Straight Connector 38">
                <a:extLst>
                  <a:ext uri="{FF2B5EF4-FFF2-40B4-BE49-F238E27FC236}">
                    <a16:creationId xmlns:a16="http://schemas.microsoft.com/office/drawing/2014/main" id="{E962564D-E372-F50C-5980-C112EF7ECA4D}"/>
                  </a:ext>
                </a:extLst>
              </p:cNvPr>
              <p:cNvCxnSpPr>
                <a:cxnSpLocks/>
                <a:stCxn id="36" idx="3"/>
                <a:endCxn id="35" idx="0"/>
              </p:cNvCxnSpPr>
              <p:nvPr/>
            </p:nvCxnSpPr>
            <p:spPr>
              <a:xfrm flipH="1">
                <a:off x="7884578" y="659664"/>
                <a:ext cx="633751" cy="1127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9A738FD-1682-5EB7-685E-AE958F861694}"/>
                  </a:ext>
                </a:extLst>
              </p:cNvPr>
              <p:cNvCxnSpPr>
                <a:cxnSpLocks/>
                <a:stCxn id="34" idx="3"/>
                <a:endCxn id="37" idx="0"/>
              </p:cNvCxnSpPr>
              <p:nvPr/>
            </p:nvCxnSpPr>
            <p:spPr>
              <a:xfrm flipH="1">
                <a:off x="8888009" y="1295206"/>
                <a:ext cx="325932" cy="2837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69BC999-CE86-9682-91DC-E9C0F86021D7}"/>
                  </a:ext>
                </a:extLst>
              </p:cNvPr>
              <p:cNvCxnSpPr>
                <a:cxnSpLocks/>
                <a:stCxn id="36" idx="5"/>
                <a:endCxn id="34" idx="1"/>
              </p:cNvCxnSpPr>
              <p:nvPr/>
            </p:nvCxnSpPr>
            <p:spPr>
              <a:xfrm>
                <a:off x="8951440" y="659664"/>
                <a:ext cx="262501" cy="2024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1A19D79-2582-DF96-4EE4-A322DE8F4EFA}"/>
                  </a:ext>
                </a:extLst>
              </p:cNvPr>
              <p:cNvCxnSpPr>
                <a:cxnSpLocks/>
                <a:stCxn id="38" idx="0"/>
                <a:endCxn id="34" idx="5"/>
              </p:cNvCxnSpPr>
              <p:nvPr/>
            </p:nvCxnSpPr>
            <p:spPr>
              <a:xfrm flipH="1" flipV="1">
                <a:off x="9647052" y="1295206"/>
                <a:ext cx="372267" cy="291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Oval 42">
                    <a:extLst>
                      <a:ext uri="{FF2B5EF4-FFF2-40B4-BE49-F238E27FC236}">
                        <a16:creationId xmlns:a16="http://schemas.microsoft.com/office/drawing/2014/main" id="{0CFD8699-FE14-3065-4767-9AEE33B862FF}"/>
                      </a:ext>
                    </a:extLst>
                  </p:cNvPr>
                  <p:cNvSpPr/>
                  <p:nvPr/>
                </p:nvSpPr>
                <p:spPr>
                  <a:xfrm>
                    <a:off x="7175930" y="202043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43" name="Oval 42">
                    <a:extLst>
                      <a:ext uri="{FF2B5EF4-FFF2-40B4-BE49-F238E27FC236}">
                        <a16:creationId xmlns:a16="http://schemas.microsoft.com/office/drawing/2014/main" id="{0CFD8699-FE14-3065-4767-9AEE33B862FF}"/>
                      </a:ext>
                    </a:extLst>
                  </p:cNvPr>
                  <p:cNvSpPr>
                    <a:spLocks noRot="1" noChangeAspect="1" noMove="1" noResize="1" noEditPoints="1" noAdjustHandles="1" noChangeArrowheads="1" noChangeShapeType="1" noTextEdit="1"/>
                  </p:cNvSpPr>
                  <p:nvPr/>
                </p:nvSpPr>
                <p:spPr>
                  <a:xfrm>
                    <a:off x="7175930" y="2020435"/>
                    <a:ext cx="612511" cy="612511"/>
                  </a:xfrm>
                  <a:prstGeom prst="ellipse">
                    <a:avLst/>
                  </a:prstGeom>
                  <a:blipFill>
                    <a:blip r:embed="rId8"/>
                    <a:stretch>
                      <a:fillRect/>
                    </a:stretch>
                  </a:blipFill>
                  <a:ln>
                    <a:solidFill>
                      <a:schemeClr val="tx1"/>
                    </a:solidFill>
                  </a:ln>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5946C4ED-4422-1E95-01CC-240395B3A549}"/>
                  </a:ext>
                </a:extLst>
              </p:cNvPr>
              <p:cNvCxnSpPr>
                <a:cxnSpLocks/>
                <a:stCxn id="43" idx="0"/>
              </p:cNvCxnSpPr>
              <p:nvPr/>
            </p:nvCxnSpPr>
            <p:spPr>
              <a:xfrm flipH="1" flipV="1">
                <a:off x="7482185" y="1751989"/>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8FB41DCC-41DB-D581-B281-F635D03CF8ED}"/>
                    </a:ext>
                  </a:extLst>
                </p:cNvPr>
                <p:cNvSpPr txBox="1"/>
                <p:nvPr/>
              </p:nvSpPr>
              <p:spPr>
                <a:xfrm>
                  <a:off x="7493545" y="400270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72" name="TextBox 71">
                  <a:extLst>
                    <a:ext uri="{FF2B5EF4-FFF2-40B4-BE49-F238E27FC236}">
                      <a16:creationId xmlns:a16="http://schemas.microsoft.com/office/drawing/2014/main" id="{8FB41DCC-41DB-D581-B281-F635D03CF8ED}"/>
                    </a:ext>
                  </a:extLst>
                </p:cNvPr>
                <p:cNvSpPr txBox="1">
                  <a:spLocks noRot="1" noChangeAspect="1" noMove="1" noResize="1" noEditPoints="1" noAdjustHandles="1" noChangeArrowheads="1" noChangeShapeType="1" noTextEdit="1"/>
                </p:cNvSpPr>
                <p:nvPr/>
              </p:nvSpPr>
              <p:spPr>
                <a:xfrm>
                  <a:off x="7493545" y="4002706"/>
                  <a:ext cx="773738"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DD7BB27A-42A5-BE9A-F1FF-42EABAE1A987}"/>
                    </a:ext>
                  </a:extLst>
                </p:cNvPr>
                <p:cNvSpPr txBox="1"/>
                <p:nvPr/>
              </p:nvSpPr>
              <p:spPr>
                <a:xfrm>
                  <a:off x="8903142" y="4124889"/>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73" name="TextBox 72">
                  <a:extLst>
                    <a:ext uri="{FF2B5EF4-FFF2-40B4-BE49-F238E27FC236}">
                      <a16:creationId xmlns:a16="http://schemas.microsoft.com/office/drawing/2014/main" id="{DD7BB27A-42A5-BE9A-F1FF-42EABAE1A987}"/>
                    </a:ext>
                  </a:extLst>
                </p:cNvPr>
                <p:cNvSpPr txBox="1">
                  <a:spLocks noRot="1" noChangeAspect="1" noMove="1" noResize="1" noEditPoints="1" noAdjustHandles="1" noChangeArrowheads="1" noChangeShapeType="1" noTextEdit="1"/>
                </p:cNvSpPr>
                <p:nvPr/>
              </p:nvSpPr>
              <p:spPr>
                <a:xfrm>
                  <a:off x="8903142" y="4124889"/>
                  <a:ext cx="773738"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62FD0DC-BCE5-FBBA-1AFF-5D9EBF1AE5F1}"/>
                    </a:ext>
                  </a:extLst>
                </p:cNvPr>
                <p:cNvSpPr txBox="1"/>
                <p:nvPr/>
              </p:nvSpPr>
              <p:spPr>
                <a:xfrm>
                  <a:off x="8197681" y="3322521"/>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74" name="TextBox 73">
                  <a:extLst>
                    <a:ext uri="{FF2B5EF4-FFF2-40B4-BE49-F238E27FC236}">
                      <a16:creationId xmlns:a16="http://schemas.microsoft.com/office/drawing/2014/main" id="{B62FD0DC-BCE5-FBBA-1AFF-5D9EBF1AE5F1}"/>
                    </a:ext>
                  </a:extLst>
                </p:cNvPr>
                <p:cNvSpPr txBox="1">
                  <a:spLocks noRot="1" noChangeAspect="1" noMove="1" noResize="1" noEditPoints="1" noAdjustHandles="1" noChangeArrowheads="1" noChangeShapeType="1" noTextEdit="1"/>
                </p:cNvSpPr>
                <p:nvPr/>
              </p:nvSpPr>
              <p:spPr>
                <a:xfrm>
                  <a:off x="8197681" y="3322521"/>
                  <a:ext cx="773737"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C14EBFC5-1ACD-0DA1-DFC1-D0673D9497BA}"/>
                    </a:ext>
                  </a:extLst>
                </p:cNvPr>
                <p:cNvSpPr txBox="1"/>
                <p:nvPr/>
              </p:nvSpPr>
              <p:spPr>
                <a:xfrm>
                  <a:off x="8967387" y="473855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75" name="TextBox 74">
                  <a:extLst>
                    <a:ext uri="{FF2B5EF4-FFF2-40B4-BE49-F238E27FC236}">
                      <a16:creationId xmlns:a16="http://schemas.microsoft.com/office/drawing/2014/main" id="{C14EBFC5-1ACD-0DA1-DFC1-D0673D9497BA}"/>
                    </a:ext>
                  </a:extLst>
                </p:cNvPr>
                <p:cNvSpPr txBox="1">
                  <a:spLocks noRot="1" noChangeAspect="1" noMove="1" noResize="1" noEditPoints="1" noAdjustHandles="1" noChangeArrowheads="1" noChangeShapeType="1" noTextEdit="1"/>
                </p:cNvSpPr>
                <p:nvPr/>
              </p:nvSpPr>
              <p:spPr>
                <a:xfrm>
                  <a:off x="8967387" y="4738555"/>
                  <a:ext cx="369781"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77634E40-271E-6922-B9EA-EFC82ADE55EC}"/>
                    </a:ext>
                  </a:extLst>
                </p:cNvPr>
                <p:cNvSpPr txBox="1"/>
                <p:nvPr/>
              </p:nvSpPr>
              <p:spPr>
                <a:xfrm>
                  <a:off x="10038951" y="473855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76" name="TextBox 75">
                  <a:extLst>
                    <a:ext uri="{FF2B5EF4-FFF2-40B4-BE49-F238E27FC236}">
                      <a16:creationId xmlns:a16="http://schemas.microsoft.com/office/drawing/2014/main" id="{77634E40-271E-6922-B9EA-EFC82ADE55EC}"/>
                    </a:ext>
                  </a:extLst>
                </p:cNvPr>
                <p:cNvSpPr txBox="1">
                  <a:spLocks noRot="1" noChangeAspect="1" noMove="1" noResize="1" noEditPoints="1" noAdjustHandles="1" noChangeArrowheads="1" noChangeShapeType="1" noTextEdit="1"/>
                </p:cNvSpPr>
                <p:nvPr/>
              </p:nvSpPr>
              <p:spPr>
                <a:xfrm>
                  <a:off x="10038951" y="4738555"/>
                  <a:ext cx="369781" cy="369332"/>
                </a:xfrm>
                <a:prstGeom prst="rect">
                  <a:avLst/>
                </a:prstGeom>
                <a:blipFill>
                  <a:blip r:embed="rId24"/>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2078197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Insert Example (Insert 20)</a:t>
            </a:r>
          </a:p>
        </p:txBody>
      </p:sp>
      <p:sp>
        <p:nvSpPr>
          <p:cNvPr id="24" name="Oval 23" descr="We will insert a new key-value pair with the key -1 into the AVL tree">
            <a:extLst>
              <a:ext uri="{FF2B5EF4-FFF2-40B4-BE49-F238E27FC236}">
                <a16:creationId xmlns:a16="http://schemas.microsoft.com/office/drawing/2014/main" id="{343823FD-4399-AFC7-649D-4594D6C04EC3}"/>
              </a:ext>
            </a:extLst>
          </p:cNvPr>
          <p:cNvSpPr/>
          <p:nvPr/>
        </p:nvSpPr>
        <p:spPr>
          <a:xfrm>
            <a:off x="2433594" y="240463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a:t>
            </a:r>
          </a:p>
        </p:txBody>
      </p:sp>
      <p:grpSp>
        <p:nvGrpSpPr>
          <p:cNvPr id="44" name="Group 43" descr="An AVL tree that is structured as follows:&#10;&#10;root: 9, with left child 3 and right child 11&#10;3: left child is 1, right child is 6&#10;1: left child is 0, right child is 2&#10;0: has no children&#10;2: has no children&#10;6: has no children&#10;11: left child is 10, right child is 16&#10;16: has no left child, right child is 18&#10;18: has no children">
            <a:extLst>
              <a:ext uri="{FF2B5EF4-FFF2-40B4-BE49-F238E27FC236}">
                <a16:creationId xmlns:a16="http://schemas.microsoft.com/office/drawing/2014/main" id="{132446E4-9138-A2A4-E19E-29B53DF03839}"/>
              </a:ext>
            </a:extLst>
          </p:cNvPr>
          <p:cNvGrpSpPr/>
          <p:nvPr/>
        </p:nvGrpSpPr>
        <p:grpSpPr>
          <a:xfrm>
            <a:off x="4230263" y="2047599"/>
            <a:ext cx="4670290" cy="2762801"/>
            <a:chOff x="4230263" y="2047599"/>
            <a:chExt cx="4670290" cy="2762801"/>
          </a:xfrm>
        </p:grpSpPr>
        <p:grpSp>
          <p:nvGrpSpPr>
            <p:cNvPr id="30" name="Group 29">
              <a:extLst>
                <a:ext uri="{FF2B5EF4-FFF2-40B4-BE49-F238E27FC236}">
                  <a16:creationId xmlns:a16="http://schemas.microsoft.com/office/drawing/2014/main" id="{7CBD8AE1-725E-4680-44A4-75821DD1C63E}"/>
                </a:ext>
              </a:extLst>
            </p:cNvPr>
            <p:cNvGrpSpPr/>
            <p:nvPr/>
          </p:nvGrpSpPr>
          <p:grpSpPr>
            <a:xfrm>
              <a:off x="4230263" y="2047599"/>
              <a:ext cx="4670290" cy="2762801"/>
              <a:chOff x="4342023" y="2047599"/>
              <a:chExt cx="4670290" cy="2762801"/>
            </a:xfrm>
          </p:grpSpPr>
          <p:grpSp>
            <p:nvGrpSpPr>
              <p:cNvPr id="4" name="Group 3">
                <a:extLst>
                  <a:ext uri="{FF2B5EF4-FFF2-40B4-BE49-F238E27FC236}">
                    <a16:creationId xmlns:a16="http://schemas.microsoft.com/office/drawing/2014/main" id="{6EA20C27-94E3-EF82-B066-C6C9318383F2}"/>
                  </a:ext>
                </a:extLst>
              </p:cNvPr>
              <p:cNvGrpSpPr/>
              <p:nvPr/>
            </p:nvGrpSpPr>
            <p:grpSpPr>
              <a:xfrm>
                <a:off x="4342023" y="2047599"/>
                <a:ext cx="4036614" cy="2762801"/>
                <a:chOff x="8079280" y="365125"/>
                <a:chExt cx="4036614" cy="2762801"/>
              </a:xfrm>
            </p:grpSpPr>
            <p:grpSp>
              <p:nvGrpSpPr>
                <p:cNvPr id="5" name="Group 4">
                  <a:extLst>
                    <a:ext uri="{FF2B5EF4-FFF2-40B4-BE49-F238E27FC236}">
                      <a16:creationId xmlns:a16="http://schemas.microsoft.com/office/drawing/2014/main" id="{8B51145B-4143-BFCB-7640-8FD8DDFF7D48}"/>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92A3938F-B46C-93BC-ED09-2F255984F827}"/>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B7675288-6037-34B7-9E5C-D6D7949784B4}"/>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B704ECC7-9CA7-1E83-E3A9-2656F12C935F}"/>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B20E0282-7434-FCEC-F4C6-75332C51EE8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6" name="Oval 15">
                      <a:extLst>
                        <a:ext uri="{FF2B5EF4-FFF2-40B4-BE49-F238E27FC236}">
                          <a16:creationId xmlns:a16="http://schemas.microsoft.com/office/drawing/2014/main" id="{06EAA6EF-5E4C-14CF-6468-FF1412C4541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8648D38D-39F5-CD24-C125-A3F92C192133}"/>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9B5CC251-E35B-0E4A-E608-C8D59CFA39BA}"/>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257813C4-9171-1F70-AB27-FB5B3EBADCFE}"/>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81CB6E9-1646-FA1B-F36F-61E19B529632}"/>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4BECAB9-FB3B-AF93-8D29-10B949671677}"/>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FE59C21-08AC-00A0-4ADA-A7361360A9F3}"/>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2642F43-8430-EC8F-D864-873EE7842B1A}"/>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79DD00EA-A418-BE18-C681-27FFFB3C4A1E}"/>
                      </a:ext>
                    </a:extLst>
                  </p:cNvPr>
                  <p:cNvSpPr/>
                  <p:nvPr/>
                </p:nvSpPr>
                <p:spPr>
                  <a:xfrm>
                    <a:off x="7232429" y="2607299"/>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0A12A2BC-B31E-4941-BFBF-ADA0D02D45AF}"/>
                      </a:ext>
                    </a:extLst>
                  </p:cNvPr>
                  <p:cNvCxnSpPr>
                    <a:cxnSpLocks/>
                    <a:stCxn id="11" idx="0"/>
                    <a:endCxn id="14" idx="5"/>
                  </p:cNvCxnSpPr>
                  <p:nvPr/>
                </p:nvCxnSpPr>
                <p:spPr>
                  <a:xfrm flipH="1" flipV="1">
                    <a:off x="7360537" y="2389257"/>
                    <a:ext cx="178148" cy="2180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1A19C799-DA8A-2F26-DC27-7578D35C4651}"/>
                    </a:ext>
                  </a:extLst>
                </p:cNvPr>
                <p:cNvSpPr/>
                <p:nvPr/>
              </p:nvSpPr>
              <p:spPr>
                <a:xfrm>
                  <a:off x="95072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8" name="Straight Connector 7">
                  <a:extLst>
                    <a:ext uri="{FF2B5EF4-FFF2-40B4-BE49-F238E27FC236}">
                      <a16:creationId xmlns:a16="http://schemas.microsoft.com/office/drawing/2014/main" id="{FC1A7374-71FD-FD69-A95F-94455213B14E}"/>
                    </a:ext>
                  </a:extLst>
                </p:cNvPr>
                <p:cNvCxnSpPr>
                  <a:cxnSpLocks/>
                  <a:stCxn id="6" idx="1"/>
                  <a:endCxn id="16" idx="5"/>
                </p:cNvCxnSpPr>
                <p:nvPr/>
              </p:nvCxnSpPr>
              <p:spPr>
                <a:xfrm flipH="1" flipV="1">
                  <a:off x="9290834" y="2307549"/>
                  <a:ext cx="3061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Oval 2">
                <a:extLst>
                  <a:ext uri="{FF2B5EF4-FFF2-40B4-BE49-F238E27FC236}">
                    <a16:creationId xmlns:a16="http://schemas.microsoft.com/office/drawing/2014/main" id="{6493EE81-79AC-DE68-9A1F-CDA7EA42D76A}"/>
                  </a:ext>
                </a:extLst>
              </p:cNvPr>
              <p:cNvSpPr/>
              <p:nvPr/>
            </p:nvSpPr>
            <p:spPr>
              <a:xfrm>
                <a:off x="8399802"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cxnSp>
            <p:nvCxnSpPr>
              <p:cNvPr id="25" name="Straight Connector 24">
                <a:extLst>
                  <a:ext uri="{FF2B5EF4-FFF2-40B4-BE49-F238E27FC236}">
                    <a16:creationId xmlns:a16="http://schemas.microsoft.com/office/drawing/2014/main" id="{A6F75729-F65E-C4F4-74CB-2513D6DBF1FD}"/>
                  </a:ext>
                </a:extLst>
              </p:cNvPr>
              <p:cNvCxnSpPr>
                <a:cxnSpLocks/>
                <a:stCxn id="3" idx="1"/>
                <a:endCxn id="17" idx="5"/>
              </p:cNvCxnSpPr>
              <p:nvPr/>
            </p:nvCxnSpPr>
            <p:spPr>
              <a:xfrm flipH="1" flipV="1">
                <a:off x="8288937" y="3888218"/>
                <a:ext cx="200565" cy="394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0" name="Oval 39">
              <a:extLst>
                <a:ext uri="{FF2B5EF4-FFF2-40B4-BE49-F238E27FC236}">
                  <a16:creationId xmlns:a16="http://schemas.microsoft.com/office/drawing/2014/main" id="{AFBF94FE-1225-CB32-42BB-5EC453023FB8}"/>
                </a:ext>
              </a:extLst>
            </p:cNvPr>
            <p:cNvSpPr/>
            <p:nvPr/>
          </p:nvSpPr>
          <p:spPr>
            <a:xfrm>
              <a:off x="6703340" y="346721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cxnSp>
          <p:nvCxnSpPr>
            <p:cNvPr id="41" name="Straight Connector 40">
              <a:extLst>
                <a:ext uri="{FF2B5EF4-FFF2-40B4-BE49-F238E27FC236}">
                  <a16:creationId xmlns:a16="http://schemas.microsoft.com/office/drawing/2014/main" id="{0A5FFC1A-2EDE-F427-E8D4-554C6D0317D9}"/>
                </a:ext>
              </a:extLst>
            </p:cNvPr>
            <p:cNvCxnSpPr>
              <a:cxnSpLocks/>
              <a:stCxn id="40" idx="0"/>
              <a:endCxn id="15" idx="3"/>
            </p:cNvCxnSpPr>
            <p:nvPr/>
          </p:nvCxnSpPr>
          <p:spPr>
            <a:xfrm flipV="1">
              <a:off x="7009596" y="3198138"/>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691887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Not Balanced After inserting 20</a:t>
            </a:r>
          </a:p>
        </p:txBody>
      </p:sp>
      <p:grpSp>
        <p:nvGrpSpPr>
          <p:cNvPr id="3" name="Group 2" descr="We first follow the BST insert procedure, so 20 goes to the right of 9, to the right of 11, to the right of 16, and to the right of 18. It finally becomes the new right child of 18.&#10;&#10;Now we need to check if the tree is still balanced. The left subtree of 18 has height -1, the right subtree has height 0. The left subtree of 16 has height -1 and the right subtree has height 1.  Because the heights of 16's subtrees differ by two, the tree is not balanced. Since 16 is the deepest such node, we call it the &quot;problem node&quot;. Our next task is to modify the tree so that it becomes balanced.">
            <a:extLst>
              <a:ext uri="{FF2B5EF4-FFF2-40B4-BE49-F238E27FC236}">
                <a16:creationId xmlns:a16="http://schemas.microsoft.com/office/drawing/2014/main" id="{13C8E30A-307D-2E09-6476-E2FE1C1AC60E}"/>
              </a:ext>
            </a:extLst>
          </p:cNvPr>
          <p:cNvGrpSpPr/>
          <p:nvPr/>
        </p:nvGrpSpPr>
        <p:grpSpPr>
          <a:xfrm>
            <a:off x="4230263" y="2047599"/>
            <a:ext cx="5512445" cy="3370016"/>
            <a:chOff x="4230263" y="2047599"/>
            <a:chExt cx="5512445" cy="3370016"/>
          </a:xfrm>
        </p:grpSpPr>
        <p:sp>
          <p:nvSpPr>
            <p:cNvPr id="52" name="Oval 51">
              <a:extLst>
                <a:ext uri="{FF2B5EF4-FFF2-40B4-BE49-F238E27FC236}">
                  <a16:creationId xmlns:a16="http://schemas.microsoft.com/office/drawing/2014/main" id="{E10B0969-2DC8-E369-208A-DA6169430CAA}"/>
                </a:ext>
              </a:extLst>
            </p:cNvPr>
            <p:cNvSpPr/>
            <p:nvPr/>
          </p:nvSpPr>
          <p:spPr>
            <a:xfrm>
              <a:off x="8900553" y="4805104"/>
              <a:ext cx="612511" cy="612511"/>
            </a:xfrm>
            <a:prstGeom prst="ellips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a:t>
              </a:r>
            </a:p>
          </p:txBody>
        </p:sp>
        <p:cxnSp>
          <p:nvCxnSpPr>
            <p:cNvPr id="53" name="Straight Connector 52">
              <a:extLst>
                <a:ext uri="{FF2B5EF4-FFF2-40B4-BE49-F238E27FC236}">
                  <a16:creationId xmlns:a16="http://schemas.microsoft.com/office/drawing/2014/main" id="{FBF52FE1-BD1F-28E9-967F-5676B0189442}"/>
                </a:ext>
              </a:extLst>
            </p:cNvPr>
            <p:cNvCxnSpPr>
              <a:cxnSpLocks/>
              <a:stCxn id="52" idx="1"/>
              <a:endCxn id="111" idx="5"/>
            </p:cNvCxnSpPr>
            <p:nvPr/>
          </p:nvCxnSpPr>
          <p:spPr>
            <a:xfrm flipH="1" flipV="1">
              <a:off x="8810853" y="4715404"/>
              <a:ext cx="179400" cy="17940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106" name="Group 105">
              <a:extLst>
                <a:ext uri="{FF2B5EF4-FFF2-40B4-BE49-F238E27FC236}">
                  <a16:creationId xmlns:a16="http://schemas.microsoft.com/office/drawing/2014/main" id="{231B4431-1959-3D11-4655-89732DFF56CB}"/>
                </a:ext>
              </a:extLst>
            </p:cNvPr>
            <p:cNvGrpSpPr/>
            <p:nvPr/>
          </p:nvGrpSpPr>
          <p:grpSpPr>
            <a:xfrm>
              <a:off x="4230263" y="2047599"/>
              <a:ext cx="4670290" cy="2762801"/>
              <a:chOff x="4230263" y="2047599"/>
              <a:chExt cx="4670290" cy="2762801"/>
            </a:xfrm>
          </p:grpSpPr>
          <p:grpSp>
            <p:nvGrpSpPr>
              <p:cNvPr id="107" name="Group 106">
                <a:extLst>
                  <a:ext uri="{FF2B5EF4-FFF2-40B4-BE49-F238E27FC236}">
                    <a16:creationId xmlns:a16="http://schemas.microsoft.com/office/drawing/2014/main" id="{1896F7C7-534A-BA83-2083-347AFDB97A18}"/>
                  </a:ext>
                </a:extLst>
              </p:cNvPr>
              <p:cNvGrpSpPr/>
              <p:nvPr/>
            </p:nvGrpSpPr>
            <p:grpSpPr>
              <a:xfrm>
                <a:off x="4230263" y="2047599"/>
                <a:ext cx="4670290" cy="2762801"/>
                <a:chOff x="4342023" y="2047599"/>
                <a:chExt cx="4670290" cy="2762801"/>
              </a:xfrm>
            </p:grpSpPr>
            <p:grpSp>
              <p:nvGrpSpPr>
                <p:cNvPr id="110" name="Group 109">
                  <a:extLst>
                    <a:ext uri="{FF2B5EF4-FFF2-40B4-BE49-F238E27FC236}">
                      <a16:creationId xmlns:a16="http://schemas.microsoft.com/office/drawing/2014/main" id="{5A1733A1-39DF-181D-8445-504416FEB180}"/>
                    </a:ext>
                  </a:extLst>
                </p:cNvPr>
                <p:cNvGrpSpPr/>
                <p:nvPr/>
              </p:nvGrpSpPr>
              <p:grpSpPr>
                <a:xfrm>
                  <a:off x="4342023" y="2047599"/>
                  <a:ext cx="4036614" cy="2762801"/>
                  <a:chOff x="8079280" y="365125"/>
                  <a:chExt cx="4036614" cy="2762801"/>
                </a:xfrm>
              </p:grpSpPr>
              <p:grpSp>
                <p:nvGrpSpPr>
                  <p:cNvPr id="113" name="Group 112">
                    <a:extLst>
                      <a:ext uri="{FF2B5EF4-FFF2-40B4-BE49-F238E27FC236}">
                        <a16:creationId xmlns:a16="http://schemas.microsoft.com/office/drawing/2014/main" id="{722102BA-7EB1-3CC8-6B87-3FCB4314BAE3}"/>
                      </a:ext>
                    </a:extLst>
                  </p:cNvPr>
                  <p:cNvGrpSpPr/>
                  <p:nvPr/>
                </p:nvGrpSpPr>
                <p:grpSpPr>
                  <a:xfrm>
                    <a:off x="8079280" y="365125"/>
                    <a:ext cx="4036614" cy="2762801"/>
                    <a:chOff x="5413263" y="1203158"/>
                    <a:chExt cx="4036614" cy="2762801"/>
                  </a:xfrm>
                </p:grpSpPr>
                <p:grpSp>
                  <p:nvGrpSpPr>
                    <p:cNvPr id="116" name="Group 115">
                      <a:extLst>
                        <a:ext uri="{FF2B5EF4-FFF2-40B4-BE49-F238E27FC236}">
                          <a16:creationId xmlns:a16="http://schemas.microsoft.com/office/drawing/2014/main" id="{40FE6087-5C60-8EFC-C759-F31170E270EB}"/>
                        </a:ext>
                      </a:extLst>
                    </p:cNvPr>
                    <p:cNvGrpSpPr/>
                    <p:nvPr/>
                  </p:nvGrpSpPr>
                  <p:grpSpPr>
                    <a:xfrm>
                      <a:off x="5413263" y="1203158"/>
                      <a:ext cx="4036614" cy="2762801"/>
                      <a:chOff x="131609" y="2379747"/>
                      <a:chExt cx="4036614" cy="2762801"/>
                    </a:xfrm>
                  </p:grpSpPr>
                  <p:sp>
                    <p:nvSpPr>
                      <p:cNvPr id="119" name="Oval 118">
                        <a:extLst>
                          <a:ext uri="{FF2B5EF4-FFF2-40B4-BE49-F238E27FC236}">
                            <a16:creationId xmlns:a16="http://schemas.microsoft.com/office/drawing/2014/main" id="{81A86D9D-A8BC-BEBB-ACF9-27675DAB402B}"/>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20" name="Oval 119">
                        <a:extLst>
                          <a:ext uri="{FF2B5EF4-FFF2-40B4-BE49-F238E27FC236}">
                            <a16:creationId xmlns:a16="http://schemas.microsoft.com/office/drawing/2014/main" id="{A57F424B-C58D-2697-834B-452478446D99}"/>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21" name="Oval 120">
                        <a:extLst>
                          <a:ext uri="{FF2B5EF4-FFF2-40B4-BE49-F238E27FC236}">
                            <a16:creationId xmlns:a16="http://schemas.microsoft.com/office/drawing/2014/main" id="{EFCBFD94-EE5F-3AF9-39E0-B4B10543E883}"/>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22" name="Oval 121">
                        <a:extLst>
                          <a:ext uri="{FF2B5EF4-FFF2-40B4-BE49-F238E27FC236}">
                            <a16:creationId xmlns:a16="http://schemas.microsoft.com/office/drawing/2014/main" id="{D3A23E20-3CB0-87BC-0099-DC459E7A00D1}"/>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3" name="Oval 122">
                        <a:extLst>
                          <a:ext uri="{FF2B5EF4-FFF2-40B4-BE49-F238E27FC236}">
                            <a16:creationId xmlns:a16="http://schemas.microsoft.com/office/drawing/2014/main" id="{8DD9A857-00C8-54C7-1978-1A88523D9CA5}"/>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24" name="Oval 123">
                        <a:extLst>
                          <a:ext uri="{FF2B5EF4-FFF2-40B4-BE49-F238E27FC236}">
                            <a16:creationId xmlns:a16="http://schemas.microsoft.com/office/drawing/2014/main" id="{53A96E6E-A6B1-7011-C366-6002F1661992}"/>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25" name="Straight Connector 124">
                        <a:extLst>
                          <a:ext uri="{FF2B5EF4-FFF2-40B4-BE49-F238E27FC236}">
                            <a16:creationId xmlns:a16="http://schemas.microsoft.com/office/drawing/2014/main" id="{2671A4FC-C97C-8D2A-9E81-C0F57BD1E072}"/>
                          </a:ext>
                        </a:extLst>
                      </p:cNvPr>
                      <p:cNvCxnSpPr>
                        <a:cxnSpLocks/>
                        <a:stCxn id="119" idx="3"/>
                        <a:endCxn id="120"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8E43C2C-053B-2FFA-A3C0-95EF3D43DEEA}"/>
                          </a:ext>
                        </a:extLst>
                      </p:cNvPr>
                      <p:cNvCxnSpPr>
                        <a:cxnSpLocks/>
                        <a:stCxn id="119" idx="5"/>
                        <a:endCxn id="121"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D4483605-8E24-A998-E0BA-7F7BC322B54D}"/>
                          </a:ext>
                        </a:extLst>
                      </p:cNvPr>
                      <p:cNvCxnSpPr>
                        <a:stCxn id="122" idx="7"/>
                        <a:endCxn id="120"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17EA3640-F0AB-3515-A0ED-7F01750FF9CF}"/>
                          </a:ext>
                        </a:extLst>
                      </p:cNvPr>
                      <p:cNvCxnSpPr>
                        <a:cxnSpLocks/>
                        <a:stCxn id="124" idx="7"/>
                        <a:endCxn id="122"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543CC303-32F1-6884-6C24-F7F185458274}"/>
                          </a:ext>
                        </a:extLst>
                      </p:cNvPr>
                      <p:cNvCxnSpPr>
                        <a:stCxn id="123" idx="1"/>
                        <a:endCxn id="121"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7" name="Oval 116">
                      <a:extLst>
                        <a:ext uri="{FF2B5EF4-FFF2-40B4-BE49-F238E27FC236}">
                          <a16:creationId xmlns:a16="http://schemas.microsoft.com/office/drawing/2014/main" id="{8BA96AB7-84DA-A8F0-5521-204310BFF733}"/>
                        </a:ext>
                      </a:extLst>
                    </p:cNvPr>
                    <p:cNvSpPr/>
                    <p:nvPr/>
                  </p:nvSpPr>
                  <p:spPr>
                    <a:xfrm>
                      <a:off x="7232429" y="2607299"/>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18" name="Straight Connector 117">
                      <a:extLst>
                        <a:ext uri="{FF2B5EF4-FFF2-40B4-BE49-F238E27FC236}">
                          <a16:creationId xmlns:a16="http://schemas.microsoft.com/office/drawing/2014/main" id="{ECAA481E-776D-9B89-B8FD-403378272D14}"/>
                        </a:ext>
                      </a:extLst>
                    </p:cNvPr>
                    <p:cNvCxnSpPr>
                      <a:cxnSpLocks/>
                      <a:stCxn id="117" idx="0"/>
                      <a:endCxn id="120" idx="5"/>
                    </p:cNvCxnSpPr>
                    <p:nvPr/>
                  </p:nvCxnSpPr>
                  <p:spPr>
                    <a:xfrm flipH="1" flipV="1">
                      <a:off x="7360537" y="2389257"/>
                      <a:ext cx="178148" cy="2180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4" name="Oval 113">
                    <a:extLst>
                      <a:ext uri="{FF2B5EF4-FFF2-40B4-BE49-F238E27FC236}">
                        <a16:creationId xmlns:a16="http://schemas.microsoft.com/office/drawing/2014/main" id="{A3302FBF-673C-34CF-7EC7-65E7FC047B38}"/>
                      </a:ext>
                    </a:extLst>
                  </p:cNvPr>
                  <p:cNvSpPr/>
                  <p:nvPr/>
                </p:nvSpPr>
                <p:spPr>
                  <a:xfrm>
                    <a:off x="95072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115" name="Straight Connector 114">
                    <a:extLst>
                      <a:ext uri="{FF2B5EF4-FFF2-40B4-BE49-F238E27FC236}">
                        <a16:creationId xmlns:a16="http://schemas.microsoft.com/office/drawing/2014/main" id="{92304523-CC16-84B8-325C-4329D7B2AF56}"/>
                      </a:ext>
                    </a:extLst>
                  </p:cNvPr>
                  <p:cNvCxnSpPr>
                    <a:cxnSpLocks/>
                    <a:stCxn id="114" idx="1"/>
                    <a:endCxn id="122" idx="5"/>
                  </p:cNvCxnSpPr>
                  <p:nvPr/>
                </p:nvCxnSpPr>
                <p:spPr>
                  <a:xfrm flipH="1" flipV="1">
                    <a:off x="9290834" y="2307549"/>
                    <a:ext cx="3061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1" name="Oval 110">
                  <a:extLst>
                    <a:ext uri="{FF2B5EF4-FFF2-40B4-BE49-F238E27FC236}">
                      <a16:creationId xmlns:a16="http://schemas.microsoft.com/office/drawing/2014/main" id="{F99CA63D-421D-0FEC-0398-481D99062410}"/>
                    </a:ext>
                  </a:extLst>
                </p:cNvPr>
                <p:cNvSpPr/>
                <p:nvPr/>
              </p:nvSpPr>
              <p:spPr>
                <a:xfrm>
                  <a:off x="8399802"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cxnSp>
              <p:nvCxnSpPr>
                <p:cNvPr id="112" name="Straight Connector 111">
                  <a:extLst>
                    <a:ext uri="{FF2B5EF4-FFF2-40B4-BE49-F238E27FC236}">
                      <a16:creationId xmlns:a16="http://schemas.microsoft.com/office/drawing/2014/main" id="{9562526B-32DD-4639-8BFB-3BE6AD2C2AF6}"/>
                    </a:ext>
                  </a:extLst>
                </p:cNvPr>
                <p:cNvCxnSpPr>
                  <a:cxnSpLocks/>
                  <a:stCxn id="111" idx="1"/>
                  <a:endCxn id="123" idx="5"/>
                </p:cNvCxnSpPr>
                <p:nvPr/>
              </p:nvCxnSpPr>
              <p:spPr>
                <a:xfrm flipH="1" flipV="1">
                  <a:off x="8288937" y="3888218"/>
                  <a:ext cx="200565" cy="394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8" name="Oval 107">
                <a:extLst>
                  <a:ext uri="{FF2B5EF4-FFF2-40B4-BE49-F238E27FC236}">
                    <a16:creationId xmlns:a16="http://schemas.microsoft.com/office/drawing/2014/main" id="{EC321388-EEEE-EAFE-94E4-295071FEF5FB}"/>
                  </a:ext>
                </a:extLst>
              </p:cNvPr>
              <p:cNvSpPr/>
              <p:nvPr/>
            </p:nvSpPr>
            <p:spPr>
              <a:xfrm>
                <a:off x="6703340" y="346721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cxnSp>
            <p:nvCxnSpPr>
              <p:cNvPr id="109" name="Straight Connector 108">
                <a:extLst>
                  <a:ext uri="{FF2B5EF4-FFF2-40B4-BE49-F238E27FC236}">
                    <a16:creationId xmlns:a16="http://schemas.microsoft.com/office/drawing/2014/main" id="{A7C393D2-AA50-0F70-D168-B8CB09AF8565}"/>
                  </a:ext>
                </a:extLst>
              </p:cNvPr>
              <p:cNvCxnSpPr>
                <a:cxnSpLocks/>
                <a:stCxn id="108" idx="0"/>
                <a:endCxn id="121" idx="3"/>
              </p:cNvCxnSpPr>
              <p:nvPr/>
            </p:nvCxnSpPr>
            <p:spPr>
              <a:xfrm flipV="1">
                <a:off x="7009596" y="3198138"/>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2" name="TextBox 131">
              <a:extLst>
                <a:ext uri="{FF2B5EF4-FFF2-40B4-BE49-F238E27FC236}">
                  <a16:creationId xmlns:a16="http://schemas.microsoft.com/office/drawing/2014/main" id="{FB723C54-63EC-6DE8-BA12-643E13A12FC3}"/>
                </a:ext>
              </a:extLst>
            </p:cNvPr>
            <p:cNvSpPr txBox="1"/>
            <p:nvPr/>
          </p:nvSpPr>
          <p:spPr>
            <a:xfrm rot="2221255">
              <a:off x="8601562" y="4136113"/>
              <a:ext cx="1141146" cy="369332"/>
            </a:xfrm>
            <a:prstGeom prst="rect">
              <a:avLst/>
            </a:prstGeom>
            <a:noFill/>
          </p:spPr>
          <p:txBody>
            <a:bodyPr wrap="none" rtlCol="0">
              <a:spAutoFit/>
            </a:bodyPr>
            <a:lstStyle/>
            <a:p>
              <a:r>
                <a:rPr lang="en-US" dirty="0">
                  <a:solidFill>
                    <a:srgbClr val="FF0000"/>
                  </a:solidFill>
                </a:rPr>
                <a:t>Height = 1</a:t>
              </a:r>
            </a:p>
          </p:txBody>
        </p:sp>
        <p:sp>
          <p:nvSpPr>
            <p:cNvPr id="133" name="TextBox 132">
              <a:extLst>
                <a:ext uri="{FF2B5EF4-FFF2-40B4-BE49-F238E27FC236}">
                  <a16:creationId xmlns:a16="http://schemas.microsoft.com/office/drawing/2014/main" id="{E9359697-2338-D819-5D10-8C6111F51754}"/>
                </a:ext>
              </a:extLst>
            </p:cNvPr>
            <p:cNvSpPr txBox="1"/>
            <p:nvPr/>
          </p:nvSpPr>
          <p:spPr>
            <a:xfrm rot="20288515">
              <a:off x="6736461" y="4308694"/>
              <a:ext cx="1158779" cy="369332"/>
            </a:xfrm>
            <a:prstGeom prst="rect">
              <a:avLst/>
            </a:prstGeom>
            <a:noFill/>
          </p:spPr>
          <p:txBody>
            <a:bodyPr wrap="none" rtlCol="0">
              <a:spAutoFit/>
            </a:bodyPr>
            <a:lstStyle/>
            <a:p>
              <a:r>
                <a:rPr lang="en-US" dirty="0">
                  <a:solidFill>
                    <a:srgbClr val="FF0000"/>
                  </a:solidFill>
                </a:rPr>
                <a:t>Height =-1</a:t>
              </a:r>
            </a:p>
          </p:txBody>
        </p:sp>
      </p:grpSp>
      <p:sp>
        <p:nvSpPr>
          <p:cNvPr id="29" name="Arrow: Circular 28" descr="To balance the tree we will manipulate it so that the right subtree from 16's current position gets lifted up, while the left subtree gets dropped down. Since the right subtree has greater height than the left, this will have the effect of balancing the tree.&#10;&#10;We call this a left rotation.">
            <a:extLst>
              <a:ext uri="{FF2B5EF4-FFF2-40B4-BE49-F238E27FC236}">
                <a16:creationId xmlns:a16="http://schemas.microsoft.com/office/drawing/2014/main" id="{2DFE5A13-2615-2C1A-4922-C60FF284B30E}"/>
              </a:ext>
            </a:extLst>
          </p:cNvPr>
          <p:cNvSpPr/>
          <p:nvPr/>
        </p:nvSpPr>
        <p:spPr>
          <a:xfrm flipH="1">
            <a:off x="7187861" y="2924063"/>
            <a:ext cx="1639005" cy="1919157"/>
          </a:xfrm>
          <a:prstGeom prst="circular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TextBox 29">
            <a:extLst>
              <a:ext uri="{FF2B5EF4-FFF2-40B4-BE49-F238E27FC236}">
                <a16:creationId xmlns:a16="http://schemas.microsoft.com/office/drawing/2014/main" id="{7648F3C6-8527-ECD6-3799-58D47DA49C8A}"/>
              </a:ext>
            </a:extLst>
          </p:cNvPr>
          <p:cNvSpPr txBox="1"/>
          <p:nvPr/>
        </p:nvSpPr>
        <p:spPr>
          <a:xfrm>
            <a:off x="7348110" y="1696358"/>
            <a:ext cx="4984542" cy="923330"/>
          </a:xfrm>
          <a:prstGeom prst="rect">
            <a:avLst/>
          </a:prstGeom>
          <a:noFill/>
        </p:spPr>
        <p:txBody>
          <a:bodyPr wrap="square" rtlCol="0">
            <a:spAutoFit/>
          </a:bodyPr>
          <a:lstStyle/>
          <a:p>
            <a:r>
              <a:rPr lang="en-US" dirty="0">
                <a:solidFill>
                  <a:srgbClr val="FF0000"/>
                </a:solidFill>
              </a:rPr>
              <a:t>Solution: </a:t>
            </a:r>
          </a:p>
          <a:p>
            <a:r>
              <a:rPr lang="en-US" dirty="0">
                <a:solidFill>
                  <a:srgbClr val="FF0000"/>
                </a:solidFill>
              </a:rPr>
              <a:t>Take the subtree starting with the problem node,</a:t>
            </a:r>
          </a:p>
          <a:p>
            <a:r>
              <a:rPr lang="en-US" dirty="0">
                <a:solidFill>
                  <a:srgbClr val="FF0000"/>
                </a:solidFill>
              </a:rPr>
              <a:t>“Rotate” that tree to the left</a:t>
            </a:r>
          </a:p>
        </p:txBody>
      </p:sp>
    </p:spTree>
    <p:extLst>
      <p:ext uri="{BB962C8B-B14F-4D97-AF65-F5344CB8AC3E}">
        <p14:creationId xmlns:p14="http://schemas.microsoft.com/office/powerpoint/2010/main" val="29455330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Final Result of Inserting 20</a:t>
            </a:r>
          </a:p>
        </p:txBody>
      </p:sp>
      <p:grpSp>
        <p:nvGrpSpPr>
          <p:cNvPr id="29" name="Group 28" descr="After rotation the node 18 (previously 16's right child) becomes the new right child of 11, 16 (previously the right child of 11) becomes 18's left child. Overall, the final tree is structured as follows:&#10;&#10;root: 9, with left child 3 and right child 11&#10;3: left child is 1, right child is 6&#10;1: left child is 0, right child is 2&#10;0: has no children&#10;2: has no children&#10;6: has no children&#10;11: left child is 10, right child is 18&#10;18: left child is 16, right child is 20&#10;16: has no children&#10;20: has no children">
            <a:extLst>
              <a:ext uri="{FF2B5EF4-FFF2-40B4-BE49-F238E27FC236}">
                <a16:creationId xmlns:a16="http://schemas.microsoft.com/office/drawing/2014/main" id="{788DE366-4332-BE32-ABD9-3DBC925A333D}"/>
              </a:ext>
            </a:extLst>
          </p:cNvPr>
          <p:cNvGrpSpPr/>
          <p:nvPr/>
        </p:nvGrpSpPr>
        <p:grpSpPr>
          <a:xfrm>
            <a:off x="4230263" y="2047599"/>
            <a:ext cx="4670290" cy="2762801"/>
            <a:chOff x="4230263" y="2047599"/>
            <a:chExt cx="4670290" cy="2762801"/>
          </a:xfrm>
        </p:grpSpPr>
        <p:grpSp>
          <p:nvGrpSpPr>
            <p:cNvPr id="3" name="Group 2">
              <a:extLst>
                <a:ext uri="{FF2B5EF4-FFF2-40B4-BE49-F238E27FC236}">
                  <a16:creationId xmlns:a16="http://schemas.microsoft.com/office/drawing/2014/main" id="{20588142-BA3E-214A-5F91-4641F9260F24}"/>
                </a:ext>
              </a:extLst>
            </p:cNvPr>
            <p:cNvGrpSpPr/>
            <p:nvPr/>
          </p:nvGrpSpPr>
          <p:grpSpPr>
            <a:xfrm>
              <a:off x="4230263" y="2047599"/>
              <a:ext cx="4670290" cy="2762801"/>
              <a:chOff x="4230263" y="2047599"/>
              <a:chExt cx="4670290" cy="2762801"/>
            </a:xfrm>
          </p:grpSpPr>
          <p:grpSp>
            <p:nvGrpSpPr>
              <p:cNvPr id="4" name="Group 3">
                <a:extLst>
                  <a:ext uri="{FF2B5EF4-FFF2-40B4-BE49-F238E27FC236}">
                    <a16:creationId xmlns:a16="http://schemas.microsoft.com/office/drawing/2014/main" id="{95A2B72C-3787-FADF-273F-8EFDEB4113C1}"/>
                  </a:ext>
                </a:extLst>
              </p:cNvPr>
              <p:cNvGrpSpPr/>
              <p:nvPr/>
            </p:nvGrpSpPr>
            <p:grpSpPr>
              <a:xfrm>
                <a:off x="4230263" y="2047599"/>
                <a:ext cx="4670290" cy="2762801"/>
                <a:chOff x="4342023" y="2047599"/>
                <a:chExt cx="4670290" cy="2762801"/>
              </a:xfrm>
            </p:grpSpPr>
            <p:grpSp>
              <p:nvGrpSpPr>
                <p:cNvPr id="7" name="Group 6">
                  <a:extLst>
                    <a:ext uri="{FF2B5EF4-FFF2-40B4-BE49-F238E27FC236}">
                      <a16:creationId xmlns:a16="http://schemas.microsoft.com/office/drawing/2014/main" id="{340ACB14-EB47-703E-DD87-A3F1F2D8DD59}"/>
                    </a:ext>
                  </a:extLst>
                </p:cNvPr>
                <p:cNvGrpSpPr/>
                <p:nvPr/>
              </p:nvGrpSpPr>
              <p:grpSpPr>
                <a:xfrm>
                  <a:off x="4342023" y="2047599"/>
                  <a:ext cx="4036614" cy="2762801"/>
                  <a:chOff x="8079280" y="365125"/>
                  <a:chExt cx="4036614" cy="2762801"/>
                </a:xfrm>
              </p:grpSpPr>
              <p:grpSp>
                <p:nvGrpSpPr>
                  <p:cNvPr id="10" name="Group 9">
                    <a:extLst>
                      <a:ext uri="{FF2B5EF4-FFF2-40B4-BE49-F238E27FC236}">
                        <a16:creationId xmlns:a16="http://schemas.microsoft.com/office/drawing/2014/main" id="{FCCAEE77-93ED-0577-3519-0BE15EA2B58A}"/>
                      </a:ext>
                    </a:extLst>
                  </p:cNvPr>
                  <p:cNvGrpSpPr/>
                  <p:nvPr/>
                </p:nvGrpSpPr>
                <p:grpSpPr>
                  <a:xfrm>
                    <a:off x="8079280" y="365125"/>
                    <a:ext cx="4036614" cy="2762801"/>
                    <a:chOff x="5413263" y="1203158"/>
                    <a:chExt cx="4036614" cy="2762801"/>
                  </a:xfrm>
                </p:grpSpPr>
                <p:grpSp>
                  <p:nvGrpSpPr>
                    <p:cNvPr id="13" name="Group 12">
                      <a:extLst>
                        <a:ext uri="{FF2B5EF4-FFF2-40B4-BE49-F238E27FC236}">
                          <a16:creationId xmlns:a16="http://schemas.microsoft.com/office/drawing/2014/main" id="{7CB93A83-875B-9031-7072-EAA750E4F3BA}"/>
                        </a:ext>
                      </a:extLst>
                    </p:cNvPr>
                    <p:cNvGrpSpPr/>
                    <p:nvPr/>
                  </p:nvGrpSpPr>
                  <p:grpSpPr>
                    <a:xfrm>
                      <a:off x="5413263" y="1203158"/>
                      <a:ext cx="4036614" cy="2762801"/>
                      <a:chOff x="131609" y="2379747"/>
                      <a:chExt cx="4036614" cy="2762801"/>
                    </a:xfrm>
                  </p:grpSpPr>
                  <p:sp>
                    <p:nvSpPr>
                      <p:cNvPr id="16" name="Oval 15">
                        <a:extLst>
                          <a:ext uri="{FF2B5EF4-FFF2-40B4-BE49-F238E27FC236}">
                            <a16:creationId xmlns:a16="http://schemas.microsoft.com/office/drawing/2014/main" id="{2DA4BADD-BD84-1D65-6F34-911460C26042}"/>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7" name="Oval 16">
                        <a:extLst>
                          <a:ext uri="{FF2B5EF4-FFF2-40B4-BE49-F238E27FC236}">
                            <a16:creationId xmlns:a16="http://schemas.microsoft.com/office/drawing/2014/main" id="{F6628CEA-2BED-8F15-29D4-04C515C3C7F4}"/>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8" name="Oval 17">
                        <a:extLst>
                          <a:ext uri="{FF2B5EF4-FFF2-40B4-BE49-F238E27FC236}">
                            <a16:creationId xmlns:a16="http://schemas.microsoft.com/office/drawing/2014/main" id="{D82CEA20-3D90-9CDB-6145-EE3D68EC429F}"/>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9" name="Oval 18">
                        <a:extLst>
                          <a:ext uri="{FF2B5EF4-FFF2-40B4-BE49-F238E27FC236}">
                            <a16:creationId xmlns:a16="http://schemas.microsoft.com/office/drawing/2014/main" id="{C71173B0-3AC1-D397-A5F8-45A759F359C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0" name="Oval 19">
                        <a:extLst>
                          <a:ext uri="{FF2B5EF4-FFF2-40B4-BE49-F238E27FC236}">
                            <a16:creationId xmlns:a16="http://schemas.microsoft.com/office/drawing/2014/main" id="{E533412E-9EAE-77B6-2680-1BB250C02CFC}"/>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sp>
                    <p:nvSpPr>
                      <p:cNvPr id="21" name="Oval 20">
                        <a:extLst>
                          <a:ext uri="{FF2B5EF4-FFF2-40B4-BE49-F238E27FC236}">
                            <a16:creationId xmlns:a16="http://schemas.microsoft.com/office/drawing/2014/main" id="{F6653EAB-CF92-DEBF-F06A-D237E8EABB6C}"/>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22" name="Straight Connector 21">
                        <a:extLst>
                          <a:ext uri="{FF2B5EF4-FFF2-40B4-BE49-F238E27FC236}">
                            <a16:creationId xmlns:a16="http://schemas.microsoft.com/office/drawing/2014/main" id="{E8FBF119-F10A-E70F-C0C1-02D1344DA65F}"/>
                          </a:ext>
                        </a:extLst>
                      </p:cNvPr>
                      <p:cNvCxnSpPr>
                        <a:cxnSpLocks/>
                        <a:stCxn id="16" idx="3"/>
                        <a:endCxn id="17"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57BD4C3-36E7-353E-BB50-27F28FA99852}"/>
                          </a:ext>
                        </a:extLst>
                      </p:cNvPr>
                      <p:cNvCxnSpPr>
                        <a:cxnSpLocks/>
                        <a:stCxn id="16" idx="5"/>
                        <a:endCxn id="18"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4D0C602-88EC-28E1-0AEB-C7FCBFBF1429}"/>
                          </a:ext>
                        </a:extLst>
                      </p:cNvPr>
                      <p:cNvCxnSpPr>
                        <a:stCxn id="19" idx="7"/>
                        <a:endCxn id="17"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3BFD3E6-80D7-C7DF-7AD5-855E06F45B88}"/>
                          </a:ext>
                        </a:extLst>
                      </p:cNvPr>
                      <p:cNvCxnSpPr>
                        <a:cxnSpLocks/>
                        <a:stCxn id="21" idx="7"/>
                        <a:endCxn id="19"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6E39809-0AB7-8376-C608-D4413B311DE4}"/>
                          </a:ext>
                        </a:extLst>
                      </p:cNvPr>
                      <p:cNvCxnSpPr>
                        <a:stCxn id="20" idx="1"/>
                        <a:endCxn id="18"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Oval 13">
                      <a:extLst>
                        <a:ext uri="{FF2B5EF4-FFF2-40B4-BE49-F238E27FC236}">
                          <a16:creationId xmlns:a16="http://schemas.microsoft.com/office/drawing/2014/main" id="{B529E4C8-B415-7106-BF86-FEF8E6D36950}"/>
                        </a:ext>
                      </a:extLst>
                    </p:cNvPr>
                    <p:cNvSpPr/>
                    <p:nvPr/>
                  </p:nvSpPr>
                  <p:spPr>
                    <a:xfrm>
                      <a:off x="7232429" y="2607299"/>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5" name="Straight Connector 14">
                      <a:extLst>
                        <a:ext uri="{FF2B5EF4-FFF2-40B4-BE49-F238E27FC236}">
                          <a16:creationId xmlns:a16="http://schemas.microsoft.com/office/drawing/2014/main" id="{EF2EE05A-0721-4CAF-3B48-766628E89B24}"/>
                        </a:ext>
                      </a:extLst>
                    </p:cNvPr>
                    <p:cNvCxnSpPr>
                      <a:cxnSpLocks/>
                      <a:stCxn id="14" idx="0"/>
                      <a:endCxn id="17" idx="5"/>
                    </p:cNvCxnSpPr>
                    <p:nvPr/>
                  </p:nvCxnSpPr>
                  <p:spPr>
                    <a:xfrm flipH="1" flipV="1">
                      <a:off x="7360537" y="2389257"/>
                      <a:ext cx="178148" cy="2180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E61B257E-2ABA-7A4A-4B7F-B3C6FBFBB6C5}"/>
                      </a:ext>
                    </a:extLst>
                  </p:cNvPr>
                  <p:cNvSpPr/>
                  <p:nvPr/>
                </p:nvSpPr>
                <p:spPr>
                  <a:xfrm>
                    <a:off x="95072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12" name="Straight Connector 11">
                    <a:extLst>
                      <a:ext uri="{FF2B5EF4-FFF2-40B4-BE49-F238E27FC236}">
                        <a16:creationId xmlns:a16="http://schemas.microsoft.com/office/drawing/2014/main" id="{20E128ED-F352-D598-5852-55CCCA74DB6D}"/>
                      </a:ext>
                    </a:extLst>
                  </p:cNvPr>
                  <p:cNvCxnSpPr>
                    <a:cxnSpLocks/>
                    <a:stCxn id="11" idx="1"/>
                    <a:endCxn id="19" idx="5"/>
                  </p:cNvCxnSpPr>
                  <p:nvPr/>
                </p:nvCxnSpPr>
                <p:spPr>
                  <a:xfrm flipH="1" flipV="1">
                    <a:off x="9290834" y="2307549"/>
                    <a:ext cx="3061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Oval 7">
                  <a:extLst>
                    <a:ext uri="{FF2B5EF4-FFF2-40B4-BE49-F238E27FC236}">
                      <a16:creationId xmlns:a16="http://schemas.microsoft.com/office/drawing/2014/main" id="{C70EDA9A-0F72-9D02-B87D-BB7B1AE1D91E}"/>
                    </a:ext>
                  </a:extLst>
                </p:cNvPr>
                <p:cNvSpPr/>
                <p:nvPr/>
              </p:nvSpPr>
              <p:spPr>
                <a:xfrm>
                  <a:off x="8399802"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a:t>
                  </a:r>
                </a:p>
              </p:txBody>
            </p:sp>
            <p:cxnSp>
              <p:nvCxnSpPr>
                <p:cNvPr id="9" name="Straight Connector 8">
                  <a:extLst>
                    <a:ext uri="{FF2B5EF4-FFF2-40B4-BE49-F238E27FC236}">
                      <a16:creationId xmlns:a16="http://schemas.microsoft.com/office/drawing/2014/main" id="{9CF606FF-5AFD-CD0E-72DD-0FDCC5448A87}"/>
                    </a:ext>
                  </a:extLst>
                </p:cNvPr>
                <p:cNvCxnSpPr>
                  <a:cxnSpLocks/>
                  <a:stCxn id="8" idx="1"/>
                  <a:endCxn id="20" idx="5"/>
                </p:cNvCxnSpPr>
                <p:nvPr/>
              </p:nvCxnSpPr>
              <p:spPr>
                <a:xfrm flipH="1" flipV="1">
                  <a:off x="8288937" y="3888218"/>
                  <a:ext cx="200565" cy="394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 name="Oval 4">
                <a:extLst>
                  <a:ext uri="{FF2B5EF4-FFF2-40B4-BE49-F238E27FC236}">
                    <a16:creationId xmlns:a16="http://schemas.microsoft.com/office/drawing/2014/main" id="{3B0842E4-0F10-4833-6EED-5DA6E1A35AEE}"/>
                  </a:ext>
                </a:extLst>
              </p:cNvPr>
              <p:cNvSpPr/>
              <p:nvPr/>
            </p:nvSpPr>
            <p:spPr>
              <a:xfrm>
                <a:off x="6703340" y="346721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cxnSp>
            <p:nvCxnSpPr>
              <p:cNvPr id="6" name="Straight Connector 5">
                <a:extLst>
                  <a:ext uri="{FF2B5EF4-FFF2-40B4-BE49-F238E27FC236}">
                    <a16:creationId xmlns:a16="http://schemas.microsoft.com/office/drawing/2014/main" id="{DA352AA8-ED33-0160-5DBE-E55F432391BF}"/>
                  </a:ext>
                </a:extLst>
              </p:cNvPr>
              <p:cNvCxnSpPr>
                <a:cxnSpLocks/>
                <a:stCxn id="5" idx="0"/>
                <a:endCxn id="18" idx="3"/>
              </p:cNvCxnSpPr>
              <p:nvPr/>
            </p:nvCxnSpPr>
            <p:spPr>
              <a:xfrm flipV="1">
                <a:off x="7009596" y="3198138"/>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F840B66A-9063-6327-AA78-D06A587F2ED7}"/>
                </a:ext>
              </a:extLst>
            </p:cNvPr>
            <p:cNvSpPr/>
            <p:nvPr/>
          </p:nvSpPr>
          <p:spPr>
            <a:xfrm>
              <a:off x="7348110" y="4192593"/>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cxnSp>
          <p:nvCxnSpPr>
            <p:cNvPr id="28" name="Straight Connector 27">
              <a:extLst>
                <a:ext uri="{FF2B5EF4-FFF2-40B4-BE49-F238E27FC236}">
                  <a16:creationId xmlns:a16="http://schemas.microsoft.com/office/drawing/2014/main" id="{862B4773-3E77-95DD-3111-2661C2B0A23A}"/>
                </a:ext>
              </a:extLst>
            </p:cNvPr>
            <p:cNvCxnSpPr>
              <a:cxnSpLocks/>
              <a:stCxn id="27" idx="0"/>
            </p:cNvCxnSpPr>
            <p:nvPr/>
          </p:nvCxnSpPr>
          <p:spPr>
            <a:xfrm flipV="1">
              <a:off x="7654366" y="3923519"/>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249944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049B8-F2AC-70F1-15D5-9EA626BAF1C7}"/>
              </a:ext>
            </a:extLst>
          </p:cNvPr>
          <p:cNvSpPr>
            <a:spLocks noGrp="1"/>
          </p:cNvSpPr>
          <p:nvPr>
            <p:ph type="title"/>
          </p:nvPr>
        </p:nvSpPr>
        <p:spPr/>
        <p:txBody>
          <a:bodyPr/>
          <a:lstStyle/>
          <a:p>
            <a:r>
              <a:rPr lang="en-US" dirty="0"/>
              <a:t>Left Rotation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19795C-1329-ACD8-8C3E-651F647C000B}"/>
                  </a:ext>
                </a:extLst>
              </p:cNvPr>
              <p:cNvSpPr>
                <a:spLocks noGrp="1"/>
              </p:cNvSpPr>
              <p:nvPr>
                <p:ph idx="1"/>
              </p:nvPr>
            </p:nvSpPr>
            <p:spPr>
              <a:xfrm>
                <a:off x="838200" y="1280160"/>
                <a:ext cx="10515600" cy="4896803"/>
              </a:xfrm>
            </p:spPr>
            <p:txBody>
              <a:bodyPr/>
              <a:lstStyle/>
              <a:p>
                <a:r>
                  <a:rPr lang="en-US" dirty="0"/>
                  <a:t>We just inserted </a:t>
                </a:r>
                <a14:m>
                  <m:oMath xmlns:m="http://schemas.openxmlformats.org/officeDocument/2006/math">
                    <m:r>
                      <a:rPr lang="en-US" i="1">
                        <a:latin typeface="Cambria Math" panose="02040503050406030204" pitchFamily="18" charset="0"/>
                      </a:rPr>
                      <m:t>𝑐</m:t>
                    </m:r>
                  </m:oMath>
                </a14:m>
                <a:r>
                  <a:rPr lang="en-US" dirty="0"/>
                  <a:t>, node </a:t>
                </a:r>
                <a14:m>
                  <m:oMath xmlns:m="http://schemas.openxmlformats.org/officeDocument/2006/math">
                    <m:r>
                      <a:rPr lang="en-US" i="1">
                        <a:latin typeface="Cambria Math" panose="02040503050406030204" pitchFamily="18" charset="0"/>
                      </a:rPr>
                      <m:t>𝑎</m:t>
                    </m:r>
                  </m:oMath>
                </a14:m>
                <a:r>
                  <a:rPr lang="en-US" dirty="0"/>
                  <a:t> is the deepest “problem” node</a:t>
                </a:r>
              </a:p>
              <a:p>
                <a:r>
                  <a:rPr lang="en-US" dirty="0"/>
                  <a:t>Make the right child the new root</a:t>
                </a:r>
              </a:p>
              <a:p>
                <a:r>
                  <a:rPr lang="en-US" dirty="0"/>
                  <a:t>Make the old root the left child of the new</a:t>
                </a:r>
              </a:p>
              <a:p>
                <a:r>
                  <a:rPr lang="en-US" dirty="0"/>
                  <a:t>Make the new root’s left subtree the old root’s right subtree</a:t>
                </a:r>
              </a:p>
            </p:txBody>
          </p:sp>
        </mc:Choice>
        <mc:Fallback xmlns="">
          <p:sp>
            <p:nvSpPr>
              <p:cNvPr id="3" name="Content Placeholder 2">
                <a:extLst>
                  <a:ext uri="{FF2B5EF4-FFF2-40B4-BE49-F238E27FC236}">
                    <a16:creationId xmlns:a16="http://schemas.microsoft.com/office/drawing/2014/main" id="{0519795C-1329-ACD8-8C3E-651F647C000B}"/>
                  </a:ext>
                </a:extLst>
              </p:cNvPr>
              <p:cNvSpPr>
                <a:spLocks noGrp="1" noRot="1" noChangeAspect="1" noMove="1" noResize="1" noEditPoints="1" noAdjustHandles="1" noChangeArrowheads="1" noChangeShapeType="1" noTextEdit="1"/>
              </p:cNvSpPr>
              <p:nvPr>
                <p:ph idx="1"/>
              </p:nvPr>
            </p:nvSpPr>
            <p:spPr>
              <a:xfrm>
                <a:off x="838200" y="1280160"/>
                <a:ext cx="10515600" cy="4896803"/>
              </a:xfrm>
              <a:blipFill>
                <a:blip r:embed="rId2"/>
                <a:stretch>
                  <a:fillRect l="-1043" t="-1993"/>
                </a:stretch>
              </a:blipFill>
            </p:spPr>
            <p:txBody>
              <a:bodyPr/>
              <a:lstStyle/>
              <a:p>
                <a:r>
                  <a:rPr lang="en-US">
                    <a:noFill/>
                  </a:rPr>
                  <a:t> </a:t>
                </a:r>
              </a:p>
            </p:txBody>
          </p:sp>
        </mc:Fallback>
      </mc:AlternateContent>
      <p:grpSp>
        <p:nvGrpSpPr>
          <p:cNvPr id="10" name="Group 9" descr="An illustration of a left rotation. This is the before image.&#10;&#10;Initially, the problem node is labeled a.  Its left subtree is labeled x and has a height of h. Its right subtree is rooted at a node labeled b, and it has a height of h+2. The left subtree of b is labeled y and has height h. The right subtree of b is labeled z and has a height of h+1. The node a is the problem node because it is the deepest node whose left and right subtree heights differ by more than 1.">
            <a:extLst>
              <a:ext uri="{FF2B5EF4-FFF2-40B4-BE49-F238E27FC236}">
                <a16:creationId xmlns:a16="http://schemas.microsoft.com/office/drawing/2014/main" id="{3EBB6952-E570-477B-6993-EE577A733C93}"/>
              </a:ext>
            </a:extLst>
          </p:cNvPr>
          <p:cNvGrpSpPr/>
          <p:nvPr/>
        </p:nvGrpSpPr>
        <p:grpSpPr>
          <a:xfrm>
            <a:off x="1617721" y="3387319"/>
            <a:ext cx="3289741" cy="3437564"/>
            <a:chOff x="1617721" y="3387319"/>
            <a:chExt cx="3289741" cy="3437564"/>
          </a:xfrm>
        </p:grpSpPr>
        <p:grpSp>
          <p:nvGrpSpPr>
            <p:cNvPr id="33" name="Group 32">
              <a:extLst>
                <a:ext uri="{FF2B5EF4-FFF2-40B4-BE49-F238E27FC236}">
                  <a16:creationId xmlns:a16="http://schemas.microsoft.com/office/drawing/2014/main" id="{F7EE3BEE-6549-5A90-A178-CB843F41D093}"/>
                </a:ext>
              </a:extLst>
            </p:cNvPr>
            <p:cNvGrpSpPr/>
            <p:nvPr/>
          </p:nvGrpSpPr>
          <p:grpSpPr>
            <a:xfrm>
              <a:off x="1617721" y="3522256"/>
              <a:ext cx="3289741" cy="3302627"/>
              <a:chOff x="7342089" y="136853"/>
              <a:chExt cx="3289741" cy="3302627"/>
            </a:xfrm>
          </p:grpSpPr>
          <mc:AlternateContent xmlns:mc="http://schemas.openxmlformats.org/markup-compatibility/2006" xmlns:a14="http://schemas.microsoft.com/office/drawing/2010/main">
            <mc:Choice Requires="a14">
              <p:sp>
                <p:nvSpPr>
                  <p:cNvPr id="34" name="Oval 33">
                    <a:extLst>
                      <a:ext uri="{FF2B5EF4-FFF2-40B4-BE49-F238E27FC236}">
                        <a16:creationId xmlns:a16="http://schemas.microsoft.com/office/drawing/2014/main" id="{45E7A0E4-A69B-B4AE-ACE7-EB5C89E52040}"/>
                      </a:ext>
                    </a:extLst>
                  </p:cNvPr>
                  <p:cNvSpPr/>
                  <p:nvPr/>
                </p:nvSpPr>
                <p:spPr>
                  <a:xfrm>
                    <a:off x="9124241" y="77239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4" name="Oval 33">
                    <a:extLst>
                      <a:ext uri="{FF2B5EF4-FFF2-40B4-BE49-F238E27FC236}">
                        <a16:creationId xmlns:a16="http://schemas.microsoft.com/office/drawing/2014/main" id="{45E7A0E4-A69B-B4AE-ACE7-EB5C89E52040}"/>
                      </a:ext>
                    </a:extLst>
                  </p:cNvPr>
                  <p:cNvSpPr>
                    <a:spLocks noRot="1" noChangeAspect="1" noMove="1" noResize="1" noEditPoints="1" noAdjustHandles="1" noChangeArrowheads="1" noChangeShapeType="1" noTextEdit="1"/>
                  </p:cNvSpPr>
                  <p:nvPr/>
                </p:nvSpPr>
                <p:spPr>
                  <a:xfrm>
                    <a:off x="9124241" y="772395"/>
                    <a:ext cx="612511" cy="612511"/>
                  </a:xfrm>
                  <a:prstGeom prst="ellipse">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Isosceles Triangle 34">
                    <a:extLst>
                      <a:ext uri="{FF2B5EF4-FFF2-40B4-BE49-F238E27FC236}">
                        <a16:creationId xmlns:a16="http://schemas.microsoft.com/office/drawing/2014/main" id="{EF1554DF-5FD8-FE91-0B86-80799DED6758}"/>
                      </a:ext>
                    </a:extLst>
                  </p:cNvPr>
                  <p:cNvSpPr/>
                  <p:nvPr/>
                </p:nvSpPr>
                <p:spPr>
                  <a:xfrm>
                    <a:off x="7342089" y="772395"/>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35" name="Isosceles Triangle 34">
                    <a:extLst>
                      <a:ext uri="{FF2B5EF4-FFF2-40B4-BE49-F238E27FC236}">
                        <a16:creationId xmlns:a16="http://schemas.microsoft.com/office/drawing/2014/main" id="{EF1554DF-5FD8-FE91-0B86-80799DED6758}"/>
                      </a:ext>
                    </a:extLst>
                  </p:cNvPr>
                  <p:cNvSpPr>
                    <a:spLocks noRot="1" noChangeAspect="1" noMove="1" noResize="1" noEditPoints="1" noAdjustHandles="1" noChangeArrowheads="1" noChangeShapeType="1" noTextEdit="1"/>
                  </p:cNvSpPr>
                  <p:nvPr/>
                </p:nvSpPr>
                <p:spPr>
                  <a:xfrm>
                    <a:off x="7342089" y="772395"/>
                    <a:ext cx="1084977" cy="979594"/>
                  </a:xfrm>
                  <a:prstGeom prst="triangl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21653A17-97F6-3907-7154-1E08B77D7E3B}"/>
                      </a:ext>
                    </a:extLst>
                  </p:cNvPr>
                  <p:cNvSpPr/>
                  <p:nvPr/>
                </p:nvSpPr>
                <p:spPr>
                  <a:xfrm>
                    <a:off x="8428629" y="13685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36" name="Oval 35">
                    <a:extLst>
                      <a:ext uri="{FF2B5EF4-FFF2-40B4-BE49-F238E27FC236}">
                        <a16:creationId xmlns:a16="http://schemas.microsoft.com/office/drawing/2014/main" id="{21653A17-97F6-3907-7154-1E08B77D7E3B}"/>
                      </a:ext>
                    </a:extLst>
                  </p:cNvPr>
                  <p:cNvSpPr>
                    <a:spLocks noRot="1" noChangeAspect="1" noMove="1" noResize="1" noEditPoints="1" noAdjustHandles="1" noChangeArrowheads="1" noChangeShapeType="1" noTextEdit="1"/>
                  </p:cNvSpPr>
                  <p:nvPr/>
                </p:nvSpPr>
                <p:spPr>
                  <a:xfrm>
                    <a:off x="8428629" y="136853"/>
                    <a:ext cx="612511" cy="612511"/>
                  </a:xfrm>
                  <a:prstGeom prst="ellipse">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Isosceles Triangle 36">
                    <a:extLst>
                      <a:ext uri="{FF2B5EF4-FFF2-40B4-BE49-F238E27FC236}">
                        <a16:creationId xmlns:a16="http://schemas.microsoft.com/office/drawing/2014/main" id="{99A0256F-8391-2976-BCFB-9053B00E322A}"/>
                      </a:ext>
                    </a:extLst>
                  </p:cNvPr>
                  <p:cNvSpPr/>
                  <p:nvPr/>
                </p:nvSpPr>
                <p:spPr>
                  <a:xfrm>
                    <a:off x="8345520" y="157892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37" name="Isosceles Triangle 36">
                    <a:extLst>
                      <a:ext uri="{FF2B5EF4-FFF2-40B4-BE49-F238E27FC236}">
                        <a16:creationId xmlns:a16="http://schemas.microsoft.com/office/drawing/2014/main" id="{99A0256F-8391-2976-BCFB-9053B00E322A}"/>
                      </a:ext>
                    </a:extLst>
                  </p:cNvPr>
                  <p:cNvSpPr>
                    <a:spLocks noRot="1" noChangeAspect="1" noMove="1" noResize="1" noEditPoints="1" noAdjustHandles="1" noChangeArrowheads="1" noChangeShapeType="1" noTextEdit="1"/>
                  </p:cNvSpPr>
                  <p:nvPr/>
                </p:nvSpPr>
                <p:spPr>
                  <a:xfrm>
                    <a:off x="8345520" y="1578929"/>
                    <a:ext cx="1084977" cy="979594"/>
                  </a:xfrm>
                  <a:prstGeom prst="triangl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Isosceles Triangle 37">
                    <a:extLst>
                      <a:ext uri="{FF2B5EF4-FFF2-40B4-BE49-F238E27FC236}">
                        <a16:creationId xmlns:a16="http://schemas.microsoft.com/office/drawing/2014/main" id="{C8ABD725-951D-1EF5-BC3F-7698AB03ED12}"/>
                      </a:ext>
                    </a:extLst>
                  </p:cNvPr>
                  <p:cNvSpPr/>
                  <p:nvPr/>
                </p:nvSpPr>
                <p:spPr>
                  <a:xfrm>
                    <a:off x="9476830" y="1586367"/>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8" name="Isosceles Triangle 37">
                    <a:extLst>
                      <a:ext uri="{FF2B5EF4-FFF2-40B4-BE49-F238E27FC236}">
                        <a16:creationId xmlns:a16="http://schemas.microsoft.com/office/drawing/2014/main" id="{C8ABD725-951D-1EF5-BC3F-7698AB03ED12}"/>
                      </a:ext>
                    </a:extLst>
                  </p:cNvPr>
                  <p:cNvSpPr>
                    <a:spLocks noRot="1" noChangeAspect="1" noMove="1" noResize="1" noEditPoints="1" noAdjustHandles="1" noChangeArrowheads="1" noChangeShapeType="1" noTextEdit="1"/>
                  </p:cNvSpPr>
                  <p:nvPr/>
                </p:nvSpPr>
                <p:spPr>
                  <a:xfrm>
                    <a:off x="9476830" y="1586367"/>
                    <a:ext cx="1084977" cy="979594"/>
                  </a:xfrm>
                  <a:prstGeom prst="triangle">
                    <a:avLst/>
                  </a:prstGeom>
                  <a:blipFill>
                    <a:blip r:embed="rId7"/>
                    <a:stretch>
                      <a:fillRect/>
                    </a:stretch>
                  </a:blipFill>
                </p:spPr>
                <p:txBody>
                  <a:bodyPr/>
                  <a:lstStyle/>
                  <a:p>
                    <a:r>
                      <a:rPr lang="en-US">
                        <a:noFill/>
                      </a:rPr>
                      <a:t> </a:t>
                    </a:r>
                  </a:p>
                </p:txBody>
              </p:sp>
            </mc:Fallback>
          </mc:AlternateContent>
          <p:cxnSp>
            <p:nvCxnSpPr>
              <p:cNvPr id="39" name="Straight Connector 38">
                <a:extLst>
                  <a:ext uri="{FF2B5EF4-FFF2-40B4-BE49-F238E27FC236}">
                    <a16:creationId xmlns:a16="http://schemas.microsoft.com/office/drawing/2014/main" id="{E962564D-E372-F50C-5980-C112EF7ECA4D}"/>
                  </a:ext>
                </a:extLst>
              </p:cNvPr>
              <p:cNvCxnSpPr>
                <a:cxnSpLocks/>
                <a:stCxn id="36" idx="3"/>
                <a:endCxn id="35" idx="0"/>
              </p:cNvCxnSpPr>
              <p:nvPr/>
            </p:nvCxnSpPr>
            <p:spPr>
              <a:xfrm flipH="1">
                <a:off x="7884578" y="659664"/>
                <a:ext cx="633751" cy="1127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9A738FD-1682-5EB7-685E-AE958F861694}"/>
                  </a:ext>
                </a:extLst>
              </p:cNvPr>
              <p:cNvCxnSpPr>
                <a:cxnSpLocks/>
                <a:stCxn id="34" idx="3"/>
                <a:endCxn id="37" idx="0"/>
              </p:cNvCxnSpPr>
              <p:nvPr/>
            </p:nvCxnSpPr>
            <p:spPr>
              <a:xfrm flipH="1">
                <a:off x="8888009" y="1295206"/>
                <a:ext cx="325932" cy="2837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69BC999-CE86-9682-91DC-E9C0F86021D7}"/>
                  </a:ext>
                </a:extLst>
              </p:cNvPr>
              <p:cNvCxnSpPr>
                <a:cxnSpLocks/>
                <a:stCxn id="36" idx="5"/>
                <a:endCxn id="34" idx="1"/>
              </p:cNvCxnSpPr>
              <p:nvPr/>
            </p:nvCxnSpPr>
            <p:spPr>
              <a:xfrm>
                <a:off x="8951440" y="659664"/>
                <a:ext cx="262501" cy="2024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1A19D79-2582-DF96-4EE4-A322DE8F4EFA}"/>
                  </a:ext>
                </a:extLst>
              </p:cNvPr>
              <p:cNvCxnSpPr>
                <a:cxnSpLocks/>
                <a:stCxn id="38" idx="0"/>
                <a:endCxn id="34" idx="5"/>
              </p:cNvCxnSpPr>
              <p:nvPr/>
            </p:nvCxnSpPr>
            <p:spPr>
              <a:xfrm flipH="1" flipV="1">
                <a:off x="9647052" y="1295206"/>
                <a:ext cx="372267" cy="291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Oval 42">
                    <a:extLst>
                      <a:ext uri="{FF2B5EF4-FFF2-40B4-BE49-F238E27FC236}">
                        <a16:creationId xmlns:a16="http://schemas.microsoft.com/office/drawing/2014/main" id="{0CFD8699-FE14-3065-4767-9AEE33B862FF}"/>
                      </a:ext>
                    </a:extLst>
                  </p:cNvPr>
                  <p:cNvSpPr/>
                  <p:nvPr/>
                </p:nvSpPr>
                <p:spPr>
                  <a:xfrm>
                    <a:off x="10019319" y="282696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43" name="Oval 42">
                    <a:extLst>
                      <a:ext uri="{FF2B5EF4-FFF2-40B4-BE49-F238E27FC236}">
                        <a16:creationId xmlns:a16="http://schemas.microsoft.com/office/drawing/2014/main" id="{0CFD8699-FE14-3065-4767-9AEE33B862FF}"/>
                      </a:ext>
                    </a:extLst>
                  </p:cNvPr>
                  <p:cNvSpPr>
                    <a:spLocks noRot="1" noChangeAspect="1" noMove="1" noResize="1" noEditPoints="1" noAdjustHandles="1" noChangeArrowheads="1" noChangeShapeType="1" noTextEdit="1"/>
                  </p:cNvSpPr>
                  <p:nvPr/>
                </p:nvSpPr>
                <p:spPr>
                  <a:xfrm>
                    <a:off x="10019319" y="2826969"/>
                    <a:ext cx="612511" cy="612511"/>
                  </a:xfrm>
                  <a:prstGeom prst="ellipse">
                    <a:avLst/>
                  </a:prstGeom>
                  <a:blipFill>
                    <a:blip r:embed="rId8"/>
                    <a:stretch>
                      <a:fillRect/>
                    </a:stretch>
                  </a:blipFill>
                  <a:ln>
                    <a:solidFill>
                      <a:schemeClr val="tx1"/>
                    </a:solidFill>
                  </a:ln>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5946C4ED-4422-1E95-01CC-240395B3A549}"/>
                  </a:ext>
                </a:extLst>
              </p:cNvPr>
              <p:cNvCxnSpPr>
                <a:cxnSpLocks/>
                <a:stCxn id="43" idx="0"/>
              </p:cNvCxnSpPr>
              <p:nvPr/>
            </p:nvCxnSpPr>
            <p:spPr>
              <a:xfrm flipH="1" flipV="1">
                <a:off x="10325574" y="2558523"/>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8FB41DCC-41DB-D581-B281-F635D03CF8ED}"/>
                    </a:ext>
                  </a:extLst>
                </p:cNvPr>
                <p:cNvSpPr txBox="1"/>
                <p:nvPr/>
              </p:nvSpPr>
              <p:spPr>
                <a:xfrm>
                  <a:off x="1780247" y="3937443"/>
                  <a:ext cx="45837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72" name="TextBox 71">
                  <a:extLst>
                    <a:ext uri="{FF2B5EF4-FFF2-40B4-BE49-F238E27FC236}">
                      <a16:creationId xmlns:a16="http://schemas.microsoft.com/office/drawing/2014/main" id="{8FB41DCC-41DB-D581-B281-F635D03CF8ED}"/>
                    </a:ext>
                  </a:extLst>
                </p:cNvPr>
                <p:cNvSpPr txBox="1">
                  <a:spLocks noRot="1" noChangeAspect="1" noMove="1" noResize="1" noEditPoints="1" noAdjustHandles="1" noChangeArrowheads="1" noChangeShapeType="1" noTextEdit="1"/>
                </p:cNvSpPr>
                <p:nvPr/>
              </p:nvSpPr>
              <p:spPr>
                <a:xfrm>
                  <a:off x="1780247" y="3937443"/>
                  <a:ext cx="45837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DD7BB27A-42A5-BE9A-F1FF-42EABAE1A987}"/>
                    </a:ext>
                  </a:extLst>
                </p:cNvPr>
                <p:cNvSpPr txBox="1"/>
                <p:nvPr/>
              </p:nvSpPr>
              <p:spPr>
                <a:xfrm>
                  <a:off x="2775405" y="4157987"/>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73" name="TextBox 72">
                  <a:extLst>
                    <a:ext uri="{FF2B5EF4-FFF2-40B4-BE49-F238E27FC236}">
                      <a16:creationId xmlns:a16="http://schemas.microsoft.com/office/drawing/2014/main" id="{DD7BB27A-42A5-BE9A-F1FF-42EABAE1A987}"/>
                    </a:ext>
                  </a:extLst>
                </p:cNvPr>
                <p:cNvSpPr txBox="1">
                  <a:spLocks noRot="1" noChangeAspect="1" noMove="1" noResize="1" noEditPoints="1" noAdjustHandles="1" noChangeArrowheads="1" noChangeShapeType="1" noTextEdit="1"/>
                </p:cNvSpPr>
                <p:nvPr/>
              </p:nvSpPr>
              <p:spPr>
                <a:xfrm>
                  <a:off x="2775405" y="4157987"/>
                  <a:ext cx="773737"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62FD0DC-BCE5-FBBA-1AFF-5D9EBF1AE5F1}"/>
                    </a:ext>
                  </a:extLst>
                </p:cNvPr>
                <p:cNvSpPr txBox="1"/>
                <p:nvPr/>
              </p:nvSpPr>
              <p:spPr>
                <a:xfrm>
                  <a:off x="2070487" y="3387319"/>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74" name="TextBox 73">
                  <a:extLst>
                    <a:ext uri="{FF2B5EF4-FFF2-40B4-BE49-F238E27FC236}">
                      <a16:creationId xmlns:a16="http://schemas.microsoft.com/office/drawing/2014/main" id="{B62FD0DC-BCE5-FBBA-1AFF-5D9EBF1AE5F1}"/>
                    </a:ext>
                  </a:extLst>
                </p:cNvPr>
                <p:cNvSpPr txBox="1">
                  <a:spLocks noRot="1" noChangeAspect="1" noMove="1" noResize="1" noEditPoints="1" noAdjustHandles="1" noChangeArrowheads="1" noChangeShapeType="1" noTextEdit="1"/>
                </p:cNvSpPr>
                <p:nvPr/>
              </p:nvSpPr>
              <p:spPr>
                <a:xfrm>
                  <a:off x="2070487" y="3387319"/>
                  <a:ext cx="773737"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C14EBFC5-1ACD-0DA1-DFC1-D0673D9497BA}"/>
                    </a:ext>
                  </a:extLst>
                </p:cNvPr>
                <p:cNvSpPr txBox="1"/>
                <p:nvPr/>
              </p:nvSpPr>
              <p:spPr>
                <a:xfrm>
                  <a:off x="2840193" y="4803353"/>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75" name="TextBox 74">
                  <a:extLst>
                    <a:ext uri="{FF2B5EF4-FFF2-40B4-BE49-F238E27FC236}">
                      <a16:creationId xmlns:a16="http://schemas.microsoft.com/office/drawing/2014/main" id="{C14EBFC5-1ACD-0DA1-DFC1-D0673D9497BA}"/>
                    </a:ext>
                  </a:extLst>
                </p:cNvPr>
                <p:cNvSpPr txBox="1">
                  <a:spLocks noRot="1" noChangeAspect="1" noMove="1" noResize="1" noEditPoints="1" noAdjustHandles="1" noChangeArrowheads="1" noChangeShapeType="1" noTextEdit="1"/>
                </p:cNvSpPr>
                <p:nvPr/>
              </p:nvSpPr>
              <p:spPr>
                <a:xfrm>
                  <a:off x="2840193" y="4803353"/>
                  <a:ext cx="369781"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77634E40-271E-6922-B9EA-EFC82ADE55EC}"/>
                    </a:ext>
                  </a:extLst>
                </p:cNvPr>
                <p:cNvSpPr txBox="1"/>
                <p:nvPr/>
              </p:nvSpPr>
              <p:spPr>
                <a:xfrm>
                  <a:off x="3635693" y="482251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76" name="TextBox 75">
                  <a:extLst>
                    <a:ext uri="{FF2B5EF4-FFF2-40B4-BE49-F238E27FC236}">
                      <a16:creationId xmlns:a16="http://schemas.microsoft.com/office/drawing/2014/main" id="{77634E40-271E-6922-B9EA-EFC82ADE55EC}"/>
                    </a:ext>
                  </a:extLst>
                </p:cNvPr>
                <p:cNvSpPr txBox="1">
                  <a:spLocks noRot="1" noChangeAspect="1" noMove="1" noResize="1" noEditPoints="1" noAdjustHandles="1" noChangeArrowheads="1" noChangeShapeType="1" noTextEdit="1"/>
                </p:cNvSpPr>
                <p:nvPr/>
              </p:nvSpPr>
              <p:spPr>
                <a:xfrm>
                  <a:off x="3635693" y="4822513"/>
                  <a:ext cx="773738" cy="369332"/>
                </a:xfrm>
                <a:prstGeom prst="rect">
                  <a:avLst/>
                </a:prstGeom>
                <a:blipFill>
                  <a:blip r:embed="rId13"/>
                  <a:stretch>
                    <a:fillRect/>
                  </a:stretch>
                </a:blipFill>
              </p:spPr>
              <p:txBody>
                <a:bodyPr/>
                <a:lstStyle/>
                <a:p>
                  <a:r>
                    <a:rPr lang="en-US">
                      <a:noFill/>
                    </a:rPr>
                    <a:t> </a:t>
                  </a:r>
                </a:p>
              </p:txBody>
            </p:sp>
          </mc:Fallback>
        </mc:AlternateContent>
      </p:grpSp>
      <p:sp>
        <p:nvSpPr>
          <p:cNvPr id="64" name="Arrow: Right 63" descr="Now we perform the left rotation which lifts the right subtree and lowers the left subtree. It does this by making b the new root, a the right child of b, and subtree y the right subtree of a.">
            <a:extLst>
              <a:ext uri="{FF2B5EF4-FFF2-40B4-BE49-F238E27FC236}">
                <a16:creationId xmlns:a16="http://schemas.microsoft.com/office/drawing/2014/main" id="{88549AC5-13F6-C0FF-FEBC-7A399516549C}"/>
              </a:ext>
            </a:extLst>
          </p:cNvPr>
          <p:cNvSpPr/>
          <p:nvPr/>
        </p:nvSpPr>
        <p:spPr>
          <a:xfrm>
            <a:off x="5315019" y="4291198"/>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Left Rotation</a:t>
            </a:r>
          </a:p>
        </p:txBody>
      </p:sp>
      <p:grpSp>
        <p:nvGrpSpPr>
          <p:cNvPr id="71" name="Group 70" descr="An illustration of a left rotation. This is the after image.&#10;&#10;After performing a left rotation the node b becomes the root of the tree. The left child of b is the node a (the former root), and the right child of b is unchanged. The right subtree of a is y (the former left subtree of b), and the left subtree of a is unchanged. Because z has height h+1 and x and y had height h, both subtrees of b now have height h+1, making the tree balanced.">
            <a:extLst>
              <a:ext uri="{FF2B5EF4-FFF2-40B4-BE49-F238E27FC236}">
                <a16:creationId xmlns:a16="http://schemas.microsoft.com/office/drawing/2014/main" id="{8ECBA3C8-A102-5ECE-C2C8-45E18D336C3D}"/>
              </a:ext>
            </a:extLst>
          </p:cNvPr>
          <p:cNvGrpSpPr/>
          <p:nvPr/>
        </p:nvGrpSpPr>
        <p:grpSpPr>
          <a:xfrm>
            <a:off x="7628306" y="3393143"/>
            <a:ext cx="3527516" cy="2616071"/>
            <a:chOff x="892226" y="3227705"/>
            <a:chExt cx="3527516" cy="2616071"/>
          </a:xfrm>
        </p:grpSpPr>
        <p:grpSp>
          <p:nvGrpSpPr>
            <p:cNvPr id="32" name="Group 31">
              <a:extLst>
                <a:ext uri="{FF2B5EF4-FFF2-40B4-BE49-F238E27FC236}">
                  <a16:creationId xmlns:a16="http://schemas.microsoft.com/office/drawing/2014/main" id="{2FDCD005-FB82-BD66-A847-A2A9C4AA4C48}"/>
                </a:ext>
              </a:extLst>
            </p:cNvPr>
            <p:cNvGrpSpPr/>
            <p:nvPr/>
          </p:nvGrpSpPr>
          <p:grpSpPr>
            <a:xfrm>
              <a:off x="892226" y="3344160"/>
              <a:ext cx="3527516" cy="2499616"/>
              <a:chOff x="7214210" y="131613"/>
              <a:chExt cx="3527516" cy="2499616"/>
            </a:xfrm>
          </p:grpSpPr>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C1579C2A-B914-DA18-E033-AA17F1B05F5E}"/>
                      </a:ext>
                    </a:extLst>
                  </p:cNvPr>
                  <p:cNvSpPr/>
                  <p:nvPr/>
                </p:nvSpPr>
                <p:spPr>
                  <a:xfrm>
                    <a:off x="8817298" y="1316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C1579C2A-B914-DA18-E033-AA17F1B05F5E}"/>
                      </a:ext>
                    </a:extLst>
                  </p:cNvPr>
                  <p:cNvSpPr>
                    <a:spLocks noRot="1" noChangeAspect="1" noMove="1" noResize="1" noEditPoints="1" noAdjustHandles="1" noChangeArrowheads="1" noChangeShapeType="1" noTextEdit="1"/>
                  </p:cNvSpPr>
                  <p:nvPr/>
                </p:nvSpPr>
                <p:spPr>
                  <a:xfrm>
                    <a:off x="8817298" y="131613"/>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Isosceles Triangle 4">
                    <a:extLst>
                      <a:ext uri="{FF2B5EF4-FFF2-40B4-BE49-F238E27FC236}">
                        <a16:creationId xmlns:a16="http://schemas.microsoft.com/office/drawing/2014/main" id="{3C646EC5-C30F-BAB9-3C02-53BCFBF85885}"/>
                      </a:ext>
                    </a:extLst>
                  </p:cNvPr>
                  <p:cNvSpPr/>
                  <p:nvPr/>
                </p:nvSpPr>
                <p:spPr>
                  <a:xfrm>
                    <a:off x="7214210" y="1568449"/>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5" name="Isosceles Triangle 4">
                    <a:extLst>
                      <a:ext uri="{FF2B5EF4-FFF2-40B4-BE49-F238E27FC236}">
                        <a16:creationId xmlns:a16="http://schemas.microsoft.com/office/drawing/2014/main" id="{3C646EC5-C30F-BAB9-3C02-53BCFBF85885}"/>
                      </a:ext>
                    </a:extLst>
                  </p:cNvPr>
                  <p:cNvSpPr>
                    <a:spLocks noRot="1" noChangeAspect="1" noMove="1" noResize="1" noEditPoints="1" noAdjustHandles="1" noChangeArrowheads="1" noChangeShapeType="1" noTextEdit="1"/>
                  </p:cNvSpPr>
                  <p:nvPr/>
                </p:nvSpPr>
                <p:spPr>
                  <a:xfrm>
                    <a:off x="7214210" y="1568449"/>
                    <a:ext cx="1084977" cy="979594"/>
                  </a:xfrm>
                  <a:prstGeom prst="triangle">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4FE3B610-E75F-1020-CCA6-40C1B56408F0}"/>
                      </a:ext>
                    </a:extLst>
                  </p:cNvPr>
                  <p:cNvSpPr/>
                  <p:nvPr/>
                </p:nvSpPr>
                <p:spPr>
                  <a:xfrm>
                    <a:off x="7992931" y="77239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6" name="Oval 5">
                    <a:extLst>
                      <a:ext uri="{FF2B5EF4-FFF2-40B4-BE49-F238E27FC236}">
                        <a16:creationId xmlns:a16="http://schemas.microsoft.com/office/drawing/2014/main" id="{4FE3B610-E75F-1020-CCA6-40C1B56408F0}"/>
                      </a:ext>
                    </a:extLst>
                  </p:cNvPr>
                  <p:cNvSpPr>
                    <a:spLocks noRot="1" noChangeAspect="1" noMove="1" noResize="1" noEditPoints="1" noAdjustHandles="1" noChangeArrowheads="1" noChangeShapeType="1" noTextEdit="1"/>
                  </p:cNvSpPr>
                  <p:nvPr/>
                </p:nvSpPr>
                <p:spPr>
                  <a:xfrm>
                    <a:off x="7992931" y="772396"/>
                    <a:ext cx="612511" cy="612511"/>
                  </a:xfrm>
                  <a:prstGeom prst="ellipse">
                    <a:avLst/>
                  </a:prstGeom>
                  <a:blipFill>
                    <a:blip r:embed="rId1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Isosceles Triangle 6">
                    <a:extLst>
                      <a:ext uri="{FF2B5EF4-FFF2-40B4-BE49-F238E27FC236}">
                        <a16:creationId xmlns:a16="http://schemas.microsoft.com/office/drawing/2014/main" id="{3626D707-C34E-9327-B26E-2872891541EE}"/>
                      </a:ext>
                    </a:extLst>
                  </p:cNvPr>
                  <p:cNvSpPr/>
                  <p:nvPr/>
                </p:nvSpPr>
                <p:spPr>
                  <a:xfrm>
                    <a:off x="8345520" y="156844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7" name="Isosceles Triangle 6">
                    <a:extLst>
                      <a:ext uri="{FF2B5EF4-FFF2-40B4-BE49-F238E27FC236}">
                        <a16:creationId xmlns:a16="http://schemas.microsoft.com/office/drawing/2014/main" id="{3626D707-C34E-9327-B26E-2872891541EE}"/>
                      </a:ext>
                    </a:extLst>
                  </p:cNvPr>
                  <p:cNvSpPr>
                    <a:spLocks noRot="1" noChangeAspect="1" noMove="1" noResize="1" noEditPoints="1" noAdjustHandles="1" noChangeArrowheads="1" noChangeShapeType="1" noTextEdit="1"/>
                  </p:cNvSpPr>
                  <p:nvPr/>
                </p:nvSpPr>
                <p:spPr>
                  <a:xfrm>
                    <a:off x="8345520" y="1568449"/>
                    <a:ext cx="1084977" cy="979594"/>
                  </a:xfrm>
                  <a:prstGeom prst="triangle">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Isosceles Triangle 7">
                    <a:extLst>
                      <a:ext uri="{FF2B5EF4-FFF2-40B4-BE49-F238E27FC236}">
                        <a16:creationId xmlns:a16="http://schemas.microsoft.com/office/drawing/2014/main" id="{1F4E81E5-66F7-19E2-D095-BE6AA12C1AC1}"/>
                      </a:ext>
                    </a:extLst>
                  </p:cNvPr>
                  <p:cNvSpPr/>
                  <p:nvPr/>
                </p:nvSpPr>
                <p:spPr>
                  <a:xfrm>
                    <a:off x="9548595" y="758260"/>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8" name="Isosceles Triangle 7">
                    <a:extLst>
                      <a:ext uri="{FF2B5EF4-FFF2-40B4-BE49-F238E27FC236}">
                        <a16:creationId xmlns:a16="http://schemas.microsoft.com/office/drawing/2014/main" id="{1F4E81E5-66F7-19E2-D095-BE6AA12C1AC1}"/>
                      </a:ext>
                    </a:extLst>
                  </p:cNvPr>
                  <p:cNvSpPr>
                    <a:spLocks noRot="1" noChangeAspect="1" noMove="1" noResize="1" noEditPoints="1" noAdjustHandles="1" noChangeArrowheads="1" noChangeShapeType="1" noTextEdit="1"/>
                  </p:cNvSpPr>
                  <p:nvPr/>
                </p:nvSpPr>
                <p:spPr>
                  <a:xfrm>
                    <a:off x="9548595" y="758260"/>
                    <a:ext cx="1084977" cy="979594"/>
                  </a:xfrm>
                  <a:prstGeom prst="triangle">
                    <a:avLst/>
                  </a:prstGeom>
                  <a:blipFill>
                    <a:blip r:embed="rId18"/>
                    <a:stretch>
                      <a:fillRect/>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7B7B1586-83AD-014F-F29B-ED7281AEF95D}"/>
                  </a:ext>
                </a:extLst>
              </p:cNvPr>
              <p:cNvCxnSpPr>
                <a:cxnSpLocks/>
                <a:stCxn id="6" idx="3"/>
                <a:endCxn id="5" idx="0"/>
              </p:cNvCxnSpPr>
              <p:nvPr/>
            </p:nvCxnSpPr>
            <p:spPr>
              <a:xfrm flipH="1">
                <a:off x="7756699" y="1295207"/>
                <a:ext cx="325932"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1A6ADD7-48CD-EBB0-0667-39AD6203B8F4}"/>
                  </a:ext>
                </a:extLst>
              </p:cNvPr>
              <p:cNvCxnSpPr>
                <a:cxnSpLocks/>
                <a:stCxn id="6" idx="5"/>
                <a:endCxn id="7" idx="0"/>
              </p:cNvCxnSpPr>
              <p:nvPr/>
            </p:nvCxnSpPr>
            <p:spPr>
              <a:xfrm>
                <a:off x="8515742" y="1295207"/>
                <a:ext cx="372267"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A816D49-A49E-3DD3-C079-EE0D995FB3A7}"/>
                  </a:ext>
                </a:extLst>
              </p:cNvPr>
              <p:cNvCxnSpPr>
                <a:cxnSpLocks/>
                <a:stCxn id="6" idx="7"/>
                <a:endCxn id="4" idx="3"/>
              </p:cNvCxnSpPr>
              <p:nvPr/>
            </p:nvCxnSpPr>
            <p:spPr>
              <a:xfrm flipV="1">
                <a:off x="8515742" y="654424"/>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6498DDE-3587-8F96-6A1C-4AB53C4EC313}"/>
                  </a:ext>
                </a:extLst>
              </p:cNvPr>
              <p:cNvCxnSpPr>
                <a:cxnSpLocks/>
                <a:stCxn id="8" idx="0"/>
                <a:endCxn id="4" idx="5"/>
              </p:cNvCxnSpPr>
              <p:nvPr/>
            </p:nvCxnSpPr>
            <p:spPr>
              <a:xfrm flipH="1" flipV="1">
                <a:off x="9340109" y="654424"/>
                <a:ext cx="750975"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Oval 26">
                    <a:extLst>
                      <a:ext uri="{FF2B5EF4-FFF2-40B4-BE49-F238E27FC236}">
                        <a16:creationId xmlns:a16="http://schemas.microsoft.com/office/drawing/2014/main" id="{239CFFC8-CF26-D2AD-E672-09061A5048B0}"/>
                      </a:ext>
                    </a:extLst>
                  </p:cNvPr>
                  <p:cNvSpPr/>
                  <p:nvPr/>
                </p:nvSpPr>
                <p:spPr>
                  <a:xfrm>
                    <a:off x="10129215" y="201871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27" name="Oval 26">
                    <a:extLst>
                      <a:ext uri="{FF2B5EF4-FFF2-40B4-BE49-F238E27FC236}">
                        <a16:creationId xmlns:a16="http://schemas.microsoft.com/office/drawing/2014/main" id="{239CFFC8-CF26-D2AD-E672-09061A5048B0}"/>
                      </a:ext>
                    </a:extLst>
                  </p:cNvPr>
                  <p:cNvSpPr>
                    <a:spLocks noRot="1" noChangeAspect="1" noMove="1" noResize="1" noEditPoints="1" noAdjustHandles="1" noChangeArrowheads="1" noChangeShapeType="1" noTextEdit="1"/>
                  </p:cNvSpPr>
                  <p:nvPr/>
                </p:nvSpPr>
                <p:spPr>
                  <a:xfrm>
                    <a:off x="10129215" y="2018718"/>
                    <a:ext cx="612511" cy="612511"/>
                  </a:xfrm>
                  <a:prstGeom prst="ellipse">
                    <a:avLst/>
                  </a:prstGeom>
                  <a:blipFill>
                    <a:blip r:embed="rId19"/>
                    <a:stretch>
                      <a:fillRect/>
                    </a:stretch>
                  </a:blipFill>
                  <a:ln>
                    <a:solidFill>
                      <a:schemeClr val="tx1"/>
                    </a:solidFill>
                  </a:ln>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0E83608A-477E-6324-E54F-86966C47F633}"/>
                  </a:ext>
                </a:extLst>
              </p:cNvPr>
              <p:cNvCxnSpPr>
                <a:cxnSpLocks/>
                <a:stCxn id="27" idx="0"/>
              </p:cNvCxnSpPr>
              <p:nvPr/>
            </p:nvCxnSpPr>
            <p:spPr>
              <a:xfrm flipH="1" flipV="1">
                <a:off x="10435470" y="1750272"/>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3150729F-C8ED-BB5F-9CEB-CF399CB6A872}"/>
                    </a:ext>
                  </a:extLst>
                </p:cNvPr>
                <p:cNvSpPr txBox="1"/>
                <p:nvPr/>
              </p:nvSpPr>
              <p:spPr>
                <a:xfrm>
                  <a:off x="1131726" y="4604871"/>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6" name="TextBox 65">
                  <a:extLst>
                    <a:ext uri="{FF2B5EF4-FFF2-40B4-BE49-F238E27FC236}">
                      <a16:creationId xmlns:a16="http://schemas.microsoft.com/office/drawing/2014/main" id="{3150729F-C8ED-BB5F-9CEB-CF399CB6A872}"/>
                    </a:ext>
                  </a:extLst>
                </p:cNvPr>
                <p:cNvSpPr txBox="1">
                  <a:spLocks noRot="1" noChangeAspect="1" noMove="1" noResize="1" noEditPoints="1" noAdjustHandles="1" noChangeArrowheads="1" noChangeShapeType="1" noTextEdit="1"/>
                </p:cNvSpPr>
                <p:nvPr/>
              </p:nvSpPr>
              <p:spPr>
                <a:xfrm>
                  <a:off x="1131726" y="4604871"/>
                  <a:ext cx="369781"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18CD5917-6748-AFE6-4CA8-6A26740C5DD1}"/>
                    </a:ext>
                  </a:extLst>
                </p:cNvPr>
                <p:cNvSpPr txBox="1"/>
                <p:nvPr/>
              </p:nvSpPr>
              <p:spPr>
                <a:xfrm>
                  <a:off x="2172271" y="463880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7" name="TextBox 66">
                  <a:extLst>
                    <a:ext uri="{FF2B5EF4-FFF2-40B4-BE49-F238E27FC236}">
                      <a16:creationId xmlns:a16="http://schemas.microsoft.com/office/drawing/2014/main" id="{18CD5917-6748-AFE6-4CA8-6A26740C5DD1}"/>
                    </a:ext>
                  </a:extLst>
                </p:cNvPr>
                <p:cNvSpPr txBox="1">
                  <a:spLocks noRot="1" noChangeAspect="1" noMove="1" noResize="1" noEditPoints="1" noAdjustHandles="1" noChangeArrowheads="1" noChangeShapeType="1" noTextEdit="1"/>
                </p:cNvSpPr>
                <p:nvPr/>
              </p:nvSpPr>
              <p:spPr>
                <a:xfrm>
                  <a:off x="2172271" y="4638800"/>
                  <a:ext cx="369781"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FFBE299-FED8-D1B2-BD66-101DA35B695A}"/>
                    </a:ext>
                  </a:extLst>
                </p:cNvPr>
                <p:cNvSpPr txBox="1"/>
                <p:nvPr/>
              </p:nvSpPr>
              <p:spPr>
                <a:xfrm>
                  <a:off x="1157833" y="3786141"/>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68" name="TextBox 67">
                  <a:extLst>
                    <a:ext uri="{FF2B5EF4-FFF2-40B4-BE49-F238E27FC236}">
                      <a16:creationId xmlns:a16="http://schemas.microsoft.com/office/drawing/2014/main" id="{6FFBE299-FED8-D1B2-BD66-101DA35B695A}"/>
                    </a:ext>
                  </a:extLst>
                </p:cNvPr>
                <p:cNvSpPr txBox="1">
                  <a:spLocks noRot="1" noChangeAspect="1" noMove="1" noResize="1" noEditPoints="1" noAdjustHandles="1" noChangeArrowheads="1" noChangeShapeType="1" noTextEdit="1"/>
                </p:cNvSpPr>
                <p:nvPr/>
              </p:nvSpPr>
              <p:spPr>
                <a:xfrm>
                  <a:off x="1157833" y="3786141"/>
                  <a:ext cx="773737"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113857C4-4F9F-E95E-044D-F1A4FA7A55E8}"/>
                    </a:ext>
                  </a:extLst>
                </p:cNvPr>
                <p:cNvSpPr txBox="1"/>
                <p:nvPr/>
              </p:nvSpPr>
              <p:spPr>
                <a:xfrm>
                  <a:off x="1835210" y="32277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69" name="TextBox 68">
                  <a:extLst>
                    <a:ext uri="{FF2B5EF4-FFF2-40B4-BE49-F238E27FC236}">
                      <a16:creationId xmlns:a16="http://schemas.microsoft.com/office/drawing/2014/main" id="{113857C4-4F9F-E95E-044D-F1A4FA7A55E8}"/>
                    </a:ext>
                  </a:extLst>
                </p:cNvPr>
                <p:cNvSpPr txBox="1">
                  <a:spLocks noRot="1" noChangeAspect="1" noMove="1" noResize="1" noEditPoints="1" noAdjustHandles="1" noChangeArrowheads="1" noChangeShapeType="1" noTextEdit="1"/>
                </p:cNvSpPr>
                <p:nvPr/>
              </p:nvSpPr>
              <p:spPr>
                <a:xfrm>
                  <a:off x="1835210" y="3227705"/>
                  <a:ext cx="773738"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3305BF72-9FFD-DF53-8C7C-A4B213E38B05}"/>
                    </a:ext>
                  </a:extLst>
                </p:cNvPr>
                <p:cNvSpPr txBox="1"/>
                <p:nvPr/>
              </p:nvSpPr>
              <p:spPr>
                <a:xfrm>
                  <a:off x="3006743" y="385823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70" name="TextBox 69">
                  <a:extLst>
                    <a:ext uri="{FF2B5EF4-FFF2-40B4-BE49-F238E27FC236}">
                      <a16:creationId xmlns:a16="http://schemas.microsoft.com/office/drawing/2014/main" id="{3305BF72-9FFD-DF53-8C7C-A4B213E38B05}"/>
                    </a:ext>
                  </a:extLst>
                </p:cNvPr>
                <p:cNvSpPr txBox="1">
                  <a:spLocks noRot="1" noChangeAspect="1" noMove="1" noResize="1" noEditPoints="1" noAdjustHandles="1" noChangeArrowheads="1" noChangeShapeType="1" noTextEdit="1"/>
                </p:cNvSpPr>
                <p:nvPr/>
              </p:nvSpPr>
              <p:spPr>
                <a:xfrm>
                  <a:off x="3006743" y="3858231"/>
                  <a:ext cx="773738" cy="369332"/>
                </a:xfrm>
                <a:prstGeom prst="rect">
                  <a:avLst/>
                </a:prstGeom>
                <a:blipFill>
                  <a:blip r:embed="rId24"/>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2997840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A0E77-05C1-1C54-DEB1-448604C9CC98}"/>
              </a:ext>
            </a:extLst>
          </p:cNvPr>
          <p:cNvSpPr>
            <a:spLocks noGrp="1"/>
          </p:cNvSpPr>
          <p:nvPr>
            <p:ph type="title"/>
          </p:nvPr>
        </p:nvSpPr>
        <p:spPr/>
        <p:txBody>
          <a:bodyPr/>
          <a:lstStyle/>
          <a:p>
            <a:r>
              <a:rPr lang="en-US" dirty="0"/>
              <a:t>Insertion Story So Far</a:t>
            </a:r>
          </a:p>
        </p:txBody>
      </p:sp>
      <p:sp>
        <p:nvSpPr>
          <p:cNvPr id="3" name="Content Placeholder 2">
            <a:extLst>
              <a:ext uri="{FF2B5EF4-FFF2-40B4-BE49-F238E27FC236}">
                <a16:creationId xmlns:a16="http://schemas.microsoft.com/office/drawing/2014/main" id="{47707298-D3B7-0EF9-F77A-68F62C0EC09C}"/>
              </a:ext>
            </a:extLst>
          </p:cNvPr>
          <p:cNvSpPr>
            <a:spLocks noGrp="1"/>
          </p:cNvSpPr>
          <p:nvPr>
            <p:ph idx="1"/>
          </p:nvPr>
        </p:nvSpPr>
        <p:spPr/>
        <p:txBody>
          <a:bodyPr/>
          <a:lstStyle/>
          <a:p>
            <a:r>
              <a:rPr lang="en-US" dirty="0"/>
              <a:t>After insertion, update the heights of the node’s ancestors</a:t>
            </a:r>
          </a:p>
          <a:p>
            <a:r>
              <a:rPr lang="en-US" dirty="0"/>
              <a:t>Check for unbalance</a:t>
            </a:r>
          </a:p>
          <a:p>
            <a:r>
              <a:rPr lang="en-US" dirty="0"/>
              <a:t>If unbalanced then at the deepest unbalanced root:</a:t>
            </a:r>
          </a:p>
          <a:p>
            <a:pPr lvl="1"/>
            <a:r>
              <a:rPr lang="en-US" dirty="0">
                <a:solidFill>
                  <a:srgbClr val="FF0000"/>
                </a:solidFill>
              </a:rPr>
              <a:t>If the left subtree was deeper then rotate right</a:t>
            </a:r>
          </a:p>
          <a:p>
            <a:pPr lvl="1"/>
            <a:r>
              <a:rPr lang="en-US" dirty="0">
                <a:solidFill>
                  <a:srgbClr val="FF0000"/>
                </a:solidFill>
              </a:rPr>
              <a:t>If the right subtree was deeper then rotate left</a:t>
            </a:r>
          </a:p>
        </p:txBody>
      </p:sp>
      <p:sp>
        <p:nvSpPr>
          <p:cNvPr id="4" name="TextBox 3">
            <a:extLst>
              <a:ext uri="{FF2B5EF4-FFF2-40B4-BE49-F238E27FC236}">
                <a16:creationId xmlns:a16="http://schemas.microsoft.com/office/drawing/2014/main" id="{F7737A4C-AE25-0094-226B-7CBE929413AE}"/>
              </a:ext>
            </a:extLst>
          </p:cNvPr>
          <p:cNvSpPr txBox="1"/>
          <p:nvPr/>
        </p:nvSpPr>
        <p:spPr>
          <a:xfrm>
            <a:off x="9174480" y="3302000"/>
            <a:ext cx="2814320" cy="923330"/>
          </a:xfrm>
          <a:prstGeom prst="rect">
            <a:avLst/>
          </a:prstGeom>
          <a:noFill/>
        </p:spPr>
        <p:txBody>
          <a:bodyPr wrap="square" rtlCol="0">
            <a:spAutoFit/>
          </a:bodyPr>
          <a:lstStyle/>
          <a:p>
            <a:r>
              <a:rPr lang="en-US" dirty="0">
                <a:solidFill>
                  <a:srgbClr val="FF0000"/>
                </a:solidFill>
              </a:rPr>
              <a:t>This is incomplete!</a:t>
            </a:r>
          </a:p>
          <a:p>
            <a:r>
              <a:rPr lang="en-US" dirty="0">
                <a:solidFill>
                  <a:srgbClr val="FF0000"/>
                </a:solidFill>
              </a:rPr>
              <a:t>There are some cases where this doesn’t work!</a:t>
            </a:r>
          </a:p>
        </p:txBody>
      </p:sp>
      <p:sp>
        <p:nvSpPr>
          <p:cNvPr id="5" name="Right Brace 4">
            <a:extLst>
              <a:ext uri="{FF2B5EF4-FFF2-40B4-BE49-F238E27FC236}">
                <a16:creationId xmlns:a16="http://schemas.microsoft.com/office/drawing/2014/main" id="{F213B004-97DB-03A7-6A1C-75CCF67C4A77}"/>
              </a:ext>
              <a:ext uri="{C183D7F6-B498-43B3-948B-1728B52AA6E4}">
                <adec:decorative xmlns:adec="http://schemas.microsoft.com/office/drawing/2017/decorative" val="1"/>
              </a:ext>
            </a:extLst>
          </p:cNvPr>
          <p:cNvSpPr/>
          <p:nvPr/>
        </p:nvSpPr>
        <p:spPr>
          <a:xfrm>
            <a:off x="8539480" y="3302000"/>
            <a:ext cx="421640" cy="87376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9" name="Group 8" descr="An AVL Tree with 2 nodes:&#10;&#10;the root is 9, which has left child 5">
            <a:extLst>
              <a:ext uri="{FF2B5EF4-FFF2-40B4-BE49-F238E27FC236}">
                <a16:creationId xmlns:a16="http://schemas.microsoft.com/office/drawing/2014/main" id="{55099DC2-B313-3D7A-4722-602E78C2E938}"/>
              </a:ext>
            </a:extLst>
          </p:cNvPr>
          <p:cNvGrpSpPr/>
          <p:nvPr/>
        </p:nvGrpSpPr>
        <p:grpSpPr>
          <a:xfrm>
            <a:off x="945451" y="4391956"/>
            <a:ext cx="1225022" cy="1277855"/>
            <a:chOff x="945451" y="4391956"/>
            <a:chExt cx="1225022" cy="1277855"/>
          </a:xfrm>
        </p:grpSpPr>
        <p:sp>
          <p:nvSpPr>
            <p:cNvPr id="14" name="Oval 13">
              <a:extLst>
                <a:ext uri="{FF2B5EF4-FFF2-40B4-BE49-F238E27FC236}">
                  <a16:creationId xmlns:a16="http://schemas.microsoft.com/office/drawing/2014/main" id="{973665DF-E9D2-6454-316C-8563B3AE523A}"/>
                </a:ext>
              </a:extLst>
            </p:cNvPr>
            <p:cNvSpPr/>
            <p:nvPr/>
          </p:nvSpPr>
          <p:spPr>
            <a:xfrm>
              <a:off x="1557962" y="439195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5" name="Straight Connector 14">
              <a:extLst>
                <a:ext uri="{FF2B5EF4-FFF2-40B4-BE49-F238E27FC236}">
                  <a16:creationId xmlns:a16="http://schemas.microsoft.com/office/drawing/2014/main" id="{BD8C5308-D447-67FD-BBB9-A04E53DB1131}"/>
                </a:ext>
              </a:extLst>
            </p:cNvPr>
            <p:cNvCxnSpPr>
              <a:cxnSpLocks/>
              <a:stCxn id="14" idx="3"/>
              <a:endCxn id="16" idx="7"/>
            </p:cNvCxnSpPr>
            <p:nvPr/>
          </p:nvCxnSpPr>
          <p:spPr>
            <a:xfrm flipH="1">
              <a:off x="1468262" y="4914767"/>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A845875-D65B-ADE5-49C8-573AA1ABCC45}"/>
                </a:ext>
              </a:extLst>
            </p:cNvPr>
            <p:cNvSpPr/>
            <p:nvPr/>
          </p:nvSpPr>
          <p:spPr>
            <a:xfrm>
              <a:off x="945451" y="505730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sp>
        <p:nvSpPr>
          <p:cNvPr id="19" name="Arrow: Right 18" descr="Next we insert the key 7 into the tree">
            <a:extLst>
              <a:ext uri="{FF2B5EF4-FFF2-40B4-BE49-F238E27FC236}">
                <a16:creationId xmlns:a16="http://schemas.microsoft.com/office/drawing/2014/main" id="{3A1A1638-F1A8-3ACC-6CEB-132BD8676A70}"/>
              </a:ext>
            </a:extLst>
          </p:cNvPr>
          <p:cNvSpPr/>
          <p:nvPr/>
        </p:nvSpPr>
        <p:spPr>
          <a:xfrm>
            <a:off x="2602969" y="4900194"/>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7</a:t>
            </a:r>
          </a:p>
        </p:txBody>
      </p:sp>
      <p:grpSp>
        <p:nvGrpSpPr>
          <p:cNvPr id="12" name="Group 11" descr="7 becomes the new right child of 5, so the tree as a whole looks like this:&#10;&#10;The root is 9, it has left child 5 and no right child.&#10;5 has no left child, its right child is 7.&#10;7 has no children.&#10;&#10;The left subtree of 9 now has height 1, whereas its right subtree has height -1, making the tree unbalanced with 9 being the problem node.">
            <a:extLst>
              <a:ext uri="{FF2B5EF4-FFF2-40B4-BE49-F238E27FC236}">
                <a16:creationId xmlns:a16="http://schemas.microsoft.com/office/drawing/2014/main" id="{BA3C3048-9AC7-DE6A-5435-82F7B4D3D051}"/>
              </a:ext>
            </a:extLst>
          </p:cNvPr>
          <p:cNvGrpSpPr/>
          <p:nvPr/>
        </p:nvGrpSpPr>
        <p:grpSpPr>
          <a:xfrm>
            <a:off x="4638066" y="4485999"/>
            <a:ext cx="1225022" cy="1919944"/>
            <a:chOff x="4638066" y="4485999"/>
            <a:chExt cx="1225022" cy="1919944"/>
          </a:xfrm>
        </p:grpSpPr>
        <p:sp>
          <p:nvSpPr>
            <p:cNvPr id="6" name="Oval 5">
              <a:extLst>
                <a:ext uri="{FF2B5EF4-FFF2-40B4-BE49-F238E27FC236}">
                  <a16:creationId xmlns:a16="http://schemas.microsoft.com/office/drawing/2014/main" id="{EAB0E231-ACD0-4376-13A9-B2E3CECC7E75}"/>
                </a:ext>
              </a:extLst>
            </p:cNvPr>
            <p:cNvSpPr/>
            <p:nvPr/>
          </p:nvSpPr>
          <p:spPr>
            <a:xfrm>
              <a:off x="5250577" y="448599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7" name="Straight Connector 6">
              <a:extLst>
                <a:ext uri="{FF2B5EF4-FFF2-40B4-BE49-F238E27FC236}">
                  <a16:creationId xmlns:a16="http://schemas.microsoft.com/office/drawing/2014/main" id="{CA066E91-6261-28B5-79EA-F2337E950C4B}"/>
                </a:ext>
              </a:extLst>
            </p:cNvPr>
            <p:cNvCxnSpPr>
              <a:cxnSpLocks/>
              <a:stCxn id="6" idx="3"/>
              <a:endCxn id="8" idx="7"/>
            </p:cNvCxnSpPr>
            <p:nvPr/>
          </p:nvCxnSpPr>
          <p:spPr>
            <a:xfrm flipH="1">
              <a:off x="5160877" y="5008810"/>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2E8085A8-8ACA-A61B-DDE5-2348D2C8504B}"/>
                </a:ext>
              </a:extLst>
            </p:cNvPr>
            <p:cNvSpPr/>
            <p:nvPr/>
          </p:nvSpPr>
          <p:spPr>
            <a:xfrm>
              <a:off x="4638066" y="515134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 name="Oval 9">
              <a:extLst>
                <a:ext uri="{FF2B5EF4-FFF2-40B4-BE49-F238E27FC236}">
                  <a16:creationId xmlns:a16="http://schemas.microsoft.com/office/drawing/2014/main" id="{E8ADC63A-4A00-8681-FD15-37E6D5EFF908}"/>
                </a:ext>
              </a:extLst>
            </p:cNvPr>
            <p:cNvSpPr/>
            <p:nvPr/>
          </p:nvSpPr>
          <p:spPr>
            <a:xfrm>
              <a:off x="5250576" y="579343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11" name="Straight Connector 10">
              <a:extLst>
                <a:ext uri="{FF2B5EF4-FFF2-40B4-BE49-F238E27FC236}">
                  <a16:creationId xmlns:a16="http://schemas.microsoft.com/office/drawing/2014/main" id="{AF408C7C-3A85-4014-3B0D-4A34EF2B9B8A}"/>
                </a:ext>
              </a:extLst>
            </p:cNvPr>
            <p:cNvCxnSpPr>
              <a:cxnSpLocks/>
              <a:stCxn id="8" idx="5"/>
              <a:endCxn id="10" idx="1"/>
            </p:cNvCxnSpPr>
            <p:nvPr/>
          </p:nvCxnSpPr>
          <p:spPr>
            <a:xfrm>
              <a:off x="5160877" y="5674154"/>
              <a:ext cx="179399" cy="2089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Arrow: Right 19" descr="Because 9 is the problem node, and its left subtree is taller than the right, we do a right rotation in an attempt to balance the tree.">
            <a:extLst>
              <a:ext uri="{FF2B5EF4-FFF2-40B4-BE49-F238E27FC236}">
                <a16:creationId xmlns:a16="http://schemas.microsoft.com/office/drawing/2014/main" id="{27DA40D0-AF2C-3155-5C7D-33072472EB44}"/>
              </a:ext>
            </a:extLst>
          </p:cNvPr>
          <p:cNvSpPr/>
          <p:nvPr/>
        </p:nvSpPr>
        <p:spPr>
          <a:xfrm>
            <a:off x="6464931" y="4900193"/>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Right Rotation</a:t>
            </a:r>
          </a:p>
        </p:txBody>
      </p:sp>
      <p:grpSp>
        <p:nvGrpSpPr>
          <p:cNvPr id="13" name="Group 12" descr="After the right rotation, the tree looks s follows:&#10;&#10;The root is 5, it has no left child 5 and its right child is 9.&#10;The left child of 9 is 7, it has no right child.&#10;7 has no children.&#10;&#10;Now the left subtree of 5 has height -1, and the right subtree has height 2. Therefore the tree is still not balanced! If we were to do a left rotation on the problem node (now 5) we would just return to the previous tree. This means we need a new tool to balance our tree.&#10;&#10;The left subtree of 9 now has height 1, whereas its right subtree has height -1, making the tree unbalanced with 9 being the problem node.">
            <a:extLst>
              <a:ext uri="{FF2B5EF4-FFF2-40B4-BE49-F238E27FC236}">
                <a16:creationId xmlns:a16="http://schemas.microsoft.com/office/drawing/2014/main" id="{4B1D70FF-88AD-030E-ED83-9A3FB89DCED9}"/>
              </a:ext>
            </a:extLst>
          </p:cNvPr>
          <p:cNvGrpSpPr/>
          <p:nvPr/>
        </p:nvGrpSpPr>
        <p:grpSpPr>
          <a:xfrm>
            <a:off x="9210287" y="4527274"/>
            <a:ext cx="1225022" cy="1919944"/>
            <a:chOff x="9210287" y="4527274"/>
            <a:chExt cx="1225022" cy="1919944"/>
          </a:xfrm>
        </p:grpSpPr>
        <p:sp>
          <p:nvSpPr>
            <p:cNvPr id="21" name="Oval 20">
              <a:extLst>
                <a:ext uri="{FF2B5EF4-FFF2-40B4-BE49-F238E27FC236}">
                  <a16:creationId xmlns:a16="http://schemas.microsoft.com/office/drawing/2014/main" id="{08424B86-5ECA-32CB-E562-5238E76E7D74}"/>
                </a:ext>
              </a:extLst>
            </p:cNvPr>
            <p:cNvSpPr/>
            <p:nvPr/>
          </p:nvSpPr>
          <p:spPr>
            <a:xfrm>
              <a:off x="9210288" y="452727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22" name="Straight Connector 21">
              <a:extLst>
                <a:ext uri="{FF2B5EF4-FFF2-40B4-BE49-F238E27FC236}">
                  <a16:creationId xmlns:a16="http://schemas.microsoft.com/office/drawing/2014/main" id="{C3EBB2B0-BB57-A284-8E49-E3E2892CF64D}"/>
                </a:ext>
              </a:extLst>
            </p:cNvPr>
            <p:cNvCxnSpPr>
              <a:cxnSpLocks/>
              <a:stCxn id="21" idx="5"/>
              <a:endCxn id="23" idx="1"/>
            </p:cNvCxnSpPr>
            <p:nvPr/>
          </p:nvCxnSpPr>
          <p:spPr>
            <a:xfrm>
              <a:off x="9733099" y="5050085"/>
              <a:ext cx="179399" cy="1645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18CDB0E3-5691-3556-AC39-F712FA0F1510}"/>
                </a:ext>
              </a:extLst>
            </p:cNvPr>
            <p:cNvSpPr/>
            <p:nvPr/>
          </p:nvSpPr>
          <p:spPr>
            <a:xfrm>
              <a:off x="9822798" y="512492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24" name="Oval 23">
              <a:extLst>
                <a:ext uri="{FF2B5EF4-FFF2-40B4-BE49-F238E27FC236}">
                  <a16:creationId xmlns:a16="http://schemas.microsoft.com/office/drawing/2014/main" id="{3A6407C6-210A-1A8E-09B1-48436A1DED4D}"/>
                </a:ext>
              </a:extLst>
            </p:cNvPr>
            <p:cNvSpPr/>
            <p:nvPr/>
          </p:nvSpPr>
          <p:spPr>
            <a:xfrm>
              <a:off x="9210287" y="583470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5" name="Straight Connector 24">
              <a:extLst>
                <a:ext uri="{FF2B5EF4-FFF2-40B4-BE49-F238E27FC236}">
                  <a16:creationId xmlns:a16="http://schemas.microsoft.com/office/drawing/2014/main" id="{C861A9C9-0AC1-6F87-74B4-7E8BE75D14AE}"/>
                </a:ext>
              </a:extLst>
            </p:cNvPr>
            <p:cNvCxnSpPr>
              <a:cxnSpLocks/>
              <a:stCxn id="23" idx="3"/>
              <a:endCxn id="24" idx="7"/>
            </p:cNvCxnSpPr>
            <p:nvPr/>
          </p:nvCxnSpPr>
          <p:spPr>
            <a:xfrm flipH="1">
              <a:off x="9733098" y="5647737"/>
              <a:ext cx="179400" cy="2766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278310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A0E77-05C1-1C54-DEB1-448604C9CC98}"/>
              </a:ext>
            </a:extLst>
          </p:cNvPr>
          <p:cNvSpPr>
            <a:spLocks noGrp="1"/>
          </p:cNvSpPr>
          <p:nvPr>
            <p:ph type="title"/>
          </p:nvPr>
        </p:nvSpPr>
        <p:spPr/>
        <p:txBody>
          <a:bodyPr/>
          <a:lstStyle/>
          <a:p>
            <a:r>
              <a:rPr lang="en-US" dirty="0"/>
              <a:t>Insertion Cases</a:t>
            </a:r>
          </a:p>
        </p:txBody>
      </p:sp>
      <p:sp>
        <p:nvSpPr>
          <p:cNvPr id="3" name="Content Placeholder 2">
            <a:extLst>
              <a:ext uri="{FF2B5EF4-FFF2-40B4-BE49-F238E27FC236}">
                <a16:creationId xmlns:a16="http://schemas.microsoft.com/office/drawing/2014/main" id="{47707298-D3B7-0EF9-F77A-68F62C0EC09C}"/>
              </a:ext>
            </a:extLst>
          </p:cNvPr>
          <p:cNvSpPr>
            <a:spLocks noGrp="1"/>
          </p:cNvSpPr>
          <p:nvPr>
            <p:ph idx="1"/>
          </p:nvPr>
        </p:nvSpPr>
        <p:spPr/>
        <p:txBody>
          <a:bodyPr/>
          <a:lstStyle/>
          <a:p>
            <a:r>
              <a:rPr lang="en-US" dirty="0"/>
              <a:t>After insertion, update the heights of the node’s ancestors</a:t>
            </a:r>
          </a:p>
          <a:p>
            <a:r>
              <a:rPr lang="en-US" dirty="0"/>
              <a:t>Check for unbalance</a:t>
            </a:r>
          </a:p>
          <a:p>
            <a:r>
              <a:rPr lang="en-US" dirty="0"/>
              <a:t>If unbalanced then at the deepest unbalanced root:</a:t>
            </a:r>
          </a:p>
          <a:p>
            <a:pPr lvl="1"/>
            <a:r>
              <a:rPr lang="en-US" dirty="0">
                <a:solidFill>
                  <a:schemeClr val="accent6">
                    <a:lumMod val="75000"/>
                  </a:schemeClr>
                </a:solidFill>
              </a:rPr>
              <a:t>Case LL: If we inserted in the </a:t>
            </a:r>
            <a:r>
              <a:rPr lang="en-US" b="1" dirty="0">
                <a:solidFill>
                  <a:schemeClr val="accent6">
                    <a:lumMod val="75000"/>
                  </a:schemeClr>
                </a:solidFill>
              </a:rPr>
              <a:t>left</a:t>
            </a:r>
            <a:r>
              <a:rPr lang="en-US" dirty="0">
                <a:solidFill>
                  <a:schemeClr val="accent6">
                    <a:lumMod val="75000"/>
                  </a:schemeClr>
                </a:solidFill>
              </a:rPr>
              <a:t> subtree of the </a:t>
            </a:r>
            <a:r>
              <a:rPr lang="en-US" b="1" dirty="0">
                <a:solidFill>
                  <a:schemeClr val="accent6">
                    <a:lumMod val="75000"/>
                  </a:schemeClr>
                </a:solidFill>
              </a:rPr>
              <a:t>left</a:t>
            </a:r>
            <a:r>
              <a:rPr lang="en-US" dirty="0">
                <a:solidFill>
                  <a:schemeClr val="accent6">
                    <a:lumMod val="75000"/>
                  </a:schemeClr>
                </a:solidFill>
              </a:rPr>
              <a:t> child then rotate right</a:t>
            </a:r>
          </a:p>
          <a:p>
            <a:pPr lvl="1"/>
            <a:r>
              <a:rPr lang="en-US" dirty="0">
                <a:solidFill>
                  <a:schemeClr val="accent6">
                    <a:lumMod val="75000"/>
                  </a:schemeClr>
                </a:solidFill>
              </a:rPr>
              <a:t>Case RR: If we inserted in the </a:t>
            </a:r>
            <a:r>
              <a:rPr lang="en-US" b="1" dirty="0">
                <a:solidFill>
                  <a:schemeClr val="accent6">
                    <a:lumMod val="75000"/>
                  </a:schemeClr>
                </a:solidFill>
              </a:rPr>
              <a:t>right</a:t>
            </a:r>
            <a:r>
              <a:rPr lang="en-US" dirty="0">
                <a:solidFill>
                  <a:schemeClr val="accent6">
                    <a:lumMod val="75000"/>
                  </a:schemeClr>
                </a:solidFill>
              </a:rPr>
              <a:t> subtree of the </a:t>
            </a:r>
            <a:r>
              <a:rPr lang="en-US" b="1" dirty="0">
                <a:solidFill>
                  <a:schemeClr val="accent6">
                    <a:lumMod val="75000"/>
                  </a:schemeClr>
                </a:solidFill>
              </a:rPr>
              <a:t>right</a:t>
            </a:r>
            <a:r>
              <a:rPr lang="en-US" dirty="0">
                <a:solidFill>
                  <a:schemeClr val="accent6">
                    <a:lumMod val="75000"/>
                  </a:schemeClr>
                </a:solidFill>
              </a:rPr>
              <a:t> child then rotate left</a:t>
            </a:r>
          </a:p>
          <a:p>
            <a:pPr lvl="1"/>
            <a:r>
              <a:rPr lang="en-US" dirty="0">
                <a:solidFill>
                  <a:srgbClr val="7030A0"/>
                </a:solidFill>
              </a:rPr>
              <a:t>Case LR: If we inserted into the </a:t>
            </a:r>
            <a:r>
              <a:rPr lang="en-US" b="1" dirty="0">
                <a:solidFill>
                  <a:srgbClr val="7030A0"/>
                </a:solidFill>
              </a:rPr>
              <a:t>right</a:t>
            </a:r>
            <a:r>
              <a:rPr lang="en-US" dirty="0">
                <a:solidFill>
                  <a:srgbClr val="7030A0"/>
                </a:solidFill>
              </a:rPr>
              <a:t> subtree of the </a:t>
            </a:r>
            <a:r>
              <a:rPr lang="en-US" b="1" dirty="0">
                <a:solidFill>
                  <a:srgbClr val="7030A0"/>
                </a:solidFill>
              </a:rPr>
              <a:t>left</a:t>
            </a:r>
            <a:r>
              <a:rPr lang="en-US" dirty="0">
                <a:solidFill>
                  <a:srgbClr val="7030A0"/>
                </a:solidFill>
              </a:rPr>
              <a:t> child then ???</a:t>
            </a:r>
          </a:p>
          <a:p>
            <a:pPr lvl="1"/>
            <a:r>
              <a:rPr lang="en-US" dirty="0">
                <a:solidFill>
                  <a:srgbClr val="7030A0"/>
                </a:solidFill>
              </a:rPr>
              <a:t>Case RL: If we inserted into the </a:t>
            </a:r>
            <a:r>
              <a:rPr lang="en-US" b="1" dirty="0">
                <a:solidFill>
                  <a:srgbClr val="7030A0"/>
                </a:solidFill>
              </a:rPr>
              <a:t>left</a:t>
            </a:r>
            <a:r>
              <a:rPr lang="en-US" dirty="0">
                <a:solidFill>
                  <a:srgbClr val="7030A0"/>
                </a:solidFill>
              </a:rPr>
              <a:t> subtree of the </a:t>
            </a:r>
            <a:r>
              <a:rPr lang="en-US" b="1" dirty="0">
                <a:solidFill>
                  <a:srgbClr val="7030A0"/>
                </a:solidFill>
              </a:rPr>
              <a:t>right</a:t>
            </a:r>
            <a:r>
              <a:rPr lang="en-US" dirty="0">
                <a:solidFill>
                  <a:srgbClr val="7030A0"/>
                </a:solidFill>
              </a:rPr>
              <a:t> child then ???</a:t>
            </a:r>
          </a:p>
        </p:txBody>
      </p:sp>
      <p:sp>
        <p:nvSpPr>
          <p:cNvPr id="9" name="TextBox 8">
            <a:extLst>
              <a:ext uri="{FF2B5EF4-FFF2-40B4-BE49-F238E27FC236}">
                <a16:creationId xmlns:a16="http://schemas.microsoft.com/office/drawing/2014/main" id="{8419D6ED-3387-8B72-28D4-14AAF129AEBD}"/>
              </a:ext>
            </a:extLst>
          </p:cNvPr>
          <p:cNvSpPr txBox="1"/>
          <p:nvPr/>
        </p:nvSpPr>
        <p:spPr>
          <a:xfrm>
            <a:off x="8046720" y="5345966"/>
            <a:ext cx="3769360" cy="830997"/>
          </a:xfrm>
          <a:prstGeom prst="rect">
            <a:avLst/>
          </a:prstGeom>
          <a:noFill/>
        </p:spPr>
        <p:txBody>
          <a:bodyPr wrap="square" rtlCol="0">
            <a:spAutoFit/>
          </a:bodyPr>
          <a:lstStyle/>
          <a:p>
            <a:r>
              <a:rPr lang="en-US" sz="2400" dirty="0">
                <a:solidFill>
                  <a:srgbClr val="7030A0"/>
                </a:solidFill>
              </a:rPr>
              <a:t>Cases LR and RL require 2 rotations!</a:t>
            </a:r>
          </a:p>
        </p:txBody>
      </p:sp>
    </p:spTree>
    <p:extLst>
      <p:ext uri="{BB962C8B-B14F-4D97-AF65-F5344CB8AC3E}">
        <p14:creationId xmlns:p14="http://schemas.microsoft.com/office/powerpoint/2010/main" val="20749139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A8BB0-634C-0E06-0E55-88F3C06AADD0}"/>
              </a:ext>
            </a:extLst>
          </p:cNvPr>
          <p:cNvSpPr>
            <a:spLocks noGrp="1"/>
          </p:cNvSpPr>
          <p:nvPr>
            <p:ph type="title"/>
          </p:nvPr>
        </p:nvSpPr>
        <p:spPr/>
        <p:txBody>
          <a:bodyPr/>
          <a:lstStyle/>
          <a:p>
            <a:r>
              <a:rPr lang="en-US" dirty="0"/>
              <a:t>Case LR </a:t>
            </a:r>
          </a:p>
        </p:txBody>
      </p:sp>
      <p:sp>
        <p:nvSpPr>
          <p:cNvPr id="3" name="Content Placeholder 2">
            <a:extLst>
              <a:ext uri="{FF2B5EF4-FFF2-40B4-BE49-F238E27FC236}">
                <a16:creationId xmlns:a16="http://schemas.microsoft.com/office/drawing/2014/main" id="{D90C4D3C-5855-79DC-21CA-F4FF5C8D9CD2}"/>
              </a:ext>
            </a:extLst>
          </p:cNvPr>
          <p:cNvSpPr>
            <a:spLocks noGrp="1"/>
          </p:cNvSpPr>
          <p:nvPr>
            <p:ph idx="1"/>
          </p:nvPr>
        </p:nvSpPr>
        <p:spPr/>
        <p:txBody>
          <a:bodyPr/>
          <a:lstStyle/>
          <a:p>
            <a:r>
              <a:rPr lang="en-US" dirty="0"/>
              <a:t>From deepest problem node:</a:t>
            </a:r>
          </a:p>
          <a:p>
            <a:pPr lvl="1"/>
            <a:r>
              <a:rPr lang="en-US" dirty="0"/>
              <a:t>Rotate left at the left child</a:t>
            </a:r>
          </a:p>
          <a:p>
            <a:pPr lvl="1"/>
            <a:r>
              <a:rPr lang="en-US" dirty="0"/>
              <a:t>Rotate right at the problem node</a:t>
            </a:r>
          </a:p>
        </p:txBody>
      </p:sp>
      <p:grpSp>
        <p:nvGrpSpPr>
          <p:cNvPr id="18" name="Group 17" descr="An AVL Tree with 2 nodes:&#10;&#10;the root is 9, which has left child 5">
            <a:extLst>
              <a:ext uri="{FF2B5EF4-FFF2-40B4-BE49-F238E27FC236}">
                <a16:creationId xmlns:a16="http://schemas.microsoft.com/office/drawing/2014/main" id="{19BB6ECC-098D-365C-8D7C-EAFA77632C23}"/>
              </a:ext>
            </a:extLst>
          </p:cNvPr>
          <p:cNvGrpSpPr/>
          <p:nvPr/>
        </p:nvGrpSpPr>
        <p:grpSpPr>
          <a:xfrm>
            <a:off x="945451" y="4391956"/>
            <a:ext cx="1225022" cy="1277855"/>
            <a:chOff x="945451" y="4391956"/>
            <a:chExt cx="1225022" cy="1277855"/>
          </a:xfrm>
        </p:grpSpPr>
        <p:sp>
          <p:nvSpPr>
            <p:cNvPr id="9" name="Oval 8">
              <a:extLst>
                <a:ext uri="{FF2B5EF4-FFF2-40B4-BE49-F238E27FC236}">
                  <a16:creationId xmlns:a16="http://schemas.microsoft.com/office/drawing/2014/main" id="{97CBF2A2-742F-6A7A-261C-E848A712AAA6}"/>
                </a:ext>
              </a:extLst>
            </p:cNvPr>
            <p:cNvSpPr/>
            <p:nvPr/>
          </p:nvSpPr>
          <p:spPr>
            <a:xfrm>
              <a:off x="1557962" y="439195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0" name="Straight Connector 9">
              <a:extLst>
                <a:ext uri="{FF2B5EF4-FFF2-40B4-BE49-F238E27FC236}">
                  <a16:creationId xmlns:a16="http://schemas.microsoft.com/office/drawing/2014/main" id="{BAA37A59-9056-E0BA-1B9F-BC09D014B49C}"/>
                </a:ext>
              </a:extLst>
            </p:cNvPr>
            <p:cNvCxnSpPr>
              <a:cxnSpLocks/>
              <a:stCxn id="9" idx="3"/>
              <a:endCxn id="11" idx="7"/>
            </p:cNvCxnSpPr>
            <p:nvPr/>
          </p:nvCxnSpPr>
          <p:spPr>
            <a:xfrm flipH="1">
              <a:off x="1468262" y="4914767"/>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513BFB7D-C4B0-C514-C2C8-7C7F32ED2FA8}"/>
                </a:ext>
              </a:extLst>
            </p:cNvPr>
            <p:cNvSpPr/>
            <p:nvPr/>
          </p:nvSpPr>
          <p:spPr>
            <a:xfrm>
              <a:off x="945451" y="505730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sp>
        <p:nvSpPr>
          <p:cNvPr id="12" name="Arrow: Right 11" descr="Next we insert the key 7 into the tree">
            <a:extLst>
              <a:ext uri="{FF2B5EF4-FFF2-40B4-BE49-F238E27FC236}">
                <a16:creationId xmlns:a16="http://schemas.microsoft.com/office/drawing/2014/main" id="{D5F72CE5-F998-3ACA-89F8-5D891F7ADFC3}"/>
              </a:ext>
            </a:extLst>
          </p:cNvPr>
          <p:cNvSpPr/>
          <p:nvPr/>
        </p:nvSpPr>
        <p:spPr>
          <a:xfrm>
            <a:off x="2233450" y="4673138"/>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7</a:t>
            </a:r>
          </a:p>
        </p:txBody>
      </p:sp>
      <p:grpSp>
        <p:nvGrpSpPr>
          <p:cNvPr id="26" name="Group 25" descr="7 becomes the new right child of 5, so the tree as a whole looks like this:&#10;&#10;The root is 9, it has left child 5 and no right child.&#10;5 has no left child, its right child is 7.&#10;7 has no children.&#10;&#10;The left subtree of 9 now has height 1, whereas its right subtree has height -1, making the tree unbalanced with 9 being the problem node.">
            <a:extLst>
              <a:ext uri="{FF2B5EF4-FFF2-40B4-BE49-F238E27FC236}">
                <a16:creationId xmlns:a16="http://schemas.microsoft.com/office/drawing/2014/main" id="{A3E2ACB1-E946-F2AC-2AA3-A7C20DE0E647}"/>
              </a:ext>
            </a:extLst>
          </p:cNvPr>
          <p:cNvGrpSpPr/>
          <p:nvPr/>
        </p:nvGrpSpPr>
        <p:grpSpPr>
          <a:xfrm>
            <a:off x="3903987" y="4269443"/>
            <a:ext cx="1225022" cy="1919944"/>
            <a:chOff x="3903987" y="4269443"/>
            <a:chExt cx="1225022" cy="1919944"/>
          </a:xfrm>
        </p:grpSpPr>
        <p:sp>
          <p:nvSpPr>
            <p:cNvPr id="4" name="Oval 3">
              <a:extLst>
                <a:ext uri="{FF2B5EF4-FFF2-40B4-BE49-F238E27FC236}">
                  <a16:creationId xmlns:a16="http://schemas.microsoft.com/office/drawing/2014/main" id="{067EFC82-BEF2-2666-E744-53FFED95DD5C}"/>
                </a:ext>
              </a:extLst>
            </p:cNvPr>
            <p:cNvSpPr/>
            <p:nvPr/>
          </p:nvSpPr>
          <p:spPr>
            <a:xfrm>
              <a:off x="4516498" y="426944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5" name="Straight Connector 4">
              <a:extLst>
                <a:ext uri="{FF2B5EF4-FFF2-40B4-BE49-F238E27FC236}">
                  <a16:creationId xmlns:a16="http://schemas.microsoft.com/office/drawing/2014/main" id="{46A37623-312C-AF43-EBC3-2909908D157A}"/>
                </a:ext>
              </a:extLst>
            </p:cNvPr>
            <p:cNvCxnSpPr>
              <a:cxnSpLocks/>
              <a:stCxn id="4" idx="3"/>
              <a:endCxn id="6" idx="7"/>
            </p:cNvCxnSpPr>
            <p:nvPr/>
          </p:nvCxnSpPr>
          <p:spPr>
            <a:xfrm flipH="1">
              <a:off x="4426798" y="4792254"/>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A3A1332B-AF7A-F4E1-4459-C37D21CAA899}"/>
                </a:ext>
              </a:extLst>
            </p:cNvPr>
            <p:cNvSpPr/>
            <p:nvPr/>
          </p:nvSpPr>
          <p:spPr>
            <a:xfrm>
              <a:off x="3903987" y="493478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Oval 6">
              <a:extLst>
                <a:ext uri="{FF2B5EF4-FFF2-40B4-BE49-F238E27FC236}">
                  <a16:creationId xmlns:a16="http://schemas.microsoft.com/office/drawing/2014/main" id="{02F4987C-AE8F-B3EA-BABC-33BC2679C7B5}"/>
                </a:ext>
              </a:extLst>
            </p:cNvPr>
            <p:cNvSpPr/>
            <p:nvPr/>
          </p:nvSpPr>
          <p:spPr>
            <a:xfrm>
              <a:off x="4516497" y="557687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C68EBC17-CE55-6EAD-3F0A-10577D40A671}"/>
                </a:ext>
              </a:extLst>
            </p:cNvPr>
            <p:cNvCxnSpPr>
              <a:cxnSpLocks/>
              <a:stCxn id="6" idx="5"/>
              <a:endCxn id="7" idx="1"/>
            </p:cNvCxnSpPr>
            <p:nvPr/>
          </p:nvCxnSpPr>
          <p:spPr>
            <a:xfrm>
              <a:off x="4426798" y="5457598"/>
              <a:ext cx="179399" cy="2089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Arrow: Right 18" descr="The issue we have is that left and right rotations do not change the height of the &quot;middle&quot; subtrees (the right subtree of the problem node's left child and the left subtree of the problem node's right child). So we will first to a left rotation on the problem node's left child (in this case 5) to first lift the left-right subtree of the problem node.">
            <a:extLst>
              <a:ext uri="{FF2B5EF4-FFF2-40B4-BE49-F238E27FC236}">
                <a16:creationId xmlns:a16="http://schemas.microsoft.com/office/drawing/2014/main" id="{13829990-E44A-C9E6-2A7B-8CE2CDBE4B38}"/>
              </a:ext>
            </a:extLst>
          </p:cNvPr>
          <p:cNvSpPr/>
          <p:nvPr/>
        </p:nvSpPr>
        <p:spPr>
          <a:xfrm>
            <a:off x="5312373" y="4623731"/>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Rotate Left at 5</a:t>
            </a:r>
          </a:p>
        </p:txBody>
      </p:sp>
      <p:grpSp>
        <p:nvGrpSpPr>
          <p:cNvPr id="27" name="Group 26" descr="After the left rotation at node, the tree looks s follows:&#10;&#10;The root is 9, its left child is 7, it has no right child&#10;The left child of 7 is 5, it has no right child.&#10;5 has no children.&#10;&#10;At this point the tree is still not balanced because the left subtree of 9 has height 1 whereas the right has height 2. At this point, though, the left-left subtree of the problem node is the one that is too tall, and so a right rotation will finally balance the tree.">
            <a:extLst>
              <a:ext uri="{FF2B5EF4-FFF2-40B4-BE49-F238E27FC236}">
                <a16:creationId xmlns:a16="http://schemas.microsoft.com/office/drawing/2014/main" id="{27A1EF0A-F5C3-3846-1474-A305391D984D}"/>
              </a:ext>
            </a:extLst>
          </p:cNvPr>
          <p:cNvGrpSpPr/>
          <p:nvPr/>
        </p:nvGrpSpPr>
        <p:grpSpPr>
          <a:xfrm>
            <a:off x="6750210" y="4391956"/>
            <a:ext cx="1810810" cy="1961154"/>
            <a:chOff x="6750210" y="4391956"/>
            <a:chExt cx="1810810" cy="1961154"/>
          </a:xfrm>
        </p:grpSpPr>
        <p:sp>
          <p:nvSpPr>
            <p:cNvPr id="13" name="Oval 12">
              <a:extLst>
                <a:ext uri="{FF2B5EF4-FFF2-40B4-BE49-F238E27FC236}">
                  <a16:creationId xmlns:a16="http://schemas.microsoft.com/office/drawing/2014/main" id="{E1673636-A52E-5ADC-7259-70CBC20C0255}"/>
                </a:ext>
              </a:extLst>
            </p:cNvPr>
            <p:cNvSpPr/>
            <p:nvPr/>
          </p:nvSpPr>
          <p:spPr>
            <a:xfrm>
              <a:off x="7948509" y="439195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A88FDAA3-1AF5-A991-98C9-E90C7382FE4C}"/>
                </a:ext>
              </a:extLst>
            </p:cNvPr>
            <p:cNvCxnSpPr>
              <a:cxnSpLocks/>
              <a:stCxn id="13" idx="3"/>
              <a:endCxn id="15" idx="7"/>
            </p:cNvCxnSpPr>
            <p:nvPr/>
          </p:nvCxnSpPr>
          <p:spPr>
            <a:xfrm flipH="1">
              <a:off x="7858809" y="4914767"/>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01511884-6514-33CD-4747-F65C563228FE}"/>
                </a:ext>
              </a:extLst>
            </p:cNvPr>
            <p:cNvSpPr/>
            <p:nvPr/>
          </p:nvSpPr>
          <p:spPr>
            <a:xfrm>
              <a:off x="7335998" y="505730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16" name="Straight Connector 15">
              <a:extLst>
                <a:ext uri="{FF2B5EF4-FFF2-40B4-BE49-F238E27FC236}">
                  <a16:creationId xmlns:a16="http://schemas.microsoft.com/office/drawing/2014/main" id="{D5B1F6B7-AF1F-43B9-4EFF-686D75FC1B54}"/>
                </a:ext>
              </a:extLst>
            </p:cNvPr>
            <p:cNvCxnSpPr>
              <a:cxnSpLocks/>
              <a:stCxn id="15" idx="3"/>
              <a:endCxn id="17" idx="7"/>
            </p:cNvCxnSpPr>
            <p:nvPr/>
          </p:nvCxnSpPr>
          <p:spPr>
            <a:xfrm flipH="1">
              <a:off x="7273021" y="5580111"/>
              <a:ext cx="152677" cy="2501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1D02E25E-9633-F215-A570-AFE6223E36A1}"/>
                </a:ext>
              </a:extLst>
            </p:cNvPr>
            <p:cNvSpPr/>
            <p:nvPr/>
          </p:nvSpPr>
          <p:spPr>
            <a:xfrm>
              <a:off x="6750210" y="574059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sp>
        <p:nvSpPr>
          <p:cNvPr id="20" name="Arrow: Right 19" descr="Now we do a right rotation on node 9 to balance the tree.">
            <a:extLst>
              <a:ext uri="{FF2B5EF4-FFF2-40B4-BE49-F238E27FC236}">
                <a16:creationId xmlns:a16="http://schemas.microsoft.com/office/drawing/2014/main" id="{4829D90F-F2DA-6969-758B-433DB919A22D}"/>
              </a:ext>
            </a:extLst>
          </p:cNvPr>
          <p:cNvSpPr/>
          <p:nvPr/>
        </p:nvSpPr>
        <p:spPr>
          <a:xfrm>
            <a:off x="8714196" y="4810802"/>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Rotate Right at 9</a:t>
            </a:r>
          </a:p>
        </p:txBody>
      </p:sp>
      <p:grpSp>
        <p:nvGrpSpPr>
          <p:cNvPr id="28" name="Group 27" descr="After our rotation the tree looks as follows:&#10;&#10;7 is the new root, its left child is 5 and its right child is 9.&#10;Nodes 5 and 9 have no children.&#10;&#10;Because now the left and right subtrees from 7 both have height 0, the tree is finally balanced.">
            <a:extLst>
              <a:ext uri="{FF2B5EF4-FFF2-40B4-BE49-F238E27FC236}">
                <a16:creationId xmlns:a16="http://schemas.microsoft.com/office/drawing/2014/main" id="{905002A2-C2D4-2A48-E62B-55DCCFEEBC88}"/>
              </a:ext>
            </a:extLst>
          </p:cNvPr>
          <p:cNvGrpSpPr/>
          <p:nvPr/>
        </p:nvGrpSpPr>
        <p:grpSpPr>
          <a:xfrm>
            <a:off x="10198546" y="4818582"/>
            <a:ext cx="1837757" cy="1277855"/>
            <a:chOff x="10198546" y="4818582"/>
            <a:chExt cx="1837757" cy="1277855"/>
          </a:xfrm>
        </p:grpSpPr>
        <p:sp>
          <p:nvSpPr>
            <p:cNvPr id="21" name="Oval 20">
              <a:extLst>
                <a:ext uri="{FF2B5EF4-FFF2-40B4-BE49-F238E27FC236}">
                  <a16:creationId xmlns:a16="http://schemas.microsoft.com/office/drawing/2014/main" id="{AB26D1A8-61E4-E223-6F4B-C98A1AD87DE1}"/>
                </a:ext>
              </a:extLst>
            </p:cNvPr>
            <p:cNvSpPr/>
            <p:nvPr/>
          </p:nvSpPr>
          <p:spPr>
            <a:xfrm>
              <a:off x="10811057" y="481858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2" name="Straight Connector 21">
              <a:extLst>
                <a:ext uri="{FF2B5EF4-FFF2-40B4-BE49-F238E27FC236}">
                  <a16:creationId xmlns:a16="http://schemas.microsoft.com/office/drawing/2014/main" id="{95D34475-D6E2-BCA3-8F72-C5F2E7FF07AC}"/>
                </a:ext>
              </a:extLst>
            </p:cNvPr>
            <p:cNvCxnSpPr>
              <a:cxnSpLocks/>
              <a:stCxn id="21" idx="3"/>
              <a:endCxn id="23" idx="7"/>
            </p:cNvCxnSpPr>
            <p:nvPr/>
          </p:nvCxnSpPr>
          <p:spPr>
            <a:xfrm flipH="1">
              <a:off x="10721357" y="5341393"/>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76E6958E-81CD-4735-D2BE-7985977B05FD}"/>
                </a:ext>
              </a:extLst>
            </p:cNvPr>
            <p:cNvSpPr/>
            <p:nvPr/>
          </p:nvSpPr>
          <p:spPr>
            <a:xfrm>
              <a:off x="10198546" y="548392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4" name="Oval 23">
              <a:extLst>
                <a:ext uri="{FF2B5EF4-FFF2-40B4-BE49-F238E27FC236}">
                  <a16:creationId xmlns:a16="http://schemas.microsoft.com/office/drawing/2014/main" id="{472ACBD0-46C0-DF87-864E-F608F3A30754}"/>
                </a:ext>
              </a:extLst>
            </p:cNvPr>
            <p:cNvSpPr/>
            <p:nvPr/>
          </p:nvSpPr>
          <p:spPr>
            <a:xfrm>
              <a:off x="11423792" y="54757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25" name="Straight Connector 24">
              <a:extLst>
                <a:ext uri="{FF2B5EF4-FFF2-40B4-BE49-F238E27FC236}">
                  <a16:creationId xmlns:a16="http://schemas.microsoft.com/office/drawing/2014/main" id="{E3AAA8F0-7C9E-DAB3-6C20-5E649D554512}"/>
                </a:ext>
              </a:extLst>
            </p:cNvPr>
            <p:cNvCxnSpPr>
              <a:cxnSpLocks/>
              <a:endCxn id="24" idx="1"/>
            </p:cNvCxnSpPr>
            <p:nvPr/>
          </p:nvCxnSpPr>
          <p:spPr>
            <a:xfrm>
              <a:off x="11334093" y="5356435"/>
              <a:ext cx="179399" cy="2089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8770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619D1-38EF-34FB-AA19-B51EE438C1EA}"/>
              </a:ext>
            </a:extLst>
          </p:cNvPr>
          <p:cNvSpPr>
            <a:spLocks noGrp="1"/>
          </p:cNvSpPr>
          <p:nvPr>
            <p:ph type="title"/>
          </p:nvPr>
        </p:nvSpPr>
        <p:spPr/>
        <p:txBody>
          <a:bodyPr/>
          <a:lstStyle/>
          <a:p>
            <a:r>
              <a:rPr lang="en-US" dirty="0"/>
              <a:t>Case LR in General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D06C73-6403-D607-E6F6-C3EC37DF2914}"/>
                  </a:ext>
                </a:extLst>
              </p:cNvPr>
              <p:cNvSpPr>
                <a:spLocks noGrp="1"/>
              </p:cNvSpPr>
              <p:nvPr>
                <p:ph idx="1"/>
              </p:nvPr>
            </p:nvSpPr>
            <p:spPr>
              <a:xfrm>
                <a:off x="838200" y="1446314"/>
                <a:ext cx="10515600" cy="4730649"/>
              </a:xfrm>
            </p:spPr>
            <p:txBody>
              <a:bodyPr/>
              <a:lstStyle/>
              <a:p>
                <a:r>
                  <a:rPr lang="en-US" dirty="0"/>
                  <a:t>We just inserted </a:t>
                </a:r>
                <a14:m>
                  <m:oMath xmlns:m="http://schemas.openxmlformats.org/officeDocument/2006/math">
                    <m:r>
                      <a:rPr lang="en-US" i="1">
                        <a:latin typeface="Cambria Math" panose="02040503050406030204" pitchFamily="18" charset="0"/>
                      </a:rPr>
                      <m:t>𝑑</m:t>
                    </m:r>
                  </m:oMath>
                </a14:m>
                <a:r>
                  <a:rPr lang="en-US" dirty="0"/>
                  <a:t>, node </a:t>
                </a:r>
                <a14:m>
                  <m:oMath xmlns:m="http://schemas.openxmlformats.org/officeDocument/2006/math">
                    <m:r>
                      <a:rPr lang="en-US" i="1">
                        <a:latin typeface="Cambria Math" panose="02040503050406030204" pitchFamily="18" charset="0"/>
                      </a:rPr>
                      <m:t>𝑎</m:t>
                    </m:r>
                  </m:oMath>
                </a14:m>
                <a:r>
                  <a:rPr lang="en-US" dirty="0"/>
                  <a:t> is the deepest “problem” node</a:t>
                </a:r>
              </a:p>
              <a:p>
                <a:r>
                  <a:rPr lang="en-US" dirty="0"/>
                  <a:t>Imbalance caused by inserting in the left child’s right subtree</a:t>
                </a:r>
              </a:p>
              <a:p>
                <a:r>
                  <a:rPr lang="en-US" dirty="0"/>
                  <a:t>Rotate left at the left child</a:t>
                </a:r>
              </a:p>
              <a:p>
                <a:r>
                  <a:rPr lang="en-US" dirty="0"/>
                  <a:t>Rotate right at the unbalanced node</a:t>
                </a:r>
              </a:p>
            </p:txBody>
          </p:sp>
        </mc:Choice>
        <mc:Fallback xmlns="">
          <p:sp>
            <p:nvSpPr>
              <p:cNvPr id="3" name="Content Placeholder 2">
                <a:extLst>
                  <a:ext uri="{FF2B5EF4-FFF2-40B4-BE49-F238E27FC236}">
                    <a16:creationId xmlns:a16="http://schemas.microsoft.com/office/drawing/2014/main" id="{2FD06C73-6403-D607-E6F6-C3EC37DF2914}"/>
                  </a:ext>
                </a:extLst>
              </p:cNvPr>
              <p:cNvSpPr>
                <a:spLocks noGrp="1" noRot="1" noChangeAspect="1" noMove="1" noResize="1" noEditPoints="1" noAdjustHandles="1" noChangeArrowheads="1" noChangeShapeType="1" noTextEdit="1"/>
              </p:cNvSpPr>
              <p:nvPr>
                <p:ph idx="1"/>
              </p:nvPr>
            </p:nvSpPr>
            <p:spPr>
              <a:xfrm>
                <a:off x="838200" y="1446314"/>
                <a:ext cx="10515600" cy="4730649"/>
              </a:xfrm>
              <a:blipFill>
                <a:blip r:embed="rId2"/>
                <a:stretch>
                  <a:fillRect l="-1043" t="-2062"/>
                </a:stretch>
              </a:blipFill>
            </p:spPr>
            <p:txBody>
              <a:bodyPr/>
              <a:lstStyle/>
              <a:p>
                <a:r>
                  <a:rPr lang="en-US">
                    <a:noFill/>
                  </a:rPr>
                  <a:t> </a:t>
                </a:r>
              </a:p>
            </p:txBody>
          </p:sp>
        </mc:Fallback>
      </mc:AlternateContent>
      <p:grpSp>
        <p:nvGrpSpPr>
          <p:cNvPr id="211" name="Group 210" descr="An illustration of a left-right rotation. This is the before image.&#10;&#10;Initially, the problem node is labeled a. Its left subtree is rooted at a node labeled b, and it has a height of h+2. Its right subtree is labeled z and has a height of h. The left subtree of b is labeled w and has height h. The right subtree of b is rooted at a node labeled c and has a height of h+1. The left subtree of c is x and the right subtree of c is y, at least one of these must have height h (and the other may have height h or h-1). &#10;The node a is the problem node because it is the deepest node whose left and right subtree heights differ by more than 1.">
            <a:extLst>
              <a:ext uri="{FF2B5EF4-FFF2-40B4-BE49-F238E27FC236}">
                <a16:creationId xmlns:a16="http://schemas.microsoft.com/office/drawing/2014/main" id="{74201A59-A51B-31FF-D7D6-0994EDC48DEF}"/>
              </a:ext>
            </a:extLst>
          </p:cNvPr>
          <p:cNvGrpSpPr/>
          <p:nvPr/>
        </p:nvGrpSpPr>
        <p:grpSpPr>
          <a:xfrm>
            <a:off x="41937" y="3425666"/>
            <a:ext cx="3470746" cy="3365086"/>
            <a:chOff x="25572" y="2621130"/>
            <a:chExt cx="3470746" cy="3365086"/>
          </a:xfrm>
        </p:grpSpPr>
        <mc:AlternateContent xmlns:mc="http://schemas.openxmlformats.org/markup-compatibility/2006" xmlns:a14="http://schemas.microsoft.com/office/drawing/2010/main">
          <mc:Choice Requires="a14">
            <p:sp>
              <p:nvSpPr>
                <p:cNvPr id="28" name="Oval 27">
                  <a:extLst>
                    <a:ext uri="{FF2B5EF4-FFF2-40B4-BE49-F238E27FC236}">
                      <a16:creationId xmlns:a16="http://schemas.microsoft.com/office/drawing/2014/main" id="{1B98852D-205A-51D4-3306-7B5B8D49C4F2}"/>
                    </a:ext>
                  </a:extLst>
                </p:cNvPr>
                <p:cNvSpPr/>
                <p:nvPr/>
              </p:nvSpPr>
              <p:spPr>
                <a:xfrm>
                  <a:off x="1628660" y="273758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28" name="Oval 27">
                  <a:extLst>
                    <a:ext uri="{FF2B5EF4-FFF2-40B4-BE49-F238E27FC236}">
                      <a16:creationId xmlns:a16="http://schemas.microsoft.com/office/drawing/2014/main" id="{1B98852D-205A-51D4-3306-7B5B8D49C4F2}"/>
                    </a:ext>
                  </a:extLst>
                </p:cNvPr>
                <p:cNvSpPr>
                  <a:spLocks noRot="1" noChangeAspect="1" noMove="1" noResize="1" noEditPoints="1" noAdjustHandles="1" noChangeArrowheads="1" noChangeShapeType="1" noTextEdit="1"/>
                </p:cNvSpPr>
                <p:nvPr/>
              </p:nvSpPr>
              <p:spPr>
                <a:xfrm>
                  <a:off x="1628660" y="2737585"/>
                  <a:ext cx="612511" cy="612511"/>
                </a:xfrm>
                <a:prstGeom prst="ellipse">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Isosceles Triangle 28">
                  <a:extLst>
                    <a:ext uri="{FF2B5EF4-FFF2-40B4-BE49-F238E27FC236}">
                      <a16:creationId xmlns:a16="http://schemas.microsoft.com/office/drawing/2014/main" id="{2C6EEFCF-AA4B-26C3-6FEA-8A72B21D0331}"/>
                    </a:ext>
                  </a:extLst>
                </p:cNvPr>
                <p:cNvSpPr/>
                <p:nvPr/>
              </p:nvSpPr>
              <p:spPr>
                <a:xfrm>
                  <a:off x="25572" y="4174420"/>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29" name="Isosceles Triangle 28">
                  <a:extLst>
                    <a:ext uri="{FF2B5EF4-FFF2-40B4-BE49-F238E27FC236}">
                      <a16:creationId xmlns:a16="http://schemas.microsoft.com/office/drawing/2014/main" id="{2C6EEFCF-AA4B-26C3-6FEA-8A72B21D0331}"/>
                    </a:ext>
                  </a:extLst>
                </p:cNvPr>
                <p:cNvSpPr>
                  <a:spLocks noRot="1" noChangeAspect="1" noMove="1" noResize="1" noEditPoints="1" noAdjustHandles="1" noChangeArrowheads="1" noChangeShapeType="1" noTextEdit="1"/>
                </p:cNvSpPr>
                <p:nvPr/>
              </p:nvSpPr>
              <p:spPr>
                <a:xfrm>
                  <a:off x="25572" y="4174420"/>
                  <a:ext cx="1084977" cy="1204653"/>
                </a:xfrm>
                <a:prstGeom prst="triangl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a:extLst>
                    <a:ext uri="{FF2B5EF4-FFF2-40B4-BE49-F238E27FC236}">
                      <a16:creationId xmlns:a16="http://schemas.microsoft.com/office/drawing/2014/main" id="{1579D4BE-258A-C182-9117-C65813326EE0}"/>
                    </a:ext>
                  </a:extLst>
                </p:cNvPr>
                <p:cNvSpPr/>
                <p:nvPr/>
              </p:nvSpPr>
              <p:spPr>
                <a:xfrm>
                  <a:off x="804293" y="337836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0" name="Oval 29">
                  <a:extLst>
                    <a:ext uri="{FF2B5EF4-FFF2-40B4-BE49-F238E27FC236}">
                      <a16:creationId xmlns:a16="http://schemas.microsoft.com/office/drawing/2014/main" id="{1579D4BE-258A-C182-9117-C65813326EE0}"/>
                    </a:ext>
                  </a:extLst>
                </p:cNvPr>
                <p:cNvSpPr>
                  <a:spLocks noRot="1" noChangeAspect="1" noMove="1" noResize="1" noEditPoints="1" noAdjustHandles="1" noChangeArrowheads="1" noChangeShapeType="1" noTextEdit="1"/>
                </p:cNvSpPr>
                <p:nvPr/>
              </p:nvSpPr>
              <p:spPr>
                <a:xfrm>
                  <a:off x="804293" y="3378368"/>
                  <a:ext cx="612511" cy="612511"/>
                </a:xfrm>
                <a:prstGeom prst="ellipse">
                  <a:avLst/>
                </a:prstGeom>
                <a:blipFill>
                  <a:blip r:embed="rId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Isosceles Triangle 30">
                  <a:extLst>
                    <a:ext uri="{FF2B5EF4-FFF2-40B4-BE49-F238E27FC236}">
                      <a16:creationId xmlns:a16="http://schemas.microsoft.com/office/drawing/2014/main" id="{8F2EF0F1-26EC-4612-40DA-D1BBDC59014C}"/>
                    </a:ext>
                  </a:extLst>
                </p:cNvPr>
                <p:cNvSpPr/>
                <p:nvPr/>
              </p:nvSpPr>
              <p:spPr>
                <a:xfrm>
                  <a:off x="1095397" y="472512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31" name="Isosceles Triangle 30">
                  <a:extLst>
                    <a:ext uri="{FF2B5EF4-FFF2-40B4-BE49-F238E27FC236}">
                      <a16:creationId xmlns:a16="http://schemas.microsoft.com/office/drawing/2014/main" id="{8F2EF0F1-26EC-4612-40DA-D1BBDC59014C}"/>
                    </a:ext>
                  </a:extLst>
                </p:cNvPr>
                <p:cNvSpPr>
                  <a:spLocks noRot="1" noChangeAspect="1" noMove="1" noResize="1" noEditPoints="1" noAdjustHandles="1" noChangeArrowheads="1" noChangeShapeType="1" noTextEdit="1"/>
                </p:cNvSpPr>
                <p:nvPr/>
              </p:nvSpPr>
              <p:spPr>
                <a:xfrm>
                  <a:off x="1095397" y="4725122"/>
                  <a:ext cx="869999" cy="653951"/>
                </a:xfrm>
                <a:prstGeom prst="triangl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Isosceles Triangle 31">
                  <a:extLst>
                    <a:ext uri="{FF2B5EF4-FFF2-40B4-BE49-F238E27FC236}">
                      <a16:creationId xmlns:a16="http://schemas.microsoft.com/office/drawing/2014/main" id="{8D5DB45B-533B-E849-8A47-BE24445D59B1}"/>
                    </a:ext>
                  </a:extLst>
                </p:cNvPr>
                <p:cNvSpPr/>
                <p:nvPr/>
              </p:nvSpPr>
              <p:spPr>
                <a:xfrm>
                  <a:off x="2420567" y="3364232"/>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2" name="Isosceles Triangle 31">
                  <a:extLst>
                    <a:ext uri="{FF2B5EF4-FFF2-40B4-BE49-F238E27FC236}">
                      <a16:creationId xmlns:a16="http://schemas.microsoft.com/office/drawing/2014/main" id="{8D5DB45B-533B-E849-8A47-BE24445D59B1}"/>
                    </a:ext>
                  </a:extLst>
                </p:cNvPr>
                <p:cNvSpPr>
                  <a:spLocks noRot="1" noChangeAspect="1" noMove="1" noResize="1" noEditPoints="1" noAdjustHandles="1" noChangeArrowheads="1" noChangeShapeType="1" noTextEdit="1"/>
                </p:cNvSpPr>
                <p:nvPr/>
              </p:nvSpPr>
              <p:spPr>
                <a:xfrm>
                  <a:off x="2420567" y="3364232"/>
                  <a:ext cx="1075751" cy="1237660"/>
                </a:xfrm>
                <a:prstGeom prst="triangle">
                  <a:avLst/>
                </a:prstGeom>
                <a:blipFill>
                  <a:blip r:embed="rId8"/>
                  <a:stretch>
                    <a:fillRect/>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BDBCA999-8DC0-9098-FB48-AE1087F593CA}"/>
                </a:ext>
              </a:extLst>
            </p:cNvPr>
            <p:cNvCxnSpPr>
              <a:cxnSpLocks/>
              <a:stCxn id="30" idx="3"/>
              <a:endCxn id="29" idx="0"/>
            </p:cNvCxnSpPr>
            <p:nvPr/>
          </p:nvCxnSpPr>
          <p:spPr>
            <a:xfrm flipH="1">
              <a:off x="568061" y="3901179"/>
              <a:ext cx="325932" cy="273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744797F-F7DE-97F3-FF6E-70DC1DDCA740}"/>
                </a:ext>
              </a:extLst>
            </p:cNvPr>
            <p:cNvCxnSpPr>
              <a:cxnSpLocks/>
              <a:stCxn id="30" idx="5"/>
              <a:endCxn id="59" idx="1"/>
            </p:cNvCxnSpPr>
            <p:nvPr/>
          </p:nvCxnSpPr>
          <p:spPr>
            <a:xfrm>
              <a:off x="1327104" y="3901179"/>
              <a:ext cx="394676" cy="1831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410D731-C65C-498A-7568-D9E87AB56EF3}"/>
                </a:ext>
              </a:extLst>
            </p:cNvPr>
            <p:cNvCxnSpPr>
              <a:cxnSpLocks/>
              <a:stCxn id="30" idx="7"/>
              <a:endCxn id="28" idx="3"/>
            </p:cNvCxnSpPr>
            <p:nvPr/>
          </p:nvCxnSpPr>
          <p:spPr>
            <a:xfrm flipV="1">
              <a:off x="1327104" y="3260396"/>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E51A72-E1F3-12DE-B72B-9ADDA8C223D5}"/>
                </a:ext>
              </a:extLst>
            </p:cNvPr>
            <p:cNvCxnSpPr>
              <a:cxnSpLocks/>
              <a:stCxn id="32" idx="0"/>
              <a:endCxn id="28" idx="5"/>
            </p:cNvCxnSpPr>
            <p:nvPr/>
          </p:nvCxnSpPr>
          <p:spPr>
            <a:xfrm flipH="1" flipV="1">
              <a:off x="2151471" y="3260396"/>
              <a:ext cx="806972"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8E86B79-6E30-B984-DD39-77F1EE734F0F}"/>
                    </a:ext>
                  </a:extLst>
                </p:cNvPr>
                <p:cNvSpPr txBox="1"/>
                <p:nvPr/>
              </p:nvSpPr>
              <p:spPr>
                <a:xfrm>
                  <a:off x="239209" y="3940026"/>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3" name="TextBox 22">
                  <a:extLst>
                    <a:ext uri="{FF2B5EF4-FFF2-40B4-BE49-F238E27FC236}">
                      <a16:creationId xmlns:a16="http://schemas.microsoft.com/office/drawing/2014/main" id="{08E86B79-6E30-B984-DD39-77F1EE734F0F}"/>
                    </a:ext>
                  </a:extLst>
                </p:cNvPr>
                <p:cNvSpPr txBox="1">
                  <a:spLocks noRot="1" noChangeAspect="1" noMove="1" noResize="1" noEditPoints="1" noAdjustHandles="1" noChangeArrowheads="1" noChangeShapeType="1" noTextEdit="1"/>
                </p:cNvSpPr>
                <p:nvPr/>
              </p:nvSpPr>
              <p:spPr>
                <a:xfrm>
                  <a:off x="239209" y="3940026"/>
                  <a:ext cx="369781"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BD37377-9D4D-8D7C-8200-32A6160CCCFF}"/>
                    </a:ext>
                  </a:extLst>
                </p:cNvPr>
                <p:cNvSpPr txBox="1"/>
                <p:nvPr/>
              </p:nvSpPr>
              <p:spPr>
                <a:xfrm>
                  <a:off x="932166" y="4044644"/>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4" name="TextBox 23">
                  <a:extLst>
                    <a:ext uri="{FF2B5EF4-FFF2-40B4-BE49-F238E27FC236}">
                      <a16:creationId xmlns:a16="http://schemas.microsoft.com/office/drawing/2014/main" id="{4BD37377-9D4D-8D7C-8200-32A6160CCCFF}"/>
                    </a:ext>
                  </a:extLst>
                </p:cNvPr>
                <p:cNvSpPr txBox="1">
                  <a:spLocks noRot="1" noChangeAspect="1" noMove="1" noResize="1" noEditPoints="1" noAdjustHandles="1" noChangeArrowheads="1" noChangeShapeType="1" noTextEdit="1"/>
                </p:cNvSpPr>
                <p:nvPr/>
              </p:nvSpPr>
              <p:spPr>
                <a:xfrm>
                  <a:off x="932166" y="4044644"/>
                  <a:ext cx="773738"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508C7D2-E38C-7EE4-73DC-299152A31917}"/>
                    </a:ext>
                  </a:extLst>
                </p:cNvPr>
                <p:cNvSpPr txBox="1"/>
                <p:nvPr/>
              </p:nvSpPr>
              <p:spPr>
                <a:xfrm>
                  <a:off x="291179" y="317956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5" name="TextBox 24">
                  <a:extLst>
                    <a:ext uri="{FF2B5EF4-FFF2-40B4-BE49-F238E27FC236}">
                      <a16:creationId xmlns:a16="http://schemas.microsoft.com/office/drawing/2014/main" id="{0508C7D2-E38C-7EE4-73DC-299152A31917}"/>
                    </a:ext>
                  </a:extLst>
                </p:cNvPr>
                <p:cNvSpPr txBox="1">
                  <a:spLocks noRot="1" noChangeAspect="1" noMove="1" noResize="1" noEditPoints="1" noAdjustHandles="1" noChangeArrowheads="1" noChangeShapeType="1" noTextEdit="1"/>
                </p:cNvSpPr>
                <p:nvPr/>
              </p:nvSpPr>
              <p:spPr>
                <a:xfrm>
                  <a:off x="291179" y="3179566"/>
                  <a:ext cx="773738"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AB902FA-69DB-0439-2D99-AA29699CC6B3}"/>
                    </a:ext>
                  </a:extLst>
                </p:cNvPr>
                <p:cNvSpPr txBox="1"/>
                <p:nvPr/>
              </p:nvSpPr>
              <p:spPr>
                <a:xfrm>
                  <a:off x="968556" y="2621130"/>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26" name="TextBox 25">
                  <a:extLst>
                    <a:ext uri="{FF2B5EF4-FFF2-40B4-BE49-F238E27FC236}">
                      <a16:creationId xmlns:a16="http://schemas.microsoft.com/office/drawing/2014/main" id="{9AB902FA-69DB-0439-2D99-AA29699CC6B3}"/>
                    </a:ext>
                  </a:extLst>
                </p:cNvPr>
                <p:cNvSpPr txBox="1">
                  <a:spLocks noRot="1" noChangeAspect="1" noMove="1" noResize="1" noEditPoints="1" noAdjustHandles="1" noChangeArrowheads="1" noChangeShapeType="1" noTextEdit="1"/>
                </p:cNvSpPr>
                <p:nvPr/>
              </p:nvSpPr>
              <p:spPr>
                <a:xfrm>
                  <a:off x="968556" y="2621130"/>
                  <a:ext cx="773738"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98147D4-25AB-AB4E-74C3-62B623CA8EBB}"/>
                    </a:ext>
                  </a:extLst>
                </p:cNvPr>
                <p:cNvSpPr txBox="1"/>
                <p:nvPr/>
              </p:nvSpPr>
              <p:spPr>
                <a:xfrm>
                  <a:off x="2476622" y="3272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7" name="TextBox 26">
                  <a:extLst>
                    <a:ext uri="{FF2B5EF4-FFF2-40B4-BE49-F238E27FC236}">
                      <a16:creationId xmlns:a16="http://schemas.microsoft.com/office/drawing/2014/main" id="{D98147D4-25AB-AB4E-74C3-62B623CA8EBB}"/>
                    </a:ext>
                  </a:extLst>
                </p:cNvPr>
                <p:cNvSpPr txBox="1">
                  <a:spLocks noRot="1" noChangeAspect="1" noMove="1" noResize="1" noEditPoints="1" noAdjustHandles="1" noChangeArrowheads="1" noChangeShapeType="1" noTextEdit="1"/>
                </p:cNvSpPr>
                <p:nvPr/>
              </p:nvSpPr>
              <p:spPr>
                <a:xfrm>
                  <a:off x="2476622" y="3272587"/>
                  <a:ext cx="369781"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Oval 58">
                  <a:extLst>
                    <a:ext uri="{FF2B5EF4-FFF2-40B4-BE49-F238E27FC236}">
                      <a16:creationId xmlns:a16="http://schemas.microsoft.com/office/drawing/2014/main" id="{49C7BA64-67D6-292B-6912-550CBC90A422}"/>
                    </a:ext>
                  </a:extLst>
                </p:cNvPr>
                <p:cNvSpPr/>
                <p:nvPr/>
              </p:nvSpPr>
              <p:spPr>
                <a:xfrm>
                  <a:off x="1632080" y="399463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59" name="Oval 58">
                  <a:extLst>
                    <a:ext uri="{FF2B5EF4-FFF2-40B4-BE49-F238E27FC236}">
                      <a16:creationId xmlns:a16="http://schemas.microsoft.com/office/drawing/2014/main" id="{49C7BA64-67D6-292B-6912-550CBC90A422}"/>
                    </a:ext>
                  </a:extLst>
                </p:cNvPr>
                <p:cNvSpPr>
                  <a:spLocks noRot="1" noChangeAspect="1" noMove="1" noResize="1" noEditPoints="1" noAdjustHandles="1" noChangeArrowheads="1" noChangeShapeType="1" noTextEdit="1"/>
                </p:cNvSpPr>
                <p:nvPr/>
              </p:nvSpPr>
              <p:spPr>
                <a:xfrm>
                  <a:off x="1632080" y="3994639"/>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Isosceles Triangle 62">
                  <a:extLst>
                    <a:ext uri="{FF2B5EF4-FFF2-40B4-BE49-F238E27FC236}">
                      <a16:creationId xmlns:a16="http://schemas.microsoft.com/office/drawing/2014/main" id="{FF39DA8C-B895-101C-CF55-99795016CCBA}"/>
                    </a:ext>
                  </a:extLst>
                </p:cNvPr>
                <p:cNvSpPr/>
                <p:nvPr/>
              </p:nvSpPr>
              <p:spPr>
                <a:xfrm>
                  <a:off x="1970408" y="472512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63" name="Isosceles Triangle 62">
                  <a:extLst>
                    <a:ext uri="{FF2B5EF4-FFF2-40B4-BE49-F238E27FC236}">
                      <a16:creationId xmlns:a16="http://schemas.microsoft.com/office/drawing/2014/main" id="{FF39DA8C-B895-101C-CF55-99795016CCBA}"/>
                    </a:ext>
                  </a:extLst>
                </p:cNvPr>
                <p:cNvSpPr>
                  <a:spLocks noRot="1" noChangeAspect="1" noMove="1" noResize="1" noEditPoints="1" noAdjustHandles="1" noChangeArrowheads="1" noChangeShapeType="1" noTextEdit="1"/>
                </p:cNvSpPr>
                <p:nvPr/>
              </p:nvSpPr>
              <p:spPr>
                <a:xfrm>
                  <a:off x="1970408" y="4725122"/>
                  <a:ext cx="869999" cy="653951"/>
                </a:xfrm>
                <a:prstGeom prst="triangle">
                  <a:avLst/>
                </a:prstGeom>
                <a:blipFill>
                  <a:blip r:embed="rId15"/>
                  <a:stretch>
                    <a:fillRect b="-4545"/>
                  </a:stretch>
                </a:blipFill>
              </p:spPr>
              <p:txBody>
                <a:bodyPr/>
                <a:lstStyle/>
                <a:p>
                  <a:r>
                    <a:rPr lang="en-US">
                      <a:noFill/>
                    </a:rPr>
                    <a:t> </a:t>
                  </a:r>
                </a:p>
              </p:txBody>
            </p:sp>
          </mc:Fallback>
        </mc:AlternateContent>
        <p:cxnSp>
          <p:nvCxnSpPr>
            <p:cNvPr id="64" name="Straight Connector 63">
              <a:extLst>
                <a:ext uri="{FF2B5EF4-FFF2-40B4-BE49-F238E27FC236}">
                  <a16:creationId xmlns:a16="http://schemas.microsoft.com/office/drawing/2014/main" id="{6EF9D228-EBDD-4AE6-93FE-BA18C66B99A2}"/>
                </a:ext>
              </a:extLst>
            </p:cNvPr>
            <p:cNvCxnSpPr>
              <a:cxnSpLocks/>
              <a:stCxn id="59" idx="3"/>
              <a:endCxn id="31" idx="0"/>
            </p:cNvCxnSpPr>
            <p:nvPr/>
          </p:nvCxnSpPr>
          <p:spPr>
            <a:xfrm flipH="1">
              <a:off x="1530397" y="4517450"/>
              <a:ext cx="191383"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D9059CC-8849-ADB1-E738-A6B2C00EDEBD}"/>
                </a:ext>
              </a:extLst>
            </p:cNvPr>
            <p:cNvCxnSpPr>
              <a:cxnSpLocks/>
              <a:stCxn id="59" idx="5"/>
              <a:endCxn id="63" idx="0"/>
            </p:cNvCxnSpPr>
            <p:nvPr/>
          </p:nvCxnSpPr>
          <p:spPr>
            <a:xfrm>
              <a:off x="2154891" y="4517450"/>
              <a:ext cx="250517"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Oval 69">
                  <a:extLst>
                    <a:ext uri="{FF2B5EF4-FFF2-40B4-BE49-F238E27FC236}">
                      <a16:creationId xmlns:a16="http://schemas.microsoft.com/office/drawing/2014/main" id="{04B02F9E-1880-E493-E071-FE1CA912DC8E}"/>
                    </a:ext>
                  </a:extLst>
                </p:cNvPr>
                <p:cNvSpPr/>
                <p:nvPr/>
              </p:nvSpPr>
              <p:spPr>
                <a:xfrm>
                  <a:off x="1302483" y="550753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0" name="Oval 69">
                  <a:extLst>
                    <a:ext uri="{FF2B5EF4-FFF2-40B4-BE49-F238E27FC236}">
                      <a16:creationId xmlns:a16="http://schemas.microsoft.com/office/drawing/2014/main" id="{04B02F9E-1880-E493-E071-FE1CA912DC8E}"/>
                    </a:ext>
                  </a:extLst>
                </p:cNvPr>
                <p:cNvSpPr>
                  <a:spLocks noRot="1" noChangeAspect="1" noMove="1" noResize="1" noEditPoints="1" noAdjustHandles="1" noChangeArrowheads="1" noChangeShapeType="1" noTextEdit="1"/>
                </p:cNvSpPr>
                <p:nvPr/>
              </p:nvSpPr>
              <p:spPr>
                <a:xfrm>
                  <a:off x="1302483" y="5507530"/>
                  <a:ext cx="476146" cy="476146"/>
                </a:xfrm>
                <a:prstGeom prst="ellipse">
                  <a:avLst/>
                </a:prstGeom>
                <a:blipFill>
                  <a:blip r:embed="rId1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71" name="Straight Connector 70">
              <a:extLst>
                <a:ext uri="{FF2B5EF4-FFF2-40B4-BE49-F238E27FC236}">
                  <a16:creationId xmlns:a16="http://schemas.microsoft.com/office/drawing/2014/main" id="{2284A82A-4A90-A421-C3CD-653404692203}"/>
                </a:ext>
              </a:extLst>
            </p:cNvPr>
            <p:cNvCxnSpPr>
              <a:cxnSpLocks/>
              <a:stCxn id="70" idx="0"/>
              <a:endCxn id="31" idx="3"/>
            </p:cNvCxnSpPr>
            <p:nvPr/>
          </p:nvCxnSpPr>
          <p:spPr>
            <a:xfrm flipH="1" flipV="1">
              <a:off x="1530397" y="5379073"/>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Oval 75">
                  <a:extLst>
                    <a:ext uri="{FF2B5EF4-FFF2-40B4-BE49-F238E27FC236}">
                      <a16:creationId xmlns:a16="http://schemas.microsoft.com/office/drawing/2014/main" id="{44650BE5-1644-C668-066D-2B3D2096D59C}"/>
                    </a:ext>
                  </a:extLst>
                </p:cNvPr>
                <p:cNvSpPr/>
                <p:nvPr/>
              </p:nvSpPr>
              <p:spPr>
                <a:xfrm>
                  <a:off x="2162524" y="551007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6" name="Oval 75">
                  <a:extLst>
                    <a:ext uri="{FF2B5EF4-FFF2-40B4-BE49-F238E27FC236}">
                      <a16:creationId xmlns:a16="http://schemas.microsoft.com/office/drawing/2014/main" id="{44650BE5-1644-C668-066D-2B3D2096D59C}"/>
                    </a:ext>
                  </a:extLst>
                </p:cNvPr>
                <p:cNvSpPr>
                  <a:spLocks noRot="1" noChangeAspect="1" noMove="1" noResize="1" noEditPoints="1" noAdjustHandles="1" noChangeArrowheads="1" noChangeShapeType="1" noTextEdit="1"/>
                </p:cNvSpPr>
                <p:nvPr/>
              </p:nvSpPr>
              <p:spPr>
                <a:xfrm>
                  <a:off x="2162524" y="5510070"/>
                  <a:ext cx="476146" cy="476146"/>
                </a:xfrm>
                <a:prstGeom prst="ellipse">
                  <a:avLst/>
                </a:prstGeom>
                <a:blipFill>
                  <a:blip r:embed="rId1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77" name="Straight Connector 76">
              <a:extLst>
                <a:ext uri="{FF2B5EF4-FFF2-40B4-BE49-F238E27FC236}">
                  <a16:creationId xmlns:a16="http://schemas.microsoft.com/office/drawing/2014/main" id="{69F048E1-C759-B57C-AD51-051719B5F906}"/>
                </a:ext>
              </a:extLst>
            </p:cNvPr>
            <p:cNvCxnSpPr>
              <a:cxnSpLocks/>
              <a:stCxn id="76" idx="0"/>
              <a:endCxn id="63" idx="3"/>
            </p:cNvCxnSpPr>
            <p:nvPr/>
          </p:nvCxnSpPr>
          <p:spPr>
            <a:xfrm flipV="1">
              <a:off x="2400597" y="537907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7" name="Arrow: Right 56" descr="Because the portion of the tree that is too tall is the subtree rooted at the node c (the left-right grandchild of the problem node), we first perform a left rotation on the node b (the left child of the problem node, c is its right child). ">
                <a:extLst>
                  <a:ext uri="{FF2B5EF4-FFF2-40B4-BE49-F238E27FC236}">
                    <a16:creationId xmlns:a16="http://schemas.microsoft.com/office/drawing/2014/main" id="{2579B664-35B2-8BC9-C7AE-59DC3F70286E}"/>
                  </a:ext>
                </a:extLst>
              </p:cNvPr>
              <p:cNvSpPr/>
              <p:nvPr/>
            </p:nvSpPr>
            <p:spPr>
              <a:xfrm>
                <a:off x="3147296" y="3743675"/>
                <a:ext cx="1340568"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a:t>
                </a:r>
              </a:p>
              <a:p>
                <a:pPr algn="ctr"/>
                <a:r>
                  <a:rPr lang="en-US" sz="1400" dirty="0"/>
                  <a:t>Left at </a:t>
                </a:r>
                <a14:m>
                  <m:oMath xmlns:m="http://schemas.openxmlformats.org/officeDocument/2006/math">
                    <m:r>
                      <a:rPr lang="en-US" sz="1400" b="0" i="1" smtClean="0">
                        <a:latin typeface="Cambria Math" panose="02040503050406030204" pitchFamily="18" charset="0"/>
                      </a:rPr>
                      <m:t>𝑏</m:t>
                    </m:r>
                  </m:oMath>
                </a14:m>
                <a:endParaRPr lang="en-US" sz="1400" dirty="0"/>
              </a:p>
            </p:txBody>
          </p:sp>
        </mc:Choice>
        <mc:Fallback xmlns="">
          <p:sp>
            <p:nvSpPr>
              <p:cNvPr id="57" name="Arrow: Right 56" descr="Because the portion of the tree that is too tall is the subtree rooted at the node c (the left-right grandchild of the problem node), we first perform a left rotation on the node b (the left child of the problem node, c is its right child). ">
                <a:extLst>
                  <a:ext uri="{FF2B5EF4-FFF2-40B4-BE49-F238E27FC236}">
                    <a16:creationId xmlns:a16="http://schemas.microsoft.com/office/drawing/2014/main" id="{2579B664-35B2-8BC9-C7AE-59DC3F70286E}"/>
                  </a:ext>
                </a:extLst>
              </p:cNvPr>
              <p:cNvSpPr>
                <a:spLocks noRot="1" noChangeAspect="1" noMove="1" noResize="1" noEditPoints="1" noAdjustHandles="1" noChangeArrowheads="1" noChangeShapeType="1" noTextEdit="1"/>
              </p:cNvSpPr>
              <p:nvPr/>
            </p:nvSpPr>
            <p:spPr>
              <a:xfrm>
                <a:off x="3147296" y="3743675"/>
                <a:ext cx="1340568" cy="1105505"/>
              </a:xfrm>
              <a:prstGeom prst="rightArrow">
                <a:avLst/>
              </a:prstGeom>
              <a:blipFill>
                <a:blip r:embed="rId18"/>
                <a:stretch>
                  <a:fillRect/>
                </a:stretch>
              </a:blipFill>
            </p:spPr>
            <p:txBody>
              <a:bodyPr/>
              <a:lstStyle/>
              <a:p>
                <a:r>
                  <a:rPr lang="en-US">
                    <a:noFill/>
                  </a:rPr>
                  <a:t> </a:t>
                </a:r>
              </a:p>
            </p:txBody>
          </p:sp>
        </mc:Fallback>
      </mc:AlternateContent>
      <p:grpSp>
        <p:nvGrpSpPr>
          <p:cNvPr id="212" name="Group 211" descr="An illustration of a left-right rotation. This is an intermediate stage.&#10;&#10;After the left rotation, c (previously the right child of b) becomes the new left child of a, b (previously the left child of a) becomes the left child of c, and the subtree x (previously the left subtree of c) becomes the right subtree of b.&#10;&#10;The overall effect of the rotation is that we lifted up the node c along with its right subtree (y) while lowering the node b along with its left subtree (w). The left subtree of c (x) becomes the right subtree of b, and its depth in the tree remains unchanged.&#10;&#10;At this point the tree is still not balanced, and the problem node is still 9, but its now in a shape that can be fixed with a right rotation.">
            <a:extLst>
              <a:ext uri="{FF2B5EF4-FFF2-40B4-BE49-F238E27FC236}">
                <a16:creationId xmlns:a16="http://schemas.microsoft.com/office/drawing/2014/main" id="{A97EE6A6-E40F-28B2-A707-C9D5A101EAE6}"/>
              </a:ext>
            </a:extLst>
          </p:cNvPr>
          <p:cNvGrpSpPr/>
          <p:nvPr/>
        </p:nvGrpSpPr>
        <p:grpSpPr>
          <a:xfrm>
            <a:off x="3777627" y="3313028"/>
            <a:ext cx="3837793" cy="3469270"/>
            <a:chOff x="4378760" y="2820523"/>
            <a:chExt cx="3837793" cy="3469270"/>
          </a:xfrm>
        </p:grpSpPr>
        <mc:AlternateContent xmlns:mc="http://schemas.openxmlformats.org/markup-compatibility/2006" xmlns:a14="http://schemas.microsoft.com/office/drawing/2010/main">
          <mc:Choice Requires="a14">
            <p:sp>
              <p:nvSpPr>
                <p:cNvPr id="135" name="Oval 134">
                  <a:extLst>
                    <a:ext uri="{FF2B5EF4-FFF2-40B4-BE49-F238E27FC236}">
                      <a16:creationId xmlns:a16="http://schemas.microsoft.com/office/drawing/2014/main" id="{8F809D24-0EA0-AD2C-8CCB-3BC5F24F7F26}"/>
                    </a:ext>
                  </a:extLst>
                </p:cNvPr>
                <p:cNvSpPr/>
                <p:nvPr/>
              </p:nvSpPr>
              <p:spPr>
                <a:xfrm>
                  <a:off x="6531775" y="2936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35" name="Oval 134">
                  <a:extLst>
                    <a:ext uri="{FF2B5EF4-FFF2-40B4-BE49-F238E27FC236}">
                      <a16:creationId xmlns:a16="http://schemas.microsoft.com/office/drawing/2014/main" id="{8F809D24-0EA0-AD2C-8CCB-3BC5F24F7F26}"/>
                    </a:ext>
                  </a:extLst>
                </p:cNvPr>
                <p:cNvSpPr>
                  <a:spLocks noRot="1" noChangeAspect="1" noMove="1" noResize="1" noEditPoints="1" noAdjustHandles="1" noChangeArrowheads="1" noChangeShapeType="1" noTextEdit="1"/>
                </p:cNvSpPr>
                <p:nvPr/>
              </p:nvSpPr>
              <p:spPr>
                <a:xfrm>
                  <a:off x="6531775" y="2936978"/>
                  <a:ext cx="612511" cy="612511"/>
                </a:xfrm>
                <a:prstGeom prst="ellipse">
                  <a:avLst/>
                </a:prstGeom>
                <a:blipFill>
                  <a:blip r:embed="rId19"/>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Isosceles Triangle 135">
                  <a:extLst>
                    <a:ext uri="{FF2B5EF4-FFF2-40B4-BE49-F238E27FC236}">
                      <a16:creationId xmlns:a16="http://schemas.microsoft.com/office/drawing/2014/main" id="{35B1F3D4-194F-7932-CA70-04F0AC1A5EC5}"/>
                    </a:ext>
                  </a:extLst>
                </p:cNvPr>
                <p:cNvSpPr/>
                <p:nvPr/>
              </p:nvSpPr>
              <p:spPr>
                <a:xfrm>
                  <a:off x="4378760" y="5046478"/>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36" name="Isosceles Triangle 135">
                  <a:extLst>
                    <a:ext uri="{FF2B5EF4-FFF2-40B4-BE49-F238E27FC236}">
                      <a16:creationId xmlns:a16="http://schemas.microsoft.com/office/drawing/2014/main" id="{35B1F3D4-194F-7932-CA70-04F0AC1A5EC5}"/>
                    </a:ext>
                  </a:extLst>
                </p:cNvPr>
                <p:cNvSpPr>
                  <a:spLocks noRot="1" noChangeAspect="1" noMove="1" noResize="1" noEditPoints="1" noAdjustHandles="1" noChangeArrowheads="1" noChangeShapeType="1" noTextEdit="1"/>
                </p:cNvSpPr>
                <p:nvPr/>
              </p:nvSpPr>
              <p:spPr>
                <a:xfrm>
                  <a:off x="4378760" y="5046478"/>
                  <a:ext cx="1084977" cy="1204653"/>
                </a:xfrm>
                <a:prstGeom prst="triangle">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Oval 136">
                  <a:extLst>
                    <a:ext uri="{FF2B5EF4-FFF2-40B4-BE49-F238E27FC236}">
                      <a16:creationId xmlns:a16="http://schemas.microsoft.com/office/drawing/2014/main" id="{6E235EB5-4F7E-74E6-B4C2-3E1AE8911C19}"/>
                    </a:ext>
                  </a:extLst>
                </p:cNvPr>
                <p:cNvSpPr/>
                <p:nvPr/>
              </p:nvSpPr>
              <p:spPr>
                <a:xfrm>
                  <a:off x="5707408" y="357776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37" name="Oval 136">
                  <a:extLst>
                    <a:ext uri="{FF2B5EF4-FFF2-40B4-BE49-F238E27FC236}">
                      <a16:creationId xmlns:a16="http://schemas.microsoft.com/office/drawing/2014/main" id="{6E235EB5-4F7E-74E6-B4C2-3E1AE8911C19}"/>
                    </a:ext>
                  </a:extLst>
                </p:cNvPr>
                <p:cNvSpPr>
                  <a:spLocks noRot="1" noChangeAspect="1" noMove="1" noResize="1" noEditPoints="1" noAdjustHandles="1" noChangeArrowheads="1" noChangeShapeType="1" noTextEdit="1"/>
                </p:cNvSpPr>
                <p:nvPr/>
              </p:nvSpPr>
              <p:spPr>
                <a:xfrm>
                  <a:off x="5707408" y="3577761"/>
                  <a:ext cx="612511" cy="612511"/>
                </a:xfrm>
                <a:prstGeom prst="ellipse">
                  <a:avLst/>
                </a:prstGeom>
                <a:blipFill>
                  <a:blip r:embed="rId21"/>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9" name="Isosceles Triangle 138">
                  <a:extLst>
                    <a:ext uri="{FF2B5EF4-FFF2-40B4-BE49-F238E27FC236}">
                      <a16:creationId xmlns:a16="http://schemas.microsoft.com/office/drawing/2014/main" id="{9D516006-D536-C9F5-D25D-D09AD7CBA374}"/>
                    </a:ext>
                  </a:extLst>
                </p:cNvPr>
                <p:cNvSpPr/>
                <p:nvPr/>
              </p:nvSpPr>
              <p:spPr>
                <a:xfrm>
                  <a:off x="7140802" y="3563625"/>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139" name="Isosceles Triangle 138">
                  <a:extLst>
                    <a:ext uri="{FF2B5EF4-FFF2-40B4-BE49-F238E27FC236}">
                      <a16:creationId xmlns:a16="http://schemas.microsoft.com/office/drawing/2014/main" id="{9D516006-D536-C9F5-D25D-D09AD7CBA374}"/>
                    </a:ext>
                  </a:extLst>
                </p:cNvPr>
                <p:cNvSpPr>
                  <a:spLocks noRot="1" noChangeAspect="1" noMove="1" noResize="1" noEditPoints="1" noAdjustHandles="1" noChangeArrowheads="1" noChangeShapeType="1" noTextEdit="1"/>
                </p:cNvSpPr>
                <p:nvPr/>
              </p:nvSpPr>
              <p:spPr>
                <a:xfrm>
                  <a:off x="7140802" y="3563625"/>
                  <a:ext cx="1075751" cy="1237660"/>
                </a:xfrm>
                <a:prstGeom prst="triangle">
                  <a:avLst/>
                </a:prstGeom>
                <a:blipFill>
                  <a:blip r:embed="rId22"/>
                  <a:stretch>
                    <a:fillRect/>
                  </a:stretch>
                </a:blipFill>
              </p:spPr>
              <p:txBody>
                <a:bodyPr/>
                <a:lstStyle/>
                <a:p>
                  <a:r>
                    <a:rPr lang="en-US">
                      <a:noFill/>
                    </a:rPr>
                    <a:t> </a:t>
                  </a:r>
                </a:p>
              </p:txBody>
            </p:sp>
          </mc:Fallback>
        </mc:AlternateContent>
        <p:cxnSp>
          <p:nvCxnSpPr>
            <p:cNvPr id="140" name="Straight Connector 139">
              <a:extLst>
                <a:ext uri="{FF2B5EF4-FFF2-40B4-BE49-F238E27FC236}">
                  <a16:creationId xmlns:a16="http://schemas.microsoft.com/office/drawing/2014/main" id="{9D174F5B-EC74-7DF2-ABEF-633091780687}"/>
                </a:ext>
              </a:extLst>
            </p:cNvPr>
            <p:cNvCxnSpPr>
              <a:cxnSpLocks/>
              <a:stCxn id="137" idx="3"/>
              <a:endCxn id="159" idx="7"/>
            </p:cNvCxnSpPr>
            <p:nvPr/>
          </p:nvCxnSpPr>
          <p:spPr>
            <a:xfrm flipH="1">
              <a:off x="5663346" y="4100572"/>
              <a:ext cx="133762"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C7B8D9F9-6416-E827-E795-6F3123793DD2}"/>
                </a:ext>
              </a:extLst>
            </p:cNvPr>
            <p:cNvCxnSpPr>
              <a:cxnSpLocks/>
              <a:stCxn id="137" idx="5"/>
            </p:cNvCxnSpPr>
            <p:nvPr/>
          </p:nvCxnSpPr>
          <p:spPr>
            <a:xfrm>
              <a:off x="6230219" y="4100572"/>
              <a:ext cx="394676" cy="1831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360C68CB-DC8A-D45B-E834-15874F4A15CE}"/>
                </a:ext>
              </a:extLst>
            </p:cNvPr>
            <p:cNvCxnSpPr>
              <a:cxnSpLocks/>
              <a:stCxn id="137" idx="7"/>
              <a:endCxn id="135" idx="3"/>
            </p:cNvCxnSpPr>
            <p:nvPr/>
          </p:nvCxnSpPr>
          <p:spPr>
            <a:xfrm flipV="1">
              <a:off x="6230219" y="3459789"/>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1D349555-8247-C1D8-969C-2A99C7630775}"/>
                </a:ext>
              </a:extLst>
            </p:cNvPr>
            <p:cNvCxnSpPr>
              <a:cxnSpLocks/>
              <a:stCxn id="139" idx="0"/>
              <a:endCxn id="135" idx="5"/>
            </p:cNvCxnSpPr>
            <p:nvPr/>
          </p:nvCxnSpPr>
          <p:spPr>
            <a:xfrm flipH="1" flipV="1">
              <a:off x="7054586" y="3459789"/>
              <a:ext cx="624092"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88B2D769-7FC5-E189-559D-256522242E9C}"/>
                    </a:ext>
                  </a:extLst>
                </p:cNvPr>
                <p:cNvSpPr txBox="1"/>
                <p:nvPr/>
              </p:nvSpPr>
              <p:spPr>
                <a:xfrm>
                  <a:off x="4582437" y="488869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4" name="TextBox 143">
                  <a:extLst>
                    <a:ext uri="{FF2B5EF4-FFF2-40B4-BE49-F238E27FC236}">
                      <a16:creationId xmlns:a16="http://schemas.microsoft.com/office/drawing/2014/main" id="{88B2D769-7FC5-E189-559D-256522242E9C}"/>
                    </a:ext>
                  </a:extLst>
                </p:cNvPr>
                <p:cNvSpPr txBox="1">
                  <a:spLocks noRot="1" noChangeAspect="1" noMove="1" noResize="1" noEditPoints="1" noAdjustHandles="1" noChangeArrowheads="1" noChangeShapeType="1" noTextEdit="1"/>
                </p:cNvSpPr>
                <p:nvPr/>
              </p:nvSpPr>
              <p:spPr>
                <a:xfrm>
                  <a:off x="4582437" y="4888692"/>
                  <a:ext cx="369781"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6" name="TextBox 145">
                  <a:extLst>
                    <a:ext uri="{FF2B5EF4-FFF2-40B4-BE49-F238E27FC236}">
                      <a16:creationId xmlns:a16="http://schemas.microsoft.com/office/drawing/2014/main" id="{1226F12A-73C3-A545-8A6A-1FB7371A4210}"/>
                    </a:ext>
                  </a:extLst>
                </p:cNvPr>
                <p:cNvSpPr txBox="1"/>
                <p:nvPr/>
              </p:nvSpPr>
              <p:spPr>
                <a:xfrm>
                  <a:off x="5194294" y="3378959"/>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146" name="TextBox 145">
                  <a:extLst>
                    <a:ext uri="{FF2B5EF4-FFF2-40B4-BE49-F238E27FC236}">
                      <a16:creationId xmlns:a16="http://schemas.microsoft.com/office/drawing/2014/main" id="{1226F12A-73C3-A545-8A6A-1FB7371A4210}"/>
                    </a:ext>
                  </a:extLst>
                </p:cNvPr>
                <p:cNvSpPr txBox="1">
                  <a:spLocks noRot="1" noChangeAspect="1" noMove="1" noResize="1" noEditPoints="1" noAdjustHandles="1" noChangeArrowheads="1" noChangeShapeType="1" noTextEdit="1"/>
                </p:cNvSpPr>
                <p:nvPr/>
              </p:nvSpPr>
              <p:spPr>
                <a:xfrm>
                  <a:off x="5194294" y="3378959"/>
                  <a:ext cx="773738"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E7DDC433-A39C-9D72-0893-3EE12F71DF52}"/>
                    </a:ext>
                  </a:extLst>
                </p:cNvPr>
                <p:cNvSpPr txBox="1"/>
                <p:nvPr/>
              </p:nvSpPr>
              <p:spPr>
                <a:xfrm>
                  <a:off x="5871671" y="282052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147" name="TextBox 146">
                  <a:extLst>
                    <a:ext uri="{FF2B5EF4-FFF2-40B4-BE49-F238E27FC236}">
                      <a16:creationId xmlns:a16="http://schemas.microsoft.com/office/drawing/2014/main" id="{E7DDC433-A39C-9D72-0893-3EE12F71DF52}"/>
                    </a:ext>
                  </a:extLst>
                </p:cNvPr>
                <p:cNvSpPr txBox="1">
                  <a:spLocks noRot="1" noChangeAspect="1" noMove="1" noResize="1" noEditPoints="1" noAdjustHandles="1" noChangeArrowheads="1" noChangeShapeType="1" noTextEdit="1"/>
                </p:cNvSpPr>
                <p:nvPr/>
              </p:nvSpPr>
              <p:spPr>
                <a:xfrm>
                  <a:off x="5871671" y="2820523"/>
                  <a:ext cx="773738"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0D538E86-780E-3019-582B-FDB16AE9B559}"/>
                    </a:ext>
                  </a:extLst>
                </p:cNvPr>
                <p:cNvSpPr txBox="1"/>
                <p:nvPr/>
              </p:nvSpPr>
              <p:spPr>
                <a:xfrm>
                  <a:off x="7379737" y="347198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8" name="TextBox 147">
                  <a:extLst>
                    <a:ext uri="{FF2B5EF4-FFF2-40B4-BE49-F238E27FC236}">
                      <a16:creationId xmlns:a16="http://schemas.microsoft.com/office/drawing/2014/main" id="{0D538E86-780E-3019-582B-FDB16AE9B559}"/>
                    </a:ext>
                  </a:extLst>
                </p:cNvPr>
                <p:cNvSpPr txBox="1">
                  <a:spLocks noRot="1" noChangeAspect="1" noMove="1" noResize="1" noEditPoints="1" noAdjustHandles="1" noChangeArrowheads="1" noChangeShapeType="1" noTextEdit="1"/>
                </p:cNvSpPr>
                <p:nvPr/>
              </p:nvSpPr>
              <p:spPr>
                <a:xfrm>
                  <a:off x="7379737" y="3471980"/>
                  <a:ext cx="369781" cy="369332"/>
                </a:xfrm>
                <a:prstGeom prst="rect">
                  <a:avLst/>
                </a:prstGeom>
                <a:blipFill>
                  <a:blip r:embed="rId26"/>
                  <a:stretch>
                    <a:fillRect/>
                  </a:stretch>
                </a:blipFill>
              </p:spPr>
              <p:txBody>
                <a:bodyPr/>
                <a:lstStyle/>
                <a:p>
                  <a:r>
                    <a:rPr lang="en-US">
                      <a:noFill/>
                    </a:rPr>
                    <a:t> </a:t>
                  </a:r>
                </a:p>
              </p:txBody>
            </p:sp>
          </mc:Fallback>
        </mc:AlternateContent>
        <p:grpSp>
          <p:nvGrpSpPr>
            <p:cNvPr id="158" name="Group 157">
              <a:extLst>
                <a:ext uri="{FF2B5EF4-FFF2-40B4-BE49-F238E27FC236}">
                  <a16:creationId xmlns:a16="http://schemas.microsoft.com/office/drawing/2014/main" id="{B8816186-073F-043E-FC13-8FAA2A388594}"/>
                </a:ext>
              </a:extLst>
            </p:cNvPr>
            <p:cNvGrpSpPr/>
            <p:nvPr/>
          </p:nvGrpSpPr>
          <p:grpSpPr>
            <a:xfrm>
              <a:off x="5587925" y="5031239"/>
              <a:ext cx="869999" cy="1258554"/>
              <a:chOff x="7671946" y="5192984"/>
              <a:chExt cx="869999" cy="1258554"/>
            </a:xfrm>
          </p:grpSpPr>
          <mc:AlternateContent xmlns:mc="http://schemas.openxmlformats.org/markup-compatibility/2006" xmlns:a14="http://schemas.microsoft.com/office/drawing/2010/main">
            <mc:Choice Requires="a14">
              <p:sp>
                <p:nvSpPr>
                  <p:cNvPr id="138" name="Isosceles Triangle 137">
                    <a:extLst>
                      <a:ext uri="{FF2B5EF4-FFF2-40B4-BE49-F238E27FC236}">
                        <a16:creationId xmlns:a16="http://schemas.microsoft.com/office/drawing/2014/main" id="{74A22E81-AB42-2FE9-9E89-350215CFD416}"/>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38" name="Isosceles Triangle 137">
                    <a:extLst>
                      <a:ext uri="{FF2B5EF4-FFF2-40B4-BE49-F238E27FC236}">
                        <a16:creationId xmlns:a16="http://schemas.microsoft.com/office/drawing/2014/main" id="{74A22E81-AB42-2FE9-9E89-350215CFD416}"/>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 name="Oval 152">
                    <a:extLst>
                      <a:ext uri="{FF2B5EF4-FFF2-40B4-BE49-F238E27FC236}">
                        <a16:creationId xmlns:a16="http://schemas.microsoft.com/office/drawing/2014/main" id="{C9792623-4F10-6F7E-FC1A-66157314FC92}"/>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3" name="Oval 152">
                    <a:extLst>
                      <a:ext uri="{FF2B5EF4-FFF2-40B4-BE49-F238E27FC236}">
                        <a16:creationId xmlns:a16="http://schemas.microsoft.com/office/drawing/2014/main" id="{C9792623-4F10-6F7E-FC1A-66157314FC92}"/>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28"/>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54" name="Straight Connector 153">
                <a:extLst>
                  <a:ext uri="{FF2B5EF4-FFF2-40B4-BE49-F238E27FC236}">
                    <a16:creationId xmlns:a16="http://schemas.microsoft.com/office/drawing/2014/main" id="{F1E1B38D-B8F5-89BD-8822-57A80C5777D7}"/>
                  </a:ext>
                </a:extLst>
              </p:cNvPr>
              <p:cNvCxnSpPr>
                <a:cxnSpLocks/>
                <a:stCxn id="153" idx="0"/>
                <a:endCxn id="138"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7" name="Group 156">
              <a:extLst>
                <a:ext uri="{FF2B5EF4-FFF2-40B4-BE49-F238E27FC236}">
                  <a16:creationId xmlns:a16="http://schemas.microsoft.com/office/drawing/2014/main" id="{3F3ADB01-DD8A-7E18-1091-482C3EF244C6}"/>
                </a:ext>
              </a:extLst>
            </p:cNvPr>
            <p:cNvGrpSpPr/>
            <p:nvPr/>
          </p:nvGrpSpPr>
          <p:grpSpPr>
            <a:xfrm>
              <a:off x="6194563" y="4283732"/>
              <a:ext cx="869999" cy="1261094"/>
              <a:chOff x="6540271" y="4283732"/>
              <a:chExt cx="869999" cy="1261094"/>
            </a:xfrm>
          </p:grpSpPr>
          <mc:AlternateContent xmlns:mc="http://schemas.openxmlformats.org/markup-compatibility/2006" xmlns:a14="http://schemas.microsoft.com/office/drawing/2010/main">
            <mc:Choice Requires="a14">
              <p:sp>
                <p:nvSpPr>
                  <p:cNvPr id="150" name="Isosceles Triangle 149">
                    <a:extLst>
                      <a:ext uri="{FF2B5EF4-FFF2-40B4-BE49-F238E27FC236}">
                        <a16:creationId xmlns:a16="http://schemas.microsoft.com/office/drawing/2014/main" id="{DA48F5F6-29AE-2B9B-C661-FC0F9D14E43E}"/>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50" name="Isosceles Triangle 149">
                    <a:extLst>
                      <a:ext uri="{FF2B5EF4-FFF2-40B4-BE49-F238E27FC236}">
                        <a16:creationId xmlns:a16="http://schemas.microsoft.com/office/drawing/2014/main" id="{DA48F5F6-29AE-2B9B-C661-FC0F9D14E43E}"/>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29"/>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5" name="Oval 154">
                    <a:extLst>
                      <a:ext uri="{FF2B5EF4-FFF2-40B4-BE49-F238E27FC236}">
                        <a16:creationId xmlns:a16="http://schemas.microsoft.com/office/drawing/2014/main" id="{FA2F515E-F9F8-11B1-7B8F-6B879A34E224}"/>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5" name="Oval 154">
                    <a:extLst>
                      <a:ext uri="{FF2B5EF4-FFF2-40B4-BE49-F238E27FC236}">
                        <a16:creationId xmlns:a16="http://schemas.microsoft.com/office/drawing/2014/main" id="{FA2F515E-F9F8-11B1-7B8F-6B879A34E224}"/>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30"/>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56" name="Straight Connector 155">
                <a:extLst>
                  <a:ext uri="{FF2B5EF4-FFF2-40B4-BE49-F238E27FC236}">
                    <a16:creationId xmlns:a16="http://schemas.microsoft.com/office/drawing/2014/main" id="{0972C351-F425-B44E-0B07-B669029C0077}"/>
                  </a:ext>
                </a:extLst>
              </p:cNvPr>
              <p:cNvCxnSpPr>
                <a:cxnSpLocks/>
                <a:stCxn id="155" idx="0"/>
                <a:endCxn id="150"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9" name="Oval 158">
                  <a:extLst>
                    <a:ext uri="{FF2B5EF4-FFF2-40B4-BE49-F238E27FC236}">
                      <a16:creationId xmlns:a16="http://schemas.microsoft.com/office/drawing/2014/main" id="{C665C09B-FCE3-FD4E-BB9E-596B4AC626E5}"/>
                    </a:ext>
                  </a:extLst>
                </p:cNvPr>
                <p:cNvSpPr/>
                <p:nvPr/>
              </p:nvSpPr>
              <p:spPr>
                <a:xfrm>
                  <a:off x="5140535" y="425965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59" name="Oval 158">
                  <a:extLst>
                    <a:ext uri="{FF2B5EF4-FFF2-40B4-BE49-F238E27FC236}">
                      <a16:creationId xmlns:a16="http://schemas.microsoft.com/office/drawing/2014/main" id="{C665C09B-FCE3-FD4E-BB9E-596B4AC626E5}"/>
                    </a:ext>
                  </a:extLst>
                </p:cNvPr>
                <p:cNvSpPr>
                  <a:spLocks noRot="1" noChangeAspect="1" noMove="1" noResize="1" noEditPoints="1" noAdjustHandles="1" noChangeArrowheads="1" noChangeShapeType="1" noTextEdit="1"/>
                </p:cNvSpPr>
                <p:nvPr/>
              </p:nvSpPr>
              <p:spPr>
                <a:xfrm>
                  <a:off x="5140535" y="4259650"/>
                  <a:ext cx="612511" cy="612511"/>
                </a:xfrm>
                <a:prstGeom prst="ellipse">
                  <a:avLst/>
                </a:prstGeom>
                <a:blipFill>
                  <a:blip r:embed="rId31"/>
                  <a:stretch>
                    <a:fillRect/>
                  </a:stretch>
                </a:blipFill>
                <a:ln>
                  <a:solidFill>
                    <a:schemeClr val="tx1"/>
                  </a:solidFill>
                </a:ln>
              </p:spPr>
              <p:txBody>
                <a:bodyPr/>
                <a:lstStyle/>
                <a:p>
                  <a:r>
                    <a:rPr lang="en-US">
                      <a:noFill/>
                    </a:rPr>
                    <a:t> </a:t>
                  </a:r>
                </a:p>
              </p:txBody>
            </p:sp>
          </mc:Fallback>
        </mc:AlternateContent>
        <p:cxnSp>
          <p:nvCxnSpPr>
            <p:cNvPr id="160" name="Straight Connector 159">
              <a:extLst>
                <a:ext uri="{FF2B5EF4-FFF2-40B4-BE49-F238E27FC236}">
                  <a16:creationId xmlns:a16="http://schemas.microsoft.com/office/drawing/2014/main" id="{EC4B5B0F-33AE-6957-F3BD-9DD89F822A3F}"/>
                </a:ext>
              </a:extLst>
            </p:cNvPr>
            <p:cNvCxnSpPr>
              <a:cxnSpLocks/>
              <a:stCxn id="159" idx="3"/>
            </p:cNvCxnSpPr>
            <p:nvPr/>
          </p:nvCxnSpPr>
          <p:spPr>
            <a:xfrm flipH="1">
              <a:off x="4904303" y="4782461"/>
              <a:ext cx="325932" cy="273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7DAE403D-175A-E073-47F4-74F08CC347DC}"/>
                </a:ext>
              </a:extLst>
            </p:cNvPr>
            <p:cNvCxnSpPr>
              <a:cxnSpLocks/>
              <a:stCxn id="159" idx="5"/>
              <a:endCxn id="138" idx="0"/>
            </p:cNvCxnSpPr>
            <p:nvPr/>
          </p:nvCxnSpPr>
          <p:spPr>
            <a:xfrm>
              <a:off x="5663346" y="4782461"/>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680E6224-B30D-AB0B-1DD3-2319A9852042}"/>
                    </a:ext>
                  </a:extLst>
                </p:cNvPr>
                <p:cNvSpPr txBox="1"/>
                <p:nvPr/>
              </p:nvSpPr>
              <p:spPr>
                <a:xfrm>
                  <a:off x="4605876" y="405937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168" name="TextBox 167">
                  <a:extLst>
                    <a:ext uri="{FF2B5EF4-FFF2-40B4-BE49-F238E27FC236}">
                      <a16:creationId xmlns:a16="http://schemas.microsoft.com/office/drawing/2014/main" id="{680E6224-B30D-AB0B-1DD3-2319A9852042}"/>
                    </a:ext>
                  </a:extLst>
                </p:cNvPr>
                <p:cNvSpPr txBox="1">
                  <a:spLocks noRot="1" noChangeAspect="1" noMove="1" noResize="1" noEditPoints="1" noAdjustHandles="1" noChangeArrowheads="1" noChangeShapeType="1" noTextEdit="1"/>
                </p:cNvSpPr>
                <p:nvPr/>
              </p:nvSpPr>
              <p:spPr>
                <a:xfrm>
                  <a:off x="4605876" y="4059371"/>
                  <a:ext cx="773738" cy="369332"/>
                </a:xfrm>
                <a:prstGeom prst="rect">
                  <a:avLst/>
                </a:prstGeom>
                <a:blipFill>
                  <a:blip r:embed="rId32"/>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15" name="Arrow: Right 214" descr="Finally we do a right rotation at the problem node a.">
                <a:extLst>
                  <a:ext uri="{FF2B5EF4-FFF2-40B4-BE49-F238E27FC236}">
                    <a16:creationId xmlns:a16="http://schemas.microsoft.com/office/drawing/2014/main" id="{2DAE4AAD-4DCC-1580-C1EC-074617400EC7}"/>
                  </a:ext>
                </a:extLst>
              </p:cNvPr>
              <p:cNvSpPr/>
              <p:nvPr/>
            </p:nvSpPr>
            <p:spPr>
              <a:xfrm>
                <a:off x="7390965" y="3689910"/>
                <a:ext cx="1287919"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Right at </a:t>
                </a:r>
                <a14:m>
                  <m:oMath xmlns:m="http://schemas.openxmlformats.org/officeDocument/2006/math">
                    <m:r>
                      <a:rPr lang="en-US" sz="1400" b="0" i="1" smtClean="0">
                        <a:latin typeface="Cambria Math" panose="02040503050406030204" pitchFamily="18" charset="0"/>
                      </a:rPr>
                      <m:t>𝑎</m:t>
                    </m:r>
                  </m:oMath>
                </a14:m>
                <a:endParaRPr lang="en-US" sz="1400" dirty="0"/>
              </a:p>
            </p:txBody>
          </p:sp>
        </mc:Choice>
        <mc:Fallback xmlns="">
          <p:sp>
            <p:nvSpPr>
              <p:cNvPr id="215" name="Arrow: Right 214" descr="Finally we do a right rotation at the problem node a.">
                <a:extLst>
                  <a:ext uri="{FF2B5EF4-FFF2-40B4-BE49-F238E27FC236}">
                    <a16:creationId xmlns:a16="http://schemas.microsoft.com/office/drawing/2014/main" id="{2DAE4AAD-4DCC-1580-C1EC-074617400EC7}"/>
                  </a:ext>
                </a:extLst>
              </p:cNvPr>
              <p:cNvSpPr>
                <a:spLocks noRot="1" noChangeAspect="1" noMove="1" noResize="1" noEditPoints="1" noAdjustHandles="1" noChangeArrowheads="1" noChangeShapeType="1" noTextEdit="1"/>
              </p:cNvSpPr>
              <p:nvPr/>
            </p:nvSpPr>
            <p:spPr>
              <a:xfrm>
                <a:off x="7390965" y="3689910"/>
                <a:ext cx="1287919" cy="1105505"/>
              </a:xfrm>
              <a:prstGeom prst="rightArrow">
                <a:avLst/>
              </a:prstGeom>
              <a:blipFill>
                <a:blip r:embed="rId33"/>
                <a:stretch>
                  <a:fillRect/>
                </a:stretch>
              </a:blipFill>
            </p:spPr>
            <p:txBody>
              <a:bodyPr/>
              <a:lstStyle/>
              <a:p>
                <a:r>
                  <a:rPr lang="en-US">
                    <a:noFill/>
                  </a:rPr>
                  <a:t> </a:t>
                </a:r>
              </a:p>
            </p:txBody>
          </p:sp>
        </mc:Fallback>
      </mc:AlternateContent>
      <p:grpSp>
        <p:nvGrpSpPr>
          <p:cNvPr id="213" name="Group 212" descr="An illustration of a left-right rotation. This is the after image.&#10;&#10;&#10;After performing a right rotation the node c becomes the root of the tree. The right child of c is the node a (the former root), and the left child of c is unchanged from the intermediate step. The left subtree of a is y (the former right subtree of b), and the right subtree of a is unchanged. At this point the left and right subtrees of c both have height h+1, and so the tree is finally balanced.">
            <a:extLst>
              <a:ext uri="{FF2B5EF4-FFF2-40B4-BE49-F238E27FC236}">
                <a16:creationId xmlns:a16="http://schemas.microsoft.com/office/drawing/2014/main" id="{E5E38041-E10B-4A4D-A3C2-68BEEB799918}"/>
              </a:ext>
            </a:extLst>
          </p:cNvPr>
          <p:cNvGrpSpPr/>
          <p:nvPr/>
        </p:nvGrpSpPr>
        <p:grpSpPr>
          <a:xfrm>
            <a:off x="8270097" y="3441735"/>
            <a:ext cx="3918102" cy="2771603"/>
            <a:chOff x="8140409" y="588651"/>
            <a:chExt cx="3918102" cy="2771603"/>
          </a:xfrm>
        </p:grpSpPr>
        <mc:AlternateContent xmlns:mc="http://schemas.openxmlformats.org/markup-compatibility/2006" xmlns:a14="http://schemas.microsoft.com/office/drawing/2010/main">
          <mc:Choice Requires="a14">
            <p:sp>
              <p:nvSpPr>
                <p:cNvPr id="170" name="Isosceles Triangle 169">
                  <a:extLst>
                    <a:ext uri="{FF2B5EF4-FFF2-40B4-BE49-F238E27FC236}">
                      <a16:creationId xmlns:a16="http://schemas.microsoft.com/office/drawing/2014/main" id="{C25823D2-DAC3-871C-723F-191069584EC5}"/>
                    </a:ext>
                  </a:extLst>
                </p:cNvPr>
                <p:cNvSpPr/>
                <p:nvPr/>
              </p:nvSpPr>
              <p:spPr>
                <a:xfrm>
                  <a:off x="8140409" y="2112531"/>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70" name="Isosceles Triangle 169">
                  <a:extLst>
                    <a:ext uri="{FF2B5EF4-FFF2-40B4-BE49-F238E27FC236}">
                      <a16:creationId xmlns:a16="http://schemas.microsoft.com/office/drawing/2014/main" id="{C25823D2-DAC3-871C-723F-191069584EC5}"/>
                    </a:ext>
                  </a:extLst>
                </p:cNvPr>
                <p:cNvSpPr>
                  <a:spLocks noRot="1" noChangeAspect="1" noMove="1" noResize="1" noEditPoints="1" noAdjustHandles="1" noChangeArrowheads="1" noChangeShapeType="1" noTextEdit="1"/>
                </p:cNvSpPr>
                <p:nvPr/>
              </p:nvSpPr>
              <p:spPr>
                <a:xfrm>
                  <a:off x="8140409" y="2112531"/>
                  <a:ext cx="1084977" cy="1204653"/>
                </a:xfrm>
                <a:prstGeom prst="triangle">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1" name="TextBox 170">
                  <a:extLst>
                    <a:ext uri="{FF2B5EF4-FFF2-40B4-BE49-F238E27FC236}">
                      <a16:creationId xmlns:a16="http://schemas.microsoft.com/office/drawing/2014/main" id="{4C113044-D157-8620-6804-52D9DA4967AE}"/>
                    </a:ext>
                  </a:extLst>
                </p:cNvPr>
                <p:cNvSpPr txBox="1"/>
                <p:nvPr/>
              </p:nvSpPr>
              <p:spPr>
                <a:xfrm>
                  <a:off x="8344086" y="19547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71" name="TextBox 170">
                  <a:extLst>
                    <a:ext uri="{FF2B5EF4-FFF2-40B4-BE49-F238E27FC236}">
                      <a16:creationId xmlns:a16="http://schemas.microsoft.com/office/drawing/2014/main" id="{4C113044-D157-8620-6804-52D9DA4967AE}"/>
                    </a:ext>
                  </a:extLst>
                </p:cNvPr>
                <p:cNvSpPr txBox="1">
                  <a:spLocks noRot="1" noChangeAspect="1" noMove="1" noResize="1" noEditPoints="1" noAdjustHandles="1" noChangeArrowheads="1" noChangeShapeType="1" noTextEdit="1"/>
                </p:cNvSpPr>
                <p:nvPr/>
              </p:nvSpPr>
              <p:spPr>
                <a:xfrm>
                  <a:off x="8344086" y="1954745"/>
                  <a:ext cx="369781" cy="369332"/>
                </a:xfrm>
                <a:prstGeom prst="rect">
                  <a:avLst/>
                </a:prstGeom>
                <a:blipFill>
                  <a:blip r:embed="rId35"/>
                  <a:stretch>
                    <a:fillRect/>
                  </a:stretch>
                </a:blipFill>
              </p:spPr>
              <p:txBody>
                <a:bodyPr/>
                <a:lstStyle/>
                <a:p>
                  <a:r>
                    <a:rPr lang="en-US">
                      <a:noFill/>
                    </a:rPr>
                    <a:t> </a:t>
                  </a:r>
                </a:p>
              </p:txBody>
            </p:sp>
          </mc:Fallback>
        </mc:AlternateContent>
        <p:grpSp>
          <p:nvGrpSpPr>
            <p:cNvPr id="172" name="Group 171">
              <a:extLst>
                <a:ext uri="{FF2B5EF4-FFF2-40B4-BE49-F238E27FC236}">
                  <a16:creationId xmlns:a16="http://schemas.microsoft.com/office/drawing/2014/main" id="{99054CB1-B927-D8F8-9D76-8BEA4252BC30}"/>
                </a:ext>
              </a:extLst>
            </p:cNvPr>
            <p:cNvGrpSpPr/>
            <p:nvPr/>
          </p:nvGrpSpPr>
          <p:grpSpPr>
            <a:xfrm>
              <a:off x="9176854" y="2097292"/>
              <a:ext cx="869999" cy="1258554"/>
              <a:chOff x="7671946" y="5192984"/>
              <a:chExt cx="869999" cy="1258554"/>
            </a:xfrm>
          </p:grpSpPr>
          <mc:AlternateContent xmlns:mc="http://schemas.openxmlformats.org/markup-compatibility/2006" xmlns:a14="http://schemas.microsoft.com/office/drawing/2010/main">
            <mc:Choice Requires="a14">
              <p:sp>
                <p:nvSpPr>
                  <p:cNvPr id="173" name="Isosceles Triangle 172">
                    <a:extLst>
                      <a:ext uri="{FF2B5EF4-FFF2-40B4-BE49-F238E27FC236}">
                        <a16:creationId xmlns:a16="http://schemas.microsoft.com/office/drawing/2014/main" id="{33E3DEA3-62F5-9A21-A1AF-32B5934C0028}"/>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73" name="Isosceles Triangle 172">
                    <a:extLst>
                      <a:ext uri="{FF2B5EF4-FFF2-40B4-BE49-F238E27FC236}">
                        <a16:creationId xmlns:a16="http://schemas.microsoft.com/office/drawing/2014/main" id="{33E3DEA3-62F5-9A21-A1AF-32B5934C0028}"/>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3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4" name="Oval 173">
                    <a:extLst>
                      <a:ext uri="{FF2B5EF4-FFF2-40B4-BE49-F238E27FC236}">
                        <a16:creationId xmlns:a16="http://schemas.microsoft.com/office/drawing/2014/main" id="{A3A04AC9-36A0-F0D6-51CD-09EA0CC8A9FC}"/>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74" name="Oval 173">
                    <a:extLst>
                      <a:ext uri="{FF2B5EF4-FFF2-40B4-BE49-F238E27FC236}">
                        <a16:creationId xmlns:a16="http://schemas.microsoft.com/office/drawing/2014/main" id="{A3A04AC9-36A0-F0D6-51CD-09EA0CC8A9FC}"/>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3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75" name="Straight Connector 174">
                <a:extLst>
                  <a:ext uri="{FF2B5EF4-FFF2-40B4-BE49-F238E27FC236}">
                    <a16:creationId xmlns:a16="http://schemas.microsoft.com/office/drawing/2014/main" id="{457CD7AD-B073-71BC-32B2-1F83D3698991}"/>
                  </a:ext>
                </a:extLst>
              </p:cNvPr>
              <p:cNvCxnSpPr>
                <a:cxnSpLocks/>
                <a:stCxn id="174" idx="0"/>
                <a:endCxn id="173"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76" name="Oval 175">
                  <a:extLst>
                    <a:ext uri="{FF2B5EF4-FFF2-40B4-BE49-F238E27FC236}">
                      <a16:creationId xmlns:a16="http://schemas.microsoft.com/office/drawing/2014/main" id="{452292C6-8418-3C31-7700-3D9FF2963B66}"/>
                    </a:ext>
                  </a:extLst>
                </p:cNvPr>
                <p:cNvSpPr/>
                <p:nvPr/>
              </p:nvSpPr>
              <p:spPr>
                <a:xfrm>
                  <a:off x="8729464" y="132570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76" name="Oval 175">
                  <a:extLst>
                    <a:ext uri="{FF2B5EF4-FFF2-40B4-BE49-F238E27FC236}">
                      <a16:creationId xmlns:a16="http://schemas.microsoft.com/office/drawing/2014/main" id="{452292C6-8418-3C31-7700-3D9FF2963B66}"/>
                    </a:ext>
                  </a:extLst>
                </p:cNvPr>
                <p:cNvSpPr>
                  <a:spLocks noRot="1" noChangeAspect="1" noMove="1" noResize="1" noEditPoints="1" noAdjustHandles="1" noChangeArrowheads="1" noChangeShapeType="1" noTextEdit="1"/>
                </p:cNvSpPr>
                <p:nvPr/>
              </p:nvSpPr>
              <p:spPr>
                <a:xfrm>
                  <a:off x="8729464" y="1325703"/>
                  <a:ext cx="612511" cy="612511"/>
                </a:xfrm>
                <a:prstGeom prst="ellipse">
                  <a:avLst/>
                </a:prstGeom>
                <a:blipFill>
                  <a:blip r:embed="rId38"/>
                  <a:stretch>
                    <a:fillRect/>
                  </a:stretch>
                </a:blipFill>
                <a:ln>
                  <a:solidFill>
                    <a:schemeClr val="tx1"/>
                  </a:solidFill>
                </a:ln>
              </p:spPr>
              <p:txBody>
                <a:bodyPr/>
                <a:lstStyle/>
                <a:p>
                  <a:r>
                    <a:rPr lang="en-US">
                      <a:noFill/>
                    </a:rPr>
                    <a:t> </a:t>
                  </a:r>
                </a:p>
              </p:txBody>
            </p:sp>
          </mc:Fallback>
        </mc:AlternateContent>
        <p:cxnSp>
          <p:nvCxnSpPr>
            <p:cNvPr id="177" name="Straight Connector 176">
              <a:extLst>
                <a:ext uri="{FF2B5EF4-FFF2-40B4-BE49-F238E27FC236}">
                  <a16:creationId xmlns:a16="http://schemas.microsoft.com/office/drawing/2014/main" id="{B368218B-D599-293E-8520-1EDF1AF788AE}"/>
                </a:ext>
              </a:extLst>
            </p:cNvPr>
            <p:cNvCxnSpPr>
              <a:cxnSpLocks/>
              <a:stCxn id="176" idx="3"/>
              <a:endCxn id="170" idx="0"/>
            </p:cNvCxnSpPr>
            <p:nvPr/>
          </p:nvCxnSpPr>
          <p:spPr>
            <a:xfrm flipH="1">
              <a:off x="8682898" y="1848514"/>
              <a:ext cx="136266" cy="2640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8E236D99-EEC0-660E-D756-8D23C54FBEEC}"/>
                </a:ext>
              </a:extLst>
            </p:cNvPr>
            <p:cNvCxnSpPr>
              <a:cxnSpLocks/>
              <a:stCxn id="176" idx="5"/>
              <a:endCxn id="173" idx="0"/>
            </p:cNvCxnSpPr>
            <p:nvPr/>
          </p:nvCxnSpPr>
          <p:spPr>
            <a:xfrm>
              <a:off x="9252275" y="1848514"/>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9" name="Oval 178">
                  <a:extLst>
                    <a:ext uri="{FF2B5EF4-FFF2-40B4-BE49-F238E27FC236}">
                      <a16:creationId xmlns:a16="http://schemas.microsoft.com/office/drawing/2014/main" id="{88AB6AFA-9DBC-21DE-A2FA-96A3FBADDA7E}"/>
                    </a:ext>
                  </a:extLst>
                </p:cNvPr>
                <p:cNvSpPr/>
                <p:nvPr/>
              </p:nvSpPr>
              <p:spPr>
                <a:xfrm>
                  <a:off x="9696812" y="653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79" name="Oval 178">
                  <a:extLst>
                    <a:ext uri="{FF2B5EF4-FFF2-40B4-BE49-F238E27FC236}">
                      <a16:creationId xmlns:a16="http://schemas.microsoft.com/office/drawing/2014/main" id="{88AB6AFA-9DBC-21DE-A2FA-96A3FBADDA7E}"/>
                    </a:ext>
                  </a:extLst>
                </p:cNvPr>
                <p:cNvSpPr>
                  <a:spLocks noRot="1" noChangeAspect="1" noMove="1" noResize="1" noEditPoints="1" noAdjustHandles="1" noChangeArrowheads="1" noChangeShapeType="1" noTextEdit="1"/>
                </p:cNvSpPr>
                <p:nvPr/>
              </p:nvSpPr>
              <p:spPr>
                <a:xfrm>
                  <a:off x="9696812" y="653978"/>
                  <a:ext cx="612511" cy="612511"/>
                </a:xfrm>
                <a:prstGeom prst="ellipse">
                  <a:avLst/>
                </a:prstGeom>
                <a:blipFill>
                  <a:blip r:embed="rId39"/>
                  <a:stretch>
                    <a:fillRect/>
                  </a:stretch>
                </a:blipFill>
                <a:ln>
                  <a:solidFill>
                    <a:schemeClr val="tx1"/>
                  </a:solidFill>
                </a:ln>
              </p:spPr>
              <p:txBody>
                <a:bodyPr/>
                <a:lstStyle/>
                <a:p>
                  <a:r>
                    <a:rPr lang="en-US">
                      <a:noFill/>
                    </a:rPr>
                    <a:t> </a:t>
                  </a:r>
                </a:p>
              </p:txBody>
            </p:sp>
          </mc:Fallback>
        </mc:AlternateContent>
        <p:cxnSp>
          <p:nvCxnSpPr>
            <p:cNvPr id="180" name="Straight Connector 179">
              <a:extLst>
                <a:ext uri="{FF2B5EF4-FFF2-40B4-BE49-F238E27FC236}">
                  <a16:creationId xmlns:a16="http://schemas.microsoft.com/office/drawing/2014/main" id="{C5D3DFF8-4333-B418-38AD-CF4E9D93458D}"/>
                </a:ext>
              </a:extLst>
            </p:cNvPr>
            <p:cNvCxnSpPr>
              <a:cxnSpLocks/>
              <a:stCxn id="179" idx="3"/>
              <a:endCxn id="176" idx="7"/>
            </p:cNvCxnSpPr>
            <p:nvPr/>
          </p:nvCxnSpPr>
          <p:spPr>
            <a:xfrm flipH="1">
              <a:off x="9252275" y="1176789"/>
              <a:ext cx="534237" cy="2386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4" name="Oval 183">
                  <a:extLst>
                    <a:ext uri="{FF2B5EF4-FFF2-40B4-BE49-F238E27FC236}">
                      <a16:creationId xmlns:a16="http://schemas.microsoft.com/office/drawing/2014/main" id="{D83976AB-65B2-8850-79A9-42465DB338BE}"/>
                    </a:ext>
                  </a:extLst>
                </p:cNvPr>
                <p:cNvSpPr/>
                <p:nvPr/>
              </p:nvSpPr>
              <p:spPr>
                <a:xfrm>
                  <a:off x="10709178" y="130962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84" name="Oval 183">
                  <a:extLst>
                    <a:ext uri="{FF2B5EF4-FFF2-40B4-BE49-F238E27FC236}">
                      <a16:creationId xmlns:a16="http://schemas.microsoft.com/office/drawing/2014/main" id="{D83976AB-65B2-8850-79A9-42465DB338BE}"/>
                    </a:ext>
                  </a:extLst>
                </p:cNvPr>
                <p:cNvSpPr>
                  <a:spLocks noRot="1" noChangeAspect="1" noMove="1" noResize="1" noEditPoints="1" noAdjustHandles="1" noChangeArrowheads="1" noChangeShapeType="1" noTextEdit="1"/>
                </p:cNvSpPr>
                <p:nvPr/>
              </p:nvSpPr>
              <p:spPr>
                <a:xfrm>
                  <a:off x="10709178" y="1309625"/>
                  <a:ext cx="612511" cy="612511"/>
                </a:xfrm>
                <a:prstGeom prst="ellipse">
                  <a:avLst/>
                </a:prstGeom>
                <a:blipFill>
                  <a:blip r:embed="rId40"/>
                  <a:stretch>
                    <a:fillRect/>
                  </a:stretch>
                </a:blipFill>
                <a:ln>
                  <a:solidFill>
                    <a:schemeClr val="tx1"/>
                  </a:solidFill>
                </a:ln>
              </p:spPr>
              <p:txBody>
                <a:bodyPr/>
                <a:lstStyle/>
                <a:p>
                  <a:r>
                    <a:rPr lang="en-US">
                      <a:noFill/>
                    </a:rPr>
                    <a:t> </a:t>
                  </a:r>
                </a:p>
              </p:txBody>
            </p:sp>
          </mc:Fallback>
        </mc:AlternateContent>
        <p:cxnSp>
          <p:nvCxnSpPr>
            <p:cNvPr id="185" name="Straight Connector 184">
              <a:extLst>
                <a:ext uri="{FF2B5EF4-FFF2-40B4-BE49-F238E27FC236}">
                  <a16:creationId xmlns:a16="http://schemas.microsoft.com/office/drawing/2014/main" id="{B33CF570-0BE4-CFC1-9D13-EDE157E161A5}"/>
                </a:ext>
              </a:extLst>
            </p:cNvPr>
            <p:cNvCxnSpPr>
              <a:cxnSpLocks/>
              <a:stCxn id="179" idx="5"/>
              <a:endCxn id="184" idx="1"/>
            </p:cNvCxnSpPr>
            <p:nvPr/>
          </p:nvCxnSpPr>
          <p:spPr>
            <a:xfrm>
              <a:off x="10219623" y="1176789"/>
              <a:ext cx="579255" cy="222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9" name="Group 188">
              <a:extLst>
                <a:ext uri="{FF2B5EF4-FFF2-40B4-BE49-F238E27FC236}">
                  <a16:creationId xmlns:a16="http://schemas.microsoft.com/office/drawing/2014/main" id="{69C87E80-31C8-E02F-3628-0BCC11D8902C}"/>
                </a:ext>
              </a:extLst>
            </p:cNvPr>
            <p:cNvGrpSpPr/>
            <p:nvPr/>
          </p:nvGrpSpPr>
          <p:grpSpPr>
            <a:xfrm>
              <a:off x="10108368" y="2099160"/>
              <a:ext cx="869999" cy="1261094"/>
              <a:chOff x="6540271" y="4283732"/>
              <a:chExt cx="869999" cy="1261094"/>
            </a:xfrm>
          </p:grpSpPr>
          <mc:AlternateContent xmlns:mc="http://schemas.openxmlformats.org/markup-compatibility/2006" xmlns:a14="http://schemas.microsoft.com/office/drawing/2010/main">
            <mc:Choice Requires="a14">
              <p:sp>
                <p:nvSpPr>
                  <p:cNvPr id="190" name="Isosceles Triangle 189">
                    <a:extLst>
                      <a:ext uri="{FF2B5EF4-FFF2-40B4-BE49-F238E27FC236}">
                        <a16:creationId xmlns:a16="http://schemas.microsoft.com/office/drawing/2014/main" id="{5D4DF5AF-C25E-2F47-6BE2-A399D674056B}"/>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90" name="Isosceles Triangle 189">
                    <a:extLst>
                      <a:ext uri="{FF2B5EF4-FFF2-40B4-BE49-F238E27FC236}">
                        <a16:creationId xmlns:a16="http://schemas.microsoft.com/office/drawing/2014/main" id="{5D4DF5AF-C25E-2F47-6BE2-A399D674056B}"/>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41"/>
                    <a:stretch>
                      <a:fillRect b="-45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1" name="Oval 190">
                    <a:extLst>
                      <a:ext uri="{FF2B5EF4-FFF2-40B4-BE49-F238E27FC236}">
                        <a16:creationId xmlns:a16="http://schemas.microsoft.com/office/drawing/2014/main" id="{EB784F25-9843-9BE9-7020-6E352EB3FEB5}"/>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91" name="Oval 190">
                    <a:extLst>
                      <a:ext uri="{FF2B5EF4-FFF2-40B4-BE49-F238E27FC236}">
                        <a16:creationId xmlns:a16="http://schemas.microsoft.com/office/drawing/2014/main" id="{EB784F25-9843-9BE9-7020-6E352EB3FEB5}"/>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42"/>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92" name="Straight Connector 191">
                <a:extLst>
                  <a:ext uri="{FF2B5EF4-FFF2-40B4-BE49-F238E27FC236}">
                    <a16:creationId xmlns:a16="http://schemas.microsoft.com/office/drawing/2014/main" id="{B8ED8602-70AC-B60A-9584-F249BE0C49F5}"/>
                  </a:ext>
                </a:extLst>
              </p:cNvPr>
              <p:cNvCxnSpPr>
                <a:cxnSpLocks/>
                <a:stCxn id="191" idx="0"/>
                <a:endCxn id="190"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193" name="Straight Connector 192">
              <a:extLst>
                <a:ext uri="{FF2B5EF4-FFF2-40B4-BE49-F238E27FC236}">
                  <a16:creationId xmlns:a16="http://schemas.microsoft.com/office/drawing/2014/main" id="{B1F243D2-573D-DDB7-0020-990CC6487B3C}"/>
                </a:ext>
              </a:extLst>
            </p:cNvPr>
            <p:cNvCxnSpPr>
              <a:cxnSpLocks/>
              <a:stCxn id="190" idx="0"/>
              <a:endCxn id="184" idx="3"/>
            </p:cNvCxnSpPr>
            <p:nvPr/>
          </p:nvCxnSpPr>
          <p:spPr>
            <a:xfrm flipV="1">
              <a:off x="10543368" y="1832436"/>
              <a:ext cx="255510" cy="2667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0" name="Isosceles Triangle 199">
                  <a:extLst>
                    <a:ext uri="{FF2B5EF4-FFF2-40B4-BE49-F238E27FC236}">
                      <a16:creationId xmlns:a16="http://schemas.microsoft.com/office/drawing/2014/main" id="{28B5D586-A402-959F-4FDB-13C6689E7A03}"/>
                    </a:ext>
                  </a:extLst>
                </p:cNvPr>
                <p:cNvSpPr/>
                <p:nvPr/>
              </p:nvSpPr>
              <p:spPr>
                <a:xfrm>
                  <a:off x="10982760" y="2112436"/>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200" name="Isosceles Triangle 199">
                  <a:extLst>
                    <a:ext uri="{FF2B5EF4-FFF2-40B4-BE49-F238E27FC236}">
                      <a16:creationId xmlns:a16="http://schemas.microsoft.com/office/drawing/2014/main" id="{28B5D586-A402-959F-4FDB-13C6689E7A03}"/>
                    </a:ext>
                  </a:extLst>
                </p:cNvPr>
                <p:cNvSpPr>
                  <a:spLocks noRot="1" noChangeAspect="1" noMove="1" noResize="1" noEditPoints="1" noAdjustHandles="1" noChangeArrowheads="1" noChangeShapeType="1" noTextEdit="1"/>
                </p:cNvSpPr>
                <p:nvPr/>
              </p:nvSpPr>
              <p:spPr>
                <a:xfrm>
                  <a:off x="10982760" y="2112436"/>
                  <a:ext cx="1075751" cy="1237660"/>
                </a:xfrm>
                <a:prstGeom prst="triangle">
                  <a:avLst/>
                </a:prstGeom>
                <a:blipFill>
                  <a:blip r:embed="rId43"/>
                  <a:stretch>
                    <a:fillRect/>
                  </a:stretch>
                </a:blipFill>
              </p:spPr>
              <p:txBody>
                <a:bodyPr/>
                <a:lstStyle/>
                <a:p>
                  <a:r>
                    <a:rPr lang="en-US">
                      <a:noFill/>
                    </a:rPr>
                    <a:t> </a:t>
                  </a:r>
                </a:p>
              </p:txBody>
            </p:sp>
          </mc:Fallback>
        </mc:AlternateContent>
        <p:cxnSp>
          <p:nvCxnSpPr>
            <p:cNvPr id="201" name="Straight Connector 200">
              <a:extLst>
                <a:ext uri="{FF2B5EF4-FFF2-40B4-BE49-F238E27FC236}">
                  <a16:creationId xmlns:a16="http://schemas.microsoft.com/office/drawing/2014/main" id="{9E3D8FA9-E98C-9904-CBAA-D3635057EA08}"/>
                </a:ext>
              </a:extLst>
            </p:cNvPr>
            <p:cNvCxnSpPr>
              <a:cxnSpLocks/>
              <a:stCxn id="184" idx="5"/>
              <a:endCxn id="200" idx="0"/>
            </p:cNvCxnSpPr>
            <p:nvPr/>
          </p:nvCxnSpPr>
          <p:spPr>
            <a:xfrm>
              <a:off x="11231989" y="1832436"/>
              <a:ext cx="288647" cy="2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0B7D7CDD-9A28-E18F-A378-2680AEEB2E55}"/>
                    </a:ext>
                  </a:extLst>
                </p:cNvPr>
                <p:cNvSpPr txBox="1"/>
                <p:nvPr/>
              </p:nvSpPr>
              <p:spPr>
                <a:xfrm>
                  <a:off x="8451648" y="10449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4" name="TextBox 203">
                  <a:extLst>
                    <a:ext uri="{FF2B5EF4-FFF2-40B4-BE49-F238E27FC236}">
                      <a16:creationId xmlns:a16="http://schemas.microsoft.com/office/drawing/2014/main" id="{0B7D7CDD-9A28-E18F-A378-2680AEEB2E55}"/>
                    </a:ext>
                  </a:extLst>
                </p:cNvPr>
                <p:cNvSpPr txBox="1">
                  <a:spLocks noRot="1" noChangeAspect="1" noMove="1" noResize="1" noEditPoints="1" noAdjustHandles="1" noChangeArrowheads="1" noChangeShapeType="1" noTextEdit="1"/>
                </p:cNvSpPr>
                <p:nvPr/>
              </p:nvSpPr>
              <p:spPr>
                <a:xfrm>
                  <a:off x="8451648" y="1044905"/>
                  <a:ext cx="773738" cy="369332"/>
                </a:xfrm>
                <a:prstGeom prst="rect">
                  <a:avLst/>
                </a:prstGeom>
                <a:blipFill>
                  <a:blip r:embed="rId4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DF9DF62C-47F9-B2E9-36A2-A550465CB1E6}"/>
                    </a:ext>
                  </a:extLst>
                </p:cNvPr>
                <p:cNvSpPr txBox="1"/>
                <p:nvPr/>
              </p:nvSpPr>
              <p:spPr>
                <a:xfrm>
                  <a:off x="9071953" y="58865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05" name="TextBox 204">
                  <a:extLst>
                    <a:ext uri="{FF2B5EF4-FFF2-40B4-BE49-F238E27FC236}">
                      <a16:creationId xmlns:a16="http://schemas.microsoft.com/office/drawing/2014/main" id="{DF9DF62C-47F9-B2E9-36A2-A550465CB1E6}"/>
                    </a:ext>
                  </a:extLst>
                </p:cNvPr>
                <p:cNvSpPr txBox="1">
                  <a:spLocks noRot="1" noChangeAspect="1" noMove="1" noResize="1" noEditPoints="1" noAdjustHandles="1" noChangeArrowheads="1" noChangeShapeType="1" noTextEdit="1"/>
                </p:cNvSpPr>
                <p:nvPr/>
              </p:nvSpPr>
              <p:spPr>
                <a:xfrm>
                  <a:off x="9071953" y="588651"/>
                  <a:ext cx="773738" cy="369332"/>
                </a:xfrm>
                <a:prstGeom prst="rect">
                  <a:avLst/>
                </a:prstGeom>
                <a:blipFill>
                  <a:blip r:embed="rId4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ACA3E047-9D22-A0B0-4202-55FC2D21415A}"/>
                    </a:ext>
                  </a:extLst>
                </p:cNvPr>
                <p:cNvSpPr txBox="1"/>
                <p:nvPr/>
              </p:nvSpPr>
              <p:spPr>
                <a:xfrm>
                  <a:off x="10108368" y="136774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7" name="TextBox 206">
                  <a:extLst>
                    <a:ext uri="{FF2B5EF4-FFF2-40B4-BE49-F238E27FC236}">
                      <a16:creationId xmlns:a16="http://schemas.microsoft.com/office/drawing/2014/main" id="{ACA3E047-9D22-A0B0-4202-55FC2D21415A}"/>
                    </a:ext>
                  </a:extLst>
                </p:cNvPr>
                <p:cNvSpPr txBox="1">
                  <a:spLocks noRot="1" noChangeAspect="1" noMove="1" noResize="1" noEditPoints="1" noAdjustHandles="1" noChangeArrowheads="1" noChangeShapeType="1" noTextEdit="1"/>
                </p:cNvSpPr>
                <p:nvPr/>
              </p:nvSpPr>
              <p:spPr>
                <a:xfrm>
                  <a:off x="10108368" y="1367745"/>
                  <a:ext cx="773738" cy="369332"/>
                </a:xfrm>
                <a:prstGeom prst="rect">
                  <a:avLst/>
                </a:prstGeom>
                <a:blipFill>
                  <a:blip r:embed="rId4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0" name="TextBox 209">
                  <a:extLst>
                    <a:ext uri="{FF2B5EF4-FFF2-40B4-BE49-F238E27FC236}">
                      <a16:creationId xmlns:a16="http://schemas.microsoft.com/office/drawing/2014/main" id="{F1177122-3180-10D4-692A-E74CE5ABFC12}"/>
                    </a:ext>
                  </a:extLst>
                </p:cNvPr>
                <p:cNvSpPr txBox="1"/>
                <p:nvPr/>
              </p:nvSpPr>
              <p:spPr>
                <a:xfrm>
                  <a:off x="11150854" y="1964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10" name="TextBox 209">
                  <a:extLst>
                    <a:ext uri="{FF2B5EF4-FFF2-40B4-BE49-F238E27FC236}">
                      <a16:creationId xmlns:a16="http://schemas.microsoft.com/office/drawing/2014/main" id="{F1177122-3180-10D4-692A-E74CE5ABFC12}"/>
                    </a:ext>
                  </a:extLst>
                </p:cNvPr>
                <p:cNvSpPr txBox="1">
                  <a:spLocks noRot="1" noChangeAspect="1" noMove="1" noResize="1" noEditPoints="1" noAdjustHandles="1" noChangeArrowheads="1" noChangeShapeType="1" noTextEdit="1"/>
                </p:cNvSpPr>
                <p:nvPr/>
              </p:nvSpPr>
              <p:spPr>
                <a:xfrm>
                  <a:off x="11150854" y="1964587"/>
                  <a:ext cx="369781" cy="369332"/>
                </a:xfrm>
                <a:prstGeom prst="rect">
                  <a:avLst/>
                </a:prstGeom>
                <a:blipFill>
                  <a:blip r:embed="rId47"/>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23298263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619D1-38EF-34FB-AA19-B51EE438C1EA}"/>
              </a:ext>
            </a:extLst>
          </p:cNvPr>
          <p:cNvSpPr>
            <a:spLocks noGrp="1"/>
          </p:cNvSpPr>
          <p:nvPr>
            <p:ph type="title"/>
          </p:nvPr>
        </p:nvSpPr>
        <p:spPr/>
        <p:txBody>
          <a:bodyPr/>
          <a:lstStyle/>
          <a:p>
            <a:r>
              <a:rPr lang="en-US" dirty="0"/>
              <a:t>Case RL in General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D06C73-6403-D607-E6F6-C3EC37DF2914}"/>
                  </a:ext>
                </a:extLst>
              </p:cNvPr>
              <p:cNvSpPr>
                <a:spLocks noGrp="1"/>
              </p:cNvSpPr>
              <p:nvPr>
                <p:ph idx="1"/>
              </p:nvPr>
            </p:nvSpPr>
            <p:spPr>
              <a:xfrm>
                <a:off x="838200" y="1356289"/>
                <a:ext cx="10515600" cy="4820674"/>
              </a:xfrm>
            </p:spPr>
            <p:txBody>
              <a:bodyPr/>
              <a:lstStyle/>
              <a:p>
                <a:r>
                  <a:rPr lang="en-US" dirty="0"/>
                  <a:t>We just inserted </a:t>
                </a:r>
                <a14:m>
                  <m:oMath xmlns:m="http://schemas.openxmlformats.org/officeDocument/2006/math">
                    <m:r>
                      <a:rPr lang="en-US" b="0" i="1" smtClean="0">
                        <a:latin typeface="Cambria Math" panose="02040503050406030204" pitchFamily="18" charset="0"/>
                      </a:rPr>
                      <m:t>𝑑</m:t>
                    </m:r>
                  </m:oMath>
                </a14:m>
                <a:r>
                  <a:rPr lang="en-US" dirty="0"/>
                  <a:t>, node </a:t>
                </a:r>
                <a14:m>
                  <m:oMath xmlns:m="http://schemas.openxmlformats.org/officeDocument/2006/math">
                    <m:r>
                      <a:rPr lang="en-US" i="1">
                        <a:latin typeface="Cambria Math" panose="02040503050406030204" pitchFamily="18" charset="0"/>
                      </a:rPr>
                      <m:t>𝑎</m:t>
                    </m:r>
                  </m:oMath>
                </a14:m>
                <a:r>
                  <a:rPr lang="en-US" dirty="0"/>
                  <a:t> is the deepest “problem” node</a:t>
                </a:r>
              </a:p>
              <a:p>
                <a:r>
                  <a:rPr lang="en-US" dirty="0"/>
                  <a:t>Imbalance caused by inserting in the right child’s left subtree</a:t>
                </a:r>
              </a:p>
              <a:p>
                <a:r>
                  <a:rPr lang="en-US" dirty="0"/>
                  <a:t>Rotate right at the right child</a:t>
                </a:r>
              </a:p>
              <a:p>
                <a:r>
                  <a:rPr lang="en-US" dirty="0"/>
                  <a:t>Rotate left at the unbalanced node</a:t>
                </a:r>
              </a:p>
            </p:txBody>
          </p:sp>
        </mc:Choice>
        <mc:Fallback xmlns="">
          <p:sp>
            <p:nvSpPr>
              <p:cNvPr id="3" name="Content Placeholder 2">
                <a:extLst>
                  <a:ext uri="{FF2B5EF4-FFF2-40B4-BE49-F238E27FC236}">
                    <a16:creationId xmlns:a16="http://schemas.microsoft.com/office/drawing/2014/main" id="{2FD06C73-6403-D607-E6F6-C3EC37DF2914}"/>
                  </a:ext>
                </a:extLst>
              </p:cNvPr>
              <p:cNvSpPr>
                <a:spLocks noGrp="1" noRot="1" noChangeAspect="1" noMove="1" noResize="1" noEditPoints="1" noAdjustHandles="1" noChangeArrowheads="1" noChangeShapeType="1" noTextEdit="1"/>
              </p:cNvSpPr>
              <p:nvPr>
                <p:ph idx="1"/>
              </p:nvPr>
            </p:nvSpPr>
            <p:spPr>
              <a:xfrm>
                <a:off x="838200" y="1356289"/>
                <a:ext cx="10515600" cy="4820674"/>
              </a:xfrm>
              <a:blipFill>
                <a:blip r:embed="rId2"/>
                <a:stretch>
                  <a:fillRect l="-1043" t="-2023"/>
                </a:stretch>
              </a:blipFill>
            </p:spPr>
            <p:txBody>
              <a:bodyPr/>
              <a:lstStyle/>
              <a:p>
                <a:r>
                  <a:rPr lang="en-US">
                    <a:noFill/>
                  </a:rPr>
                  <a:t> </a:t>
                </a:r>
              </a:p>
            </p:txBody>
          </p:sp>
        </mc:Fallback>
      </mc:AlternateContent>
      <p:grpSp>
        <p:nvGrpSpPr>
          <p:cNvPr id="20" name="Group 19" descr="An illustration of a right-left rotation. This is the before image.&#10;&#10;Initially, the problem node is labeled a. Its right subtree is rooted at a node labeled b, and it has a height of h+2. Its left subtree is labeled w and has a height of h. The right subtree of b is labeled z and has height h. The left subtree of b is rooted at a node labeled c and has a height of h+1. The left subtree of c is x and the right subtree of c is y, at least one of these must have height h (and the other may have height h or h-1). &#10;The node a is the problem node because it is the deepest node whose left and right subtree heights differ by more than 1.">
            <a:extLst>
              <a:ext uri="{FF2B5EF4-FFF2-40B4-BE49-F238E27FC236}">
                <a16:creationId xmlns:a16="http://schemas.microsoft.com/office/drawing/2014/main" id="{10C3AA56-9E9C-D85E-FA44-02B025396446}"/>
              </a:ext>
            </a:extLst>
          </p:cNvPr>
          <p:cNvGrpSpPr/>
          <p:nvPr/>
        </p:nvGrpSpPr>
        <p:grpSpPr>
          <a:xfrm>
            <a:off x="102706" y="3496659"/>
            <a:ext cx="3693255" cy="3248631"/>
            <a:chOff x="102706" y="3496659"/>
            <a:chExt cx="3693255" cy="3248631"/>
          </a:xfrm>
        </p:grpSpPr>
        <mc:AlternateContent xmlns:mc="http://schemas.openxmlformats.org/markup-compatibility/2006" xmlns:a14="http://schemas.microsoft.com/office/drawing/2010/main">
          <mc:Choice Requires="a14">
            <p:sp>
              <p:nvSpPr>
                <p:cNvPr id="28" name="Oval 27">
                  <a:extLst>
                    <a:ext uri="{FF2B5EF4-FFF2-40B4-BE49-F238E27FC236}">
                      <a16:creationId xmlns:a16="http://schemas.microsoft.com/office/drawing/2014/main" id="{1B98852D-205A-51D4-3306-7B5B8D49C4F2}"/>
                    </a:ext>
                  </a:extLst>
                </p:cNvPr>
                <p:cNvSpPr/>
                <p:nvPr/>
              </p:nvSpPr>
              <p:spPr>
                <a:xfrm>
                  <a:off x="1450820" y="349665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28" name="Oval 27">
                  <a:extLst>
                    <a:ext uri="{FF2B5EF4-FFF2-40B4-BE49-F238E27FC236}">
                      <a16:creationId xmlns:a16="http://schemas.microsoft.com/office/drawing/2014/main" id="{1B98852D-205A-51D4-3306-7B5B8D49C4F2}"/>
                    </a:ext>
                  </a:extLst>
                </p:cNvPr>
                <p:cNvSpPr>
                  <a:spLocks noRot="1" noChangeAspect="1" noMove="1" noResize="1" noEditPoints="1" noAdjustHandles="1" noChangeArrowheads="1" noChangeShapeType="1" noTextEdit="1"/>
                </p:cNvSpPr>
                <p:nvPr/>
              </p:nvSpPr>
              <p:spPr>
                <a:xfrm>
                  <a:off x="1450820" y="3496659"/>
                  <a:ext cx="612511" cy="612511"/>
                </a:xfrm>
                <a:prstGeom prst="ellipse">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Isosceles Triangle 28">
                  <a:extLst>
                    <a:ext uri="{FF2B5EF4-FFF2-40B4-BE49-F238E27FC236}">
                      <a16:creationId xmlns:a16="http://schemas.microsoft.com/office/drawing/2014/main" id="{2C6EEFCF-AA4B-26C3-6FEA-8A72B21D0331}"/>
                    </a:ext>
                  </a:extLst>
                </p:cNvPr>
                <p:cNvSpPr/>
                <p:nvPr/>
              </p:nvSpPr>
              <p:spPr>
                <a:xfrm>
                  <a:off x="102706" y="4414804"/>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29" name="Isosceles Triangle 28">
                  <a:extLst>
                    <a:ext uri="{FF2B5EF4-FFF2-40B4-BE49-F238E27FC236}">
                      <a16:creationId xmlns:a16="http://schemas.microsoft.com/office/drawing/2014/main" id="{2C6EEFCF-AA4B-26C3-6FEA-8A72B21D0331}"/>
                    </a:ext>
                  </a:extLst>
                </p:cNvPr>
                <p:cNvSpPr>
                  <a:spLocks noRot="1" noChangeAspect="1" noMove="1" noResize="1" noEditPoints="1" noAdjustHandles="1" noChangeArrowheads="1" noChangeShapeType="1" noTextEdit="1"/>
                </p:cNvSpPr>
                <p:nvPr/>
              </p:nvSpPr>
              <p:spPr>
                <a:xfrm>
                  <a:off x="102706" y="4414804"/>
                  <a:ext cx="1084977" cy="1204653"/>
                </a:xfrm>
                <a:prstGeom prst="triangl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a:extLst>
                    <a:ext uri="{FF2B5EF4-FFF2-40B4-BE49-F238E27FC236}">
                      <a16:creationId xmlns:a16="http://schemas.microsoft.com/office/drawing/2014/main" id="{1579D4BE-258A-C182-9117-C65813326EE0}"/>
                    </a:ext>
                  </a:extLst>
                </p:cNvPr>
                <p:cNvSpPr/>
                <p:nvPr/>
              </p:nvSpPr>
              <p:spPr>
                <a:xfrm>
                  <a:off x="2169594" y="414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0" name="Oval 29">
                  <a:extLst>
                    <a:ext uri="{FF2B5EF4-FFF2-40B4-BE49-F238E27FC236}">
                      <a16:creationId xmlns:a16="http://schemas.microsoft.com/office/drawing/2014/main" id="{1579D4BE-258A-C182-9117-C65813326EE0}"/>
                    </a:ext>
                  </a:extLst>
                </p:cNvPr>
                <p:cNvSpPr>
                  <a:spLocks noRot="1" noChangeAspect="1" noMove="1" noResize="1" noEditPoints="1" noAdjustHandles="1" noChangeArrowheads="1" noChangeShapeType="1" noTextEdit="1"/>
                </p:cNvSpPr>
                <p:nvPr/>
              </p:nvSpPr>
              <p:spPr>
                <a:xfrm>
                  <a:off x="2169594" y="4149747"/>
                  <a:ext cx="612511" cy="612511"/>
                </a:xfrm>
                <a:prstGeom prst="ellipse">
                  <a:avLst/>
                </a:prstGeom>
                <a:blipFill>
                  <a:blip r:embed="rId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Isosceles Triangle 30">
                  <a:extLst>
                    <a:ext uri="{FF2B5EF4-FFF2-40B4-BE49-F238E27FC236}">
                      <a16:creationId xmlns:a16="http://schemas.microsoft.com/office/drawing/2014/main" id="{8F2EF0F1-26EC-4612-40DA-D1BBDC59014C}"/>
                    </a:ext>
                  </a:extLst>
                </p:cNvPr>
                <p:cNvSpPr/>
                <p:nvPr/>
              </p:nvSpPr>
              <p:spPr>
                <a:xfrm>
                  <a:off x="917557" y="5484196"/>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31" name="Isosceles Triangle 30">
                  <a:extLst>
                    <a:ext uri="{FF2B5EF4-FFF2-40B4-BE49-F238E27FC236}">
                      <a16:creationId xmlns:a16="http://schemas.microsoft.com/office/drawing/2014/main" id="{8F2EF0F1-26EC-4612-40DA-D1BBDC59014C}"/>
                    </a:ext>
                  </a:extLst>
                </p:cNvPr>
                <p:cNvSpPr>
                  <a:spLocks noRot="1" noChangeAspect="1" noMove="1" noResize="1" noEditPoints="1" noAdjustHandles="1" noChangeArrowheads="1" noChangeShapeType="1" noTextEdit="1"/>
                </p:cNvSpPr>
                <p:nvPr/>
              </p:nvSpPr>
              <p:spPr>
                <a:xfrm>
                  <a:off x="917557" y="5484196"/>
                  <a:ext cx="869999" cy="653951"/>
                </a:xfrm>
                <a:prstGeom prst="triangl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Isosceles Triangle 31">
                  <a:extLst>
                    <a:ext uri="{FF2B5EF4-FFF2-40B4-BE49-F238E27FC236}">
                      <a16:creationId xmlns:a16="http://schemas.microsoft.com/office/drawing/2014/main" id="{8D5DB45B-533B-E849-8A47-BE24445D59B1}"/>
                    </a:ext>
                  </a:extLst>
                </p:cNvPr>
                <p:cNvSpPr/>
                <p:nvPr/>
              </p:nvSpPr>
              <p:spPr>
                <a:xfrm>
                  <a:off x="2720210" y="4904914"/>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2" name="Isosceles Triangle 31">
                  <a:extLst>
                    <a:ext uri="{FF2B5EF4-FFF2-40B4-BE49-F238E27FC236}">
                      <a16:creationId xmlns:a16="http://schemas.microsoft.com/office/drawing/2014/main" id="{8D5DB45B-533B-E849-8A47-BE24445D59B1}"/>
                    </a:ext>
                  </a:extLst>
                </p:cNvPr>
                <p:cNvSpPr>
                  <a:spLocks noRot="1" noChangeAspect="1" noMove="1" noResize="1" noEditPoints="1" noAdjustHandles="1" noChangeArrowheads="1" noChangeShapeType="1" noTextEdit="1"/>
                </p:cNvSpPr>
                <p:nvPr/>
              </p:nvSpPr>
              <p:spPr>
                <a:xfrm>
                  <a:off x="2720210" y="4904914"/>
                  <a:ext cx="1075751" cy="1237660"/>
                </a:xfrm>
                <a:prstGeom prst="triangle">
                  <a:avLst/>
                </a:prstGeom>
                <a:blipFill>
                  <a:blip r:embed="rId8"/>
                  <a:stretch>
                    <a:fillRect/>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BDBCA999-8DC0-9098-FB48-AE1087F593CA}"/>
                </a:ext>
              </a:extLst>
            </p:cNvPr>
            <p:cNvCxnSpPr>
              <a:cxnSpLocks/>
              <a:stCxn id="28" idx="3"/>
              <a:endCxn id="29" idx="0"/>
            </p:cNvCxnSpPr>
            <p:nvPr/>
          </p:nvCxnSpPr>
          <p:spPr>
            <a:xfrm flipH="1">
              <a:off x="645195" y="4019470"/>
              <a:ext cx="895325" cy="3953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744797F-F7DE-97F3-FF6E-70DC1DDCA740}"/>
                </a:ext>
              </a:extLst>
            </p:cNvPr>
            <p:cNvCxnSpPr>
              <a:cxnSpLocks/>
              <a:stCxn id="30" idx="3"/>
              <a:endCxn id="59" idx="7"/>
            </p:cNvCxnSpPr>
            <p:nvPr/>
          </p:nvCxnSpPr>
          <p:spPr>
            <a:xfrm flipH="1">
              <a:off x="1977051" y="4672558"/>
              <a:ext cx="282243" cy="170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410D731-C65C-498A-7568-D9E87AB56EF3}"/>
                </a:ext>
              </a:extLst>
            </p:cNvPr>
            <p:cNvCxnSpPr>
              <a:cxnSpLocks/>
              <a:stCxn id="30" idx="1"/>
              <a:endCxn id="28" idx="5"/>
            </p:cNvCxnSpPr>
            <p:nvPr/>
          </p:nvCxnSpPr>
          <p:spPr>
            <a:xfrm flipH="1" flipV="1">
              <a:off x="1973631" y="4019470"/>
              <a:ext cx="285663" cy="2199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E51A72-E1F3-12DE-B72B-9ADDA8C223D5}"/>
                </a:ext>
              </a:extLst>
            </p:cNvPr>
            <p:cNvCxnSpPr>
              <a:cxnSpLocks/>
              <a:stCxn id="32" idx="0"/>
              <a:endCxn id="30" idx="5"/>
            </p:cNvCxnSpPr>
            <p:nvPr/>
          </p:nvCxnSpPr>
          <p:spPr>
            <a:xfrm flipH="1" flipV="1">
              <a:off x="2692405" y="4672558"/>
              <a:ext cx="565681" cy="2323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8E86B79-6E30-B984-DD39-77F1EE734F0F}"/>
                    </a:ext>
                  </a:extLst>
                </p:cNvPr>
                <p:cNvSpPr txBox="1"/>
                <p:nvPr/>
              </p:nvSpPr>
              <p:spPr>
                <a:xfrm>
                  <a:off x="352905" y="4252409"/>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3" name="TextBox 22">
                  <a:extLst>
                    <a:ext uri="{FF2B5EF4-FFF2-40B4-BE49-F238E27FC236}">
                      <a16:creationId xmlns:a16="http://schemas.microsoft.com/office/drawing/2014/main" id="{08E86B79-6E30-B984-DD39-77F1EE734F0F}"/>
                    </a:ext>
                  </a:extLst>
                </p:cNvPr>
                <p:cNvSpPr txBox="1">
                  <a:spLocks noRot="1" noChangeAspect="1" noMove="1" noResize="1" noEditPoints="1" noAdjustHandles="1" noChangeArrowheads="1" noChangeShapeType="1" noTextEdit="1"/>
                </p:cNvSpPr>
                <p:nvPr/>
              </p:nvSpPr>
              <p:spPr>
                <a:xfrm>
                  <a:off x="352905" y="4252409"/>
                  <a:ext cx="369781"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BD37377-9D4D-8D7C-8200-32A6160CCCFF}"/>
                    </a:ext>
                  </a:extLst>
                </p:cNvPr>
                <p:cNvSpPr txBox="1"/>
                <p:nvPr/>
              </p:nvSpPr>
              <p:spPr>
                <a:xfrm>
                  <a:off x="957078" y="454819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4" name="TextBox 23">
                  <a:extLst>
                    <a:ext uri="{FF2B5EF4-FFF2-40B4-BE49-F238E27FC236}">
                      <a16:creationId xmlns:a16="http://schemas.microsoft.com/office/drawing/2014/main" id="{4BD37377-9D4D-8D7C-8200-32A6160CCCFF}"/>
                    </a:ext>
                  </a:extLst>
                </p:cNvPr>
                <p:cNvSpPr txBox="1">
                  <a:spLocks noRot="1" noChangeAspect="1" noMove="1" noResize="1" noEditPoints="1" noAdjustHandles="1" noChangeArrowheads="1" noChangeShapeType="1" noTextEdit="1"/>
                </p:cNvSpPr>
                <p:nvPr/>
              </p:nvSpPr>
              <p:spPr>
                <a:xfrm>
                  <a:off x="957078" y="4548191"/>
                  <a:ext cx="773738"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508C7D2-E38C-7EE4-73DC-299152A31917}"/>
                    </a:ext>
                  </a:extLst>
                </p:cNvPr>
                <p:cNvSpPr txBox="1"/>
                <p:nvPr/>
              </p:nvSpPr>
              <p:spPr>
                <a:xfrm>
                  <a:off x="1525171" y="412109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5" name="TextBox 24">
                  <a:extLst>
                    <a:ext uri="{FF2B5EF4-FFF2-40B4-BE49-F238E27FC236}">
                      <a16:creationId xmlns:a16="http://schemas.microsoft.com/office/drawing/2014/main" id="{0508C7D2-E38C-7EE4-73DC-299152A31917}"/>
                    </a:ext>
                  </a:extLst>
                </p:cNvPr>
                <p:cNvSpPr txBox="1">
                  <a:spLocks noRot="1" noChangeAspect="1" noMove="1" noResize="1" noEditPoints="1" noAdjustHandles="1" noChangeArrowheads="1" noChangeShapeType="1" noTextEdit="1"/>
                </p:cNvSpPr>
                <p:nvPr/>
              </p:nvSpPr>
              <p:spPr>
                <a:xfrm>
                  <a:off x="1525171" y="4121093"/>
                  <a:ext cx="773738"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AB902FA-69DB-0439-2D99-AA29699CC6B3}"/>
                    </a:ext>
                  </a:extLst>
                </p:cNvPr>
                <p:cNvSpPr txBox="1"/>
                <p:nvPr/>
              </p:nvSpPr>
              <p:spPr>
                <a:xfrm>
                  <a:off x="769980" y="3592372"/>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26" name="TextBox 25">
                  <a:extLst>
                    <a:ext uri="{FF2B5EF4-FFF2-40B4-BE49-F238E27FC236}">
                      <a16:creationId xmlns:a16="http://schemas.microsoft.com/office/drawing/2014/main" id="{9AB902FA-69DB-0439-2D99-AA29699CC6B3}"/>
                    </a:ext>
                  </a:extLst>
                </p:cNvPr>
                <p:cNvSpPr txBox="1">
                  <a:spLocks noRot="1" noChangeAspect="1" noMove="1" noResize="1" noEditPoints="1" noAdjustHandles="1" noChangeArrowheads="1" noChangeShapeType="1" noTextEdit="1"/>
                </p:cNvSpPr>
                <p:nvPr/>
              </p:nvSpPr>
              <p:spPr>
                <a:xfrm>
                  <a:off x="769980" y="3592372"/>
                  <a:ext cx="773738"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98147D4-25AB-AB4E-74C3-62B623CA8EBB}"/>
                    </a:ext>
                  </a:extLst>
                </p:cNvPr>
                <p:cNvSpPr txBox="1"/>
                <p:nvPr/>
              </p:nvSpPr>
              <p:spPr>
                <a:xfrm>
                  <a:off x="2910336" y="478681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7" name="TextBox 26">
                  <a:extLst>
                    <a:ext uri="{FF2B5EF4-FFF2-40B4-BE49-F238E27FC236}">
                      <a16:creationId xmlns:a16="http://schemas.microsoft.com/office/drawing/2014/main" id="{D98147D4-25AB-AB4E-74C3-62B623CA8EBB}"/>
                    </a:ext>
                  </a:extLst>
                </p:cNvPr>
                <p:cNvSpPr txBox="1">
                  <a:spLocks noRot="1" noChangeAspect="1" noMove="1" noResize="1" noEditPoints="1" noAdjustHandles="1" noChangeArrowheads="1" noChangeShapeType="1" noTextEdit="1"/>
                </p:cNvSpPr>
                <p:nvPr/>
              </p:nvSpPr>
              <p:spPr>
                <a:xfrm>
                  <a:off x="2910336" y="4786812"/>
                  <a:ext cx="369781"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Oval 58">
                  <a:extLst>
                    <a:ext uri="{FF2B5EF4-FFF2-40B4-BE49-F238E27FC236}">
                      <a16:creationId xmlns:a16="http://schemas.microsoft.com/office/drawing/2014/main" id="{49C7BA64-67D6-292B-6912-550CBC90A422}"/>
                    </a:ext>
                  </a:extLst>
                </p:cNvPr>
                <p:cNvSpPr/>
                <p:nvPr/>
              </p:nvSpPr>
              <p:spPr>
                <a:xfrm>
                  <a:off x="1454240" y="47537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59" name="Oval 58">
                  <a:extLst>
                    <a:ext uri="{FF2B5EF4-FFF2-40B4-BE49-F238E27FC236}">
                      <a16:creationId xmlns:a16="http://schemas.microsoft.com/office/drawing/2014/main" id="{49C7BA64-67D6-292B-6912-550CBC90A422}"/>
                    </a:ext>
                  </a:extLst>
                </p:cNvPr>
                <p:cNvSpPr>
                  <a:spLocks noRot="1" noChangeAspect="1" noMove="1" noResize="1" noEditPoints="1" noAdjustHandles="1" noChangeArrowheads="1" noChangeShapeType="1" noTextEdit="1"/>
                </p:cNvSpPr>
                <p:nvPr/>
              </p:nvSpPr>
              <p:spPr>
                <a:xfrm>
                  <a:off x="1454240" y="4753713"/>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Isosceles Triangle 62">
                  <a:extLst>
                    <a:ext uri="{FF2B5EF4-FFF2-40B4-BE49-F238E27FC236}">
                      <a16:creationId xmlns:a16="http://schemas.microsoft.com/office/drawing/2014/main" id="{FF39DA8C-B895-101C-CF55-99795016CCBA}"/>
                    </a:ext>
                  </a:extLst>
                </p:cNvPr>
                <p:cNvSpPr/>
                <p:nvPr/>
              </p:nvSpPr>
              <p:spPr>
                <a:xfrm>
                  <a:off x="1792568" y="5484196"/>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63" name="Isosceles Triangle 62">
                  <a:extLst>
                    <a:ext uri="{FF2B5EF4-FFF2-40B4-BE49-F238E27FC236}">
                      <a16:creationId xmlns:a16="http://schemas.microsoft.com/office/drawing/2014/main" id="{FF39DA8C-B895-101C-CF55-99795016CCBA}"/>
                    </a:ext>
                  </a:extLst>
                </p:cNvPr>
                <p:cNvSpPr>
                  <a:spLocks noRot="1" noChangeAspect="1" noMove="1" noResize="1" noEditPoints="1" noAdjustHandles="1" noChangeArrowheads="1" noChangeShapeType="1" noTextEdit="1"/>
                </p:cNvSpPr>
                <p:nvPr/>
              </p:nvSpPr>
              <p:spPr>
                <a:xfrm>
                  <a:off x="1792568" y="5484196"/>
                  <a:ext cx="869999" cy="653951"/>
                </a:xfrm>
                <a:prstGeom prst="triangle">
                  <a:avLst/>
                </a:prstGeom>
                <a:blipFill>
                  <a:blip r:embed="rId15"/>
                  <a:stretch>
                    <a:fillRect b="-4545"/>
                  </a:stretch>
                </a:blipFill>
              </p:spPr>
              <p:txBody>
                <a:bodyPr/>
                <a:lstStyle/>
                <a:p>
                  <a:r>
                    <a:rPr lang="en-US">
                      <a:noFill/>
                    </a:rPr>
                    <a:t> </a:t>
                  </a:r>
                </a:p>
              </p:txBody>
            </p:sp>
          </mc:Fallback>
        </mc:AlternateContent>
        <p:cxnSp>
          <p:nvCxnSpPr>
            <p:cNvPr id="64" name="Straight Connector 63">
              <a:extLst>
                <a:ext uri="{FF2B5EF4-FFF2-40B4-BE49-F238E27FC236}">
                  <a16:creationId xmlns:a16="http://schemas.microsoft.com/office/drawing/2014/main" id="{6EF9D228-EBDD-4AE6-93FE-BA18C66B99A2}"/>
                </a:ext>
              </a:extLst>
            </p:cNvPr>
            <p:cNvCxnSpPr>
              <a:cxnSpLocks/>
              <a:stCxn id="59" idx="3"/>
              <a:endCxn id="31" idx="0"/>
            </p:cNvCxnSpPr>
            <p:nvPr/>
          </p:nvCxnSpPr>
          <p:spPr>
            <a:xfrm flipH="1">
              <a:off x="1352557" y="5276524"/>
              <a:ext cx="191383"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D9059CC-8849-ADB1-E738-A6B2C00EDEBD}"/>
                </a:ext>
              </a:extLst>
            </p:cNvPr>
            <p:cNvCxnSpPr>
              <a:cxnSpLocks/>
              <a:stCxn id="59" idx="5"/>
              <a:endCxn id="63" idx="0"/>
            </p:cNvCxnSpPr>
            <p:nvPr/>
          </p:nvCxnSpPr>
          <p:spPr>
            <a:xfrm>
              <a:off x="1977051" y="5276524"/>
              <a:ext cx="250517"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Oval 69">
                  <a:extLst>
                    <a:ext uri="{FF2B5EF4-FFF2-40B4-BE49-F238E27FC236}">
                      <a16:creationId xmlns:a16="http://schemas.microsoft.com/office/drawing/2014/main" id="{04B02F9E-1880-E493-E071-FE1CA912DC8E}"/>
                    </a:ext>
                  </a:extLst>
                </p:cNvPr>
                <p:cNvSpPr/>
                <p:nvPr/>
              </p:nvSpPr>
              <p:spPr>
                <a:xfrm>
                  <a:off x="1124643" y="6266604"/>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0" name="Oval 69">
                  <a:extLst>
                    <a:ext uri="{FF2B5EF4-FFF2-40B4-BE49-F238E27FC236}">
                      <a16:creationId xmlns:a16="http://schemas.microsoft.com/office/drawing/2014/main" id="{04B02F9E-1880-E493-E071-FE1CA912DC8E}"/>
                    </a:ext>
                  </a:extLst>
                </p:cNvPr>
                <p:cNvSpPr>
                  <a:spLocks noRot="1" noChangeAspect="1" noMove="1" noResize="1" noEditPoints="1" noAdjustHandles="1" noChangeArrowheads="1" noChangeShapeType="1" noTextEdit="1"/>
                </p:cNvSpPr>
                <p:nvPr/>
              </p:nvSpPr>
              <p:spPr>
                <a:xfrm>
                  <a:off x="1124643" y="6266604"/>
                  <a:ext cx="476146" cy="476146"/>
                </a:xfrm>
                <a:prstGeom prst="ellipse">
                  <a:avLst/>
                </a:prstGeom>
                <a:blipFill>
                  <a:blip r:embed="rId1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71" name="Straight Connector 70">
              <a:extLst>
                <a:ext uri="{FF2B5EF4-FFF2-40B4-BE49-F238E27FC236}">
                  <a16:creationId xmlns:a16="http://schemas.microsoft.com/office/drawing/2014/main" id="{2284A82A-4A90-A421-C3CD-653404692203}"/>
                </a:ext>
              </a:extLst>
            </p:cNvPr>
            <p:cNvCxnSpPr>
              <a:cxnSpLocks/>
              <a:stCxn id="70" idx="0"/>
              <a:endCxn id="31" idx="3"/>
            </p:cNvCxnSpPr>
            <p:nvPr/>
          </p:nvCxnSpPr>
          <p:spPr>
            <a:xfrm flipH="1" flipV="1">
              <a:off x="1352557" y="6138147"/>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Oval 75">
                  <a:extLst>
                    <a:ext uri="{FF2B5EF4-FFF2-40B4-BE49-F238E27FC236}">
                      <a16:creationId xmlns:a16="http://schemas.microsoft.com/office/drawing/2014/main" id="{44650BE5-1644-C668-066D-2B3D2096D59C}"/>
                    </a:ext>
                  </a:extLst>
                </p:cNvPr>
                <p:cNvSpPr/>
                <p:nvPr/>
              </p:nvSpPr>
              <p:spPr>
                <a:xfrm>
                  <a:off x="1984684" y="6269144"/>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6" name="Oval 75">
                  <a:extLst>
                    <a:ext uri="{FF2B5EF4-FFF2-40B4-BE49-F238E27FC236}">
                      <a16:creationId xmlns:a16="http://schemas.microsoft.com/office/drawing/2014/main" id="{44650BE5-1644-C668-066D-2B3D2096D59C}"/>
                    </a:ext>
                  </a:extLst>
                </p:cNvPr>
                <p:cNvSpPr>
                  <a:spLocks noRot="1" noChangeAspect="1" noMove="1" noResize="1" noEditPoints="1" noAdjustHandles="1" noChangeArrowheads="1" noChangeShapeType="1" noTextEdit="1"/>
                </p:cNvSpPr>
                <p:nvPr/>
              </p:nvSpPr>
              <p:spPr>
                <a:xfrm>
                  <a:off x="1984684" y="6269144"/>
                  <a:ext cx="476146" cy="476146"/>
                </a:xfrm>
                <a:prstGeom prst="ellipse">
                  <a:avLst/>
                </a:prstGeom>
                <a:blipFill>
                  <a:blip r:embed="rId1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77" name="Straight Connector 76">
              <a:extLst>
                <a:ext uri="{FF2B5EF4-FFF2-40B4-BE49-F238E27FC236}">
                  <a16:creationId xmlns:a16="http://schemas.microsoft.com/office/drawing/2014/main" id="{69F048E1-C759-B57C-AD51-051719B5F906}"/>
                </a:ext>
              </a:extLst>
            </p:cNvPr>
            <p:cNvCxnSpPr>
              <a:cxnSpLocks/>
              <a:stCxn id="76" idx="0"/>
              <a:endCxn id="63" idx="3"/>
            </p:cNvCxnSpPr>
            <p:nvPr/>
          </p:nvCxnSpPr>
          <p:spPr>
            <a:xfrm flipV="1">
              <a:off x="2222757" y="6138147"/>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7" name="Arrow: Right 56" descr="Because the portion of the tree that is too tall is the subtree rooted at the node c (the right-keft grandchild of the problem node), we first perform a right rotation on the node b (the right child of the problem node, c is its left child). ">
                <a:extLst>
                  <a:ext uri="{FF2B5EF4-FFF2-40B4-BE49-F238E27FC236}">
                    <a16:creationId xmlns:a16="http://schemas.microsoft.com/office/drawing/2014/main" id="{2579B664-35B2-8BC9-C7AE-59DC3F70286E}"/>
                  </a:ext>
                </a:extLst>
              </p:cNvPr>
              <p:cNvSpPr/>
              <p:nvPr/>
            </p:nvSpPr>
            <p:spPr>
              <a:xfrm>
                <a:off x="3025687" y="3743675"/>
                <a:ext cx="1213048"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Right at </a:t>
                </a:r>
                <a14:m>
                  <m:oMath xmlns:m="http://schemas.openxmlformats.org/officeDocument/2006/math">
                    <m:r>
                      <a:rPr lang="en-US" sz="1400" b="0" i="1" smtClean="0">
                        <a:latin typeface="Cambria Math" panose="02040503050406030204" pitchFamily="18" charset="0"/>
                      </a:rPr>
                      <m:t>𝑏</m:t>
                    </m:r>
                  </m:oMath>
                </a14:m>
                <a:endParaRPr lang="en-US" sz="1400" dirty="0"/>
              </a:p>
            </p:txBody>
          </p:sp>
        </mc:Choice>
        <mc:Fallback xmlns="">
          <p:sp>
            <p:nvSpPr>
              <p:cNvPr id="57" name="Arrow: Right 56" descr="Because the portion of the tree that is too tall is the subtree rooted at the node c (the right-keft grandchild of the problem node), we first perform a right rotation on the node b (the right child of the problem node, c is its left child). ">
                <a:extLst>
                  <a:ext uri="{FF2B5EF4-FFF2-40B4-BE49-F238E27FC236}">
                    <a16:creationId xmlns:a16="http://schemas.microsoft.com/office/drawing/2014/main" id="{2579B664-35B2-8BC9-C7AE-59DC3F70286E}"/>
                  </a:ext>
                </a:extLst>
              </p:cNvPr>
              <p:cNvSpPr>
                <a:spLocks noRot="1" noChangeAspect="1" noMove="1" noResize="1" noEditPoints="1" noAdjustHandles="1" noChangeArrowheads="1" noChangeShapeType="1" noTextEdit="1"/>
              </p:cNvSpPr>
              <p:nvPr/>
            </p:nvSpPr>
            <p:spPr>
              <a:xfrm>
                <a:off x="3025687" y="3743675"/>
                <a:ext cx="1213048" cy="1105505"/>
              </a:xfrm>
              <a:prstGeom prst="rightArrow">
                <a:avLst/>
              </a:prstGeom>
              <a:blipFill>
                <a:blip r:embed="rId18"/>
                <a:stretch>
                  <a:fillRect/>
                </a:stretch>
              </a:blipFill>
            </p:spPr>
            <p:txBody>
              <a:bodyPr/>
              <a:lstStyle/>
              <a:p>
                <a:r>
                  <a:rPr lang="en-US">
                    <a:noFill/>
                  </a:rPr>
                  <a:t> </a:t>
                </a:r>
              </a:p>
            </p:txBody>
          </p:sp>
        </mc:Fallback>
      </mc:AlternateContent>
      <p:grpSp>
        <p:nvGrpSpPr>
          <p:cNvPr id="75" name="Group 74" descr="An illustration of a right-left rotation. This is an intermediate stage.&#10;&#10;After the right rotation, c (previously the left child of b) becomes the new right child of a, b (previously the right child of a) becomes the right child of c, and the subtree y (previously the right subtree of c) becomes the left subtree of b.&#10;&#10;The overall effect of the rotation is that we lifted up the node c along with its left subtree (x) while lowering the node b along with its right subtree (z). The right subtree of c (y) becomes the left subtree of b, and its depth in the tree remains unchanged.&#10;&#10;At this point the tree is still not balanced, and the problem node is still 9, but its now in a shape that can be fixed with a right rotation.">
            <a:extLst>
              <a:ext uri="{FF2B5EF4-FFF2-40B4-BE49-F238E27FC236}">
                <a16:creationId xmlns:a16="http://schemas.microsoft.com/office/drawing/2014/main" id="{A77DECA6-C80C-5701-7DE1-06AC88937B23}"/>
              </a:ext>
            </a:extLst>
          </p:cNvPr>
          <p:cNvGrpSpPr/>
          <p:nvPr/>
        </p:nvGrpSpPr>
        <p:grpSpPr>
          <a:xfrm>
            <a:off x="4114944" y="3281195"/>
            <a:ext cx="3755568" cy="3442284"/>
            <a:chOff x="4183702" y="3313028"/>
            <a:chExt cx="3755568" cy="3442284"/>
          </a:xfrm>
        </p:grpSpPr>
        <mc:AlternateContent xmlns:mc="http://schemas.openxmlformats.org/markup-compatibility/2006" xmlns:a14="http://schemas.microsoft.com/office/drawing/2010/main">
          <mc:Choice Requires="a14">
            <p:sp>
              <p:nvSpPr>
                <p:cNvPr id="135" name="Oval 134">
                  <a:extLst>
                    <a:ext uri="{FF2B5EF4-FFF2-40B4-BE49-F238E27FC236}">
                      <a16:creationId xmlns:a16="http://schemas.microsoft.com/office/drawing/2014/main" id="{8F809D24-0EA0-AD2C-8CCB-3BC5F24F7F26}"/>
                    </a:ext>
                  </a:extLst>
                </p:cNvPr>
                <p:cNvSpPr/>
                <p:nvPr/>
              </p:nvSpPr>
              <p:spPr>
                <a:xfrm>
                  <a:off x="5199860" y="361483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35" name="Oval 134">
                  <a:extLst>
                    <a:ext uri="{FF2B5EF4-FFF2-40B4-BE49-F238E27FC236}">
                      <a16:creationId xmlns:a16="http://schemas.microsoft.com/office/drawing/2014/main" id="{8F809D24-0EA0-AD2C-8CCB-3BC5F24F7F26}"/>
                    </a:ext>
                  </a:extLst>
                </p:cNvPr>
                <p:cNvSpPr>
                  <a:spLocks noRot="1" noChangeAspect="1" noMove="1" noResize="1" noEditPoints="1" noAdjustHandles="1" noChangeArrowheads="1" noChangeShapeType="1" noTextEdit="1"/>
                </p:cNvSpPr>
                <p:nvPr/>
              </p:nvSpPr>
              <p:spPr>
                <a:xfrm>
                  <a:off x="5199860" y="3614836"/>
                  <a:ext cx="612511" cy="612511"/>
                </a:xfrm>
                <a:prstGeom prst="ellipse">
                  <a:avLst/>
                </a:prstGeom>
                <a:blipFill>
                  <a:blip r:embed="rId3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Isosceles Triangle 135">
                  <a:extLst>
                    <a:ext uri="{FF2B5EF4-FFF2-40B4-BE49-F238E27FC236}">
                      <a16:creationId xmlns:a16="http://schemas.microsoft.com/office/drawing/2014/main" id="{35B1F3D4-194F-7932-CA70-04F0AC1A5EC5}"/>
                    </a:ext>
                  </a:extLst>
                </p:cNvPr>
                <p:cNvSpPr/>
                <p:nvPr/>
              </p:nvSpPr>
              <p:spPr>
                <a:xfrm>
                  <a:off x="4183702" y="4289248"/>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36" name="Isosceles Triangle 135">
                  <a:extLst>
                    <a:ext uri="{FF2B5EF4-FFF2-40B4-BE49-F238E27FC236}">
                      <a16:creationId xmlns:a16="http://schemas.microsoft.com/office/drawing/2014/main" id="{35B1F3D4-194F-7932-CA70-04F0AC1A5EC5}"/>
                    </a:ext>
                  </a:extLst>
                </p:cNvPr>
                <p:cNvSpPr>
                  <a:spLocks noRot="1" noChangeAspect="1" noMove="1" noResize="1" noEditPoints="1" noAdjustHandles="1" noChangeArrowheads="1" noChangeShapeType="1" noTextEdit="1"/>
                </p:cNvSpPr>
                <p:nvPr/>
              </p:nvSpPr>
              <p:spPr>
                <a:xfrm>
                  <a:off x="4183702" y="4289248"/>
                  <a:ext cx="1084977" cy="1204653"/>
                </a:xfrm>
                <a:prstGeom prst="triangle">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Oval 136">
                  <a:extLst>
                    <a:ext uri="{FF2B5EF4-FFF2-40B4-BE49-F238E27FC236}">
                      <a16:creationId xmlns:a16="http://schemas.microsoft.com/office/drawing/2014/main" id="{6E235EB5-4F7E-74E6-B4C2-3E1AE8911C19}"/>
                    </a:ext>
                  </a:extLst>
                </p:cNvPr>
                <p:cNvSpPr/>
                <p:nvPr/>
              </p:nvSpPr>
              <p:spPr>
                <a:xfrm>
                  <a:off x="6102674" y="41112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37" name="Oval 136">
                  <a:extLst>
                    <a:ext uri="{FF2B5EF4-FFF2-40B4-BE49-F238E27FC236}">
                      <a16:creationId xmlns:a16="http://schemas.microsoft.com/office/drawing/2014/main" id="{6E235EB5-4F7E-74E6-B4C2-3E1AE8911C19}"/>
                    </a:ext>
                  </a:extLst>
                </p:cNvPr>
                <p:cNvSpPr>
                  <a:spLocks noRot="1" noChangeAspect="1" noMove="1" noResize="1" noEditPoints="1" noAdjustHandles="1" noChangeArrowheads="1" noChangeShapeType="1" noTextEdit="1"/>
                </p:cNvSpPr>
                <p:nvPr/>
              </p:nvSpPr>
              <p:spPr>
                <a:xfrm>
                  <a:off x="6102674" y="4111293"/>
                  <a:ext cx="612511" cy="612511"/>
                </a:xfrm>
                <a:prstGeom prst="ellipse">
                  <a:avLst/>
                </a:prstGeom>
                <a:blipFill>
                  <a:blip r:embed="rId3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9" name="Isosceles Triangle 138">
                  <a:extLst>
                    <a:ext uri="{FF2B5EF4-FFF2-40B4-BE49-F238E27FC236}">
                      <a16:creationId xmlns:a16="http://schemas.microsoft.com/office/drawing/2014/main" id="{9D516006-D536-C9F5-D25D-D09AD7CBA374}"/>
                    </a:ext>
                  </a:extLst>
                </p:cNvPr>
                <p:cNvSpPr/>
                <p:nvPr/>
              </p:nvSpPr>
              <p:spPr>
                <a:xfrm>
                  <a:off x="6863519" y="5486122"/>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139" name="Isosceles Triangle 138">
                  <a:extLst>
                    <a:ext uri="{FF2B5EF4-FFF2-40B4-BE49-F238E27FC236}">
                      <a16:creationId xmlns:a16="http://schemas.microsoft.com/office/drawing/2014/main" id="{9D516006-D536-C9F5-D25D-D09AD7CBA374}"/>
                    </a:ext>
                  </a:extLst>
                </p:cNvPr>
                <p:cNvSpPr>
                  <a:spLocks noRot="1" noChangeAspect="1" noMove="1" noResize="1" noEditPoints="1" noAdjustHandles="1" noChangeArrowheads="1" noChangeShapeType="1" noTextEdit="1"/>
                </p:cNvSpPr>
                <p:nvPr/>
              </p:nvSpPr>
              <p:spPr>
                <a:xfrm>
                  <a:off x="6863519" y="5486122"/>
                  <a:ext cx="1075751" cy="1237660"/>
                </a:xfrm>
                <a:prstGeom prst="triangle">
                  <a:avLst/>
                </a:prstGeom>
                <a:blipFill>
                  <a:blip r:embed="rId36"/>
                  <a:stretch>
                    <a:fillRect/>
                  </a:stretch>
                </a:blipFill>
              </p:spPr>
              <p:txBody>
                <a:bodyPr/>
                <a:lstStyle/>
                <a:p>
                  <a:r>
                    <a:rPr lang="en-US">
                      <a:noFill/>
                    </a:rPr>
                    <a:t> </a:t>
                  </a:r>
                </a:p>
              </p:txBody>
            </p:sp>
          </mc:Fallback>
        </mc:AlternateContent>
        <p:cxnSp>
          <p:nvCxnSpPr>
            <p:cNvPr id="140" name="Straight Connector 139">
              <a:extLst>
                <a:ext uri="{FF2B5EF4-FFF2-40B4-BE49-F238E27FC236}">
                  <a16:creationId xmlns:a16="http://schemas.microsoft.com/office/drawing/2014/main" id="{9D174F5B-EC74-7DF2-ABEF-633091780687}"/>
                </a:ext>
              </a:extLst>
            </p:cNvPr>
            <p:cNvCxnSpPr>
              <a:cxnSpLocks/>
              <a:stCxn id="137" idx="5"/>
              <a:endCxn id="159" idx="1"/>
            </p:cNvCxnSpPr>
            <p:nvPr/>
          </p:nvCxnSpPr>
          <p:spPr>
            <a:xfrm>
              <a:off x="6625485" y="4634104"/>
              <a:ext cx="151335" cy="1869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360C68CB-DC8A-D45B-E834-15874F4A15CE}"/>
                </a:ext>
              </a:extLst>
            </p:cNvPr>
            <p:cNvCxnSpPr>
              <a:cxnSpLocks/>
              <a:stCxn id="137" idx="1"/>
              <a:endCxn id="135" idx="5"/>
            </p:cNvCxnSpPr>
            <p:nvPr/>
          </p:nvCxnSpPr>
          <p:spPr>
            <a:xfrm flipH="1" flipV="1">
              <a:off x="5722671" y="4137647"/>
              <a:ext cx="469703" cy="633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1D349555-8247-C1D8-969C-2A99C7630775}"/>
                </a:ext>
              </a:extLst>
            </p:cNvPr>
            <p:cNvCxnSpPr>
              <a:cxnSpLocks/>
              <a:stCxn id="139" idx="0"/>
              <a:endCxn id="159" idx="5"/>
            </p:cNvCxnSpPr>
            <p:nvPr/>
          </p:nvCxnSpPr>
          <p:spPr>
            <a:xfrm flipH="1" flipV="1">
              <a:off x="7209931" y="5254194"/>
              <a:ext cx="191464" cy="2319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88B2D769-7FC5-E189-559D-256522242E9C}"/>
                    </a:ext>
                  </a:extLst>
                </p:cNvPr>
                <p:cNvSpPr txBox="1"/>
                <p:nvPr/>
              </p:nvSpPr>
              <p:spPr>
                <a:xfrm>
                  <a:off x="4356795" y="414015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4" name="TextBox 143">
                  <a:extLst>
                    <a:ext uri="{FF2B5EF4-FFF2-40B4-BE49-F238E27FC236}">
                      <a16:creationId xmlns:a16="http://schemas.microsoft.com/office/drawing/2014/main" id="{88B2D769-7FC5-E189-559D-256522242E9C}"/>
                    </a:ext>
                  </a:extLst>
                </p:cNvPr>
                <p:cNvSpPr txBox="1">
                  <a:spLocks noRot="1" noChangeAspect="1" noMove="1" noResize="1" noEditPoints="1" noAdjustHandles="1" noChangeArrowheads="1" noChangeShapeType="1" noTextEdit="1"/>
                </p:cNvSpPr>
                <p:nvPr/>
              </p:nvSpPr>
              <p:spPr>
                <a:xfrm>
                  <a:off x="4356795" y="4140155"/>
                  <a:ext cx="369781" cy="369332"/>
                </a:xfrm>
                <a:prstGeom prst="rect">
                  <a:avLst/>
                </a:prstGeom>
                <a:blipFill>
                  <a:blip r:embed="rId3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6" name="TextBox 145">
                  <a:extLst>
                    <a:ext uri="{FF2B5EF4-FFF2-40B4-BE49-F238E27FC236}">
                      <a16:creationId xmlns:a16="http://schemas.microsoft.com/office/drawing/2014/main" id="{1226F12A-73C3-A545-8A6A-1FB7371A4210}"/>
                    </a:ext>
                  </a:extLst>
                </p:cNvPr>
                <p:cNvSpPr txBox="1"/>
                <p:nvPr/>
              </p:nvSpPr>
              <p:spPr>
                <a:xfrm>
                  <a:off x="5467770" y="421517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146" name="TextBox 145">
                  <a:extLst>
                    <a:ext uri="{FF2B5EF4-FFF2-40B4-BE49-F238E27FC236}">
                      <a16:creationId xmlns:a16="http://schemas.microsoft.com/office/drawing/2014/main" id="{1226F12A-73C3-A545-8A6A-1FB7371A4210}"/>
                    </a:ext>
                  </a:extLst>
                </p:cNvPr>
                <p:cNvSpPr txBox="1">
                  <a:spLocks noRot="1" noChangeAspect="1" noMove="1" noResize="1" noEditPoints="1" noAdjustHandles="1" noChangeArrowheads="1" noChangeShapeType="1" noTextEdit="1"/>
                </p:cNvSpPr>
                <p:nvPr/>
              </p:nvSpPr>
              <p:spPr>
                <a:xfrm>
                  <a:off x="5467770" y="4215176"/>
                  <a:ext cx="773738" cy="369332"/>
                </a:xfrm>
                <a:prstGeom prst="rect">
                  <a:avLst/>
                </a:prstGeom>
                <a:blipFill>
                  <a:blip r:embed="rId3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E7DDC433-A39C-9D72-0893-3EE12F71DF52}"/>
                    </a:ext>
                  </a:extLst>
                </p:cNvPr>
                <p:cNvSpPr txBox="1"/>
                <p:nvPr/>
              </p:nvSpPr>
              <p:spPr>
                <a:xfrm>
                  <a:off x="5270538" y="3313028"/>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147" name="TextBox 146">
                  <a:extLst>
                    <a:ext uri="{FF2B5EF4-FFF2-40B4-BE49-F238E27FC236}">
                      <a16:creationId xmlns:a16="http://schemas.microsoft.com/office/drawing/2014/main" id="{E7DDC433-A39C-9D72-0893-3EE12F71DF52}"/>
                    </a:ext>
                  </a:extLst>
                </p:cNvPr>
                <p:cNvSpPr txBox="1">
                  <a:spLocks noRot="1" noChangeAspect="1" noMove="1" noResize="1" noEditPoints="1" noAdjustHandles="1" noChangeArrowheads="1" noChangeShapeType="1" noTextEdit="1"/>
                </p:cNvSpPr>
                <p:nvPr/>
              </p:nvSpPr>
              <p:spPr>
                <a:xfrm>
                  <a:off x="5270538" y="3313028"/>
                  <a:ext cx="773738" cy="369332"/>
                </a:xfrm>
                <a:prstGeom prst="rect">
                  <a:avLst/>
                </a:prstGeom>
                <a:blipFill>
                  <a:blip r:embed="rId3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0D538E86-780E-3019-582B-FDB16AE9B559}"/>
                    </a:ext>
                  </a:extLst>
                </p:cNvPr>
                <p:cNvSpPr txBox="1"/>
                <p:nvPr/>
              </p:nvSpPr>
              <p:spPr>
                <a:xfrm>
                  <a:off x="7043103" y="53445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8" name="TextBox 147">
                  <a:extLst>
                    <a:ext uri="{FF2B5EF4-FFF2-40B4-BE49-F238E27FC236}">
                      <a16:creationId xmlns:a16="http://schemas.microsoft.com/office/drawing/2014/main" id="{0D538E86-780E-3019-582B-FDB16AE9B559}"/>
                    </a:ext>
                  </a:extLst>
                </p:cNvPr>
                <p:cNvSpPr txBox="1">
                  <a:spLocks noRot="1" noChangeAspect="1" noMove="1" noResize="1" noEditPoints="1" noAdjustHandles="1" noChangeArrowheads="1" noChangeShapeType="1" noTextEdit="1"/>
                </p:cNvSpPr>
                <p:nvPr/>
              </p:nvSpPr>
              <p:spPr>
                <a:xfrm>
                  <a:off x="7043103" y="5344545"/>
                  <a:ext cx="369781" cy="369332"/>
                </a:xfrm>
                <a:prstGeom prst="rect">
                  <a:avLst/>
                </a:prstGeom>
                <a:blipFill>
                  <a:blip r:embed="rId40"/>
                  <a:stretch>
                    <a:fillRect/>
                  </a:stretch>
                </a:blipFill>
              </p:spPr>
              <p:txBody>
                <a:bodyPr/>
                <a:lstStyle/>
                <a:p>
                  <a:r>
                    <a:rPr lang="en-US">
                      <a:noFill/>
                    </a:rPr>
                    <a:t> </a:t>
                  </a:r>
                </a:p>
              </p:txBody>
            </p:sp>
          </mc:Fallback>
        </mc:AlternateContent>
        <p:grpSp>
          <p:nvGrpSpPr>
            <p:cNvPr id="158" name="Group 157">
              <a:extLst>
                <a:ext uri="{FF2B5EF4-FFF2-40B4-BE49-F238E27FC236}">
                  <a16:creationId xmlns:a16="http://schemas.microsoft.com/office/drawing/2014/main" id="{B8816186-073F-043E-FC13-8FAA2A388594}"/>
                </a:ext>
              </a:extLst>
            </p:cNvPr>
            <p:cNvGrpSpPr/>
            <p:nvPr/>
          </p:nvGrpSpPr>
          <p:grpSpPr>
            <a:xfrm>
              <a:off x="5444564" y="4879593"/>
              <a:ext cx="869999" cy="1258554"/>
              <a:chOff x="7671946" y="5192984"/>
              <a:chExt cx="869999" cy="1258554"/>
            </a:xfrm>
          </p:grpSpPr>
          <mc:AlternateContent xmlns:mc="http://schemas.openxmlformats.org/markup-compatibility/2006" xmlns:a14="http://schemas.microsoft.com/office/drawing/2010/main">
            <mc:Choice Requires="a14">
              <p:sp>
                <p:nvSpPr>
                  <p:cNvPr id="138" name="Isosceles Triangle 137">
                    <a:extLst>
                      <a:ext uri="{FF2B5EF4-FFF2-40B4-BE49-F238E27FC236}">
                        <a16:creationId xmlns:a16="http://schemas.microsoft.com/office/drawing/2014/main" id="{74A22E81-AB42-2FE9-9E89-350215CFD416}"/>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38" name="Isosceles Triangle 137">
                    <a:extLst>
                      <a:ext uri="{FF2B5EF4-FFF2-40B4-BE49-F238E27FC236}">
                        <a16:creationId xmlns:a16="http://schemas.microsoft.com/office/drawing/2014/main" id="{74A22E81-AB42-2FE9-9E89-350215CFD416}"/>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4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 name="Oval 152">
                    <a:extLst>
                      <a:ext uri="{FF2B5EF4-FFF2-40B4-BE49-F238E27FC236}">
                        <a16:creationId xmlns:a16="http://schemas.microsoft.com/office/drawing/2014/main" id="{C9792623-4F10-6F7E-FC1A-66157314FC92}"/>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3" name="Oval 152">
                    <a:extLst>
                      <a:ext uri="{FF2B5EF4-FFF2-40B4-BE49-F238E27FC236}">
                        <a16:creationId xmlns:a16="http://schemas.microsoft.com/office/drawing/2014/main" id="{C9792623-4F10-6F7E-FC1A-66157314FC92}"/>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42"/>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54" name="Straight Connector 153">
                <a:extLst>
                  <a:ext uri="{FF2B5EF4-FFF2-40B4-BE49-F238E27FC236}">
                    <a16:creationId xmlns:a16="http://schemas.microsoft.com/office/drawing/2014/main" id="{F1E1B38D-B8F5-89BD-8822-57A80C5777D7}"/>
                  </a:ext>
                </a:extLst>
              </p:cNvPr>
              <p:cNvCxnSpPr>
                <a:cxnSpLocks/>
                <a:stCxn id="153" idx="0"/>
                <a:endCxn id="138"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7" name="Group 156">
              <a:extLst>
                <a:ext uri="{FF2B5EF4-FFF2-40B4-BE49-F238E27FC236}">
                  <a16:creationId xmlns:a16="http://schemas.microsoft.com/office/drawing/2014/main" id="{3F3ADB01-DD8A-7E18-1091-482C3EF244C6}"/>
                </a:ext>
              </a:extLst>
            </p:cNvPr>
            <p:cNvGrpSpPr/>
            <p:nvPr/>
          </p:nvGrpSpPr>
          <p:grpSpPr>
            <a:xfrm>
              <a:off x="6130081" y="5494218"/>
              <a:ext cx="869999" cy="1261094"/>
              <a:chOff x="6540271" y="4283732"/>
              <a:chExt cx="869999" cy="1261094"/>
            </a:xfrm>
          </p:grpSpPr>
          <mc:AlternateContent xmlns:mc="http://schemas.openxmlformats.org/markup-compatibility/2006" xmlns:a14="http://schemas.microsoft.com/office/drawing/2010/main">
            <mc:Choice Requires="a14">
              <p:sp>
                <p:nvSpPr>
                  <p:cNvPr id="150" name="Isosceles Triangle 149">
                    <a:extLst>
                      <a:ext uri="{FF2B5EF4-FFF2-40B4-BE49-F238E27FC236}">
                        <a16:creationId xmlns:a16="http://schemas.microsoft.com/office/drawing/2014/main" id="{DA48F5F6-29AE-2B9B-C661-FC0F9D14E43E}"/>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50" name="Isosceles Triangle 149">
                    <a:extLst>
                      <a:ext uri="{FF2B5EF4-FFF2-40B4-BE49-F238E27FC236}">
                        <a16:creationId xmlns:a16="http://schemas.microsoft.com/office/drawing/2014/main" id="{DA48F5F6-29AE-2B9B-C661-FC0F9D14E43E}"/>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43"/>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5" name="Oval 154">
                    <a:extLst>
                      <a:ext uri="{FF2B5EF4-FFF2-40B4-BE49-F238E27FC236}">
                        <a16:creationId xmlns:a16="http://schemas.microsoft.com/office/drawing/2014/main" id="{FA2F515E-F9F8-11B1-7B8F-6B879A34E224}"/>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5" name="Oval 154">
                    <a:extLst>
                      <a:ext uri="{FF2B5EF4-FFF2-40B4-BE49-F238E27FC236}">
                        <a16:creationId xmlns:a16="http://schemas.microsoft.com/office/drawing/2014/main" id="{FA2F515E-F9F8-11B1-7B8F-6B879A34E224}"/>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44"/>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56" name="Straight Connector 155">
                <a:extLst>
                  <a:ext uri="{FF2B5EF4-FFF2-40B4-BE49-F238E27FC236}">
                    <a16:creationId xmlns:a16="http://schemas.microsoft.com/office/drawing/2014/main" id="{0972C351-F425-B44E-0B07-B669029C0077}"/>
                  </a:ext>
                </a:extLst>
              </p:cNvPr>
              <p:cNvCxnSpPr>
                <a:cxnSpLocks/>
                <a:stCxn id="155" idx="0"/>
                <a:endCxn id="150"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9" name="Oval 158">
                  <a:extLst>
                    <a:ext uri="{FF2B5EF4-FFF2-40B4-BE49-F238E27FC236}">
                      <a16:creationId xmlns:a16="http://schemas.microsoft.com/office/drawing/2014/main" id="{C665C09B-FCE3-FD4E-BB9E-596B4AC626E5}"/>
                    </a:ext>
                  </a:extLst>
                </p:cNvPr>
                <p:cNvSpPr/>
                <p:nvPr/>
              </p:nvSpPr>
              <p:spPr>
                <a:xfrm>
                  <a:off x="6687120" y="473138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59" name="Oval 158">
                  <a:extLst>
                    <a:ext uri="{FF2B5EF4-FFF2-40B4-BE49-F238E27FC236}">
                      <a16:creationId xmlns:a16="http://schemas.microsoft.com/office/drawing/2014/main" id="{C665C09B-FCE3-FD4E-BB9E-596B4AC626E5}"/>
                    </a:ext>
                  </a:extLst>
                </p:cNvPr>
                <p:cNvSpPr>
                  <a:spLocks noRot="1" noChangeAspect="1" noMove="1" noResize="1" noEditPoints="1" noAdjustHandles="1" noChangeArrowheads="1" noChangeShapeType="1" noTextEdit="1"/>
                </p:cNvSpPr>
                <p:nvPr/>
              </p:nvSpPr>
              <p:spPr>
                <a:xfrm>
                  <a:off x="6687120" y="4731383"/>
                  <a:ext cx="612511" cy="612511"/>
                </a:xfrm>
                <a:prstGeom prst="ellipse">
                  <a:avLst/>
                </a:prstGeom>
                <a:blipFill>
                  <a:blip r:embed="rId4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680E6224-B30D-AB0B-1DD3-2319A9852042}"/>
                    </a:ext>
                  </a:extLst>
                </p:cNvPr>
                <p:cNvSpPr txBox="1"/>
                <p:nvPr/>
              </p:nvSpPr>
              <p:spPr>
                <a:xfrm>
                  <a:off x="6076964" y="4826344"/>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168" name="TextBox 167">
                  <a:extLst>
                    <a:ext uri="{FF2B5EF4-FFF2-40B4-BE49-F238E27FC236}">
                      <a16:creationId xmlns:a16="http://schemas.microsoft.com/office/drawing/2014/main" id="{680E6224-B30D-AB0B-1DD3-2319A9852042}"/>
                    </a:ext>
                  </a:extLst>
                </p:cNvPr>
                <p:cNvSpPr txBox="1">
                  <a:spLocks noRot="1" noChangeAspect="1" noMove="1" noResize="1" noEditPoints="1" noAdjustHandles="1" noChangeArrowheads="1" noChangeShapeType="1" noTextEdit="1"/>
                </p:cNvSpPr>
                <p:nvPr/>
              </p:nvSpPr>
              <p:spPr>
                <a:xfrm>
                  <a:off x="6076964" y="4826344"/>
                  <a:ext cx="773738" cy="369332"/>
                </a:xfrm>
                <a:prstGeom prst="rect">
                  <a:avLst/>
                </a:prstGeom>
                <a:blipFill>
                  <a:blip r:embed="rId4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5AD35802-B314-EB92-AE84-8AE7647C1D0C}"/>
                </a:ext>
              </a:extLst>
            </p:cNvPr>
            <p:cNvCxnSpPr>
              <a:cxnSpLocks/>
              <a:stCxn id="159" idx="3"/>
              <a:endCxn id="150" idx="0"/>
            </p:cNvCxnSpPr>
            <p:nvPr/>
          </p:nvCxnSpPr>
          <p:spPr>
            <a:xfrm flipH="1">
              <a:off x="6565081" y="5254194"/>
              <a:ext cx="211739" cy="240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CBED269-3ABC-4229-FFCC-10436A813B7C}"/>
                </a:ext>
              </a:extLst>
            </p:cNvPr>
            <p:cNvCxnSpPr>
              <a:cxnSpLocks/>
              <a:stCxn id="137" idx="3"/>
              <a:endCxn id="138" idx="0"/>
            </p:cNvCxnSpPr>
            <p:nvPr/>
          </p:nvCxnSpPr>
          <p:spPr>
            <a:xfrm flipH="1">
              <a:off x="5879564" y="4634104"/>
              <a:ext cx="312810" cy="2454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8AE3F03-F6A8-38DC-86AA-AF599D392549}"/>
                </a:ext>
              </a:extLst>
            </p:cNvPr>
            <p:cNvCxnSpPr>
              <a:cxnSpLocks/>
              <a:stCxn id="136" idx="0"/>
              <a:endCxn id="135" idx="3"/>
            </p:cNvCxnSpPr>
            <p:nvPr/>
          </p:nvCxnSpPr>
          <p:spPr>
            <a:xfrm flipV="1">
              <a:off x="4726191" y="4137647"/>
              <a:ext cx="563369" cy="151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15" name="Arrow: Right 214" descr="Finally we do a left rotation at the problem node a.">
                <a:extLst>
                  <a:ext uri="{FF2B5EF4-FFF2-40B4-BE49-F238E27FC236}">
                    <a16:creationId xmlns:a16="http://schemas.microsoft.com/office/drawing/2014/main" id="{2DAE4AAD-4DCC-1580-C1EC-074617400EC7}"/>
                  </a:ext>
                </a:extLst>
              </p:cNvPr>
              <p:cNvSpPr/>
              <p:nvPr/>
            </p:nvSpPr>
            <p:spPr>
              <a:xfrm>
                <a:off x="7072247" y="3750990"/>
                <a:ext cx="1240599"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Left at </a:t>
                </a:r>
                <a14:m>
                  <m:oMath xmlns:m="http://schemas.openxmlformats.org/officeDocument/2006/math">
                    <m:r>
                      <a:rPr lang="en-US" sz="1400" b="0" i="1" smtClean="0">
                        <a:latin typeface="Cambria Math" panose="02040503050406030204" pitchFamily="18" charset="0"/>
                      </a:rPr>
                      <m:t>𝑎</m:t>
                    </m:r>
                  </m:oMath>
                </a14:m>
                <a:endParaRPr lang="en-US" sz="1400" dirty="0"/>
              </a:p>
            </p:txBody>
          </p:sp>
        </mc:Choice>
        <mc:Fallback xmlns="">
          <p:sp>
            <p:nvSpPr>
              <p:cNvPr id="215" name="Arrow: Right 214" descr="Finally we do a left rotation at the problem node a.">
                <a:extLst>
                  <a:ext uri="{FF2B5EF4-FFF2-40B4-BE49-F238E27FC236}">
                    <a16:creationId xmlns:a16="http://schemas.microsoft.com/office/drawing/2014/main" id="{2DAE4AAD-4DCC-1580-C1EC-074617400EC7}"/>
                  </a:ext>
                </a:extLst>
              </p:cNvPr>
              <p:cNvSpPr>
                <a:spLocks noRot="1" noChangeAspect="1" noMove="1" noResize="1" noEditPoints="1" noAdjustHandles="1" noChangeArrowheads="1" noChangeShapeType="1" noTextEdit="1"/>
              </p:cNvSpPr>
              <p:nvPr/>
            </p:nvSpPr>
            <p:spPr>
              <a:xfrm>
                <a:off x="7072247" y="3750990"/>
                <a:ext cx="1240599" cy="1105505"/>
              </a:xfrm>
              <a:prstGeom prst="rightArrow">
                <a:avLst/>
              </a:prstGeom>
              <a:blipFill>
                <a:blip r:embed="rId47"/>
                <a:stretch>
                  <a:fillRect/>
                </a:stretch>
              </a:blipFill>
            </p:spPr>
            <p:txBody>
              <a:bodyPr/>
              <a:lstStyle/>
              <a:p>
                <a:r>
                  <a:rPr lang="en-US">
                    <a:noFill/>
                  </a:rPr>
                  <a:t> </a:t>
                </a:r>
              </a:p>
            </p:txBody>
          </p:sp>
        </mc:Fallback>
      </mc:AlternateContent>
      <p:grpSp>
        <p:nvGrpSpPr>
          <p:cNvPr id="213" name="Group 212" descr="An illustration of a right-left rotation. This is the after image.&#10;&#10;&#10;After performing a left rotation the node c becomes the root of the tree. The left child of c is the node a (the former root), and the right child of c is unchanged from the intermediate step. The right subtree of a is x (the former left subtree of c), and the left subtree of a is unchanged. At this point the left and right subtrees of c both have height h+1, and so the tree is finally balanced.">
            <a:extLst>
              <a:ext uri="{FF2B5EF4-FFF2-40B4-BE49-F238E27FC236}">
                <a16:creationId xmlns:a16="http://schemas.microsoft.com/office/drawing/2014/main" id="{E5E38041-E10B-4A4D-A3C2-68BEEB799918}"/>
              </a:ext>
            </a:extLst>
          </p:cNvPr>
          <p:cNvGrpSpPr/>
          <p:nvPr/>
        </p:nvGrpSpPr>
        <p:grpSpPr>
          <a:xfrm>
            <a:off x="8270097" y="3441735"/>
            <a:ext cx="3918102" cy="2771603"/>
            <a:chOff x="8140409" y="588651"/>
            <a:chExt cx="3918102" cy="2771603"/>
          </a:xfrm>
        </p:grpSpPr>
        <mc:AlternateContent xmlns:mc="http://schemas.openxmlformats.org/markup-compatibility/2006" xmlns:a14="http://schemas.microsoft.com/office/drawing/2010/main">
          <mc:Choice Requires="a14">
            <p:sp>
              <p:nvSpPr>
                <p:cNvPr id="170" name="Isosceles Triangle 169">
                  <a:extLst>
                    <a:ext uri="{FF2B5EF4-FFF2-40B4-BE49-F238E27FC236}">
                      <a16:creationId xmlns:a16="http://schemas.microsoft.com/office/drawing/2014/main" id="{C25823D2-DAC3-871C-723F-191069584EC5}"/>
                    </a:ext>
                  </a:extLst>
                </p:cNvPr>
                <p:cNvSpPr/>
                <p:nvPr/>
              </p:nvSpPr>
              <p:spPr>
                <a:xfrm>
                  <a:off x="8140409" y="2112531"/>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70" name="Isosceles Triangle 169">
                  <a:extLst>
                    <a:ext uri="{FF2B5EF4-FFF2-40B4-BE49-F238E27FC236}">
                      <a16:creationId xmlns:a16="http://schemas.microsoft.com/office/drawing/2014/main" id="{C25823D2-DAC3-871C-723F-191069584EC5}"/>
                    </a:ext>
                  </a:extLst>
                </p:cNvPr>
                <p:cNvSpPr>
                  <a:spLocks noRot="1" noChangeAspect="1" noMove="1" noResize="1" noEditPoints="1" noAdjustHandles="1" noChangeArrowheads="1" noChangeShapeType="1" noTextEdit="1"/>
                </p:cNvSpPr>
                <p:nvPr/>
              </p:nvSpPr>
              <p:spPr>
                <a:xfrm>
                  <a:off x="8140409" y="2112531"/>
                  <a:ext cx="1084977" cy="1204653"/>
                </a:xfrm>
                <a:prstGeom prst="triangle">
                  <a:avLst/>
                </a:prstGeom>
                <a:blipFill>
                  <a:blip r:embed="rId4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1" name="TextBox 170">
                  <a:extLst>
                    <a:ext uri="{FF2B5EF4-FFF2-40B4-BE49-F238E27FC236}">
                      <a16:creationId xmlns:a16="http://schemas.microsoft.com/office/drawing/2014/main" id="{4C113044-D157-8620-6804-52D9DA4967AE}"/>
                    </a:ext>
                  </a:extLst>
                </p:cNvPr>
                <p:cNvSpPr txBox="1"/>
                <p:nvPr/>
              </p:nvSpPr>
              <p:spPr>
                <a:xfrm>
                  <a:off x="8344086" y="19547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71" name="TextBox 170">
                  <a:extLst>
                    <a:ext uri="{FF2B5EF4-FFF2-40B4-BE49-F238E27FC236}">
                      <a16:creationId xmlns:a16="http://schemas.microsoft.com/office/drawing/2014/main" id="{4C113044-D157-8620-6804-52D9DA4967AE}"/>
                    </a:ext>
                  </a:extLst>
                </p:cNvPr>
                <p:cNvSpPr txBox="1">
                  <a:spLocks noRot="1" noChangeAspect="1" noMove="1" noResize="1" noEditPoints="1" noAdjustHandles="1" noChangeArrowheads="1" noChangeShapeType="1" noTextEdit="1"/>
                </p:cNvSpPr>
                <p:nvPr/>
              </p:nvSpPr>
              <p:spPr>
                <a:xfrm>
                  <a:off x="8344086" y="1954745"/>
                  <a:ext cx="369781" cy="369332"/>
                </a:xfrm>
                <a:prstGeom prst="rect">
                  <a:avLst/>
                </a:prstGeom>
                <a:blipFill>
                  <a:blip r:embed="rId19"/>
                  <a:stretch>
                    <a:fillRect/>
                  </a:stretch>
                </a:blipFill>
              </p:spPr>
              <p:txBody>
                <a:bodyPr/>
                <a:lstStyle/>
                <a:p>
                  <a:r>
                    <a:rPr lang="en-US">
                      <a:noFill/>
                    </a:rPr>
                    <a:t> </a:t>
                  </a:r>
                </a:p>
              </p:txBody>
            </p:sp>
          </mc:Fallback>
        </mc:AlternateContent>
        <p:grpSp>
          <p:nvGrpSpPr>
            <p:cNvPr id="172" name="Group 171">
              <a:extLst>
                <a:ext uri="{FF2B5EF4-FFF2-40B4-BE49-F238E27FC236}">
                  <a16:creationId xmlns:a16="http://schemas.microsoft.com/office/drawing/2014/main" id="{99054CB1-B927-D8F8-9D76-8BEA4252BC30}"/>
                </a:ext>
              </a:extLst>
            </p:cNvPr>
            <p:cNvGrpSpPr/>
            <p:nvPr/>
          </p:nvGrpSpPr>
          <p:grpSpPr>
            <a:xfrm>
              <a:off x="9176854" y="2097292"/>
              <a:ext cx="869999" cy="1258554"/>
              <a:chOff x="7671946" y="5192984"/>
              <a:chExt cx="869999" cy="1258554"/>
            </a:xfrm>
          </p:grpSpPr>
          <mc:AlternateContent xmlns:mc="http://schemas.openxmlformats.org/markup-compatibility/2006" xmlns:a14="http://schemas.microsoft.com/office/drawing/2010/main">
            <mc:Choice Requires="a14">
              <p:sp>
                <p:nvSpPr>
                  <p:cNvPr id="173" name="Isosceles Triangle 172">
                    <a:extLst>
                      <a:ext uri="{FF2B5EF4-FFF2-40B4-BE49-F238E27FC236}">
                        <a16:creationId xmlns:a16="http://schemas.microsoft.com/office/drawing/2014/main" id="{33E3DEA3-62F5-9A21-A1AF-32B5934C0028}"/>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73" name="Isosceles Triangle 172">
                    <a:extLst>
                      <a:ext uri="{FF2B5EF4-FFF2-40B4-BE49-F238E27FC236}">
                        <a16:creationId xmlns:a16="http://schemas.microsoft.com/office/drawing/2014/main" id="{33E3DEA3-62F5-9A21-A1AF-32B5934C0028}"/>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4" name="Oval 173">
                    <a:extLst>
                      <a:ext uri="{FF2B5EF4-FFF2-40B4-BE49-F238E27FC236}">
                        <a16:creationId xmlns:a16="http://schemas.microsoft.com/office/drawing/2014/main" id="{A3A04AC9-36A0-F0D6-51CD-09EA0CC8A9FC}"/>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74" name="Oval 173">
                    <a:extLst>
                      <a:ext uri="{FF2B5EF4-FFF2-40B4-BE49-F238E27FC236}">
                        <a16:creationId xmlns:a16="http://schemas.microsoft.com/office/drawing/2014/main" id="{A3A04AC9-36A0-F0D6-51CD-09EA0CC8A9FC}"/>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21"/>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75" name="Straight Connector 174">
                <a:extLst>
                  <a:ext uri="{FF2B5EF4-FFF2-40B4-BE49-F238E27FC236}">
                    <a16:creationId xmlns:a16="http://schemas.microsoft.com/office/drawing/2014/main" id="{457CD7AD-B073-71BC-32B2-1F83D3698991}"/>
                  </a:ext>
                </a:extLst>
              </p:cNvPr>
              <p:cNvCxnSpPr>
                <a:cxnSpLocks/>
                <a:stCxn id="174" idx="0"/>
                <a:endCxn id="173"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76" name="Oval 175">
                  <a:extLst>
                    <a:ext uri="{FF2B5EF4-FFF2-40B4-BE49-F238E27FC236}">
                      <a16:creationId xmlns:a16="http://schemas.microsoft.com/office/drawing/2014/main" id="{452292C6-8418-3C31-7700-3D9FF2963B66}"/>
                    </a:ext>
                  </a:extLst>
                </p:cNvPr>
                <p:cNvSpPr/>
                <p:nvPr/>
              </p:nvSpPr>
              <p:spPr>
                <a:xfrm>
                  <a:off x="8729464" y="132570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76" name="Oval 175">
                  <a:extLst>
                    <a:ext uri="{FF2B5EF4-FFF2-40B4-BE49-F238E27FC236}">
                      <a16:creationId xmlns:a16="http://schemas.microsoft.com/office/drawing/2014/main" id="{452292C6-8418-3C31-7700-3D9FF2963B66}"/>
                    </a:ext>
                  </a:extLst>
                </p:cNvPr>
                <p:cNvSpPr>
                  <a:spLocks noRot="1" noChangeAspect="1" noMove="1" noResize="1" noEditPoints="1" noAdjustHandles="1" noChangeArrowheads="1" noChangeShapeType="1" noTextEdit="1"/>
                </p:cNvSpPr>
                <p:nvPr/>
              </p:nvSpPr>
              <p:spPr>
                <a:xfrm>
                  <a:off x="8729464" y="1325703"/>
                  <a:ext cx="612511" cy="612511"/>
                </a:xfrm>
                <a:prstGeom prst="ellipse">
                  <a:avLst/>
                </a:prstGeom>
                <a:blipFill>
                  <a:blip r:embed="rId22"/>
                  <a:stretch>
                    <a:fillRect/>
                  </a:stretch>
                </a:blipFill>
                <a:ln>
                  <a:solidFill>
                    <a:schemeClr val="tx1"/>
                  </a:solidFill>
                </a:ln>
              </p:spPr>
              <p:txBody>
                <a:bodyPr/>
                <a:lstStyle/>
                <a:p>
                  <a:r>
                    <a:rPr lang="en-US">
                      <a:noFill/>
                    </a:rPr>
                    <a:t> </a:t>
                  </a:r>
                </a:p>
              </p:txBody>
            </p:sp>
          </mc:Fallback>
        </mc:AlternateContent>
        <p:cxnSp>
          <p:nvCxnSpPr>
            <p:cNvPr id="177" name="Straight Connector 176">
              <a:extLst>
                <a:ext uri="{FF2B5EF4-FFF2-40B4-BE49-F238E27FC236}">
                  <a16:creationId xmlns:a16="http://schemas.microsoft.com/office/drawing/2014/main" id="{B368218B-D599-293E-8520-1EDF1AF788AE}"/>
                </a:ext>
              </a:extLst>
            </p:cNvPr>
            <p:cNvCxnSpPr>
              <a:cxnSpLocks/>
              <a:stCxn id="176" idx="3"/>
              <a:endCxn id="170" idx="0"/>
            </p:cNvCxnSpPr>
            <p:nvPr/>
          </p:nvCxnSpPr>
          <p:spPr>
            <a:xfrm flipH="1">
              <a:off x="8682898" y="1848514"/>
              <a:ext cx="136266" cy="2640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8E236D99-EEC0-660E-D756-8D23C54FBEEC}"/>
                </a:ext>
              </a:extLst>
            </p:cNvPr>
            <p:cNvCxnSpPr>
              <a:cxnSpLocks/>
              <a:stCxn id="176" idx="5"/>
              <a:endCxn id="173" idx="0"/>
            </p:cNvCxnSpPr>
            <p:nvPr/>
          </p:nvCxnSpPr>
          <p:spPr>
            <a:xfrm>
              <a:off x="9252275" y="1848514"/>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9" name="Oval 178">
                  <a:extLst>
                    <a:ext uri="{FF2B5EF4-FFF2-40B4-BE49-F238E27FC236}">
                      <a16:creationId xmlns:a16="http://schemas.microsoft.com/office/drawing/2014/main" id="{88AB6AFA-9DBC-21DE-A2FA-96A3FBADDA7E}"/>
                    </a:ext>
                  </a:extLst>
                </p:cNvPr>
                <p:cNvSpPr/>
                <p:nvPr/>
              </p:nvSpPr>
              <p:spPr>
                <a:xfrm>
                  <a:off x="9696812" y="653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79" name="Oval 178">
                  <a:extLst>
                    <a:ext uri="{FF2B5EF4-FFF2-40B4-BE49-F238E27FC236}">
                      <a16:creationId xmlns:a16="http://schemas.microsoft.com/office/drawing/2014/main" id="{88AB6AFA-9DBC-21DE-A2FA-96A3FBADDA7E}"/>
                    </a:ext>
                  </a:extLst>
                </p:cNvPr>
                <p:cNvSpPr>
                  <a:spLocks noRot="1" noChangeAspect="1" noMove="1" noResize="1" noEditPoints="1" noAdjustHandles="1" noChangeArrowheads="1" noChangeShapeType="1" noTextEdit="1"/>
                </p:cNvSpPr>
                <p:nvPr/>
              </p:nvSpPr>
              <p:spPr>
                <a:xfrm>
                  <a:off x="9696812" y="653978"/>
                  <a:ext cx="612511" cy="612511"/>
                </a:xfrm>
                <a:prstGeom prst="ellipse">
                  <a:avLst/>
                </a:prstGeom>
                <a:blipFill>
                  <a:blip r:embed="rId23"/>
                  <a:stretch>
                    <a:fillRect/>
                  </a:stretch>
                </a:blipFill>
                <a:ln>
                  <a:solidFill>
                    <a:schemeClr val="tx1"/>
                  </a:solidFill>
                </a:ln>
              </p:spPr>
              <p:txBody>
                <a:bodyPr/>
                <a:lstStyle/>
                <a:p>
                  <a:r>
                    <a:rPr lang="en-US">
                      <a:noFill/>
                    </a:rPr>
                    <a:t> </a:t>
                  </a:r>
                </a:p>
              </p:txBody>
            </p:sp>
          </mc:Fallback>
        </mc:AlternateContent>
        <p:cxnSp>
          <p:nvCxnSpPr>
            <p:cNvPr id="180" name="Straight Connector 179">
              <a:extLst>
                <a:ext uri="{FF2B5EF4-FFF2-40B4-BE49-F238E27FC236}">
                  <a16:creationId xmlns:a16="http://schemas.microsoft.com/office/drawing/2014/main" id="{C5D3DFF8-4333-B418-38AD-CF4E9D93458D}"/>
                </a:ext>
              </a:extLst>
            </p:cNvPr>
            <p:cNvCxnSpPr>
              <a:cxnSpLocks/>
              <a:stCxn id="179" idx="3"/>
              <a:endCxn id="176" idx="7"/>
            </p:cNvCxnSpPr>
            <p:nvPr/>
          </p:nvCxnSpPr>
          <p:spPr>
            <a:xfrm flipH="1">
              <a:off x="9252275" y="1176789"/>
              <a:ext cx="534237" cy="2386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4" name="Oval 183">
                  <a:extLst>
                    <a:ext uri="{FF2B5EF4-FFF2-40B4-BE49-F238E27FC236}">
                      <a16:creationId xmlns:a16="http://schemas.microsoft.com/office/drawing/2014/main" id="{D83976AB-65B2-8850-79A9-42465DB338BE}"/>
                    </a:ext>
                  </a:extLst>
                </p:cNvPr>
                <p:cNvSpPr/>
                <p:nvPr/>
              </p:nvSpPr>
              <p:spPr>
                <a:xfrm>
                  <a:off x="10709178" y="130962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84" name="Oval 183">
                  <a:extLst>
                    <a:ext uri="{FF2B5EF4-FFF2-40B4-BE49-F238E27FC236}">
                      <a16:creationId xmlns:a16="http://schemas.microsoft.com/office/drawing/2014/main" id="{D83976AB-65B2-8850-79A9-42465DB338BE}"/>
                    </a:ext>
                  </a:extLst>
                </p:cNvPr>
                <p:cNvSpPr>
                  <a:spLocks noRot="1" noChangeAspect="1" noMove="1" noResize="1" noEditPoints="1" noAdjustHandles="1" noChangeArrowheads="1" noChangeShapeType="1" noTextEdit="1"/>
                </p:cNvSpPr>
                <p:nvPr/>
              </p:nvSpPr>
              <p:spPr>
                <a:xfrm>
                  <a:off x="10709178" y="1309625"/>
                  <a:ext cx="612511" cy="612511"/>
                </a:xfrm>
                <a:prstGeom prst="ellipse">
                  <a:avLst/>
                </a:prstGeom>
                <a:blipFill>
                  <a:blip r:embed="rId24"/>
                  <a:stretch>
                    <a:fillRect/>
                  </a:stretch>
                </a:blipFill>
                <a:ln>
                  <a:solidFill>
                    <a:schemeClr val="tx1"/>
                  </a:solidFill>
                </a:ln>
              </p:spPr>
              <p:txBody>
                <a:bodyPr/>
                <a:lstStyle/>
                <a:p>
                  <a:r>
                    <a:rPr lang="en-US">
                      <a:noFill/>
                    </a:rPr>
                    <a:t> </a:t>
                  </a:r>
                </a:p>
              </p:txBody>
            </p:sp>
          </mc:Fallback>
        </mc:AlternateContent>
        <p:cxnSp>
          <p:nvCxnSpPr>
            <p:cNvPr id="185" name="Straight Connector 184">
              <a:extLst>
                <a:ext uri="{FF2B5EF4-FFF2-40B4-BE49-F238E27FC236}">
                  <a16:creationId xmlns:a16="http://schemas.microsoft.com/office/drawing/2014/main" id="{B33CF570-0BE4-CFC1-9D13-EDE157E161A5}"/>
                </a:ext>
              </a:extLst>
            </p:cNvPr>
            <p:cNvCxnSpPr>
              <a:cxnSpLocks/>
              <a:stCxn id="179" idx="5"/>
              <a:endCxn id="184" idx="1"/>
            </p:cNvCxnSpPr>
            <p:nvPr/>
          </p:nvCxnSpPr>
          <p:spPr>
            <a:xfrm>
              <a:off x="10219623" y="1176789"/>
              <a:ext cx="579255" cy="222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9" name="Group 188">
              <a:extLst>
                <a:ext uri="{FF2B5EF4-FFF2-40B4-BE49-F238E27FC236}">
                  <a16:creationId xmlns:a16="http://schemas.microsoft.com/office/drawing/2014/main" id="{69C87E80-31C8-E02F-3628-0BCC11D8902C}"/>
                </a:ext>
              </a:extLst>
            </p:cNvPr>
            <p:cNvGrpSpPr/>
            <p:nvPr/>
          </p:nvGrpSpPr>
          <p:grpSpPr>
            <a:xfrm>
              <a:off x="10108368" y="2099160"/>
              <a:ext cx="869999" cy="1261094"/>
              <a:chOff x="6540271" y="4283732"/>
              <a:chExt cx="869999" cy="1261094"/>
            </a:xfrm>
          </p:grpSpPr>
          <mc:AlternateContent xmlns:mc="http://schemas.openxmlformats.org/markup-compatibility/2006" xmlns:a14="http://schemas.microsoft.com/office/drawing/2010/main">
            <mc:Choice Requires="a14">
              <p:sp>
                <p:nvSpPr>
                  <p:cNvPr id="190" name="Isosceles Triangle 189">
                    <a:extLst>
                      <a:ext uri="{FF2B5EF4-FFF2-40B4-BE49-F238E27FC236}">
                        <a16:creationId xmlns:a16="http://schemas.microsoft.com/office/drawing/2014/main" id="{5D4DF5AF-C25E-2F47-6BE2-A399D674056B}"/>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90" name="Isosceles Triangle 189">
                    <a:extLst>
                      <a:ext uri="{FF2B5EF4-FFF2-40B4-BE49-F238E27FC236}">
                        <a16:creationId xmlns:a16="http://schemas.microsoft.com/office/drawing/2014/main" id="{5D4DF5AF-C25E-2F47-6BE2-A399D674056B}"/>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25"/>
                    <a:stretch>
                      <a:fillRect b="-45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1" name="Oval 190">
                    <a:extLst>
                      <a:ext uri="{FF2B5EF4-FFF2-40B4-BE49-F238E27FC236}">
                        <a16:creationId xmlns:a16="http://schemas.microsoft.com/office/drawing/2014/main" id="{EB784F25-9843-9BE9-7020-6E352EB3FEB5}"/>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91" name="Oval 190">
                    <a:extLst>
                      <a:ext uri="{FF2B5EF4-FFF2-40B4-BE49-F238E27FC236}">
                        <a16:creationId xmlns:a16="http://schemas.microsoft.com/office/drawing/2014/main" id="{EB784F25-9843-9BE9-7020-6E352EB3FEB5}"/>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2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92" name="Straight Connector 191">
                <a:extLst>
                  <a:ext uri="{FF2B5EF4-FFF2-40B4-BE49-F238E27FC236}">
                    <a16:creationId xmlns:a16="http://schemas.microsoft.com/office/drawing/2014/main" id="{B8ED8602-70AC-B60A-9584-F249BE0C49F5}"/>
                  </a:ext>
                </a:extLst>
              </p:cNvPr>
              <p:cNvCxnSpPr>
                <a:cxnSpLocks/>
                <a:stCxn id="191" idx="0"/>
                <a:endCxn id="190"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193" name="Straight Connector 192">
              <a:extLst>
                <a:ext uri="{FF2B5EF4-FFF2-40B4-BE49-F238E27FC236}">
                  <a16:creationId xmlns:a16="http://schemas.microsoft.com/office/drawing/2014/main" id="{B1F243D2-573D-DDB7-0020-990CC6487B3C}"/>
                </a:ext>
              </a:extLst>
            </p:cNvPr>
            <p:cNvCxnSpPr>
              <a:cxnSpLocks/>
              <a:stCxn id="190" idx="0"/>
              <a:endCxn id="184" idx="3"/>
            </p:cNvCxnSpPr>
            <p:nvPr/>
          </p:nvCxnSpPr>
          <p:spPr>
            <a:xfrm flipV="1">
              <a:off x="10543368" y="1832436"/>
              <a:ext cx="255510" cy="2667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0" name="Isosceles Triangle 199">
                  <a:extLst>
                    <a:ext uri="{FF2B5EF4-FFF2-40B4-BE49-F238E27FC236}">
                      <a16:creationId xmlns:a16="http://schemas.microsoft.com/office/drawing/2014/main" id="{28B5D586-A402-959F-4FDB-13C6689E7A03}"/>
                    </a:ext>
                  </a:extLst>
                </p:cNvPr>
                <p:cNvSpPr/>
                <p:nvPr/>
              </p:nvSpPr>
              <p:spPr>
                <a:xfrm>
                  <a:off x="10982760" y="2112436"/>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200" name="Isosceles Triangle 199">
                  <a:extLst>
                    <a:ext uri="{FF2B5EF4-FFF2-40B4-BE49-F238E27FC236}">
                      <a16:creationId xmlns:a16="http://schemas.microsoft.com/office/drawing/2014/main" id="{28B5D586-A402-959F-4FDB-13C6689E7A03}"/>
                    </a:ext>
                  </a:extLst>
                </p:cNvPr>
                <p:cNvSpPr>
                  <a:spLocks noRot="1" noChangeAspect="1" noMove="1" noResize="1" noEditPoints="1" noAdjustHandles="1" noChangeArrowheads="1" noChangeShapeType="1" noTextEdit="1"/>
                </p:cNvSpPr>
                <p:nvPr/>
              </p:nvSpPr>
              <p:spPr>
                <a:xfrm>
                  <a:off x="10982760" y="2112436"/>
                  <a:ext cx="1075751" cy="1237660"/>
                </a:xfrm>
                <a:prstGeom prst="triangle">
                  <a:avLst/>
                </a:prstGeom>
                <a:blipFill>
                  <a:blip r:embed="rId27"/>
                  <a:stretch>
                    <a:fillRect/>
                  </a:stretch>
                </a:blipFill>
              </p:spPr>
              <p:txBody>
                <a:bodyPr/>
                <a:lstStyle/>
                <a:p>
                  <a:r>
                    <a:rPr lang="en-US">
                      <a:noFill/>
                    </a:rPr>
                    <a:t> </a:t>
                  </a:r>
                </a:p>
              </p:txBody>
            </p:sp>
          </mc:Fallback>
        </mc:AlternateContent>
        <p:cxnSp>
          <p:nvCxnSpPr>
            <p:cNvPr id="201" name="Straight Connector 200">
              <a:extLst>
                <a:ext uri="{FF2B5EF4-FFF2-40B4-BE49-F238E27FC236}">
                  <a16:creationId xmlns:a16="http://schemas.microsoft.com/office/drawing/2014/main" id="{9E3D8FA9-E98C-9904-CBAA-D3635057EA08}"/>
                </a:ext>
              </a:extLst>
            </p:cNvPr>
            <p:cNvCxnSpPr>
              <a:cxnSpLocks/>
              <a:stCxn id="184" idx="5"/>
              <a:endCxn id="200" idx="0"/>
            </p:cNvCxnSpPr>
            <p:nvPr/>
          </p:nvCxnSpPr>
          <p:spPr>
            <a:xfrm>
              <a:off x="11231989" y="1832436"/>
              <a:ext cx="288647" cy="2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0B7D7CDD-9A28-E18F-A378-2680AEEB2E55}"/>
                    </a:ext>
                  </a:extLst>
                </p:cNvPr>
                <p:cNvSpPr txBox="1"/>
                <p:nvPr/>
              </p:nvSpPr>
              <p:spPr>
                <a:xfrm>
                  <a:off x="8272434" y="1174212"/>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4" name="TextBox 203">
                  <a:extLst>
                    <a:ext uri="{FF2B5EF4-FFF2-40B4-BE49-F238E27FC236}">
                      <a16:creationId xmlns:a16="http://schemas.microsoft.com/office/drawing/2014/main" id="{0B7D7CDD-9A28-E18F-A378-2680AEEB2E55}"/>
                    </a:ext>
                  </a:extLst>
                </p:cNvPr>
                <p:cNvSpPr txBox="1">
                  <a:spLocks noRot="1" noChangeAspect="1" noMove="1" noResize="1" noEditPoints="1" noAdjustHandles="1" noChangeArrowheads="1" noChangeShapeType="1" noTextEdit="1"/>
                </p:cNvSpPr>
                <p:nvPr/>
              </p:nvSpPr>
              <p:spPr>
                <a:xfrm>
                  <a:off x="8272434" y="1174212"/>
                  <a:ext cx="773738" cy="369332"/>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DF9DF62C-47F9-B2E9-36A2-A550465CB1E6}"/>
                    </a:ext>
                  </a:extLst>
                </p:cNvPr>
                <p:cNvSpPr txBox="1"/>
                <p:nvPr/>
              </p:nvSpPr>
              <p:spPr>
                <a:xfrm>
                  <a:off x="9071953" y="58865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05" name="TextBox 204">
                  <a:extLst>
                    <a:ext uri="{FF2B5EF4-FFF2-40B4-BE49-F238E27FC236}">
                      <a16:creationId xmlns:a16="http://schemas.microsoft.com/office/drawing/2014/main" id="{DF9DF62C-47F9-B2E9-36A2-A550465CB1E6}"/>
                    </a:ext>
                  </a:extLst>
                </p:cNvPr>
                <p:cNvSpPr txBox="1">
                  <a:spLocks noRot="1" noChangeAspect="1" noMove="1" noResize="1" noEditPoints="1" noAdjustHandles="1" noChangeArrowheads="1" noChangeShapeType="1" noTextEdit="1"/>
                </p:cNvSpPr>
                <p:nvPr/>
              </p:nvSpPr>
              <p:spPr>
                <a:xfrm>
                  <a:off x="9071953" y="588651"/>
                  <a:ext cx="773738" cy="369332"/>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ACA3E047-9D22-A0B0-4202-55FC2D21415A}"/>
                    </a:ext>
                  </a:extLst>
                </p:cNvPr>
                <p:cNvSpPr txBox="1"/>
                <p:nvPr/>
              </p:nvSpPr>
              <p:spPr>
                <a:xfrm>
                  <a:off x="10108368" y="136774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7" name="TextBox 206">
                  <a:extLst>
                    <a:ext uri="{FF2B5EF4-FFF2-40B4-BE49-F238E27FC236}">
                      <a16:creationId xmlns:a16="http://schemas.microsoft.com/office/drawing/2014/main" id="{ACA3E047-9D22-A0B0-4202-55FC2D21415A}"/>
                    </a:ext>
                  </a:extLst>
                </p:cNvPr>
                <p:cNvSpPr txBox="1">
                  <a:spLocks noRot="1" noChangeAspect="1" noMove="1" noResize="1" noEditPoints="1" noAdjustHandles="1" noChangeArrowheads="1" noChangeShapeType="1" noTextEdit="1"/>
                </p:cNvSpPr>
                <p:nvPr/>
              </p:nvSpPr>
              <p:spPr>
                <a:xfrm>
                  <a:off x="10108368" y="1367745"/>
                  <a:ext cx="773738" cy="369332"/>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0" name="TextBox 209">
                  <a:extLst>
                    <a:ext uri="{FF2B5EF4-FFF2-40B4-BE49-F238E27FC236}">
                      <a16:creationId xmlns:a16="http://schemas.microsoft.com/office/drawing/2014/main" id="{F1177122-3180-10D4-692A-E74CE5ABFC12}"/>
                    </a:ext>
                  </a:extLst>
                </p:cNvPr>
                <p:cNvSpPr txBox="1"/>
                <p:nvPr/>
              </p:nvSpPr>
              <p:spPr>
                <a:xfrm>
                  <a:off x="11150854" y="1964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10" name="TextBox 209">
                  <a:extLst>
                    <a:ext uri="{FF2B5EF4-FFF2-40B4-BE49-F238E27FC236}">
                      <a16:creationId xmlns:a16="http://schemas.microsoft.com/office/drawing/2014/main" id="{F1177122-3180-10D4-692A-E74CE5ABFC12}"/>
                    </a:ext>
                  </a:extLst>
                </p:cNvPr>
                <p:cNvSpPr txBox="1">
                  <a:spLocks noRot="1" noChangeAspect="1" noMove="1" noResize="1" noEditPoints="1" noAdjustHandles="1" noChangeArrowheads="1" noChangeShapeType="1" noTextEdit="1"/>
                </p:cNvSpPr>
                <p:nvPr/>
              </p:nvSpPr>
              <p:spPr>
                <a:xfrm>
                  <a:off x="11150854" y="1964587"/>
                  <a:ext cx="369781" cy="369332"/>
                </a:xfrm>
                <a:prstGeom prst="rect">
                  <a:avLst/>
                </a:prstGeom>
                <a:blipFill>
                  <a:blip r:embed="rId31"/>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4620935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C48D2-3237-9162-34D2-68F2C73FC58D}"/>
              </a:ext>
            </a:extLst>
          </p:cNvPr>
          <p:cNvSpPr>
            <a:spLocks noGrp="1"/>
          </p:cNvSpPr>
          <p:nvPr>
            <p:ph type="title"/>
          </p:nvPr>
        </p:nvSpPr>
        <p:spPr/>
        <p:txBody>
          <a:bodyPr/>
          <a:lstStyle/>
          <a:p>
            <a:r>
              <a:rPr lang="en-US" dirty="0"/>
              <a:t>Insert Summary</a:t>
            </a:r>
          </a:p>
        </p:txBody>
      </p:sp>
      <p:sp>
        <p:nvSpPr>
          <p:cNvPr id="3" name="Content Placeholder 2">
            <a:extLst>
              <a:ext uri="{FF2B5EF4-FFF2-40B4-BE49-F238E27FC236}">
                <a16:creationId xmlns:a16="http://schemas.microsoft.com/office/drawing/2014/main" id="{793DF4FF-B4BB-916D-E680-D5F940C43B80}"/>
              </a:ext>
            </a:extLst>
          </p:cNvPr>
          <p:cNvSpPr>
            <a:spLocks noGrp="1"/>
          </p:cNvSpPr>
          <p:nvPr>
            <p:ph idx="1"/>
          </p:nvPr>
        </p:nvSpPr>
        <p:spPr>
          <a:xfrm>
            <a:off x="838199" y="1825625"/>
            <a:ext cx="10905781" cy="4351338"/>
          </a:xfrm>
        </p:spPr>
        <p:txBody>
          <a:bodyPr>
            <a:normAutofit/>
          </a:bodyPr>
          <a:lstStyle/>
          <a:p>
            <a:r>
              <a:rPr lang="en-US" dirty="0"/>
              <a:t>After a BST insertion, update the heights of the node’s ancestors</a:t>
            </a:r>
          </a:p>
          <a:p>
            <a:r>
              <a:rPr lang="en-US" dirty="0"/>
              <a:t>From leaf to root, check if each node is balanced</a:t>
            </a:r>
          </a:p>
          <a:p>
            <a:r>
              <a:rPr lang="en-US" dirty="0"/>
              <a:t>If a node is unbalanced then at the deepest unbalanced node:</a:t>
            </a:r>
          </a:p>
          <a:p>
            <a:pPr lvl="1"/>
            <a:r>
              <a:rPr lang="en-US" dirty="0"/>
              <a:t>Case LL: If we inserted in the </a:t>
            </a:r>
            <a:r>
              <a:rPr lang="en-US" b="1" dirty="0"/>
              <a:t>left</a:t>
            </a:r>
            <a:r>
              <a:rPr lang="en-US" dirty="0"/>
              <a:t> subtree of the </a:t>
            </a:r>
            <a:r>
              <a:rPr lang="en-US" b="1" dirty="0"/>
              <a:t>left</a:t>
            </a:r>
            <a:r>
              <a:rPr lang="en-US" dirty="0"/>
              <a:t> child then: rotate right</a:t>
            </a:r>
          </a:p>
          <a:p>
            <a:pPr lvl="1"/>
            <a:r>
              <a:rPr lang="en-US" dirty="0"/>
              <a:t>Case RR: If we inserted in the </a:t>
            </a:r>
            <a:r>
              <a:rPr lang="en-US" b="1" dirty="0"/>
              <a:t>right</a:t>
            </a:r>
            <a:r>
              <a:rPr lang="en-US" dirty="0"/>
              <a:t> subtree of the </a:t>
            </a:r>
            <a:r>
              <a:rPr lang="en-US" b="1" dirty="0"/>
              <a:t>right</a:t>
            </a:r>
            <a:r>
              <a:rPr lang="en-US" dirty="0"/>
              <a:t> child then: rotate left</a:t>
            </a:r>
          </a:p>
          <a:p>
            <a:pPr lvl="1"/>
            <a:r>
              <a:rPr lang="en-US" dirty="0"/>
              <a:t>Case LR: If we inserted into the </a:t>
            </a:r>
            <a:r>
              <a:rPr lang="en-US" b="1" dirty="0"/>
              <a:t>right</a:t>
            </a:r>
            <a:r>
              <a:rPr lang="en-US" dirty="0"/>
              <a:t> subtree of the </a:t>
            </a:r>
            <a:r>
              <a:rPr lang="en-US" b="1" dirty="0"/>
              <a:t>left</a:t>
            </a:r>
            <a:r>
              <a:rPr lang="en-US" dirty="0"/>
              <a:t> child then: rotate left at the left child and then rotate right at the root</a:t>
            </a:r>
          </a:p>
          <a:p>
            <a:pPr lvl="1"/>
            <a:r>
              <a:rPr lang="en-US" dirty="0"/>
              <a:t>Case RL: If we inserted into the </a:t>
            </a:r>
            <a:r>
              <a:rPr lang="en-US" b="1" dirty="0"/>
              <a:t>left</a:t>
            </a:r>
            <a:r>
              <a:rPr lang="en-US" dirty="0"/>
              <a:t> subtree of the </a:t>
            </a:r>
            <a:r>
              <a:rPr lang="en-US" b="1" dirty="0"/>
              <a:t>right</a:t>
            </a:r>
            <a:r>
              <a:rPr lang="en-US" dirty="0"/>
              <a:t> child then: rotate right at the right child and then rotate left at the root</a:t>
            </a:r>
          </a:p>
          <a:p>
            <a:r>
              <a:rPr lang="en-US" dirty="0"/>
              <a:t>Done after either reaching the root or applying </a:t>
            </a:r>
            <a:r>
              <a:rPr lang="en-US" b="1" dirty="0"/>
              <a:t>one</a:t>
            </a:r>
            <a:r>
              <a:rPr lang="en-US" dirty="0"/>
              <a:t> of the above cases</a:t>
            </a:r>
          </a:p>
        </p:txBody>
      </p:sp>
    </p:spTree>
    <p:extLst>
      <p:ext uri="{BB962C8B-B14F-4D97-AF65-F5344CB8AC3E}">
        <p14:creationId xmlns:p14="http://schemas.microsoft.com/office/powerpoint/2010/main" val="29213257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C48D2-3237-9162-34D2-68F2C73FC58D}"/>
              </a:ext>
            </a:extLst>
          </p:cNvPr>
          <p:cNvSpPr>
            <a:spLocks noGrp="1"/>
          </p:cNvSpPr>
          <p:nvPr>
            <p:ph type="title"/>
          </p:nvPr>
        </p:nvSpPr>
        <p:spPr/>
        <p:txBody>
          <a:bodyPr/>
          <a:lstStyle/>
          <a:p>
            <a:r>
              <a:rPr lang="en-US" dirty="0"/>
              <a:t>Delete Summary</a:t>
            </a:r>
          </a:p>
        </p:txBody>
      </p:sp>
      <p:sp>
        <p:nvSpPr>
          <p:cNvPr id="3" name="Content Placeholder 2">
            <a:extLst>
              <a:ext uri="{FF2B5EF4-FFF2-40B4-BE49-F238E27FC236}">
                <a16:creationId xmlns:a16="http://schemas.microsoft.com/office/drawing/2014/main" id="{793DF4FF-B4BB-916D-E680-D5F940C43B80}"/>
              </a:ext>
            </a:extLst>
          </p:cNvPr>
          <p:cNvSpPr>
            <a:spLocks noGrp="1"/>
          </p:cNvSpPr>
          <p:nvPr>
            <p:ph idx="1"/>
          </p:nvPr>
        </p:nvSpPr>
        <p:spPr/>
        <p:txBody>
          <a:bodyPr>
            <a:normAutofit fontScale="92500" lnSpcReduction="20000"/>
          </a:bodyPr>
          <a:lstStyle/>
          <a:p>
            <a:r>
              <a:rPr lang="en-US" dirty="0" err="1"/>
              <a:t>Tldr</a:t>
            </a:r>
            <a:r>
              <a:rPr lang="en-US" dirty="0"/>
              <a:t>: same cases, reverse direction of rotation, may need to repeat with ancestors</a:t>
            </a:r>
          </a:p>
          <a:p>
            <a:r>
              <a:rPr lang="en-US" dirty="0"/>
              <a:t>After a BST deletion, update the heights of the node’s ancestors</a:t>
            </a:r>
          </a:p>
          <a:p>
            <a:r>
              <a:rPr lang="en-US" dirty="0"/>
              <a:t>From leaf to root, check if each node is unbalanced</a:t>
            </a:r>
          </a:p>
          <a:p>
            <a:r>
              <a:rPr lang="en-US" dirty="0"/>
              <a:t>If a node is unbalanced then at the deepest unbalanced node:</a:t>
            </a:r>
          </a:p>
          <a:p>
            <a:pPr lvl="1"/>
            <a:r>
              <a:rPr lang="en-US" dirty="0"/>
              <a:t>Case LL: If we deleted in the </a:t>
            </a:r>
            <a:r>
              <a:rPr lang="en-US" b="1" dirty="0"/>
              <a:t>left</a:t>
            </a:r>
            <a:r>
              <a:rPr lang="en-US" dirty="0"/>
              <a:t> subtree of the </a:t>
            </a:r>
            <a:r>
              <a:rPr lang="en-US" b="1" dirty="0"/>
              <a:t>left</a:t>
            </a:r>
            <a:r>
              <a:rPr lang="en-US" dirty="0"/>
              <a:t> child then: </a:t>
            </a:r>
            <a:r>
              <a:rPr lang="en-US" dirty="0">
                <a:solidFill>
                  <a:srgbClr val="FF0000"/>
                </a:solidFill>
              </a:rPr>
              <a:t>rotate</a:t>
            </a:r>
            <a:r>
              <a:rPr lang="en-US" dirty="0"/>
              <a:t> </a:t>
            </a:r>
            <a:r>
              <a:rPr lang="en-US" dirty="0">
                <a:solidFill>
                  <a:srgbClr val="FF0000"/>
                </a:solidFill>
              </a:rPr>
              <a:t>left</a:t>
            </a:r>
          </a:p>
          <a:p>
            <a:pPr lvl="1"/>
            <a:r>
              <a:rPr lang="en-US" dirty="0"/>
              <a:t>Case RR: If we deleted in the </a:t>
            </a:r>
            <a:r>
              <a:rPr lang="en-US" b="1" dirty="0"/>
              <a:t>right</a:t>
            </a:r>
            <a:r>
              <a:rPr lang="en-US" dirty="0"/>
              <a:t> subtree of the </a:t>
            </a:r>
            <a:r>
              <a:rPr lang="en-US" b="1" dirty="0"/>
              <a:t>right</a:t>
            </a:r>
            <a:r>
              <a:rPr lang="en-US" dirty="0"/>
              <a:t> child then: </a:t>
            </a:r>
            <a:r>
              <a:rPr lang="en-US" dirty="0">
                <a:solidFill>
                  <a:srgbClr val="FF0000"/>
                </a:solidFill>
              </a:rPr>
              <a:t>rotate</a:t>
            </a:r>
            <a:r>
              <a:rPr lang="en-US" dirty="0"/>
              <a:t> </a:t>
            </a:r>
            <a:r>
              <a:rPr lang="en-US" dirty="0">
                <a:solidFill>
                  <a:srgbClr val="FF0000"/>
                </a:solidFill>
              </a:rPr>
              <a:t>right</a:t>
            </a:r>
          </a:p>
          <a:p>
            <a:pPr lvl="1"/>
            <a:r>
              <a:rPr lang="en-US" dirty="0"/>
              <a:t>Case LR: If we deleted into the </a:t>
            </a:r>
            <a:r>
              <a:rPr lang="en-US" b="1" dirty="0"/>
              <a:t>right</a:t>
            </a:r>
            <a:r>
              <a:rPr lang="en-US" dirty="0"/>
              <a:t> subtree of the </a:t>
            </a:r>
            <a:r>
              <a:rPr lang="en-US" b="1" dirty="0"/>
              <a:t>left</a:t>
            </a:r>
            <a:r>
              <a:rPr lang="en-US" dirty="0"/>
              <a:t> child then: </a:t>
            </a:r>
            <a:r>
              <a:rPr lang="en-US" dirty="0">
                <a:solidFill>
                  <a:srgbClr val="FF0000"/>
                </a:solidFill>
              </a:rPr>
              <a:t>rotate</a:t>
            </a:r>
            <a:r>
              <a:rPr lang="en-US" dirty="0"/>
              <a:t> </a:t>
            </a:r>
            <a:r>
              <a:rPr lang="en-US" dirty="0">
                <a:solidFill>
                  <a:srgbClr val="FF0000"/>
                </a:solidFill>
              </a:rPr>
              <a:t>right</a:t>
            </a:r>
            <a:r>
              <a:rPr lang="en-US" dirty="0"/>
              <a:t> at the left child and then </a:t>
            </a:r>
            <a:r>
              <a:rPr lang="en-US" dirty="0">
                <a:solidFill>
                  <a:srgbClr val="FF0000"/>
                </a:solidFill>
              </a:rPr>
              <a:t>rotate</a:t>
            </a:r>
            <a:r>
              <a:rPr lang="en-US" dirty="0"/>
              <a:t> </a:t>
            </a:r>
            <a:r>
              <a:rPr lang="en-US" dirty="0">
                <a:solidFill>
                  <a:srgbClr val="FF0000"/>
                </a:solidFill>
              </a:rPr>
              <a:t>left</a:t>
            </a:r>
            <a:r>
              <a:rPr lang="en-US" dirty="0"/>
              <a:t> at the root</a:t>
            </a:r>
          </a:p>
          <a:p>
            <a:pPr lvl="1"/>
            <a:r>
              <a:rPr lang="en-US" dirty="0"/>
              <a:t>Case RL: If we deleted into the </a:t>
            </a:r>
            <a:r>
              <a:rPr lang="en-US" b="1" dirty="0"/>
              <a:t>left</a:t>
            </a:r>
            <a:r>
              <a:rPr lang="en-US" dirty="0"/>
              <a:t> subtree of the </a:t>
            </a:r>
            <a:r>
              <a:rPr lang="en-US" b="1" dirty="0"/>
              <a:t>right</a:t>
            </a:r>
            <a:r>
              <a:rPr lang="en-US" dirty="0"/>
              <a:t> child then: </a:t>
            </a:r>
            <a:r>
              <a:rPr lang="en-US" dirty="0">
                <a:solidFill>
                  <a:srgbClr val="FF0000"/>
                </a:solidFill>
              </a:rPr>
              <a:t>rotate left</a:t>
            </a:r>
            <a:r>
              <a:rPr lang="en-US" dirty="0"/>
              <a:t> at the right child and then </a:t>
            </a:r>
            <a:r>
              <a:rPr lang="en-US" dirty="0">
                <a:solidFill>
                  <a:srgbClr val="FF0000"/>
                </a:solidFill>
              </a:rPr>
              <a:t>rotate right</a:t>
            </a:r>
            <a:r>
              <a:rPr lang="en-US" dirty="0"/>
              <a:t> at the root</a:t>
            </a:r>
          </a:p>
          <a:p>
            <a:r>
              <a:rPr lang="en-US" dirty="0">
                <a:solidFill>
                  <a:srgbClr val="FF0000"/>
                </a:solidFill>
              </a:rPr>
              <a:t>Continue checking until reach the root</a:t>
            </a:r>
          </a:p>
          <a:p>
            <a:endParaRPr lang="en-US" dirty="0"/>
          </a:p>
        </p:txBody>
      </p:sp>
    </p:spTree>
    <p:extLst>
      <p:ext uri="{BB962C8B-B14F-4D97-AF65-F5344CB8AC3E}">
        <p14:creationId xmlns:p14="http://schemas.microsoft.com/office/powerpoint/2010/main" val="29879689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20267</TotalTime>
  <Words>2189</Words>
  <Application>Microsoft Office PowerPoint</Application>
  <PresentationFormat>Widescreen</PresentationFormat>
  <Paragraphs>590</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Calibri Light</vt:lpstr>
      <vt:lpstr>Cambria Math</vt:lpstr>
      <vt:lpstr>Calibri</vt:lpstr>
      <vt:lpstr>Arial</vt:lpstr>
      <vt:lpstr>Office Theme</vt:lpstr>
      <vt:lpstr>CSE 332 Spring 2026 Lecture 8: AVL Trees</vt:lpstr>
      <vt:lpstr>Dictionary (Map) ADT</vt:lpstr>
      <vt:lpstr>Naïve attempts</vt:lpstr>
      <vt:lpstr>Find Operation (recursive)</vt:lpstr>
      <vt:lpstr>Insert Operation (recursive)</vt:lpstr>
      <vt:lpstr>Delete Operation (recursive)</vt:lpstr>
      <vt:lpstr>Worst Case Analysis</vt:lpstr>
      <vt:lpstr>Improving the worst case</vt:lpstr>
      <vt:lpstr>“Balanced” Binary Search Trees</vt:lpstr>
      <vt:lpstr>Idea 1: Both Subtrees of Root have same # Nodes</vt:lpstr>
      <vt:lpstr>Idea 1: Both Subtrees of Root have same # Nodes - Issue</vt:lpstr>
      <vt:lpstr>Idea 2: Both Subtrees of Root have same height</vt:lpstr>
      <vt:lpstr>Idea 2: Both Subtrees of Root have same height - Issue</vt:lpstr>
      <vt:lpstr>Idea 3: Both Subtrees of every Node have same # Nodes</vt:lpstr>
      <vt:lpstr>Idea 3: Both Subtrees of every Node have same # Nodes - Issue</vt:lpstr>
      <vt:lpstr>Idea 4: Both Subtrees of every Node have same height</vt:lpstr>
      <vt:lpstr>Idea 4: Both Subtrees of every Node have same height - Issue</vt:lpstr>
      <vt:lpstr>AVL Tree</vt:lpstr>
      <vt:lpstr>Is it an AVL Tree?</vt:lpstr>
      <vt:lpstr>Is it an AVL Tree? (Answers)</vt:lpstr>
      <vt:lpstr>Using AVL Trees</vt:lpstr>
      <vt:lpstr>Inserting into an AVL Tree</vt:lpstr>
      <vt:lpstr>Insert Example (Insert 10)</vt:lpstr>
      <vt:lpstr>Insert Example (Insert 10) - After</vt:lpstr>
      <vt:lpstr>Insert Example (Insert -1)</vt:lpstr>
      <vt:lpstr>Not Balanced after Inserting -1</vt:lpstr>
      <vt:lpstr>Final Result of Inserting -1</vt:lpstr>
      <vt:lpstr>Right Rotation</vt:lpstr>
      <vt:lpstr>Insert Example (Insert 20)</vt:lpstr>
      <vt:lpstr>Not Balanced After inserting 20</vt:lpstr>
      <vt:lpstr>Final Result of Inserting 20</vt:lpstr>
      <vt:lpstr>Left Rotation</vt:lpstr>
      <vt:lpstr>Insertion Story So Far</vt:lpstr>
      <vt:lpstr>Insertion Cases</vt:lpstr>
      <vt:lpstr>Case LR </vt:lpstr>
      <vt:lpstr>Case LR in General</vt:lpstr>
      <vt:lpstr>Case RL in General</vt:lpstr>
      <vt:lpstr>Insert Summary</vt:lpstr>
      <vt:lpstr>Delete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1: Intro to ADTs, Stacks, Queues</dc:title>
  <dc:creator>Nathan Brunelle</dc:creator>
  <cp:lastModifiedBy>Nathan Brunelle</cp:lastModifiedBy>
  <cp:revision>118</cp:revision>
  <dcterms:created xsi:type="dcterms:W3CDTF">2023-09-26T20:08:20Z</dcterms:created>
  <dcterms:modified xsi:type="dcterms:W3CDTF">2026-04-17T01:58:47Z</dcterms:modified>
</cp:coreProperties>
</file>