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3" r:id="rId4"/>
    <p:sldId id="268" r:id="rId5"/>
    <p:sldId id="279" r:id="rId6"/>
    <p:sldId id="285" r:id="rId7"/>
    <p:sldId id="271" r:id="rId8"/>
    <p:sldId id="288" r:id="rId9"/>
    <p:sldId id="272" r:id="rId10"/>
    <p:sldId id="289" r:id="rId11"/>
    <p:sldId id="468" r:id="rId12"/>
    <p:sldId id="290" r:id="rId13"/>
    <p:sldId id="469" r:id="rId14"/>
    <p:sldId id="291" r:id="rId15"/>
    <p:sldId id="292" r:id="rId16"/>
    <p:sldId id="293" r:id="rId17"/>
    <p:sldId id="470" r:id="rId18"/>
    <p:sldId id="294" r:id="rId19"/>
    <p:sldId id="471" r:id="rId20"/>
    <p:sldId id="295" r:id="rId21"/>
    <p:sldId id="296" r:id="rId22"/>
    <p:sldId id="297" r:id="rId23"/>
    <p:sldId id="472" r:id="rId24"/>
    <p:sldId id="298" r:id="rId25"/>
    <p:sldId id="300" r:id="rId26"/>
    <p:sldId id="299" r:id="rId27"/>
    <p:sldId id="301" r:id="rId28"/>
    <p:sldId id="473" r:id="rId29"/>
    <p:sldId id="302" r:id="rId30"/>
    <p:sldId id="474" r:id="rId31"/>
    <p:sldId id="303" r:id="rId32"/>
    <p:sldId id="475" r:id="rId33"/>
    <p:sldId id="305" r:id="rId34"/>
    <p:sldId id="476" r:id="rId35"/>
    <p:sldId id="47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85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32:54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1220 13003 0,'0'0'0,"0"0"0,0 0 0,0 0 15,0 0-15,0 0 16,0 0-1,0 0 1,0 0-16,0 0 16,35 0-16,50 0 15,26 0-15,-17 0 16,-43-8 0,9-9-16,93-17 31,27 8-31,-69 1 15,-69 16 1,44 1-16,76 8 16,8 0-16,-76 8 15,-42 1 1,50-1 0,60 1-16,-17-1 15,-68-16 1,-43-1-16,-8 1 15,-9-1 1,-9 1-16</inkml:trace>
  <inkml:trace contextRef="#ctx0" brushRef="#br0" timeOffset="461.87">2902 12459 0,'0'0'0,"0"0"0,0 0 0,17 0 15,17 0 1,9 0-16,25 17 0,0 0 16,1 0-1,-27 9 1,18 25 0,34 17-16,0 0 15,-26-17 1,-17-9-16,-17-8 15,-17-8 1,-8-9-16,-18 0 16,-50 17-1,-27 25-15,1 18 16,-60 50-16,-94 103 16</inkml:trace>
  <inkml:trace contextRef="#ctx0" brushRef="#br0" timeOffset="21114.85">1724 14628 0,'0'0'0,"0"0"0,0 0 0,0 0 0,0 0 15,0 0 1,0 0 0,0 0-16,0 0 0,0 0 15,9 0 1,67 0 0,61 0-16,25 8 15,17-8 1,26 17-16,-77-8 15,-8-1 1,16 1 0,-8-9-16,-17 8 15,-34 1 1,-17-9-16,17 17 16,8 0-16,-8-9 15,-9-16 1,9-18-1,-43 9-15</inkml:trace>
  <inkml:trace contextRef="#ctx0" brushRef="#br0" timeOffset="21468.61">3252 14211 0,'0'0'0,"0"0"0,0 0 16,0 0-16,0 0 15,0 0 1,0 0-16,0 0 16,34 8-1,43 18-15,17 17 16,0 8-1,-1 17-15,-24 0 16,-18 8 0,-25-16-16,-18 8 15,-16 0 1,-18 0-16,-17-9 16,-17-8-1,-8-17-15,26-25 16</inkml:trace>
  <inkml:trace contextRef="#ctx0" brushRef="#br0" timeOffset="37477.5">13639 14075 0,'0'0'0,"-9"0"0,1 0 0,-18 0 15,1 8 1,-18 52 0,0 59-16,9 0 15,17-25-15,0-1 16,0 18-1,17-9-15,8-9 16,1-25 0,-1-17-16,1-25 15,8-1 1,0-8 0,17 0-1,0-8-15,9-9 16,34-9-1,34-25-15,25-8 16,1-9 0,34-9-16,42 1 0,-17 25 15,9 0 1,-17 0 0,8 17-16,26 0 15,-51 8 1,-17-8-16,-1 0 15,-33 0 1,-26 17-16,-26 0 16,-26 0-1,-16 0 1,-9 0-16,-8 0 16,8-8-16,0-35 15,8-101 1,35-171-1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34:07.2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10959 8709 0,'0'0'0,"-9"0"0,-16 17 0,-376 374 0,375-349 0,0 43 0,9 43 0,0-1 15,17-41 1,17-35-16,17-9 15,69 26 1,25 9 0,-43-26-16,137-9 15,17-16-15,-34-35 16,51-8 0,0 9-16,17-1 15,-17 1 1,9-9-1,-52-9-15,35 1 16,-35 8-16,-51 8 16,86-8-1,-86 9-15,-34-1 16,68-16 0,-42-9-1,-69 8-15,-42-16 16,0-9-1,-9-18-15,-9-7 16,-16-9-16,-43-26 16,-77-33-1,-60-9-15,-59 17 16,-52 8 0,-102 0-1,17 26-15,51 43 16,-111 8-16,-76 34 15,-9 17-15,102 34 16,-34 93 0,60 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34:32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21252 6021 0,'0'0'0,"0"0"0,0 0 0,0 0 16,0 0-1,0 0-15,0 0 16,26 0-1,33 9-15,18 8 16,17 17 0,-9-9-1,-33-8-15,-27-8 16,61 8-16,93 0 16,-17 0-1,-94 0 1,35 8-16,119 9 15,-43-17-15,-68 9 16,119 16 0,-33-25-16,-18 0 15,77 0 1,-68-8 0,85-35-16,-43 1 15,-16 8-15,24 8 16,-67 18-1,85-9-15,-85-9 16,-26 1 0,77-1-16,-60-8 15,-94 0 1,9 0-16,17 9 16,-34-1-1,-26 9 1,-8 0-16,-18 0 15,1 0 1,-1 0-16,1 0 16,-9 0-16,0 0 15,0 0 1,-9 0 0,-8-8-16,-9-1 15,1 1 1,-18-1-16,-51-8 0,-51 9 15,9-1 1,8 1 0,-17 8-1,-35 0-15,-7 8 16,7-8-16,-16 0 16,17 0-1,0-8 1,-1-1-16,18 1 15,0-1 1,-26 1-16,35-9 16,25 8-1,-18 1-15,1-9 16,34 8-16,43 1 16,-26-1-1,-8-8 1,8 0-16,-17-8 15,34-1 1,35 9-16,7 0 16,1 0-1,9 0-15,8 0 16,-1 9 0,10-1-16,-1 1 15,9 8-15,0 0 16,0 0-1,0 0 1,0 0-16,35 0 16,101 25-1,69 1-15,102-1 16,35-8 0,8 0-16</inkml:trace>
  <inkml:trace contextRef="#ctx0" brushRef="#br0" timeOffset="1305.1">3371 7042 0,'0'0'16,"0"0"-16,0 0 0,0 0 16,0 0-16,0 0 15,0 0 1,9 0-16,16 8 15,35 9 1,26 9-16,24 8 16,-24-9-1,-1 1-15,52 16 16,25-8 0,-43 0-16,-33-8 15,67-1-15,44 1 31,-61-9-31,26 0 16,69 8-16,-69-8 16,17 0-1,43 0-15,-68-8 16,16-9 0,35 8-1,-68-16-15,-26-9 0,42 8 16,-16 9-1,-35 0 1,-42 0-16,-34 9 16,-1-1-1,-16 1-15,-1-9 16,1 0-16,-18 0 16,-16 0-1,-69-9-15,-8-8 16,-26 0-1,-69 0 1,9-8 0,-8-9-16,-60 0 15,43 8-15,25 26 16,-25 0 0,-1 9-16,-33 8 15,76 8 1,52 9-1,-35 17-15,-128 43 16</inkml:trace>
  <inkml:trace contextRef="#ctx0" brushRef="#br0" timeOffset="11786.25">15175 7101 0,'0'0'0,"0"0"0,0 0 0,0 0 15,17 0 1,-8 9 0,-1-1-16,1 1 15,-1-1 1,1 1-16,34 16 16,85 18-1,34-9-15,-77-17 16,-42-9-1,34 9-15,102 9 16,-8-1-16,-95-8 16,-33-8-1,51 16-15,136 9 16,-59-34 0,-69-8-1,137-26-15,-51 0 16,-34-9-1,76-8-15,-85 34 16,18-8 0,67 16-16,-93 9 15,-9 17-15,85 0 16,-34 0 0,-25 0-1,76-8-15,-51-18 16,26-16-1,43-9-15,-1 8 16,26 1 0,1 16-16,-10 9 15,43 9-15,-8-9 16,43 0 0,-1 0-1,-51 0-15,52-9 16,25-25-16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38:59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4174 7101 0,'0'0'0,"0"0"0,0 0 0,0 0 0,0 0 15,0 0-15,-17 34 16,-9 34-16,-8 9 15,8-18 1,9-8 0,0-8-1,8-18-15,9 1 16,0-1 0,26 1-16,25-1 15,35-16 1,-10-9-16,-33-9 15,0-16 1,34-1-16,42-8 16,18 0-1,-26 9-15,-60 16 16,-17-8-16,34 9 16,69-9-1,8-9-15,-43 18 16,-50-1-1,50 9-15,69 0 16,-9 0 0,-77 9-16,43-1 15,94 9 1,-60 0 0,-17-8-16,103 16 15,-69-8-15,0-17 16,52 0-1,-9 0-15,59 9 16,-16-1 0,0 1-1,16 8-15,-8-9 16,35 18-16,-44-1 16,60 1-1,-8-9-15,9-9 16,33 9-1,-85-8-15,154-9 16,-9 0-16,-76-9 16,59 1-1,0 8 1,-34 0 0,-34-9-16,76-16 15,-25 8 1,-85-9-16,68-8 15,-43 17-15,-8 9 16,-17-9-16,-43 8 16,-43-8-1,-33 9 1,24-9 0,-58 8-16,-70 1 15,-7 8 1,-10-9-16,-24 1 15,-10-1-15,1 1 16,-18-35 0,-8-67-16,-42-162 15</inkml:trace>
  <inkml:trace contextRef="#ctx0" brushRef="#br0" timeOffset="1544.78">4780 7654 0,'0'0'16,"0"0"-16,0 0 0,-9 34 0,0 26 16,-8 16-1,-8 9-15,-1 17 16,1-8-1,8-18 1,-1-16-16,18-1 16,0-8-1,18-8 1,-1-1-16,25-8 0,18-8 16,-9-9-1,9-17-15,34 0 16,34-9-1,8-8 1,-16 0-16,17 9 16,67 8-16,-41 0 31,7-9-31,52 1 0,-26-1 31,18 1-31,-1-9 16,9 8-16,34 1 15,0 8-15,17 0 16,9 0 0,-17-9-1,42-8 1,0 9-16,26-18 16,8 18-16,-42 8 15,34 8 1,-26-8-16,52 9 15,8 8 1,-52 0 0,61-9-16,-1 9 15,-42-8 1,43 16-16,16 1 16,-33-9-1,42-9-15,-8 9 16,-35 9-1,43-1-15,-42-8 16,-35 9-16,26 8 16,-51-8-1,-26-9 1,-17 8-16,-34 9 16,-34-8-1,-18 8-15,-8-9 16,-68-8-1,-42-8-15,-27-1 16,-8-8-16,-8 0 16,-9-25-1,0-52-15,-9-67 16,9-95 0,0-118-16</inkml:trace>
  <inkml:trace contextRef="#ctx0" brushRef="#br0" timeOffset="15794.77">2834 9244 0,'0'0'0,"0"0"0,0 0 0,0 0 0,0 0 0,0 0 15,0 0-15,0 0 16,-9 17-16,1 26 31,-1 42-31,0 17 16,1-17-1,8 0-15,0 0 16,0 0-16,0-8 16,0-26-1,0-9 1,0-16-16,0-18 0,0 1 31,8-1-31,-8-8 16,9 0-16,25-8 15,26-1 1,17-16 0,25 8-16,-17 0 15,18 17-15,33 0 16,18 17 0,-17-9-1,-1 9-15,43 9 16,-16-18-1,-18 9-15,8-8 16,35 8-16,-26-9 16,-17 9-1,52 0 1,-18-8-16,-17 8 16,43 0-1,-34-9-15,-18 9 16,35-8-1,-26-1-15,9 1 16,17 8 0,-9 0-16,-8-9 15,8 9 1,-9 9-16,10-18 16,33-8-1,-34 0-15,1-8 16,24 8-1,-24-9-15,-10-8 16,52 9 0,9-9-1,-18 8-15,9 1 16,8-1-16,18-8 16,-9 0-1,8 9-15,-16 8 16,-1-9-1,9 9-15,-8 0 16,-1 9-16,1 8 16,8 8-1,-9-16-15,-17-1 32,-33-8-32,-27 9 15,-25-9-15,-42 8 16,-27 9-1,-16-8-15,-17-1 16,-1-8 0,-16 0-16,-1-17 15,1-25-15,-1-69 32,9-76-32,1-42 15,33-18 1,51-68-16</inkml:trace>
  <inkml:trace contextRef="#ctx0" brushRef="#br0" timeOffset="34658.58">9875 10894 0,'0'0'0,"0"0"0,8-8 16,35-1-16,17 1 15,17-1 1,8-8-1,-8 0-15,-17 0 16,42 0-16,111 9 16,-25-9-1,34 17-15,51 0 16,77 0 0,94-17-1,-69-17-15</inkml:trace>
  <inkml:trace contextRef="#ctx0" brushRef="#br0" timeOffset="47062.13">4652 11889 0,'0'0'0,"0"0"0,0 26 0,0 42 16,8 34-16,1 17 31,8-43-31,0-8 16,0 18-16,17-1 15,9-9 1,8-16-1,-8-26-15,-1-9 16,44-25-16,16-17 16,17-17-1,-8-8-15,17-1 16,9 1 0,0 8-16,8 17 15,-9 8 1,26 1-16,-8-1 15,0 1-15,16 8 16,1 0 0,-9 0-16,-8 0 31,25 0-31,-17 0 16,9 8-1,34 9-15,-17-8 16,8-9-16,26 8 15,0-8-15,25 0 16,-16 9 0,-9-1-16,-9 1 15,34-18 1,18 1-16,0-1 16,16-8-16,1 9 31,0-1-31,16 18 0,-8-1 15,1 1 1,-1-1 0,-9 1-16,10-9 31,-1 0-31,-9-9 16,10 1-1,-18-1-15,-9 1 16,-8-1-16,-8 9 15,-35-8 1,-16 8 0,-1 0-16,-51-9 15,-43-16 1,-8-10-16,-8-16 16,-1-25-16,-8-26 15,0-26 1,-1-50-16,44-128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40:56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4191 5043 0,'0'0'0,"-17"0"16,-18 9-16,-16-1 16,17 1-16,17-9 15,0 0 1,-9-9-16,-8 1 15,-26 8-15,-33 8 16,-53 26-16,27 17 16,59 17-1,-17 17 1,-25-8 0,-43 8-16,8 17 0,69 0 15,25 9 1,9-26-1,17 0 1,0 25-16,17 18 16,0-18-16,34-25 15,77 0 1,26-17-16,-52-25 16,86-9-1,59 8-15,-102-16 16,86-17-1,25-1-15,-77-8 16,94-8 0,-77-9-16,-25-18 15,59-16 1,-68 9 0,-59-18-16,-35-8 15,-9-17 1,18-17-16,-9 9 15,-16-1-15,-18-33 16,-34-26 0,-18 8-16,-24-17 15,-27-16 1,-33 16-16,-1 35 16,-16 16-1,-52 18 1,-17 16-16,-102 51 15,-86 86 1,-68 93-16,77-8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41:14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12248 2840 0,'-9'0'0,"-16"35"0,-10 41 0,1 9 0,0 0 15,17 0 1,0 0-16,0 43 16,8 8-1,9-34-15,17-26 16,26 18 0,42 25-16,43-8 15,-25-35 1,8-16-16,119 8 15,-8-26 1,17-16-16,-17-9 16,9 8-1,16 1-15,18 8 16,8 25 0,-17 43-1,17 17-15,-94-42 16,-17-17-1,0-1-15,-51-16 16,-51-18-16,-26-8 16,-17-8-1,0-26-15,1-51 16,-27-111 0,-25-119-16,-9-16 15,0-35 1</inkml:trace>
  <inkml:trace contextRef="#ctx0" brushRef="#br0" timeOffset="80190.08">20620 8700 0,'0'0'0,"-8"0"0,-1 17 16,-25 26-16,-43 25 15,-16 17-15,-27 8 16,-8 26-1,-26 0-15,18-8 0,42-18 16,34-7 15,43-44-31</inkml:trace>
  <inkml:trace contextRef="#ctx0" brushRef="#br0" timeOffset="80678.14">19673 9389 0,'0'0'0,"-17"8"0,-60 43 16,-59 35-16,-1 16 15,35-17-15,42-9 16,17-8-1,26 9 1,17-9-16,51 8 16,77 18-1,43-43-15,42-60 16,18-42-16,-35-34 16,-34-8-1,-68-18-15,-60-8 16,-68-17-1,-145-26 1,-273 9-16,42 85 16</inkml:trace>
  <inkml:trace contextRef="#ctx0" brushRef="#br0" timeOffset="85872.91">19076 4975 0,'0'0'0,"0"0"0,0 0 16,0 0-16,0 0 15,0 0 1,-9 0 0,-8 0-16,-9-8 15,-16-1 1,8 1-16,-1-1 16,1 1-1,9 8-15,-1 0 16,-17 17-16,-33 34 31,-27 51-31,-8 25 16,-42 26-16,-10 34 15,27 18 1,16-1-16,18 25 0,42-33 16,35 16-1,25 1 1,34-26-1,43 26-15,-18-60 16,-7-68 0,41-26-16,70-8 15,50-34 1,77-68-16,43-102 16,-68-17-1,-18-25-15,-25-18 16,-34-17-1,-35-33-15,-42 33 16,-51 1-16,-60 7 16,-68 18-1,-77 9 1,-103 42-16,-179 76 16,-136 137-1,162 42 1</inkml:trace>
  <inkml:trace contextRef="#ctx0" brushRef="#br0" timeOffset="87506.82">19699 5724 0,'0'0'15,"0"-9"-15,17-17 0,8 1 0,-8 8 16,-8 0-1,-1 8 1,1 1-16,0 8 16,-9 0-1,34-9-15,42-8 16,44-8 0,76-9-16,9 0 15,26-17 1,33-17-16,-8-9 15,17 18 1,18 16-16,-18 43 16,-17 34-16,25 34 15,-67 9 1,-35-9 0,0 51-16,-42 25 15,-69-7-15,-25 7 16,-18 52-1,-8-43-15,-8-43 16,-9 1 0,0-18-16,0-16 15,-9-9 1,1-17-16,-9-17 16,8-17-1</inkml:trace>
  <inkml:trace contextRef="#ctx0" brushRef="#br0" timeOffset="87771.17">22882 6302 0,'0'0'0,"0"0"0,34 34 0,18 34 16,7 51-1,-8 94-15,-33-52 16,-18-59-16,0 26 16,17-18 15,34-16-31,17-18 16,26-42-16,145-68 0,60-85 31,-9-8-16,60 8-15</inkml:trace>
  <inkml:trace contextRef="#ctx0" brushRef="#br0" timeOffset="90008.98">20142 7994 0,'0'0'0,"0"0"0,-8-8 16,-1-1-1,-25-16-15,-34-1 16,-17 1-1,-9 8 1,34 0-16,26 0 16,17 17-1,-9 0-15,-8 0 16,-34 8 0,-35 26-16,-16 17 15,8 9 1,51-9-16,0 8 0,-8 35 15,-9 33 1,18 1 0,24-52-16,18-24 15,9-1-15,8-9 32,0 1-32,0-18 15,0-16 1,0-9-16</inkml:trace>
  <inkml:trace contextRef="#ctx0" brushRef="#br0" timeOffset="90375.34">18546 8513 0,'0'0'0,"0"0"0,-8 17 16,8 8-16,-9 1 0,9 8 31,0 0-31,0 17 16,0 0-16,0-8 16,0 8-1,17 0 1,9 8-16,17-8 15,8-8 1,0-18-16,9 1 16,-17-18-16,8-16 15,9-43 1,-9-51 0,-26 51-16</inkml:trace>
  <inkml:trace contextRef="#ctx0" brushRef="#br0" timeOffset="127692.14">16379 6770 0,'0'0'0,"0"0"0,0 0 16,-197 221-16,78-153 0,33 0 0,86-68 0,-85 76 15,-43 35-15,-26 8 16,26-34-1,35 8-15,-70 78 16,-33 16 0,68-51-16,-17 51 15,-86 42 1,61-41-16,25 41 16,-94 35-16,42-26 15,52 26 1,-85 33-1,59-16-15,18-9 16,-69 34-16,68-51 16,9 17-1,-77 26 1,34-51-16,35-1 16,-78 1-1,43 0-15,9-9 16,-26-9-1,69-50-15,50-51 16,1-1 0,42-50-16,35-52 15</inkml:trace>
  <inkml:trace contextRef="#ctx0" brushRef="#br0" timeOffset="129311.86">16097 6897 0,'0'0'0,"0"0"0,8 0 15,27 17-15,16 9 0,-9 8 16,10 8 0,16 18-16,17 16 15,1 9 1,8 17-16,16 17 31,-33-8-31,9 17 16,33 25-16,18 0 15,-1-17 1,18 17 0,68 25-16,-51-41 15,-1 7 1,69 26-16,-51-8 15,0-1 1,25 18-16,9 17 16,8 25-16,-16-34 15,25 25 1,0 9-16,0-8 16,8 8-1,-25-8-15,9 8 16,-35-8-1,0 8 1,26-9-16,-26-16 0,-8 16 31,-9-16-31,-42-9 16,-9 0-16,0-17 16,-34-17-1,-17-8 1,-18-26-16,-16-17 15,-9-17 1,-8-25-16,-9-9 0,-8-17 31,-1-9-31,1-8 16,-9-8-16,8-1 16,-8 1-1,0-1 1,0 1-16,0-9 15,0 0-15,0 0 16,0 0 0,-8 0-1,-1 8-15,-17 1 0,-25-1 32,-26 9-32,-42 9 15,-9 8 1,-9 8-16,-16-8 15,-27-8 1,1 8-16,-43-9 16,0-8-1,18-8-15,-27-1 16,1-16 0,-35 8-16,-8 0 15,-9 8 1,-51-8-16,1 9 15,-10-1 1,18-8-16,8 9 16,-34-9-1,17-9-15,18 1 16,7-9 0,-16 0-1,-52 0-15,26 0 16,-8 0-1,-43-17-15,51-17 16,-9-26-16,-33-8 16,42-8-1,0 16-15,-34 1 16,34 16 0,-8-8-16,16 17 15,35 26 1,17-1-16,51 1 15,0-18 1,-94-25-16</inkml:trace>
  <inkml:trace contextRef="#ctx0" brushRef="#br0" timeOffset="139124.14">14177 10818 0,'0'0'0,"0"0"0,0 8 16,0 26 0,8 60-16,-16 42 15,8-34 1,0-26 0,0 9-16,0 1 15,8-10 1,1-8-16,-1-25 15,1-1 1,-1-16 0,9-1-16,0 1 15,9-9-15,8-9 16,0 1-16,17-18 16,26-16-16,9-1 15,-27-16 1,18-1-1,26-8 1,25 0-16,-9 26 16,-42 8-1,17 17-15,34 0 16,0 17 0,-17 8-16,-34 1 15,-26 8 1,0 0-16,-8-9 15,-9 1 1,-17-18-16,-9 1 16,1-26-16,0-26 15,-1-25 1,-16-59 0,-1-78-1,9 18-15,17-93 16</inkml:trace>
  <inkml:trace contextRef="#ctx0" brushRef="#br0" timeOffset="156043.97">20339 6021 0,'0'0'0,"0"0"0,0 0 0,8 0 16,1 0 0,8 0-16,0 0 15,0 9 1,9 8-16,16 0 15,10 8-15,-10 1 16,-16-1 0,17 1-16,25 16 15,9 18 1,8 8-16,0 8 16,-8-25-1,-17 0 1,-17 9-16,33 59 15,27 26 1,-26-52 0,-18-16-16,10 42 15,-1 34 1,-25-26-16,-18-42 16,9 17-16,0 35 15,-8 7-15,-17-42 16,-1-17-1,1 60 1,-9 42-16,-9-60 16,-16-24-16,-18 41 15,-8 9 1,8-42-16,9-60 31,8-17-31,1-9 16,-10 1-1,1-18-15,0-8 16,9-8-16,-1-18 16,0 1-1,9-9 1,0 17-16,9 0 16,8 8-1,0 9-15,0 0 0,-9 0 16,1 26-1,-1 8-15,1-9 16,-1 9 0,0 17-1,9 0-15,0 0 16,0 9-16,0-18 31,26-8-31,94-34 16,50-51-1,129-85-15,68-25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44:06.7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22447 10546 0,'0'0'0,"0"0"0,0 0 0,0 0 16,0 0 15,0 0-31,17 17 16,26 0-1,8 0-15,26-9 16,-9 1-16,-34-1 16,-8 1-1,-9-9 1,-9 0-16</inkml:trace>
  <inkml:trace contextRef="#ctx0" brushRef="#br0" timeOffset="980.74">22336 9278 0,'0'0'0,"0"0"0,-9 0 15,-8 9-15,-42 16 16,-61 26-1,9 0-15,43-8 16,25 8 0,-8 26-16,-43-9 15,-77 25 1,18 35-16,67 8 16,44-26-1,25-33-15,0 33 16,0 9-1,17-25-15,17-9 16,68 0 0,60-17-16,-43-34 15,9-17 1,111 9-16,-42-18 16,-112-25-16,68-25 15,52-69 1,-43-16-16,-76 50 15,-27 9 1,-8-34-16,-42-51 16,-69 8-1,-51 52-15,-128-35 16</inkml:trace>
  <inkml:trace contextRef="#ctx0" brushRef="#br0" timeOffset="2213.21">22848 10358 0,'0'0'0,"0"9"0,9 8 0,-1 17 16,1 0 0,25 17-16,34-17 15,43-17 1,0-25-16,-51-18 16,-18-16-1,18-1 1,25 0-16,-8 9 15,-8-8 1,-1-35-16,0-25 16,-25-8-16,-18 33 15,-16 9 1,-9-17 0,-9-8-16,-16 16 15,-1 18-15,-8 7 16,-9 18-1,1 0-15,-1 17 16,9 17 0,17 9-1,0 8-15,0 17 16,0 0-16,0 9 16,-1-1-1,1-16 1,9-1-16,8-16 15,0-1-15,0 1 16,0-1 0,0 1-16,0-9 15,0 8 1,0-8 0,0 0-16,0 0 15,0 0 1,0-8-16,0-9 15,0-26-15,0-8 16,17-8 0,26 7-1,-1 10-15,1 16 16,-17 9-16,8 17 16,8 26-1,27 33-15,-1 18 16,-25-9-1,-18 0 1,1-8-16,8-9 16,34-9-16,-17-25 15</inkml:trace>
  <inkml:trace contextRef="#ctx0" brushRef="#br0" timeOffset="16646.15">22882 7765 0,'0'0'0,"0"8"0,0 9 0,0 17 16,0 0-16,0 9 16,0-18-1,0-8-15,-8-8 16,-9 8 0,-18-9-1,-24 9-15,-1-8 16,-25-1-1,-1-8-15,44 9 16,-1 8-16,-42 17 16,-35-9-1,-16-8 1,25-8-16,68-1 16,9 1-16,17-1 15,0-8 1,8 0-16,1-8 15,-1-9 1,-8-34-16,0-17 16,8 17-1,9 17-15,0 17 16,0 0 0,0 17-1,0 0-15,0 0 16,-8 0-16,-1 17 15,-16 17-15,-9 17 16,-1-9 0,18-16-1,0-1 1,17-16-16,0-1 16,17 1-1,26-1-15,-9 1 0</inkml:trace>
  <inkml:trace contextRef="#ctx0" brushRef="#br0" timeOffset="31375.67">22950 7671 0,'0'0'0,"-8"0"0,-1 9 0,1-1 15,8 1-15,0-9 16,0 8 0,0-8-1,0 0-15,0 0 16,0 0 0,0 0-16,0 0 15,0 0-15,0 0 16,0 0-1,0 0 1,0 0-16,-9-8 16,1-18-1,-26-16-15,-35-27 16,-33-16-16,-18-8 16,18 25-1,0-17-15,-61-9 16,10 18-1,-52-1-15,-60-8 16,61 34 0,50 9-16,-51-1 15,60 9 1,60 9 0,8-9-16,17 16 15,17 1 1,26 0-16,17 9 15,17-1-15,1-16 16,-1-9 0,0 0-1,8 17-15,1 0 16,-18 8 0,1 1-16,-9 8 0,-51 0 31,-86 8-31,-8 18 0,51 8 31,17 0-31,9-9 0,25 1 16,26-9-1,17 0 1,77 17 0,119 34-16,137 17 15</inkml:trace>
  <inkml:trace contextRef="#ctx0" brushRef="#br0" timeOffset="36319.73">17411 7322 0,'-8'0'0,"-9"0"0,-26 0 16,-25 17 15,-9 9-31,9-18 16,16 9-1,10 9-15,-35 25 16,-34 8-16,-43-8 16,18 1-1,59 58 1,-34 60-16,-34-17 16,-17 9-1,42 16-15,61-50 16,-44 51-1,1 42-15,33-85 16,35-68-16,17 17 16,43 25-1,42-8-15,-8-25 16,17-26 0,136-25-16,-17-35 15,35-85 1,25-16-1,-60 50-15,60-8 16,-102-25 0,-26-52-16,25 9 15,-16 43-15,-17-18 16,-52-42 0,-34 34-1,-26 34-15,-42-34 16,-94-26-1,0 26-15,-8 43 16,-103 16 0,-111 26-16</inkml:trace>
  <inkml:trace contextRef="#ctx0" brushRef="#br0" timeOffset="37250.32">23958 7637 0,'0'0'0,"-17"0"0,-26 0 15,-17-8 1,-8-1-16,-26-8 15,26 0 1,16 17 0,-33 8-16,-51 9 15,-27 18 1,18 33-16,-25 51 16,-18 25-1,51-25-15,52 26 16,34 25-16,25-26 15,9-7 1,60 41 0,76-8-16,9-76 15,43-43-15,85-9 32,51-25-32,-34-25 15,35-60-15,-18-34 16,-102-26-1,16 9-15,-33 0 16,-60-34-16,-68 0 16,-77-34-1,-129-51 1,-101 42-16,-137 77 16,-9 59-1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47:10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12051 13624 0,'0'0'15,"0"0"-15,0 0 0,-8 0 0,-1 17 32,-33 17-17,-44 34-15,-25 9 16,9 8-16,25-17 15,34-17-15,18-17 16,16-26 0</inkml:trace>
  <inkml:trace contextRef="#ctx0" brushRef="#br0" timeOffset="512.57">10754 14245 0,'-17'0'0,"-51"43"0,-52 33 16,-33 52 0,-35 50-16,26 1 15,85-18-15,43-25 16,85 26-1,103-26-15,93-68 16,26-76 0,103-86-1,-26-25-15,-103-9 16,-33-16 0,-69-26-16,-26 17 15,-68 17 1,-59-9-16,-43 26 15,-43 17 1,-86 25-16,-144 1 16</inkml:trace>
  <inkml:trace contextRef="#ctx0" brushRef="#br0" timeOffset="17485.08">18000 5485 0,'0'0'0,"-17"9"0,-68 42 15,-77 34 1,51-9-16,34-7 16,-34 16-1,-94 25 1,51-25-16,18 9 0,-95 33 15,52-25 1,26 9-16,-86 33 16,59 10-16,10-1 31,-61 17-31,26 25 16,-51 1-1,51-43-15,43 43 16,-68 8-16,68-68 31,-26 59-31,-34 1 16,77-51-1,-34 59-15,-43 0 16,77-43 0,-17 43-16,-52-8 15,52-17 1,25 16-16,-93 9 15,51 1 1,93-52-16,-76 59 16,-17 9-16,85-102 15,34-8 1,-51 59-16,-51 34 16,17-59-1,51 8 1,-42 59-16,-86 1 15,60-17 1,76-26-16,-67 34 16,-52 59-1,85-92-15,44-10 16,-44 69 0,-34-60-16,18-26 15,68 35 1,25-34-16,17-18 15,-8 77 1,0-34-16,17-93 16,17 25-1,17 51-15,0-17 16,-8-51-16,-1-34 16,1-25-1,59 8 1,86 17-16,-26-9 15,-34-33 1,127-9-16,-16 0 16,-77 0-1,111-17-15,-42-9 16,-18-50 0,85-52-16,-101 18 15,67 16-15,-8 26 16,-60-51-1,103-77 1,-78 60-16,-41 60 16,101-94-1,-85 8-15,-25 51 16,110-50-16,-76-18 16,-77 43-1,119-51-15,-8-17 16,-111 59-1,85-50-15,26-52 16,-103 77 0,26-17-1,69-34-15,-44 59 16,1-8 0,76-51-16,-59 60 15,17-52-15,42 0 16,-67 52-1,24-86 1,27 17-16,-61 52 16,35-35-1,43 1-15,7-35 0,19 26 16,-61 42 0,60-33-1,-17 8-15,-9-26 16,1 9-1,-18 8 1,43-16 0,-77 50-16,9-42 15,17 8-15,-68 35 16,16-18 0,18 9-1,-43 17-15,-34 25 16,-43 9-1,-25 0-15,-18 17 16,-16 9-16,-52-27 16,-51 10-1,-17 16-15,-43 9 16,-76-8 0,-1 33-16,-25 18 15,-77 33-15,-60 35 16,-102 101-1,111 18 1</inkml:trace>
  <inkml:trace contextRef="#ctx0" brushRef="#br0" timeOffset="31910.39">10959 13437 0,'0'0'0,"0"0"0,0 0 0,0 0 0,0 0 15,-9-8 1,-8-1 0,-42-8-16,-35 17 15,-17 17 1,34 9-16,9 16 16,-52 69-1,-16 50-15,59-50 16,34-35-1,17-16-15,35-9 16,42-17 0,26-34-16,51-26 15,77-67 1,-43-35-16,-77 18 16,-33 16-16,-18-16 15,-17-1 1,-17 17-1,-51 9-15,-95 26 16,-33 42 0,-102 51-16</inkml:trace>
  <inkml:trace contextRef="#ctx0" brushRef="#br0" timeOffset="43057.09">13630 14611 0,'0'0'0,"0"0"0,0 0 15,0 0-15,0 0 16,0 0 0,0 0-16,0 0 15,0 0 1,0 0-16,0 0 15,52 0 1,76 0-16,17 0 16,-69 0-1,-33 0-15,34-9 16,-26 9-16</inkml:trace>
  <inkml:trace contextRef="#ctx0" brushRef="#br0" timeOffset="43362.06">14757 14253 0,'0'0'0,"0"0"0,0 0 15,-9 26-15,-8 34 16,-8 16 0,-9 18-16,-18 118 15,27-25 1,33-136-16</inkml:trace>
  <inkml:trace contextRef="#ctx0" brushRef="#br0" timeOffset="50467.34">12589 10758 0,'0'0'0,"0"0"0,0 0 0,0 0 32,0-8-32,0-1 0,0 1 31,0-1-31,0 9 16,0 0-1,0 0-15,17 0 16,0 0-16,0 9 15,0-1 1,0 1 0,0 8-16,-8-9 0,0 1 15,-9 42 1,-9 51 0,0 8-16,-8-16 15,17-26 1,0-43-16</inkml:trace>
  <inkml:trace contextRef="#ctx0" brushRef="#br0" timeOffset="52442.73">17232 11260 0,'-17'0'0,"-17"0"0,-17 8 0,16 1 15,1-1-15,9 9 0,8-8 32,0-1-17,8 9-15,-8 26 16,0 8 0,17 17-16,60 9 15,85-9 1,-26-43-16,-68-33 15,86-43 1,34-26-16,-60 26 16,-52 26-1,-33 8-15,-26-9 16,-60-17-16,-34-8 16,52 34-1</inkml:trace>
  <inkml:trace contextRef="#ctx0" brushRef="#br0" timeOffset="61206.73">14697 8828 0,'0'0'15,"0"0"-15,0 0 0,0 0 0,0 25 16,9 1-1,-1-1-15,1-8 16,8 0-16,34 17 16,26 9-1,-17-18 1,-18 1-16,-16-9 16,-9 8-1,-17 1-15,-34 8 16,-34 17-1,16 17-15,10 8 16,-10-8 0,-7-8-16,25-9 15,25-17 1,26-8-16,9-9 16,161-9-1,180 9-15</inkml:trace>
  <inkml:trace contextRef="#ctx0" brushRef="#br0" timeOffset="74247.24">19084 8683 0,'0'0'0,"0"0"0,17 0 15,0 0 1,9 9-16,-1-9 0,1 0 16,-17 0-1,-1 0-15,-8 0 16,-8 0 0,-18 25-1,0 26-15,1 34 0,8 34 31,8-25-15,9-69-16</inkml:trace>
  <inkml:trace contextRef="#ctx0" brushRef="#br0" timeOffset="80387.42">16532 6761 0,'0'0'0,"0"0"0,0 0 16,0 0-16,17 9 15,0-9-15,26-9 16,25 1-1,-8-1-15,-17 1 32,-18-9-32,18 0 15,34 8 1,0 9-16,-18 0 16,-16 0-1,-17 9-15,-9-1 16,-9 9-1,-8 0-15,-17 17 16,-26-8-16,1 8 16,8-9-1,0 9-15,-9-8 16,0-1 0,26-16-16,9-1 15,8-8 1,0 0-16,8 0 15,43 0 1,43 9 0,9-9-16,-18 0 15,-34 0 1,-25 0-16,-1 17 0,-16 0 16,-18 17-1,-16 42 1,-61 43-1,-7-25-15,33-35 16,34-33 0</inkml:trace>
  <inkml:trace contextRef="#ctx0" brushRef="#br0" timeOffset="84160.9">21457 6795 0,'-9'17'0,"-25"51"0,-17 51 0,25-59 16</inkml:trace>
  <inkml:trace contextRef="#ctx0" brushRef="#br0" timeOffset="88524.95">19630 4448 0,'0'0'0,"0"0"0,-8 0 0,-26 0 16,-18 8 0,-7 1-16,-35-1 15,-9 9 1,27 0-1,-27 0-15,-25 9 16,-17-1 0,26 9-16,8 34 15,-26 9 1,-34 17 0,35 8-16,33 8 15,-8 26 1,26-17-16,17 9 15,8 33-15,17-24 16,26-10 0,9 60-1,16 9-15,18-43 16,25 25-16,17 27 16,-16-61-1,7-50 1,78 42-16,68 0 15,0-34 1,51-34-16,-17-34 0,34-43 16,-26-42-1,-33-34-15,-1-34 16,-59 0 0,-1-51-1,-16-8 1,-43-10-16,-26-33 15,-42 0-15,-35-8 16,-42 7-16,-52 10 16,-25-1-1,0 35 1,-42 8 0,-10 42-16,-41 17 0,-35 26 15,-77 34-15,-26 60 16,-8 76-1,-42 60 1,59 16 0,68 52-1,9 59-15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49:05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2979 9142 0,'0'0'0,"0"-8"0,-9-1 16,-8 1-16,0-9 0,0 0 15,0 8 1,8 1 0,1-1-16,8 9 15,0 0 1,-9 0-16,1 17 0,-1 17 31,-8 17-31,0 9 16,0-9-16,8-9 15,9 1 1,0-18 0,0 1-16,0-9 15,0 0 1,0 0-16,0 0 0,9 0 31,-9 8-15,0-7-16,0-1 15,0 0-15,9 0 0,8 8 16,0 1 15,17 8-31,0-9 16,17 1-16,9 8 16,17-9-1,0 1-15,16-9 0,44-9 16,34 1 15,-1-18-31,27 1 16,16-9-1,17 0-15,35 8 16,-17 9 0,-1 9-16,-42 16 15,8 9 1,1 17-16,-69 0 15,-17 0 1,-17-8-16,-26-9 0,-8-9 31,-17-8-31,-9-8 16,-17-9 0,-8 0-16,-9-9 15,0 1 1,-9-1-16,1-16 15,-1-18 1,1-8-16,-1 17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50:49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17386 6991 0,'0'0'0,"0"-9"0,0 1 0,-9-9 0,1 8 15,-1 1-15,-17 8 16,-8 8 0,-34 9-16,-17 17 15,8 0 1,26 0 0,-9 9-16,0 16 0,-8 18 15,8 8 1,0 0-1,1-9 1,-27 26-16,1 26 16,17 17-1,-9-9-15,-8 17 16,-9 34-16,25-34 16,35-51-16,9 34 15,25 9 1,25-18-1,18-42 1,42-17-16,43-8 16,43-26-1,0-34-15,25-17 16,51-60 0,-50-50-16,-52-1 0,0-16 15,-8-44 1,-44 18-1,-33 17 1,-17-17-16,-35 26 16,-42 33-1,-34 26-15,-34 0 16,-44 34-16,-50 25 31,-17 35-31,34 16 16,33-7-16,18 7 15,17 1 1,69-9 0</inkml:trace>
  <inkml:trace contextRef="#ctx0" brushRef="#br0" timeOffset="902.66">17087 8173 0,'0'0'0,"0"0"0,0 0 0,0 0 16,0 0-1,0 0 1,0 0-16,0 0 16,0 0-16,0 0 15,0 0 1,8 0 0,-8 0-1,9 0-15,-9 0 16,0 0-1,0 0-15,0 0 16,0 0-16,0 0 16,0 0-1,0 0 1,0 0-16,0 0 16,0 0-1,0 0-15,0 0 16,0 0-1,0 0-15,0 0 16,0 0-16,0 0 16,0 0-1,0-9-15,0-8 16,0-8 0,0-26-1,9-9-15,8-16 16,0-9-1,0 25-15,0 9 16,17-25 0,0-52-16,9-8 15,-18 42-15,10 9 16,7-34 0,1-8-1,17-1-15,-1 26 0,-16 43 16,-9 16-1,0-8 1,9 0-16,8 0 16,0 0-1,-8 0 1,-17 17-16,-1 17 16,-16 0-1,-1 0-15,1 8 16,-1 1-1,1-1-15,-9 9 16,0-8 0,-9-1-16,-16-25 15,-9-8-15,8 16 16</inkml:trace>
  <inkml:trace contextRef="#ctx0" brushRef="#br0" timeOffset="1189.47">17650 6004 0,'0'0'0,"0"0"0,0 0 15,17 9-15,0-1 16,18 1 0,-1 8-16,17 0 15,0-9 1,0 1-16,1-1 15,-10 1 1,-16-1-16,-18 1 16,9-9-1,-8 25-15,-1 35 16,-16 42-16,-18 0 16,9-34-1,17-43 1</inkml:trace>
  <inkml:trace contextRef="#ctx0" brushRef="#br0" timeOffset="14594.23">15295 9253 0,'0'0'0,"0"0"0,-9 0 16,-34-9-16,-16 1 15,-18-9 1,-17 0-16,17 0 16,26 0-1,-9 8-15,-8-16 0,8 8 32,9 0-17,0 17-15,8 0 16,-8 0-1,0 8-15,8 9 16,-8 9 0,-9 33-16,0 26 15,-17 68 1,-8 60-16,8 51 16,0 42-1,18-34-15,25-59 16,25 8-1,35-34-15,16-60 16,44-8 0,-1-25-16,52-17 15,67-26 1,-24-51-16,25-60 16,16-16-1,1-27-15,26-67 16,-60-17-1,-52 9-15,1-43 16,-43 8 0,-35 0-16,-33 1 15,-43 25 1,-34 17-16,-52 16 16,-50 27-1,-69 50-15,-128 77 16,-43 51-1</inkml:trace>
  <inkml:trace contextRef="#ctx0" brushRef="#br0" timeOffset="20263.08">19426 8624 0,'-9'-9'0,"0"1"0,1-1 0,-1 1 0,1-1 16,-18 0-16,1 1 15,-18-9-15,-8 0 0,17 0 16,8 8 15,0 9-31,1 0 16,-1 0-1,-16 0-15,-1 0 16,-8 17 0,-9 0-16,0 17 15,-17 1 1,9 7-16,17 1 15,8-1 1,1 9-16,-18 0 16,0 0-1,0 17-15,-8-8 16,8-9 0,-8 25-16,0-8 15,16-8 1,1 16-16,-8 18 15,-10-9 1,10 9-16,7-1 16,10 1-1,7-9-15,1 0 16,17-9 0,9 9-16,-9 17 15,17 0 1,0 17-16,0-16 15,0 16 1,8 0-16,9-9 16,0-8-1,9 0 1,17 0-16,8 0 16,9-8-16,-1 0 15,10-1 1,7 9-16,1-17 15,9 0 1,7 0-16,-16-8 16,-17-9-1,17 8-15,17 1 16,0-9 0,17-9-16,-26-16 15,17 17 1,18-1-1,-1 1-15,1-1 16,-18-8-16,1 9 16,16-1-16,9 1 15,-8-9 1,-26-9 0,16 9-1,18 0-15,1-8 0,-19-9 16,-7-17-1,33-9 1,18-16-16,-34-9 16,-9-9-1,34-8-15,8-8 16,-25-18 0,-25-8-16,16-25 15,9-18-15,-34 18 31,-34-1-31,-9 1 16,-17 7-16,-25 1 16,-18 0-1,-25-8-15,-17-18 16,-35-16 0,-7-1-16,-10-25 15,-33 0 1,-9 0-1,-1 8-15,10 9 0,-18-17 16,1 0 0,8-8-16,-9-18 15,-34-8 1,9 0 0,8 0-16,-34 0 0,-25 8 15,-1 9 16,1 34-31,-26 25 16,0 26 0,-17 26-16,-34 16 15,-52 1-15</inkml:trace>
  <inkml:trace contextRef="#ctx0" brushRef="#br0" timeOffset="27795.35">27756 5494 0,'0'0'0,"-17"0"0,-35 25 15,-76 35-15,-8 25 16,50-8-16,-25 16 16,-34 9-1,-17 17 1,43 34-16,59-25 16,9-1-1,25 43-15,26 1 16,0-52-1,68-26-15,112 26 16,7-25-16,70-52 16,-36-33-1,-16-69-15,34-8 16,-85 9 0,34-60-1,-26-34-15,-51 25 16,-43-17-16,-34-50 15,-59 8 1,-52 25-16,-51-8 16,-43 17-1,-42 34 1,33 59-16,1 26 16,-145 9-1</inkml:trace>
  <inkml:trace contextRef="#ctx0" brushRef="#br0" timeOffset="28605.49">27585 6038 0,'0'0'0,"0"0"0,0 0 0,0 0 16,0 0-1,17 9-15,9-1 16,-9 1-16,8-1 16,35-8-1,0 0-15,-9 0 32,-25 0-32,-1 0 15,-16 0 1,-1 9-16,-8 8 15,-25 17-15,-9 17 16,-1 0 0,-16 0-1,-9 0-15,1-9 16,25-16 0,16-9-16,1-9 15,17 1-15,9 8 16,17 0-1,16 0-15,27 0 16,-1 0 0,-17 0-16,-25 0 15,-18 0 1,-16 0 0,-18 17-16,-25 9 15,-60 8 1,-43-9-16,26-16 15,17-9-15,43-9 16</inkml:trace>
  <inkml:trace contextRef="#ctx0" brushRef="#br0" timeOffset="29656.54">28063 7118 0,'0'0'0,"0"0"0,0 9 0,8 8 16,18 17-16,17 25 31,-1 1-31,-16-9 16,25 8-1,43 18-15,17-1 16,9-7 0,-35-1-16,-8 17 15,51 25 1,25 9-16,103 43 0</inkml:trace>
  <inkml:trace contextRef="#ctx0" brushRef="#br0" timeOffset="30286.77">30180 7943 0,'-9'0'0,"-17"-8"0,-25 8 16,-9 0-1,-42 25-15,-60 18 16,17 8-1,25 17-15,-8 17 16,-17 42-16,9 18 16,33-17-1,35 16 1,25 18-16,26-18 16,51 9-1,69 17-15,33-25 16,26-51-1,69-26-15,16-34 16,18-34 0,-9-26-16,-17-42 15,-17-25 1,-103 7-16,-8-16 16,-17-17-1,-43-17-15,-42 0 16,-52-17-16,-25 9 15,-43 16 1,-51 9-16,-9 17 16,1 25-1,-18 18 1,51 42-16,103 25 0</inkml:trace>
  <inkml:trace contextRef="#ctx0" brushRef="#br0" timeOffset="30778.4">30256 8930 0,'0'0'0,"-17"0"15,-25-9-15,-27 9 16,10 0 0,16 0-1,0 0 1,-8 0-16,17 0 0,17 0 16,17 0-16,0 0 15,8 9 16,35 16-31,51-8 16,34-8 0,-17-18-1,-60 1-15,9-18 16,8 1 0,-17 8-16,-16 0 15,-10 8-15,-16 9 16,-1 0-1,-16 9-15,-9 25 16,-18 51-16,-16 34 16,-17 51-1,-9 25-15,43-75 16,25-95 0</inkml:trace>
  <inkml:trace contextRef="#ctx0" brushRef="#br0" timeOffset="31609.04">27022 6897 0,'0'0'0,"0"0"0,-9 0 15,1 17-15,-18 17 16,-25 9-1,-26 25-15,0 8 16,-17 1 0,-17 25-16,9 0 15,-18-9 1,26 9-16,18-8 16,-10 0-1,18-18-15,8-16 16,26-18-1,0-16-15,0-9 16,8-9 0</inkml:trace>
  <inkml:trace contextRef="#ctx0" brushRef="#br0" timeOffset="32179.83">25554 8045 0,'0'0'0,"0"0"0,-9 0 0,1 0 15,-1 0 1,0 0 0,-16 0-16,-18 0 0,-25 9 31,-26-1-31,9 9 15,8 9 1,-26 42-16,1 34 16,8 17-16,17-9 15,26 1 1,34 17 0,43-1-16,42-16 15,17-26 1,60-17-16,77-17 0,17-34 31,34-26-31,-51-25 16,-25-42-1,-1-26-15,-68 0 16,-43 0 0,-34-17-16,-33-1 15,-44 1-15,-34-17 16,-59 26-1,-43 25 1,-35 42-16,-16 26 16,25 17-1,26 26-15,-9 16 16,-119 35-16</inkml:trace>
  <inkml:trace contextRef="#ctx0" brushRef="#br0" timeOffset="32410.56">25776 8649 0,'0'0'16,"0"0"-16,-9 9 0,-25 25 16,-26 51-16,-17 34 31,-8 8-31,42-67 16</inkml:trace>
  <inkml:trace contextRef="#ctx0" brushRef="#br0" timeOffset="32847.28">24495 9202 0,'0'0'0,"0"0"0,0 0 0</inkml:trace>
  <inkml:trace contextRef="#ctx0" brushRef="#br0" timeOffset="33219.08">24666 9057 0,'0'0'0,"0"0"0,0 0 0,0 0 0,0 17 16,9 0-1,-1 17 1,1 0-16,-9-8 16,0-1-1,-9 9-15,1 0 16,-10 17 0,-16 17-1,-25 51-15,-27 26 16,-8 8-1,-8 9-15,-35 16 16,9-8 0,-17 1-16,-25 16 15,-10 25 1,27-8-16,8-42 16,17-26-1,42-42-15,44-43 16,33-26-1</inkml:trace>
  <inkml:trace contextRef="#ctx0" brushRef="#br0" timeOffset="33794.26">24589 9227 0,'0'0'0,"0"0"0,17 0 16,0 9 0,0 8-16,0 0 15,1 25 1,-1 26-16,17 51 15,0 43-15,17 34 16,9 16 0,8-8-1,0 9 1,9 34-16,17-1 16,-17-8-16,8 1 15,1-10-15,-27-59 31,-7-17-31,-10-25 16,1-26-16,-17-34 16,-18-17-16,1-26 15,-1-7 1,1-10-16,-9 1 16,-9-9-1,-8 0 1,-17-9-16,-34-25 15,-35-17 1,-33-26 0,-44 9-16,-101 0 0,-69 9 15,-34 16 1,-43 26 0,43 9-16</inkml:trace>
  <inkml:trace contextRef="#ctx0" brushRef="#br0" timeOffset="40708.67">30470 8683 0,'0'0'0,"0"0"0,0 0 15,0 0 1,0 0-16,0 0 16,0 0-16,0 0 15,0-8 1,0-1-1,0 1-15,0-1 16,-9 1 0,-16-18-16,-27-17 15,1 9 1,0 0-16,-17 9 16,-9-1-1,26 9-15,17 17 16,16 0-1,1 0-15,0 9 16,0 8 0,0 0-16,9 8 15,-1-8 1,1 9-16,-1-1 16,9 10-16,0-10 15,0 1 1,0-1-16,0 1 15,0-9 1,9 0 0,-1 0-16,9 0 15,0-9-15,17 1 16,1-1 0,-1 1-16,0-9 15,0 0 1,0 0-16,9 0 15,-1 0 1,-16-9 0,0 9-16,-9 0 15,-9 0 1,1 0-16,8-8 16,-9-1-1,1 1-15,-1-9 16,10 0-1,-1 0-15,0 0 16,-9 0 0,1 8-16,-1 1 15,1-1 1,-1 9-16,-8 0 16,0 0-1,0 0-15,0 0 16,0 0-1,0 0-15,0 17 16,-8 26 0,-1 25-16,9 25 15,0 18-15,0-18 16,0-16 0,0 8-1,0-9 1,0-8-16,0-34 0</inkml:trace>
  <inkml:trace contextRef="#ctx0" brushRef="#br0" timeOffset="47945.92">30470 9738 0,'0'0'0,"0"0"0,0 0 15,0 8 1,0 18-16,17 33 16,43 26-16,25 9 15,0-9 1,1-17-16,-27-17 16,-16 0-1,25 8 1,-25-16-16</inkml:trace>
  <inkml:trace contextRef="#ctx0" brushRef="#br0" timeOffset="52627.54">31639 10316 0,'0'0'0,"-8"0"0,-1-9 16,0 1-16,1-1 15,-1 1 1,-33 8-16,-78 0 16,-33 8-1,59 1-15,17 16 16,-111 103 0,-34 42-16,128-85 15,43 43 1,0 84-16,17-76 15,25-59-15,9 42 16,0 9 0,86 16-1,84-16-15,-42-77 16,86-17 0,16-17-16,-110-34 15,67-26 1,18-16-1,-94-1-15,-60-8 16,-8 0-16,-17 0 16,-1-26-1,-16-33-15,-1-18 16,-8 26 0,-34-8-1,-43-18-15,-51 9 16,9 26-16,16 41 15,-136 18 1,-128-8-16</inkml:trace>
  <inkml:trace contextRef="#ctx0" brushRef="#br0" timeOffset="53270.78">31007 11013 0,'0'9'0,"-17"42"0,-8 34 15,-1-9 1,9-33 0,9-1-16,8-8 15,8-8 1,1-9-16</inkml:trace>
  <inkml:trace contextRef="#ctx0" brushRef="#br0" timeOffset="53512.45">31520 11115 0,'0'0'0,"-9"0"0,0 17 15,-16 26 1,-9 8-16,8-17 15,1 8-15,-1 18 32,9-26-32</inkml:trace>
  <inkml:trace contextRef="#ctx0" brushRef="#br0" timeOffset="53912.54">31733 11770 0,'0'0'0,"8"17"0,10 9 0,16 16 16,25 26-16,10 9 15,-18 8 1,-17-9 0,-8-16-16,-9-9 15,17-9-15,-9-16 16</inkml:trace>
  <inkml:trace contextRef="#ctx0" brushRef="#br0" timeOffset="54661.97">32638 12434 0,'0'0'0,"0"0"0,-9 8 0,-8 43 0,-26 60 16,-51 33-16,-42 9 16,16 0-16,52 34 31,43-67-31,25-95 16</inkml:trace>
  <inkml:trace contextRef="#ctx0" brushRef="#br0" timeOffset="55101.4">32638 13012 0,'0'0'0,"0"17"0,0 59 15,-9 43-15,1-25 16,8-34 0,0-18-16,0 1 15,0-1-15,8 1 16,35-9-1,34-9-15,16-16 16,-16-18 0,-17 1-1,-26-9-15,-8 0 16,-18 0 0,-8-9-16,-42-16 15,-61-9-15,9 17 16,60 34-1,-17 25 1,25-8-16</inkml:trace>
  <inkml:trace contextRef="#ctx0" brushRef="#br0" timeOffset="55678.03">32475 11940 0,'0'0'0,"-17"9"0,-59 33 0,-27 35 32,35 16-32,17 1 15,-9 8-15,-42 68 16,-18 34 0,18-59-16,8 16 15,43 35 1,25-43-1,60 34-15,68 34 16,18-93-16,-43-77 16,51-17-16,94 0 15,-52-26 1,-16-42 0,42-42-16,-51-26 15,-59 0 1,-35-9-1,-17-50-15,-17-18 16,-51 0-16,-51-42 16,-18 34-1,1 17-15,8 0 16,34 17 0,0 34-16,43 85 15</inkml:trace>
  <inkml:trace contextRef="#ctx0" brushRef="#br0" timeOffset="72483.73">29386 9763 0,'0'0'0,"0"0"0,0 0 16,0 0-16,0 0 16,0 0-1,0 0-15,0 0 16,0 0 0,0 0-1,0 0-15,0 0 16,0 0-1,0 0-15,0 0 16,0 0-16,0 0 16,0 0-1,0 0-15,-9 0 16,-16 0 0,-9 17-16,-18 9 15,-16 25 1,-26 17-1,-17 34-15,9 17 16,-9-17 0,-17 42-16,0 1 15,42-51 1,27-26-16,25-17 16,-1-9-1,1 1-15,0-18 16,0-8-1,17-8-15,8-9 16,9 0 0,0 0-16</inkml:trace>
  <inkml:trace contextRef="#ctx0" brushRef="#br0" timeOffset="73368.89">28285 11277 0,'0'0'0,"-9"-9"0,-8-25 31,-17-8-31,-9-1 16,-16 9 0,-27 17-16,1 17 15,34 26 1,-26 16-16,-25 9 0,8 0 31,-9 9-31,-8 8 16,43 9-1,17 25-15,17 8 16,17-16 0,-1 8-16,36 34 15,41 17-15,44-34 16,8-60 0,-9-16-16,60-17 15,52-35 1,-44-51-16,27-76 15,-10 0 1,-76 34 0,-25-34-16,-18-8 15,-17 8 1,-34 42-16,-17 0 16,-34 9-1,-43 9-15,-25 8 16,-18 25-16,1 18 31,68 25-31</inkml:trace>
  <inkml:trace contextRef="#ctx0" brushRef="#br0" timeOffset="74015.2">28148 11166 0,'0'0'0,"-8"0"0,-1 0 0,-16 17 16,-1 0-16,-25 17 16,-18 17-1,-7 9-15,24-1 16,-7 10-1,8 7 1,8 9-16,9 0 16,17-17-16,17 17 15,8 26 1,18-9-16,-1-26 16,-8-16-1,26-9-15,25-9 16,1-8-1,7-8-15,1-18 16,-8-8 0,-27-8-1,-8-26-15,-8-9 16,-9-8 0,-8 9-16,-18-1 15,-17 1 1,-16 8-16,-26 17 15,-26 8 1,25 9-16,35 0 16,9 0-1,8-8-15,8 8 16</inkml:trace>
  <inkml:trace contextRef="#ctx0" brushRef="#br0" timeOffset="74528.78">27585 12544 0,'0'0'0,"-9"0"0,1 0 15,-18 0 1,1 17-16,-9 9 15,-26 16-15,-8 18 16,-1 8 0,1 8-1,17-25-15,17-8 16,17-9 0,17-26-16</inkml:trace>
  <inkml:trace contextRef="#ctx0" brushRef="#br0" timeOffset="75065.66">26143 12995 0,'0'0'0,"-18"8"0,-41 26 16,-27 51 0,1 17-16,0 9 15,8-9 1,17 26-16,35 25 15,25-9-15,34-33 16,51 16 0,34 1-1,1-34-15,8-43 16,51-17 0,-25-43-16,-1-33 15,27-26 1,-52-1-16,-43 1 15,-17-25 1,-16-26-16,-27 0 16,-16 8-16,-26-8 15,-35-17 1,-24 8 0,-18 26-16,0 26 15,17 25 1,43 25-16</inkml:trace>
  <inkml:trace contextRef="#ctx0" brushRef="#br0" timeOffset="75711.13">26339 13173 0,'0'0'0,"0"0"0,0 0 16,0 0-16,0 0 15,0 0 1,8 17 0,9 0-16,1 17 15,16 9 1,8 8-16,1-8 16,0-1-1,-18-16-15,1-1 16,-9 1-16,0-1 15,-8-8 1,-1 0-16,1 0 16,-9 0-1,-9 17 1,-8 17-16,-34 26 16,-9 8-1,0-17-15,1-9 16,-10-25-16,44-17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55:10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10387 9423 0,'0'0'0,"0"0"15,-17 0-15,-9 8 16,-16 9-16,-10 9 15,-16 8 1,-26 9-16,9 8 16,0 17-1,-18-9-15,26 1 16,9-18-16,17 1 16,0-18-1,8-16 1,9-18-16,17 1 15,17-9 1,0 8-16,0-16 16,0-1-1,-9 9-15,1 0 16,-9 0 0,0 17-16,0 0 15,-1 0 1,-7 9-16,8-1 15,0 1 1,0 8-16,0 17 16,17 8-1,8 1-15,52 25 16,119 25 0,137 26-16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0:58:25.3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24589 13369 0,'0'0'0,"0"0"0,0 0 16,0 0-16,26 17 16,16 9-1,35 8-15,17 8 16,-26 9-1,1 34 1,42 26-16,25-9 16,-25-26-1,-43-25-15,-25-17 16,-9-8-16,-8-9 0,-18-9 31</inkml:trace>
  <inkml:trace contextRef="#ctx0" brushRef="#br0" timeOffset="923.62">26202 14007 0,'0'0'0,"0"0"0,0-9 0,-8 1 16,-1-1-16,9 1 15,-8-1 1,8 9-1,0 0 1,-9 0-16,-25 0 16,-43 26-1,-42 25-15,-18 34 16,52 17 0,17 17-16,8-17 15,26 0-15,8 9 16,17 16-1,27-8-15,-1-34 16,77 17 0,93 17-1,1-42-15,77-34 16,25-60 0,-17-43-16,-17-8 15,-17-34 1,-43-34-16,-68-9 15,-25 18 1,-18 8-16,-34-17 16,-51 17-1,-42 8-15,-69 0 16,-103 1-16,-16 42 16,8 42-1,26 18-15,25 16 16,-34 35-1,-111 50 1</inkml:trace>
  <inkml:trace contextRef="#ctx0" brushRef="#br0" timeOffset="1901.15">26390 14194 0,'0'0'0,"0"0"0,0 0 16,9 0-16,16 0 16,9 17-16,9 0 15,-9 25 1,0 10 0,-8 16-16,-18 8 15,-33 18 1,-43 25-16,-60 8 15,8-25 1,35-34 0,8-25-16,17-18 15,17-16 1,18-18-16,16-8 16,18-25-16,25-1 15,-8 9 1,-1 9-16,-8 16 15,17 18-15,26 16 32,8 26-32,1 0 15,16 0-15,0-8 32,-33-18-32,-10-16 15,35-1-15,26-8 16,-44 0-16</inkml:trace>
  <inkml:trace contextRef="#ctx0" brushRef="#br0" timeOffset="2224.73">27218 14602 0,'0'0'0,"-17"9"0,-26 33 0,-42 43 15,8 17-15,26-25 0,25-26 32,26-17-17,43 0-15,25-9 16,52-33-1,67-52-15,-41-25 16,-61 9 0,-34 8-16,-42 17 15,-18 25 1</inkml:trace>
  <inkml:trace contextRef="#ctx0" brushRef="#br1" timeOffset="20877.15">22908 8955 0,'0'0'0,"17"-25"0,17-18 16,-8 1 0,-18 25-16,-8 0 15,-8 0 1,-1 0-16,-8 8 15,8 1 1,1-1-16,-1 1 16,-8-1-16,-34-16 15,-43-1 1,-42 1 0,25 16-16,68 9 15,0 9-15,-8-1 16,-34 9-1,-35 9 1,-8 16-16,34 1 16,43 8-1,-17 25-15,-43 26 16,-9-17 0,1-8-16,25 8 15,43 0 1,0 17-16,-9-8 15,-8-9-15,8 8 16,0 18 0,0 8-1,18-26-15,-1-8 16,0 0 0,1 0-16,8 17 15,17-8 1,8-9-16,18-8 15,16-9-15,43 8 16,43 9 0,-17-8-1,-43-43-15,35 0 16,85-9 0,-1-16-16,-84-18 15,50-8 1,77-17-16,-59-8 15,0-9-15,76-9 16,-68 1 0,-8-18-1,68-33-15,-60 8 16,-68 25-16,8-25 16,35-26-1,-1-25-15,-33 17 16,-26-8-1,-35-26-15,-16-1 16,-17 1 0,-35 0-1,-34 17-15,-34 9 16,-34-1 0,9 17-16,-9 18 15,-69-1 1,18 26-1,0 17-15,-26 17 16,-8 17 0,-52 34-16,18 34 0,-26 43 31,51 33-31,77 26 16,-77 120-1</inkml:trace>
  <inkml:trace contextRef="#ctx0" brushRef="#br1" timeOffset="30693.26">25050 10852 0,'0'0'0,"0"0"15,0 0-15,0 0 0,0 0 16,0 17 0,0 42-16,-8 43 15,-10 9 1,1-26-1,0 8-15,26 18 16,8 25-16,17 145 16</inkml:trace>
  <inkml:trace contextRef="#ctx0" brushRef="#br1" timeOffset="33342.93">20168 11923 0,'0'0'0,"0"0"0,0 0 0,0 0 16,0 0-16,0 0 31,0 0-31,0 0 16,0 0 0,0 0-16,17 0 15,43 0 1,59 0-16,1-8 15,-26-1 1,25 9 0,9 0-16,-17-8 15,-25-1-15,-52 9 16</inkml:trace>
  <inkml:trace contextRef="#ctx0" brushRef="#br1" timeOffset="33619.49">21406 11541 0,'0'0'0,"0"0"15,0 0-15,0 25 32,0 18-32,-9 8 15,-8 34-15,-9 51 16,9 25 0,0 137-16</inkml:trace>
  <inkml:trace contextRef="#ctx0" brushRef="#br1" timeOffset="43532.47">20364 7314 0,'-8'0'0,"-9"0"0,-17 8 0,8 1 0,0 8 15,-16 34 1,-61 25 0,-84 52-1,33 25-15,43 17 16,-43-8-16,-25 16 16,43 9-1,59-16 1,17-1-16,43-34 47,25-34-16,44-17 0,118 8-15,52-25-16,77-59 15,17-26-15,-60-17 0,60-77 0,-26-84 0,-85 33 16,34-76-16,-35 0 0,-118 59 0,-9-33 16,-26 42-16,-43-9 15,-59 9-15,-137 25 16,-153 35 0,-163 76-1,86 42-15</inkml:trace>
  <inkml:trace contextRef="#ctx0" brushRef="#br1" timeOffset="49806.06">23966 8147 0,'0'0'0,"0"0"0,0 0 0,0 0 0,0 0 16,0 0-1,0 0-15,0 0 31,0 0-31,0 0 16,26 0 0,42 0-16,34 0 15,9 0-15,-51 0 16,-17 0 0,17 0-1,-1 9-15,-16-1 0,-17 9 16,-26 9-1,-26 59-15,-42 42 32,-35-8-32,1-42 15,8-26-15,43-17 16,25-8 0,43-1-16,69 9 15,16-17 1,69-34-16,76-8 15,86-26 1</inkml:trace>
  <inkml:trace contextRef="#ctx0" brushRef="#br1" timeOffset="54340.72">18546 8709 0,'0'0'0,"0"0"0,0 0 0,0 0 15,0 0-15,-8 25 16,-9 18 0,-26 33-1,0 9 1,9 0-16,17-8 15,9-1-15,25 18 16,17-1 0,0-25-16,-8-25 15,8-9 1,17-17-16,0-26 16,18-33-1,-18-35-15,-9-25 16,-25-51-16,-25 0 15,-43 9 1,-18 25-16,-33 17 16,-154-60-1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01:03.2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22242 8709 0,'0'0'0,"-8"0"0,-1 0 0,-17 0 0,1 0 16,-18 0-16,-25-9 16,-9 9-1,34 0 1,1 0-1,-18 9-15,-42 42 0,-35 51 16,0 17 0,61-26-1,16 1 1,-26 42-16,-16 25 16,17-33-16,8-34 15,-8 42 1,16 17-16,35-34 15,9-9-15,16 26 16,18 18 0,16-35-16,1-43 15,16-8 1,10 17-16,16 17 16,0 9-1,-8-26 1,-17-17-1,-9-26-15,34 9 16,52-8 0,16-9-16,-34-26 15,9 1-15,52-9 16,-1 0 0,-34-9-1,25-16-15,61-9 16,-61-17-16,-42-26 15,60-16 1,-17-1 0,-52 35-16,-42 16 15,-9-16-15,-8-18 16,-1-33-16,-7-9 31,-35-1-31,-9-24 16,-17-18-16,-16 1 15,-35-18-15,-25-25 32,-9 34-32,8 25 0,-8 1 31,-51-18-31,8 52 0,-42 42 16,-60 17-1,-68 34-15,-69 51 16,18 34-1</inkml:trace>
  <inkml:trace contextRef="#ctx0" brushRef="#br0" timeOffset="4883.66">23352 10205 0,'0'0'0,"0"0"0,0 0 16,0 0 0,0 0-16,0-8 15,8-1 1,9 1-16,43-26 0,34-26 31,34 9-15,8 0-16,61 0 0,33 9 15,26 8 1,17 17 0,0 0-16,18 17 15,-18 17 1,-17 17 0,-17 17-16,0 17 15,-43 17-15,-25 25 16,-60-8-1,-52-8-15,-50 8 16,-77 34 0,-94 26-1,-77-26-15,-69-17 16,1-17 0,51-26-16,26-8 15,42-17-15,60-25 16,51-1-1,34-16-15,26-1 16,17-8 0,9 0-1,16 0-15,18-8 16,25-9 0,35-9-16,16 1 15,9-18-15,-34 9 16,34-8-1,60-9 1,-34 8-16,25 1 16,60 16-1,-17 18-15,8 25 16,1 25 0,16 26-16,26 17 15,0 17 1,0 35-16,-17 33 15,-8 17 1,-52 34-16,-42 8 16,-52 18-1,-59-9-15,-86 26 16,-33-26 0,-52-93-16,-205-18 15,-282-67 1,-162-111-16,-68-51 15,402 51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01:35.53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22413 8300 0,'-9'0'0,"1"0"0,-1 0 0,1 17 16,-1 0-16,-8 0 16,-43 0-16,-34 17 15,-17-8 1,18-9-16,41 0 16,10 8-1,-27 18 1,-33 8-16,-9-8 15,0-1-15,26 1 16,34-1 0,-9 26-1,-17 9-15,-8 16 16,8-8 0,9-25-16,-9 33 15,-9 26 1,35 9-16,26-26 15,7-17 1,1 17-16,9 9 16,-1 8-1,1-17-15,8-26 16,0 1 0,0 33-16,0 1 15,0-17 1,17-9-16,8-34 15,10 0 1,16 8-16,0 1 16,17 8-1,18 8-15,-18-25 16,0 0 0,52 0-16,33-17 15,-25-17 1,-25-17-16,50 0 15,27-25 1,-52-1-16,8-8 16,52-8-1,-26-9-15,-51 8 16,26-8-16,16 9 16,-25 16-1,-34-16 1,17-18-16,26-42 15,-1-17-15,-33 25 16,-27 9 0,-24-25-1,-10-18-15,-16 18 16,0 25 0,-18-9-16,-8-16 15,-8-1 1,-9-8-16,-9 17 15,-25-17 1,-26 0-16,-17 0 16,-8 17-1,33 34-15,-8 0 16,-16 17 0,-10-9-16,-25-8 15,34 17 1,-17 8-16,-25 1 15,-18 8-15,35 25 16,8 9 0,-26 9-1,9 8-15,17 0 16,26 0 0,-18 17-16,-8 0 15,0 0-15,1 9 16,7 8-1,9 8 1,-17 18-16,0 8 16,9 8-1,17-8 1,8 9-16,26-9 16,8 17-16,9-9 15,8 1 1,9-9-16,9 17 15,8 26 1,8-1 0,1-8-16,8-8 15,0 8-15,0 9 16,25-18 0,10 1-16,-1-9 15,26 0 1,8 8-16,0-16 15,-16-26 1,16-9-16,17-8 16,18-8-1,-9-18-15,34-16 16,43-1 0,-26-16-16,26-9 15,34-17 1,-35-9-16,1-8 15,17-8 1,-43-1-16,0 1 16,0-9-16,-16 8 15,-27-16 1,1-18 0,8-8-1,-26-8-15,-25 7 16,-9-16-1,-17-8-15,-17-26 16,-17-9 0,-34-16-16,-34-1 15,-34 0-15,-43 9 16,-34 9 0,-77 16-1,-34 18-15,-18 33 16,-67 35-16,-18 16 15,18 26 1,-69 25-16,43 44 16,43 24-1</inkml:trace>
  <inkml:trace contextRef="#ctx0" brushRef="#br0" timeOffset="15002.61">25545 11923 0,'0'0'0,"0"0"16,0 0-16,0 0 0,0 0 15,0 0-15,0 0 16,0 0 0,0-8-1,9-9-15,-1-17 16,1-17 0,-1-43-16,-8-16 15,0-1 1,0-25-16,-17-17 15,-17 0 1,-17 0-16,-9-9 16,9 1-16,-9 24 15,-25 10 1,16 16-16,10 18 16,-18 8-1,-25 8 1,-18 18-1,18 16-15,25 18 0,-17 8 16,9 8 0,16 9-16,-8 17 15,-16 0-15,24 9 32,35-9-32,9-9 15,7 1 1,10-1-16,16-8 15,52-17-15,34-17 16,-9 0 0,-33 0-16,-10 9 15,-16-9 1,-9 17-16,-8 0 16,-1 0-16,1 8 31,-1 9-31,-8 0 0,0 0 15,-17 0 1,-17 9-16,-26 25 16,-34 34-1,-17 34-15,35 0 32,24-9-32,18-8 15,9-8-15,16-18 16,9 1-1,51 8-15,94 26 16,18-26 0,-104-43-1</inkml:trace>
  <inkml:trace contextRef="#ctx0" brushRef="#br0" timeOffset="33676.01">20894 10486 0,'0'0'0,"0"0"0,0 0 0,-9 9 0,-17 8 15,-8 0-15,-17 25 16,-34 18 0,-26 42-16,-26 25 15,9 1 1,17 16-16,-17 9 16,-8 35-1,8-18-15,59-60 16,27-33-1,16-26-15,9-26 16,0-8 0,8-8-16,1-9 15,-18 0 1,18 0-16</inkml:trace>
  <inkml:trace contextRef="#ctx0" brushRef="#br0" timeOffset="33913.79">18922 11889 0,'-9'0'0,"1"0"15,-9 17-15,0 9 16,0 25-16,17 8 16,17 1-1,8-1-15,18 1 16,0-18-1,8-8 1,26 9-16,17-1 16,8-7-16,-8-1 15,-17 0 1,34 8-16,162 52 16</inkml:trace>
  <inkml:trace contextRef="#ctx0" brushRef="#br0" timeOffset="37252.69">26339 14117 0,'-9'-8'0,"-16"8"0,-1-9 0,0 9 16,9 0-1,0 0 1,0 0-16,-8-8 16,-52-52-1,-51-67 1,0-18-16,42 60 15,44 34 1,8 0-16,-9-34 16,0-17-1,-8 8-15,-9 26 16,9 9 0,0 25-16,8 17 15,-8 8-15,8 18 16,1 33-1,-1 52-15,9 0 16,17-43-16,0 17 31,0 42-31,0 9 16,17-42-16,0-26 16,0-26-1,0-16-15,0-1 16,0-25-16,0-25 15,0-26 1,0 25 0,0 1-1,-9-18-15,1-16 16,-1 16-16,9 18 16,0 8-1,0 0-15,0-9 16,43-17-1,110-16 1,27 16-16,84 9 0,1 17 31,16 17-31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02:20.2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21781 10733 0,'0'0'0,"-17"-9"0,-26 1 15,-16-1-15,-27 1 16,-16-18-1,34 1 1,16-1-16,-41 1 16,-35-1-16,-9 9 15,26 26 1,-8 16 0,-44 26-16,18-8 15,34-1-15,26-8 16,-17 9-1,-9 8 1,-26 17-16,18 0 16,42 8-1,0 18-15,9 8 16,-1 8 0,10 27-16,16-1 15,26-17 1,0 0-16,0 8 15,17 1 1,17-18-16,25 1 16,18 8-16,0 0 15,34 9 1,25-18-16,18-16 16,8-18-1,26 1-15,34-1 16,-9 9-1,34 0 1,-25-16-16,8-10 16,26-8-16,35-25 15,16-1 1,34-8 0,-8 0-16,-17-17 15,16 0 1,-33-17-16,25 0 15,-25-17 1,34-17-16,-26-17 16,-8-26-1,-18-8 1,-33 17-16,16 9 16,-93 16-16,-52-16 15,9-9 1,-26-9-1,-33 1-15,-27-9 16,-8-17-16,-34-18 16,-25-16-1,-18 0-15,-25-8 16,-18 8 0,-33-9-16,-18 17 15,-8 26 1,-17 0-16,-26 17 15,-26 17 1,-33 9 0,-9 16-16,-26 26 15,-34 9-15,0 8 16,-8 17 0,-26 17-16,-17 25 15,0 9 1,-26 17-16,34-8 15,1-9 1,-26-9-16,0-8 16,-26 0-1,34 9-15</inkml:trace>
  <inkml:trace contextRef="#ctx0" brushRef="#br0" timeOffset="2971.32">20714 6625 0,'0'0'15,"0"0"-15,0 0 0,0 0 16,0 0-16,0 0 16,0 0-1,-8-9 1,-1 1-16,-16-1 15,-27-16 1,-7 8-16,-18 0 16,-8 8-1,8 26-15,-9 34 16,-42 60-16,-17 34 16,9-1-1,33 1-15,18 25 16,-9 8-1,34 27 1,26-1-16,51-34 16,43 34-1,0-34-15,42-34 16,69 9 0,-26-43-16,17-26 15,69-25 1,8-51-16,34-68 15,8-25-15,1-52 16,-60-51 0,-60 9-16,0-34 15,-42-8 1,-69-1 0,-68-17-16,-86 26 15,-119 0 1,-127 34-16,-104 93 15,-76 120 1,0 161-16,170 17 16</inkml:trace>
  <inkml:trace contextRef="#ctx0" brushRef="#br0" timeOffset="5776.86">18854 8709 0,'0'0'0,"0"0"0,0 0 15,0 0-15,0 0 16,0 0 0,0 0-1,0 0-15,0 0 16,0 0 0,0 0-16,0 0 15,0 0-15,0 0 16,0 0-1,0 0 1,-9 17-16,1 8 16,-1 9-16,-17 9 15,1 16 1,-9 1 0,8-9-1,1 0-15,-10 8 16,10 1-16,8-18 15,17 9 1,0-8-16,17-1 16,25-16-1,35-18-15,17-25 16,-17-8 0,8-18-16,26-8 15,-25-8 1,-18 8-16,-34 0 15,-8 8 1,-26 9-16,-34-17 16,-43 0-1,-60 17-15,-85 43 16,-68 93 0,-43 68-16</inkml:trace>
  <inkml:trace contextRef="#ctx0" brushRef="#br0" timeOffset="8358.17">22925 8513 0,'0'0'0,"-9"8"0,1 26 16,-18 60-1,-51 136-15,-17-35 16,35-84-16,33-1 31,69-50-31,-1-43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04:05.74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9713 9244 0,'0'0'0,"0"0"0,0 0 0,-9 0 16,-8 0-1,-26 0-15,-33 0 16,7 0-16,35 0 16,-17 0-1,-26 0-15,-8 0 16,-9 0 0,0 0-16,9 0 15,42 0 1,0 0-16,-42 17 15,-43 0-15,-26 17 16,43 9-16,-8 25 31,-52 25-31,9 1 16,51-26 0,43 0-1,-43 51-15,0 26 0,9-26 16,8-17-1,17 8-15,26 9 16,16-8 0,18-26-16,0-17 31,17 17-31,9 9 16,42 16-1,69 1-15,-1-26 0,-17-26 31,18-16-31,68 8 16,-35-17 0,-8-26-16,69-8 15,-52 0 1,-8-8-16,68-18 16,-52-33-1,-76-26-15,17-51 16,0 8-1,-34-8-15,-26-59 16,-34 16 0,-17 0-16,-25-25 15,-35 26 1,-26 33-16,-25 1 16,-76 7-1,-10 44 1,-50 33-16,-26 52 15,-52 33-15</inkml:trace>
  <inkml:trace contextRef="#ctx0" brushRef="#br0" timeOffset="14065.18">8774 10316 0,'0'0'0,"0"0"0,8-9 0,18-16 0,34-9 16,8-9-1,26 1 1,0 8-16,8 8 15,18 1 1,42 8-16,-8 8 16,-9 9-16,34 9 15,-25 8 1,-26 0-16,-18 25 16,-16 1-1,-25-9 1,-18 8-16,-17 43 15,-17 43 1,-25 0-16,-27-9 16,-16 8-16,-9 26 15,1-17 1,-1-42 0,-8-9-16,-1 8 15,10-7-15,7-27 16,27-25-1,8-8-15,8-18 16,9-8-16,17-25 31,35-35-31,33-16 16,34-18 0,26-25-16,18 8 15,-18 35 1,8 16-16,18 35 0,-17 16 15,8 26 1,43 34 0,-43 17-16,-26 26 15,1-1 1,0 18 0,-1 76-16,-34 0 15,-33 34 1,-35 17-16,-43 26 15,-59 51 1,-86 33-16,18-50 0,16-43 31,9-51-31,18-144 16,41-35-16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09:07.53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3286 14236 0,'0'0'0,"0"0"0,0 0 0,0 0 15,0 0-15,0 0 16,0-8-16,8 8 16</inkml:trace>
  <inkml:trace contextRef="#ctx0" brushRef="#br0" timeOffset="2253.73">3397 11387 0,'0'0'0,"0"0"0,0 0 0,0 0 0,0 0 16,0 0-1,0 0 1,-9 0 0,1 0-16,-18 0 15,-16 0 1,-18 17-16,-26 18 16,-7-1-1,24 8-15,27-8 16,7 17-1,1 0-15,0 0 16,-8 0 0,-10 0-16,18-8 15,0 8 1,0 17-16,8 0 16,9-9-1,0 9-15,0-8 16,0-9-1,8-9-15,1 9 16,-1 35 0,1 16-16,8 0 15,0 0 1,8-34-16,9-9 16,1 9-16,-1 9 15,8-1 1,9 9-16,1-8 15,-10-9 1,1-25-16,-1-1 16,18-16-1,17-1-15,-1 1 16,-7-18 0,7 9-16,1-8 15,-17-1 1,0 1-16,-9-1 15,-9 1 1,1 8 0,-18-9-16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1-26T21:11:29.43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1" timeString="2026-01-26T21:11:31.018"/>
    </inkml:context>
  </inkml:definitions>
  <inkml:trace contextRef="#ctx0" brushRef="#br0">3334 12118 0</inkml:trace>
  <inkml:trace contextRef="#ctx1" brushRef="#br0">8484 10648 0,'-9'0'0,"9"8"0</inkml:trace>
  <inkml:trace contextRef="#ctx1" brushRef="#br0" timeOffset="24853.54">15295 11022 0,'0'0'0,"0"0"0,0 0 0,0 0 16,0 0-16,0 0 15,0-9 1,0-8-16,17-8 16,0-1-1,17 9 1,17-8 0,26-43-16,17-68 15,-17-9-15,-35 69 16,-8 24-1,1-16-15,7-51 16,44-34 0,7 26-16,10 59 15,-9 0 1,34-51 0,77-51-16,-35 42 0,-42 60 31,52 17-31,-1 0 15,-68 17-15,17 0 16,68 17 0,-34 17-16,-59 17 15,59 8 1,26 1 0,-69 8-16,18 17 0,59 42 31,-25 1-31,-77-9 15,-26-17 1,9-25-16,-9-1 16,-17 9-1,-17-8-15,-8-9 16,-18-9 0,1 1-1,0-18-15,-9 1 16,0-1-1,17 1-15,-9-9 16</inkml:trace>
  <inkml:trace contextRef="#ctx1" brushRef="#br0" timeOffset="25656.17">18564 9482 0,'0'0'0,"8"43"0,18 17 15,-1-9-15,9-17 16,9 8 0,25 35-1,26 25-15,-17-17 16,-34 0-1,-1-9-15,10-16 16,-1-1 0,9 18-16,-18-1 15,-16-33 1,-18-17-16,1-18 16,-1 1-16,-8-18 15,0-17 1,-8-50-16,8-137 15,8 9 1,35-51 0,17 8-16,34 43 15,59-127 1</inkml:trace>
  <inkml:trace contextRef="#ctx1" brushRef="#br0" timeOffset="47380.96">5411 9363 0,'-8'0'0,"-1"0"0,-17 0 0,-25 9 16,-34 8-16,-17 8 15,16 9 1,-8 0 0,-17 26-16,9 17 15,-18 25-15,1 51 16,25 42-1,17 43 1,0 35-16,35 33 16,50-60-1,52-50-15,34 8 16,51-51 0,68-42-16,95-60 15,50-60 1,-17-93-16,52-51 15,-43 9 1,-43-18-16,-25-25 16,-94 25-1,-60 1-15,-51 8 16,-52-1 0,-68-7-16,-102-35 15,-145-16 1,-85 25-16,-44 34 15,1 16-15,9 27 16,24 50 0</inkml:trace>
  <inkml:trace contextRef="#ctx1" brushRef="#br0" timeOffset="50970.52">4455 11183 0,'0'0'0,"0"0"0,0 0 0,0 0 16,0 0-1,0 0 1,0 0-16,0 0 16,0 0-1,0 0-15,0 0 16,0 0 0,-8-8-16,-1-1 15,1-8 1,-9-8-16,-18-18 15,-7 9 1,-18-8-16,-17 8 16,9 17-1,8 0-15,9 8 16,-17 9 0,-18 9-16,-16 25 15,-18 25-15,9 9 16,26 26-1,-17-1 1,-1 1-16,18 17 16,17-26-1,34-34 1,16-17-16,10-9 16,8-16-16,0-1 15,17-16 1,0 8-16</inkml:trace>
  <inkml:trace contextRef="#ctx1" brushRef="#br0" timeOffset="51460.05">2774 11387 0,'0'0'0,"0"0"0,0 0 0,0 0 16,0 0-16,0 0 15,0 0 1,0 0-16,8 17 16,1 0-1,-1 9-15,10 17 16,-1 16 0,8 1-16,1-1 15,-1-16 1,-8-9-1,1-9-15,-10 1 16,1-18-16,-1 1 16,9-1-1,52-33-15,33-52 16,9-33 0,0 16-1,17 9-15,8 0 16,-67 51-16</inkml:trace>
  <inkml:trace contextRef="#ctx1" brushRef="#br0" timeOffset="53049.98">3713 12434 0,'0'0'0,"0"0"0,0 0 16,0 0-1,0 0-15,0 0 16,8 0-1,26 0-15,1-9 16,41 1 0,44 8-16,16 8 15,-16 9 1,-1 0-16,52 26 16,0 8-1,-52 8-15,1 18 16,16 16-16,-33-25 31,-26-17-31,-26-8 16,-9 8-16,-16 0 15,0 0 1,-18-9 0,1-8-16,-1-8 0,1-18 15,-9-16 1,17-9-1,0-26-15,0-8 16,17-8 0,17-18-16,1 9 15,-10 9 1,-8 8-16,-8 8 16,-9 26-1,-8 0-15,-1 9 16,1 8-1,8 0 1,0 25-16,0 26 16,8 17-1,1 0-15,0 9 16,-1-9-16,-16-9 16,-1-8-1,1-8-15,-9-18 0,0 1 31,8-18-15,-8 1-16,0-1 16,0 1-1,0-9-15,0 0 16,0 0 0,0 0-16,0 0 15,0 0 1,0 0-16,0 0 15,-8 0 1,-26 25-16,-77 18 0,-103 25 31,-76 9-31,-137-26 16,18-26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16:32.4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6538 8768 0,'0'0'0,"-9"0"0,-8 9 0,-34 16 0,-34 35 16,-1 8-1,18 8-15,25-8 16,1-8 0,-18 33-16,-68 77 15,-26 1 1,60-86-16,43-34 15,17 0 1,0-9-16,17-16 16,0-18-1,0-16-15,8-1 16,9-42 0,0-110-16,0 16 15,0 85 1,0 18-16,0 16 15,0 9 1,0 9-16,0 8 16,-8 0-1,-27 25 1,-41 94-16,-10 9 16,35-26-16,8 9 15,35-26 1,33-26-1,35-8-15,26-25 16,127-60-16,43-17 16,43-17-1,85-9 1</inkml:trace>
  <inkml:trace contextRef="#ctx0" brushRef="#br0" timeOffset="3141.47">4464 10367 0,'0'0'0,"0"0"0,0 0 0,0 0 16,0 0-1,0-9 1,8 1-16,1-9 15,-9-9-15,0-8 16,0 0 0,-9-17-1,9-34-15,17-8 16,0-9 0,9-94-16,0-17 15,8 26 1,8-68-16,10-17 15,-1 0 1,26-17-16,8 0 16,0 17-1,-8 25-15,-8 60 16,-18 8 0,0 1-1,-17 76-15,-25 51 16,-1 17-16,1 17 15,-1-1 1,-8 10-16,0-1 16,0 9-1,-8-8-15,-35-1 16,0 1 0</inkml:trace>
  <inkml:trace contextRef="#ctx0" brushRef="#br0" timeOffset="3463.51">4652 7101 0,'0'0'0,"0"0"0,0 0 16,0 0-16,0-8 16,25-26-16,35-77 15,17-16 1,-18 33-16,18 17 15,26-25 1,8 0 0,-17 17-16,-18 34 15,-33 26 1,0 50-16,-1 35 16,-16 84-16,17 86 15,8-68 1,77-77-1,171 51-15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17:51.3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6231 5596 0,'0'0'0,"0"0"0,0 25 0,0 52 16,-9 17-16,-25-1 16,0 26-1,8 9 1,9-9-1,8-26-15,9-42 16,0-8 0,0-9-16,0-9 15,9 1 1,0-1-16,-1-8 16,9 0-1,0 0-15,9-8 16,17-1-1,33 1-15,10-9 16,-27 0 0,10-9-16,33-8 15,26 9 1,9 8-16,-52 0 16,-8 0-1,42 8-15,26 9 16,-8 17-16,-43 9 15,42 8 1,86 17 0,-59-25-16,-18-18 15,77 9-15,-60-17 16,-17 9 0,68 8-1,-42-9-15,-9-8 16,51 9-16,-33-18 15,7 9 1,44-8-16,-26-1 16,-9-8-1,-17 9 1,-25-1-16,-1-8 16,10 9-16,-44-1 15,-59 1 1,-17-9-16,-18 0 15,1 0 1,-18 0 0,1-9-16,8-8 15,-9-34 1,1-42-16,8-35 16,9-25-16,8-34 15,8-17 1,1 25-16,8-93 15</inkml:trace>
  <inkml:trace contextRef="#ctx0" brushRef="#br0" timeOffset="2578.28">12367 5604 0,'0'0'0,"-8"43"15,-1 51-15,1 8 16,8-17-16,0-9 15,17-8 1,17 9-16,17-9 16,26-9-1,25 1-15,77-18 16,35-33 0,59-35-16,9-16 15,-9-1 1,42 1-16,-24 8 15,67 17 1,9 25-16,-51 9 16,119 0-1,9 0-15,-68 17 16,25 0 0,43-8-16,59 16 15,-42 9-15,-26 0 16,43-17-1,-8-17 1,-1 0-16,0 0 16,44 17-1,16 9-15,0 8 16,-17-8-16,-43-9 16,-16 0-1,-9 17 1,-18-9-16,18-8 15,51 0-15,-60 0 16,-50 0 0,-10-17-16,9 0 15,-8-8 1,-78-1-16,-16 1 16,-51-1-1,-78-16 1,-76-1-16,-26-8 15,-17 9 1,-8-9-16,-18-34 16,10-60-1,-1-76-15,-9-34 16,18-17 0,42-85-16</inkml:trace>
  <inkml:trace contextRef="#ctx0" brushRef="#br0" timeOffset="7965.26">3201 6727 0,'0'0'0,"-9"0"16,1 26-16,-10 25 0,1-9 0,9-8 16,-1 9-1,1-1 1,-1-8-16,9 0 0,0 17 16,0 0-1,17 17 1,17 0-1,1-8-15,-1-9 16,0-9 0,17-8-16,26 9 0,8-9 31,26-9-31,0-8 16,17-8-1,9-1 1,8 1-16,-17-9 0,8 0 31,10 0-31,7 8 16,-8-8-1,17 9-15,18-9 16,-1 0 0,-8 0-16,33-9 15,-33 1-15,-9-1 16,26 9-1,-34-8 1,-1 8-16,18 8 16,-9 1-1,-17-9-15,0 8 16,9 10-16,-17-10 16,-18 1-1,9-1 1,26 9-16,-18-8 15,-16 8-15,8 0 16,25 0 0,-16 0-16,-9 0 15,26 8 1,16 1-16,-33-9 16,-1 0-1,10-9-15,-27 1 16,-17-1-1,-25-8 1,-34 0-16,-9 9 16,0-9-16,-8 8 15,-1 1 1,-8-1-16,-8-8 16,0 0-16,-1 0 15,-8 0 1,0 0-1,0-8 1,9-9-16,8-17 16,8-26-16,9-25 15,18-26 1,33-42-16,9 17 16,-43 85-1</inkml:trace>
  <inkml:trace contextRef="#ctx0" brushRef="#br0" timeOffset="13329.62">15798 7586 0,'0'0'0,"51"0"0,137 17 16,43-9-16,50 18 15,44 17-15,-44-9 0,146 0 16,119 0 0,-42-9-16,25 9 15,26 0 1,-137-8-16</inkml:trace>
  <inkml:trace contextRef="#ctx0" brushRef="#br0" timeOffset="17136">7861 9108 0,'0'0'0,"0"0"0,0 0 16,0 0-16,0 0 15,0 0 1,0 0-16,0 9 16,8 16-1,-8 9-15,0 9 16,0-1-1,0-16-15,0-1 16,0-8-16,9 0 16,8 0-1,8 0 1,10-8-16,7-1 16,35-16-1,17-1-15,25-16 16,1 8-1,16 0-15,18 0 16,-9 0 0,9 8-16,25-16 15,0-9 1,1 0-16,7 8 16,-25 1-1,18-1-15,-1 9 16,0 9-1,17-9-15,-8 0 16,-17 8 0,-9 1-16,-8 8 15,-9 8-15,-9-8 16,-8 9 0,9 8-1,-18 0-15,-16-9 16,-18 9-1,-8 0-15,-17-8 16,-18-1 0,-16 1-1,0-1-15,-18 1 16,1-9-16,-1 8 16,9-16-1,17-26 1,18-43-16,16-50 0,0-35 15,26-119 1</inkml:trace>
  <inkml:trace contextRef="#ctx0" brushRef="#br0" timeOffset="24885.5">4506 9176 0,'0'0'0,"0"0"0,-8-8 0,-9-1 0,-34-16 0,-35-26 15,-42-17 1,17 8-16,26 18 16,-9-18-1,17 18-15,9 8 16,8 0 0,0 17-16,-8 0 15,8 17 1,1 17-16,-18 42 15,-17 77 1,0 43-16,9 84 16,8 44-1,17-10-15,26 69 16,0-17 0,17-9-16,17 59 15,-9-50 1,1-34-16,8 34 15,-9-52 1,1 26-16,-1-25 16,-8-34-16,9-26 15,8-68 1,-9 17 0,1-17-16,-10-59 15,18-9 1,0-17-16,0-17 15,0-17-15,0-17 16,0-9 0,0-8-1,0-8-15,0-1 16,0 9 0,26 0-1,34 17-15,102-8 0,94-26 16,68-17-1,103-17 1,-17 8-16</inkml:trace>
  <inkml:trace contextRef="#ctx0" brushRef="#br0" timeOffset="28565.9">2193 16796 0,'0'0'0,"9"9"15,51 59 1,119 42 0,43-8-16,85-16 15,94-27 1,77-84-16,-68-35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6T21:19:39.4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2560 15342 0,'0'0'0,"0"34"0,0 43 0,-102 688 0,94-603 0,16-43 0,-8-119 0,17 68 0,0-17 16,9-26-16,16 1 15,18-1 1,0-16-1,34-9-15,68-26 16,9-25 0,-43 0-16,51-17 0,26 0 31,-34 17-31,33 17 16,-16 9-1,0 25-15,51 8 16,-51 9-16,16 9 15,18 16 1,34-8 0,18-8-16,33-26 15,0-9 1,26-16-16,8-1 16,-50 9-1,41 17-15,10 17 0,16 9 16,-8 8-1,-17 0 1,68 0 0,9-9-16,-26 1 15,34-9 1,26 8-16,-17 1 16,-18 8-1,35-17-15,17-17 16,17 0-1,9 8-15,8-8 16,-35-8 0,-33 8-16,0 0 15,-34 0 1,-26 8-16,-35-8 16,-50 0-1,-77 9-15,-34-18 16,-52-8-1,-34-8-15,-16-9 16,8-43 0,-9-33-16,0-26 15,-8-35 1,0-33-16,16-34 16,35-102-1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4.png"/><Relationship Id="rId18" Type="http://schemas.openxmlformats.org/officeDocument/2006/relationships/image" Target="../media/image170.png"/><Relationship Id="rId26" Type="http://schemas.openxmlformats.org/officeDocument/2006/relationships/image" Target="../media/image17.png"/><Relationship Id="rId3" Type="http://schemas.openxmlformats.org/officeDocument/2006/relationships/image" Target="../media/image210.png"/><Relationship Id="rId21" Type="http://schemas.openxmlformats.org/officeDocument/2006/relationships/image" Target="../media/image13.png"/><Relationship Id="rId7" Type="http://schemas.openxmlformats.org/officeDocument/2006/relationships/image" Target="../media/image610.png"/><Relationship Id="rId12" Type="http://schemas.openxmlformats.org/officeDocument/2006/relationships/image" Target="../media/image1110.png"/><Relationship Id="rId17" Type="http://schemas.openxmlformats.org/officeDocument/2006/relationships/image" Target="../media/image160.png"/><Relationship Id="rId25" Type="http://schemas.openxmlformats.org/officeDocument/2006/relationships/customXml" Target="../ink/ink11.xml"/><Relationship Id="rId2" Type="http://schemas.openxmlformats.org/officeDocument/2006/relationships/image" Target="../media/image211.png"/><Relationship Id="rId16" Type="http://schemas.openxmlformats.org/officeDocument/2006/relationships/image" Target="../media/image15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24" Type="http://schemas.openxmlformats.org/officeDocument/2006/relationships/image" Target="../media/image16.png"/><Relationship Id="rId5" Type="http://schemas.openxmlformats.org/officeDocument/2006/relationships/image" Target="../media/image410.png"/><Relationship Id="rId15" Type="http://schemas.openxmlformats.org/officeDocument/2006/relationships/image" Target="../media/image140.png"/><Relationship Id="rId23" Type="http://schemas.openxmlformats.org/officeDocument/2006/relationships/image" Target="../media/image15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Relationship Id="rId14" Type="http://schemas.openxmlformats.org/officeDocument/2006/relationships/image" Target="../media/image130.png"/><Relationship Id="rId22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124.png"/><Relationship Id="rId18" Type="http://schemas.openxmlformats.org/officeDocument/2006/relationships/image" Target="../media/image170.png"/><Relationship Id="rId3" Type="http://schemas.openxmlformats.org/officeDocument/2006/relationships/image" Target="../media/image210.png"/><Relationship Id="rId21" Type="http://schemas.openxmlformats.org/officeDocument/2006/relationships/image" Target="../media/image13.png"/><Relationship Id="rId7" Type="http://schemas.openxmlformats.org/officeDocument/2006/relationships/image" Target="../media/image610.png"/><Relationship Id="rId12" Type="http://schemas.openxmlformats.org/officeDocument/2006/relationships/image" Target="../media/image1110.png"/><Relationship Id="rId17" Type="http://schemas.openxmlformats.org/officeDocument/2006/relationships/image" Target="../media/image160.png"/><Relationship Id="rId2" Type="http://schemas.openxmlformats.org/officeDocument/2006/relationships/image" Target="../media/image18.png"/><Relationship Id="rId16" Type="http://schemas.openxmlformats.org/officeDocument/2006/relationships/image" Target="../media/image15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1010.png"/><Relationship Id="rId24" Type="http://schemas.openxmlformats.org/officeDocument/2006/relationships/image" Target="../media/image16.png"/><Relationship Id="rId5" Type="http://schemas.openxmlformats.org/officeDocument/2006/relationships/image" Target="../media/image410.png"/><Relationship Id="rId15" Type="http://schemas.openxmlformats.org/officeDocument/2006/relationships/image" Target="../media/image140.png"/><Relationship Id="rId23" Type="http://schemas.openxmlformats.org/officeDocument/2006/relationships/image" Target="../media/image15.png"/><Relationship Id="rId10" Type="http://schemas.openxmlformats.org/officeDocument/2006/relationships/image" Target="../media/image910.png"/><Relationship Id="rId19" Type="http://schemas.openxmlformats.org/officeDocument/2006/relationships/image" Target="../media/image180.png"/><Relationship Id="rId4" Type="http://schemas.openxmlformats.org/officeDocument/2006/relationships/image" Target="../media/image310.png"/><Relationship Id="rId9" Type="http://schemas.openxmlformats.org/officeDocument/2006/relationships/image" Target="../media/image810.png"/><Relationship Id="rId14" Type="http://schemas.openxmlformats.org/officeDocument/2006/relationships/image" Target="../media/image130.png"/><Relationship Id="rId22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0.png"/><Relationship Id="rId21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1011.png"/><Relationship Id="rId16" Type="http://schemas.openxmlformats.org/officeDocument/2006/relationships/image" Target="../media/image37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1.png"/><Relationship Id="rId5" Type="http://schemas.openxmlformats.org/officeDocument/2006/relationships/image" Target="../media/image260.png"/><Relationship Id="rId15" Type="http://schemas.openxmlformats.org/officeDocument/2006/relationships/image" Target="../media/image36.png"/><Relationship Id="rId23" Type="http://schemas.openxmlformats.org/officeDocument/2006/relationships/image" Target="../media/image2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2.png"/><Relationship Id="rId3" Type="http://schemas.openxmlformats.org/officeDocument/2006/relationships/image" Target="../media/image240.png"/><Relationship Id="rId21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customXml" Target="../ink/ink16.xml"/><Relationship Id="rId16" Type="http://schemas.openxmlformats.org/officeDocument/2006/relationships/image" Target="../media/image37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1.png"/><Relationship Id="rId5" Type="http://schemas.openxmlformats.org/officeDocument/2006/relationships/image" Target="../media/image260.png"/><Relationship Id="rId15" Type="http://schemas.openxmlformats.org/officeDocument/2006/relationships/image" Target="../media/image36.png"/><Relationship Id="rId23" Type="http://schemas.openxmlformats.org/officeDocument/2006/relationships/image" Target="../media/image2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9" Type="http://schemas.openxmlformats.org/officeDocument/2006/relationships/image" Target="../media/image82.png"/><Relationship Id="rId21" Type="http://schemas.openxmlformats.org/officeDocument/2006/relationships/image" Target="../media/image64.png"/><Relationship Id="rId34" Type="http://schemas.openxmlformats.org/officeDocument/2006/relationships/image" Target="../media/image77.png"/><Relationship Id="rId42" Type="http://schemas.openxmlformats.org/officeDocument/2006/relationships/image" Target="../media/image171.png"/><Relationship Id="rId47" Type="http://schemas.openxmlformats.org/officeDocument/2006/relationships/customXml" Target="../ink/ink18.xml"/><Relationship Id="rId7" Type="http://schemas.openxmlformats.org/officeDocument/2006/relationships/image" Target="../media/image50.png"/><Relationship Id="rId2" Type="http://schemas.openxmlformats.org/officeDocument/2006/relationships/image" Target="../media/image1111.png"/><Relationship Id="rId16" Type="http://schemas.openxmlformats.org/officeDocument/2006/relationships/image" Target="../media/image59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40" Type="http://schemas.openxmlformats.org/officeDocument/2006/relationships/image" Target="../media/image83.png"/><Relationship Id="rId45" Type="http://schemas.openxmlformats.org/officeDocument/2006/relationships/image" Target="../media/image88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36" Type="http://schemas.openxmlformats.org/officeDocument/2006/relationships/image" Target="../media/image79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4.png"/><Relationship Id="rId44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image" Target="../media/image46.png"/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46" Type="http://schemas.openxmlformats.org/officeDocument/2006/relationships/image" Target="../media/image45.png"/><Relationship Id="rId20" Type="http://schemas.openxmlformats.org/officeDocument/2006/relationships/image" Target="../media/image63.png"/><Relationship Id="rId41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9" Type="http://schemas.openxmlformats.org/officeDocument/2006/relationships/image" Target="../media/image82.png"/><Relationship Id="rId21" Type="http://schemas.openxmlformats.org/officeDocument/2006/relationships/image" Target="../media/image64.png"/><Relationship Id="rId34" Type="http://schemas.openxmlformats.org/officeDocument/2006/relationships/image" Target="../media/image77.png"/><Relationship Id="rId42" Type="http://schemas.openxmlformats.org/officeDocument/2006/relationships/image" Target="../media/image171.png"/><Relationship Id="rId7" Type="http://schemas.openxmlformats.org/officeDocument/2006/relationships/image" Target="../media/image50.png"/><Relationship Id="rId2" Type="http://schemas.openxmlformats.org/officeDocument/2006/relationships/image" Target="../media/image44.png"/><Relationship Id="rId16" Type="http://schemas.openxmlformats.org/officeDocument/2006/relationships/image" Target="../media/image59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40" Type="http://schemas.openxmlformats.org/officeDocument/2006/relationships/image" Target="../media/image83.png"/><Relationship Id="rId45" Type="http://schemas.openxmlformats.org/officeDocument/2006/relationships/image" Target="../media/image88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36" Type="http://schemas.openxmlformats.org/officeDocument/2006/relationships/image" Target="../media/image79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4.png"/><Relationship Id="rId44" Type="http://schemas.openxmlformats.org/officeDocument/2006/relationships/image" Target="../media/image87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35" Type="http://schemas.openxmlformats.org/officeDocument/2006/relationships/image" Target="../media/image78.png"/><Relationship Id="rId43" Type="http://schemas.openxmlformats.org/officeDocument/2006/relationships/image" Target="../media/image86.png"/><Relationship Id="rId8" Type="http://schemas.openxmlformats.org/officeDocument/2006/relationships/image" Target="../media/image51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46" Type="http://schemas.openxmlformats.org/officeDocument/2006/relationships/image" Target="../media/image45.png"/><Relationship Id="rId20" Type="http://schemas.openxmlformats.org/officeDocument/2006/relationships/image" Target="../media/image63.png"/><Relationship Id="rId41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9" Type="http://schemas.openxmlformats.org/officeDocument/2006/relationships/image" Target="../media/image90.png"/><Relationship Id="rId21" Type="http://schemas.openxmlformats.org/officeDocument/2006/relationships/image" Target="../media/image78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7" Type="http://schemas.openxmlformats.org/officeDocument/2006/relationships/image" Target="../media/image94.png"/><Relationship Id="rId2" Type="http://schemas.openxmlformats.org/officeDocument/2006/relationships/image" Target="../media/image128.png"/><Relationship Id="rId16" Type="http://schemas.openxmlformats.org/officeDocument/2006/relationships/image" Target="../media/image103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06.png"/><Relationship Id="rId32" Type="http://schemas.openxmlformats.org/officeDocument/2006/relationships/image" Target="../media/image89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45" Type="http://schemas.openxmlformats.org/officeDocument/2006/relationships/image" Target="../media/image121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80.png"/><Relationship Id="rId28" Type="http://schemas.openxmlformats.org/officeDocument/2006/relationships/image" Target="../media/image107.png"/><Relationship Id="rId36" Type="http://schemas.openxmlformats.org/officeDocument/2006/relationships/image" Target="../media/image112.png"/><Relationship Id="rId10" Type="http://schemas.openxmlformats.org/officeDocument/2006/relationships/image" Target="../media/image9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4" Type="http://schemas.openxmlformats.org/officeDocument/2006/relationships/image" Target="../media/image120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111.png"/><Relationship Id="rId43" Type="http://schemas.openxmlformats.org/officeDocument/2006/relationships/image" Target="../media/image119.png"/><Relationship Id="rId8" Type="http://schemas.openxmlformats.org/officeDocument/2006/relationships/image" Target="../media/image95.png"/><Relationship Id="rId3" Type="http://schemas.openxmlformats.org/officeDocument/2006/relationships/image" Target="../media/image85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82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Relationship Id="rId46" Type="http://schemas.openxmlformats.org/officeDocument/2006/relationships/image" Target="../media/image122.png"/><Relationship Id="rId20" Type="http://schemas.openxmlformats.org/officeDocument/2006/relationships/image" Target="../media/image77.png"/><Relationship Id="rId41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9" Type="http://schemas.openxmlformats.org/officeDocument/2006/relationships/image" Target="../media/image90.png"/><Relationship Id="rId21" Type="http://schemas.openxmlformats.org/officeDocument/2006/relationships/image" Target="../media/image78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47" Type="http://schemas.openxmlformats.org/officeDocument/2006/relationships/customXml" Target="../ink/ink19.xml"/><Relationship Id="rId7" Type="http://schemas.openxmlformats.org/officeDocument/2006/relationships/image" Target="../media/image94.png"/><Relationship Id="rId2" Type="http://schemas.openxmlformats.org/officeDocument/2006/relationships/image" Target="../media/image85.png"/><Relationship Id="rId16" Type="http://schemas.openxmlformats.org/officeDocument/2006/relationships/image" Target="../media/image103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06.png"/><Relationship Id="rId32" Type="http://schemas.openxmlformats.org/officeDocument/2006/relationships/image" Target="../media/image89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45" Type="http://schemas.openxmlformats.org/officeDocument/2006/relationships/image" Target="../media/image121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80.png"/><Relationship Id="rId28" Type="http://schemas.openxmlformats.org/officeDocument/2006/relationships/image" Target="../media/image107.png"/><Relationship Id="rId36" Type="http://schemas.openxmlformats.org/officeDocument/2006/relationships/image" Target="../media/image112.png"/><Relationship Id="rId10" Type="http://schemas.openxmlformats.org/officeDocument/2006/relationships/image" Target="../media/image9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4" Type="http://schemas.openxmlformats.org/officeDocument/2006/relationships/image" Target="../media/image120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111.png"/><Relationship Id="rId43" Type="http://schemas.openxmlformats.org/officeDocument/2006/relationships/image" Target="../media/image119.png"/><Relationship Id="rId48" Type="http://schemas.openxmlformats.org/officeDocument/2006/relationships/image" Target="../media/image108.png"/><Relationship Id="rId8" Type="http://schemas.openxmlformats.org/officeDocument/2006/relationships/image" Target="../media/image95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82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Relationship Id="rId46" Type="http://schemas.openxmlformats.org/officeDocument/2006/relationships/image" Target="../media/image122.png"/><Relationship Id="rId20" Type="http://schemas.openxmlformats.org/officeDocument/2006/relationships/image" Target="../media/image77.png"/><Relationship Id="rId41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9: AVL Trees pt.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9110336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9110336"/>
                  </p:ext>
                </p:extLst>
              </p:nvPr>
            </p:nvGraphicFramePr>
            <p:xfrm>
              <a:off x="1485900" y="1988820"/>
              <a:ext cx="9220199" cy="361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68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6865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5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57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485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485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37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37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2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2835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1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1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99167" r="-22397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99167" r="-13986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99167" r="-976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A99412-0575-C5DA-DE34-E0CDE6A2856A}"/>
                  </a:ext>
                </a:extLst>
              </p14:cNvPr>
              <p14:cNvContentPartPr/>
              <p14:nvPr/>
            </p14:nvContentPartPr>
            <p14:xfrm>
              <a:off x="439200" y="4485240"/>
              <a:ext cx="5466600" cy="946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A99412-0575-C5DA-DE34-E0CDE6A285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840" y="4475880"/>
                <a:ext cx="5485320" cy="9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468E-2A60-489B-E1DA-978D05AA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D3BB-6320-6788-1CFA-3AF70EDA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get a better worst case running time?</a:t>
            </a:r>
          </a:p>
          <a:p>
            <a:pPr lvl="1"/>
            <a:r>
              <a:rPr lang="en-US" dirty="0"/>
              <a:t>Add rules about the shape of our BST</a:t>
            </a:r>
          </a:p>
          <a:p>
            <a:r>
              <a:rPr lang="en-US" dirty="0"/>
              <a:t>AVL Tree</a:t>
            </a:r>
          </a:p>
          <a:p>
            <a:pPr lvl="1"/>
            <a:r>
              <a:rPr lang="en-US" dirty="0"/>
              <a:t>A BST with some shape rules</a:t>
            </a:r>
          </a:p>
          <a:p>
            <a:pPr lvl="2"/>
            <a:r>
              <a:rPr lang="en-US" dirty="0"/>
              <a:t>Algorithms need to change to accommodate those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67EFB9-E8FD-5124-8A19-76B6F07E30DC}"/>
                  </a:ext>
                </a:extLst>
              </p14:cNvPr>
              <p14:cNvContentPartPr/>
              <p14:nvPr/>
            </p14:nvContentPartPr>
            <p14:xfrm>
              <a:off x="3659400" y="2997360"/>
              <a:ext cx="1647360" cy="58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67EFB9-E8FD-5124-8A19-76B6F07E30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0040" y="2988000"/>
                <a:ext cx="1666080" cy="60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88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296A-CD42-45E7-98AD-FD7A3DA1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912D5-9A57-CAC1-DDCB-41C25F19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Search tree that maintains that the left and right subtrees of every node have heights that differ by at most one.</a:t>
            </a:r>
          </a:p>
          <a:p>
            <a:pPr lvl="1"/>
            <a:r>
              <a:rPr lang="en-US" dirty="0"/>
              <a:t>height of left subtree and height of right subtree off by at most 1</a:t>
            </a:r>
          </a:p>
          <a:p>
            <a:pPr lvl="1"/>
            <a:r>
              <a:rPr lang="en-US" dirty="0"/>
              <a:t>Not too weak (ensures trees are short)</a:t>
            </a:r>
          </a:p>
          <a:p>
            <a:pPr lvl="1"/>
            <a:r>
              <a:rPr lang="en-US" dirty="0"/>
              <a:t>Not too strong (works for any number of nodes)</a:t>
            </a:r>
          </a:p>
          <a:p>
            <a:pPr lvl="1"/>
            <a:endParaRPr lang="en-US" dirty="0"/>
          </a:p>
          <a:p>
            <a:r>
              <a:rPr lang="en-US" dirty="0"/>
              <a:t>Idea of AVL Tree:</a:t>
            </a:r>
          </a:p>
          <a:p>
            <a:pPr lvl="1"/>
            <a:r>
              <a:rPr lang="en-US" dirty="0"/>
              <a:t>When you insert/delete nodes, if tree is “out of balance” then modify the tree</a:t>
            </a:r>
          </a:p>
          <a:p>
            <a:pPr lvl="1"/>
            <a:r>
              <a:rPr lang="en-US" dirty="0"/>
              <a:t>Modification = “rotation”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CAACBD-44BC-F521-BF91-913C56F7AD99}"/>
                  </a:ext>
                </a:extLst>
              </p14:cNvPr>
              <p14:cNvContentPartPr/>
              <p14:nvPr/>
            </p14:nvContentPartPr>
            <p14:xfrm>
              <a:off x="1213560" y="2109600"/>
              <a:ext cx="8256600" cy="603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CAACBD-44BC-F521-BF91-913C56F7AD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4200" y="2100240"/>
                <a:ext cx="8275320" cy="62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6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(Same as BST)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648-E67F-3270-9ABE-65A9508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into an AVL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C7C8-A176-31A9-28EA-8DF97A71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Starts out the same way as BST:</a:t>
            </a:r>
          </a:p>
          <a:p>
            <a:pPr lvl="1"/>
            <a:r>
              <a:rPr lang="en-US" dirty="0"/>
              <a:t>“Find” where the new node should go</a:t>
            </a:r>
          </a:p>
          <a:p>
            <a:pPr lvl="1"/>
            <a:r>
              <a:rPr lang="en-US" dirty="0"/>
              <a:t>Put it in the right place (it will be a leaf)</a:t>
            </a:r>
          </a:p>
          <a:p>
            <a:r>
              <a:rPr lang="en-US" dirty="0"/>
              <a:t>Next check the balance</a:t>
            </a:r>
          </a:p>
          <a:p>
            <a:pPr lvl="1"/>
            <a:r>
              <a:rPr lang="en-US" dirty="0"/>
              <a:t>If the tree is still balanced, you’re done!</a:t>
            </a:r>
          </a:p>
          <a:p>
            <a:pPr lvl="1"/>
            <a:r>
              <a:rPr lang="en-US" dirty="0"/>
              <a:t>Otherwise we need to do rotations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4A58BB-2570-388B-D465-631C81875E3A}"/>
                  </a:ext>
                </a:extLst>
              </p14:cNvPr>
              <p14:cNvContentPartPr/>
              <p14:nvPr/>
            </p14:nvContentPartPr>
            <p14:xfrm>
              <a:off x="1004760" y="2486160"/>
              <a:ext cx="5571000" cy="209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4A58BB-2570-388B-D465-631C81875E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400" y="2476800"/>
                <a:ext cx="5589720" cy="210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87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(for BST)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Note: Insert happens only at the leaves!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A9C96EC-64C7-0F08-38E0-432D60F667DE}"/>
                  </a:ext>
                </a:extLst>
              </p14:cNvPr>
              <p14:cNvContentPartPr/>
              <p14:nvPr/>
            </p14:nvContentPartPr>
            <p14:xfrm>
              <a:off x="1023120" y="1683720"/>
              <a:ext cx="1008360" cy="726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A9C96EC-64C7-0F08-38E0-432D60F667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760" y="1674360"/>
                <a:ext cx="1027080" cy="7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09937D-E5F3-D019-530B-7A92F0280754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3CF9AB-9F73-CE56-ECC0-821520B6D007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E641959-57F1-A5D6-D64A-7E1F2F411725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0B26C9B-5408-C183-74CF-17A2C191F54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D87951-98E5-8B68-5B32-53881174B3CA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A231894-7ABB-1CCE-DB1B-2CCA89E0F42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9A67541-A9FD-4C8C-787E-BADB8E57B97C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8408EF0-E522-19E4-0E14-56CE513DC7E2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93B0A94-C79F-9A6D-40B4-69747128026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1099560-4C15-3239-2340-87B6716CD622}"/>
                    </a:ext>
                  </a:extLst>
                </p:cNvPr>
                <p:cNvCxnSpPr>
                  <a:cxnSpLocks/>
                  <a:stCxn id="34" idx="3"/>
                  <a:endCxn id="35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5851001-F32E-C7EA-CA0A-E7DA8D38ACEB}"/>
                    </a:ext>
                  </a:extLst>
                </p:cNvPr>
                <p:cNvCxnSpPr>
                  <a:cxnSpLocks/>
                  <a:stCxn id="34" idx="5"/>
                  <a:endCxn id="36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CA0DEC1-6E23-A49D-1D6D-2BC63400A91A}"/>
                    </a:ext>
                  </a:extLst>
                </p:cNvPr>
                <p:cNvCxnSpPr>
                  <a:stCxn id="37" idx="7"/>
                  <a:endCxn id="35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9BB1F9E-86E7-0890-9EF8-C42D04BFD1CD}"/>
                    </a:ext>
                  </a:extLst>
                </p:cNvPr>
                <p:cNvCxnSpPr>
                  <a:cxnSpLocks/>
                  <a:stCxn id="39" idx="7"/>
                  <a:endCxn id="37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015FB79-7546-7518-3DA4-4F5FF4D0F4CE}"/>
                    </a:ext>
                  </a:extLst>
                </p:cNvPr>
                <p:cNvCxnSpPr>
                  <a:stCxn id="38" idx="1"/>
                  <a:endCxn id="36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1223B37-4E68-3E4C-7455-07D7569E4B65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991FAB1-8E77-1558-030F-17257C90BEC0}"/>
                  </a:ext>
                </a:extLst>
              </p:cNvPr>
              <p:cNvCxnSpPr>
                <a:cxnSpLocks/>
                <a:stCxn id="32" idx="1"/>
                <a:endCxn id="35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AA47EE7-C232-A1F3-F15F-0E1E9ECAF9EE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FF8B556-BF39-9168-1287-2F7A38F0A6BA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AEDB08B-C0DB-02A2-6E90-BE3FB91E8ED7}"/>
                </a:ext>
              </a:extLst>
            </p:cNvPr>
            <p:cNvCxnSpPr>
              <a:cxnSpLocks/>
              <a:stCxn id="27" idx="1"/>
              <a:endCxn id="37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030A45F-F212-B052-04BA-2ED658B17A52}"/>
                </a:ext>
              </a:extLst>
            </p:cNvPr>
            <p:cNvCxnSpPr>
              <a:cxnSpLocks/>
              <a:stCxn id="28" idx="1"/>
              <a:endCxn id="32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8D13B5-8F33-FA99-8B5E-13A77D8C307A}"/>
                  </a:ext>
                </a:extLst>
              </p14:cNvPr>
              <p14:cNvContentPartPr/>
              <p14:nvPr/>
            </p14:nvContentPartPr>
            <p14:xfrm>
              <a:off x="3767040" y="1022400"/>
              <a:ext cx="5054760" cy="4118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8D13B5-8F33-FA99-8B5E-13A77D8C30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7680" y="1013040"/>
                <a:ext cx="5073480" cy="413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776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6F52-940E-3CF6-DCEC-9BFF1F44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5B5E-908E-2E9A-81E0-629FBD96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FD81B-FA7A-8DA2-5D7B-C665E4CCB281}"/>
              </a:ext>
            </a:extLst>
          </p:cNvPr>
          <p:cNvSpPr/>
          <p:nvPr/>
        </p:nvSpPr>
        <p:spPr>
          <a:xfrm>
            <a:off x="7564477" y="3377512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1E3274-51BB-E66B-0CD7-27B350D10D99}"/>
              </a:ext>
            </a:extLst>
          </p:cNvPr>
          <p:cNvGrpSpPr/>
          <p:nvPr/>
        </p:nvGrpSpPr>
        <p:grpSpPr>
          <a:xfrm>
            <a:off x="4342023" y="2047599"/>
            <a:ext cx="5126504" cy="2762801"/>
            <a:chOff x="8079280" y="365125"/>
            <a:chExt cx="5126504" cy="276280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0F659C4-8E8B-EA36-7FFE-45FFBFF7F56C}"/>
                </a:ext>
              </a:extLst>
            </p:cNvPr>
            <p:cNvGrpSpPr/>
            <p:nvPr/>
          </p:nvGrpSpPr>
          <p:grpSpPr>
            <a:xfrm>
              <a:off x="8079280" y="365125"/>
              <a:ext cx="5126504" cy="2762801"/>
              <a:chOff x="5413263" y="1203158"/>
              <a:chExt cx="5126504" cy="276280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901272D-3C57-6E7E-0A73-099B05260DF4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5126504" cy="2762801"/>
                <a:chOff x="131609" y="2379747"/>
                <a:chExt cx="5126504" cy="2762801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20DD643D-8074-4CD7-3561-D30C508340A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3117EDA-6C26-7232-22DA-913A8DCB0D0A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9138A1F0-BBD3-C707-C3CC-F2421A9D206E}"/>
                    </a:ext>
                  </a:extLst>
                </p:cNvPr>
                <p:cNvSpPr/>
                <p:nvPr/>
              </p:nvSpPr>
              <p:spPr>
                <a:xfrm>
                  <a:off x="4033091" y="3007475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6BC7139-AFF8-9F8C-DAB4-CC2A33200DBD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901981B-4A40-D690-F49C-49B97B730D6E}"/>
                    </a:ext>
                  </a:extLst>
                </p:cNvPr>
                <p:cNvSpPr/>
                <p:nvPr/>
              </p:nvSpPr>
              <p:spPr>
                <a:xfrm>
                  <a:off x="464560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FA723CE6-2573-8F11-E9F8-DA5A6925155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82F5A7-3B6A-9253-847C-E93128F2C738}"/>
                    </a:ext>
                  </a:extLst>
                </p:cNvPr>
                <p:cNvCxnSpPr>
                  <a:cxnSpLocks/>
                  <a:stCxn id="34" idx="3"/>
                  <a:endCxn id="35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A2747B6-2890-3F25-A4CD-28DB7C57621B}"/>
                    </a:ext>
                  </a:extLst>
                </p:cNvPr>
                <p:cNvCxnSpPr>
                  <a:cxnSpLocks/>
                  <a:stCxn id="34" idx="5"/>
                  <a:endCxn id="36" idx="1"/>
                </p:cNvCxnSpPr>
                <p:nvPr/>
              </p:nvCxnSpPr>
              <p:spPr>
                <a:xfrm>
                  <a:off x="2782174" y="2902558"/>
                  <a:ext cx="134061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CA8864D-982B-6EB2-1432-A89DAD59894C}"/>
                    </a:ext>
                  </a:extLst>
                </p:cNvPr>
                <p:cNvCxnSpPr>
                  <a:stCxn id="37" idx="7"/>
                  <a:endCxn id="35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D34001AB-C974-4F95-9D1E-A9C16EB0926D}"/>
                    </a:ext>
                  </a:extLst>
                </p:cNvPr>
                <p:cNvCxnSpPr>
                  <a:cxnSpLocks/>
                  <a:stCxn id="39" idx="7"/>
                  <a:endCxn id="37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938CAE1-D8F3-D13D-5594-C68FE536B16E}"/>
                    </a:ext>
                  </a:extLst>
                </p:cNvPr>
                <p:cNvCxnSpPr>
                  <a:stCxn id="38" idx="1"/>
                  <a:endCxn id="36" idx="5"/>
                </p:cNvCxnSpPr>
                <p:nvPr/>
              </p:nvCxnSpPr>
              <p:spPr>
                <a:xfrm flipH="1" flipV="1">
                  <a:off x="455590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814BCFE-AA3F-F010-2BB1-D8D17F9DC387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3B2D1C1-3DE2-3821-E50F-9BECF811CE6F}"/>
                  </a:ext>
                </a:extLst>
              </p:cNvPr>
              <p:cNvCxnSpPr>
                <a:cxnSpLocks/>
                <a:stCxn id="32" idx="1"/>
                <a:endCxn id="35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66D0AD8-F69D-C8C3-237B-BB1AD5515A81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0B2189-9130-1957-B824-54401AD8333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46064FE-7CB9-49D7-3A1C-A9FE8B49895F}"/>
                </a:ext>
              </a:extLst>
            </p:cNvPr>
            <p:cNvCxnSpPr>
              <a:cxnSpLocks/>
              <a:stCxn id="27" idx="1"/>
              <a:endCxn id="37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21176D-8989-3FE7-5CB7-58A513589E3D}"/>
                </a:ext>
              </a:extLst>
            </p:cNvPr>
            <p:cNvCxnSpPr>
              <a:cxnSpLocks/>
              <a:stCxn id="28" idx="1"/>
              <a:endCxn id="32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38343-5867-64D7-946C-EF86DF480B35}"/>
              </a:ext>
            </a:extLst>
          </p:cNvPr>
          <p:cNvCxnSpPr>
            <a:cxnSpLocks/>
            <a:stCxn id="24" idx="7"/>
            <a:endCxn id="36" idx="3"/>
          </p:cNvCxnSpPr>
          <p:nvPr/>
        </p:nvCxnSpPr>
        <p:spPr>
          <a:xfrm flipV="1">
            <a:off x="8087288" y="3198138"/>
            <a:ext cx="245917" cy="269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8C5A5E-CFE5-8495-192C-D33E941ECDC1}"/>
              </a:ext>
            </a:extLst>
          </p:cNvPr>
          <p:cNvSpPr txBox="1"/>
          <p:nvPr/>
        </p:nvSpPr>
        <p:spPr>
          <a:xfrm>
            <a:off x="259619" y="1502479"/>
            <a:ext cx="40880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Is the tree still balanced?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To confirm we only need to check nodes in the path from root to the new node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Why? We assume the tree was balanced before the insert, so unchanged subtrees cannot be unbalanced.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FEE5C8-2DE7-8238-2F56-0A734A5B0AB9}"/>
              </a:ext>
            </a:extLst>
          </p:cNvPr>
          <p:cNvSpPr txBox="1"/>
          <p:nvPr/>
        </p:nvSpPr>
        <p:spPr>
          <a:xfrm>
            <a:off x="7095701" y="30655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49CDD-8BAA-6EAA-9BFF-D0457B03EA09}"/>
              </a:ext>
            </a:extLst>
          </p:cNvPr>
          <p:cNvSpPr txBox="1"/>
          <p:nvPr/>
        </p:nvSpPr>
        <p:spPr>
          <a:xfrm>
            <a:off x="8856016" y="3018113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168B7-7F9F-4731-D091-CD61BBA36FEB}"/>
              </a:ext>
            </a:extLst>
          </p:cNvPr>
          <p:cNvSpPr txBox="1"/>
          <p:nvPr/>
        </p:nvSpPr>
        <p:spPr>
          <a:xfrm>
            <a:off x="8044388" y="2367840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4D255-B0DA-B88A-41E1-7FAD320FDE57}"/>
              </a:ext>
            </a:extLst>
          </p:cNvPr>
          <p:cNvSpPr txBox="1"/>
          <p:nvPr/>
        </p:nvSpPr>
        <p:spPr>
          <a:xfrm>
            <a:off x="5294096" y="240946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A20FD-F08B-B5C7-027F-1E4C8F9E3F77}"/>
              </a:ext>
            </a:extLst>
          </p:cNvPr>
          <p:cNvSpPr txBox="1"/>
          <p:nvPr/>
        </p:nvSpPr>
        <p:spPr>
          <a:xfrm>
            <a:off x="6289297" y="173196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756955F-75C5-08CA-1C36-A7584F4738FC}"/>
                  </a:ext>
                </a:extLst>
              </p14:cNvPr>
              <p14:cNvContentPartPr/>
              <p14:nvPr/>
            </p14:nvContentPartPr>
            <p14:xfrm>
              <a:off x="5601240" y="2323800"/>
              <a:ext cx="3386520" cy="1580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756955F-75C5-08CA-1C36-A7584F4738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1880" y="2314440"/>
                <a:ext cx="3405240" cy="15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40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A20C27-94E3-EF82-B066-C6C9318383F2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51145B-4143-BFCB-7640-8FD8DDFF7D48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A3938F-B46C-93BC-ED09-2F255984F82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7675288-6037-34B7-9E5C-D6D7949784B4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704ECC7-9CA7-1E83-E3A9-2656F12C935F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20E0282-7434-FCEC-F4C6-75332C51EE8D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6EAA6EF-5E4C-14CF-6468-FF1412C45416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648D38D-39F5-CD24-C125-A3F92C192133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B5CC251-E35B-0E4A-E608-C8D59CFA39BA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57813C4-9171-1F70-AB27-FB5B3EBADCFE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81CB6E9-1646-FA1B-F36F-61E19B529632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64BECAB9-FB3B-AF93-8D29-10B949671677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FE59C21-08AC-00A0-4ADA-A7361360A9F3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2642F43-8430-EC8F-D864-873EE7842B1A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DD00EA-A418-BE18-C681-27FFFB3C4A1E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A12A2BC-B31E-4941-BFBF-ADA0D02D45AF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19C799-DA8A-2F26-DC27-7578D35C4651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28692A-BCEB-ADDA-8859-370CE004120D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1A7374-71FD-FD69-A95F-94455213B14E}"/>
                </a:ext>
              </a:extLst>
            </p:cNvPr>
            <p:cNvCxnSpPr>
              <a:cxnSpLocks/>
              <a:stCxn id="6" idx="1"/>
              <a:endCxn id="16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A6DE27-BF70-6AE9-235C-E0A675DF8B03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AE886A-6304-DE0D-1067-AA40531DDE24}"/>
                  </a:ext>
                </a:extLst>
              </p14:cNvPr>
              <p14:cNvContentPartPr/>
              <p14:nvPr/>
            </p14:nvContentPartPr>
            <p14:xfrm>
              <a:off x="3336840" y="1601280"/>
              <a:ext cx="4388040" cy="4047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AE886A-6304-DE0D-1067-AA40531DDE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7480" y="1591920"/>
                <a:ext cx="4406760" cy="40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51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7E70-D17D-D866-00C4-3E471D6D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C1B1-1EDA-0D70-620F-76D7F0DE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84D685-3C5A-DFCC-FD9E-A3557DEAD208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1B81EF1-4EE0-0E4F-AA0B-4E646FD70BB1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316C8A5-E614-A18D-1E31-2A8C6ACB2022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61506BA-81D6-87FC-45BC-BAE68D7D9831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5DD679B-FF3B-8732-AEF2-84DE62180D45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E1CD13F-89E0-9E46-50B0-5C78B75D3B4F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B3E01904-EB60-AC2B-3718-3B153B59DD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141C11-7AD8-BB59-4DB0-0E765428FD3B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D8329FA6-0339-F61B-DDAF-5A9D59A0873E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rgbClr val="FF858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64737FC-CEAB-3214-DD78-CC6BCFC54324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8CFC023-ED33-8A4F-B8B0-6B0CA03D9F1C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58C331F5-5F4C-BB24-525E-A01A22B8E7AA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B67B905-8023-F4DA-728A-79D29976BD60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2896D9D5-326A-A4BB-7667-615AA5AAB5C2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2678937-A9CA-611A-BA0E-95190A5E32D2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E1FAB65-F1B6-348E-55ED-A0E8D10D552A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BF0446-4C38-A40C-3183-60278E0FF1D4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CBDBC95-030A-0967-275E-FA96BAC19171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66925F-FE5F-28BB-28D6-6B571E3311D0}"/>
                </a:ext>
              </a:extLst>
            </p:cNvPr>
            <p:cNvCxnSpPr>
              <a:cxnSpLocks/>
              <a:stCxn id="6" idx="1"/>
              <a:endCxn id="16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88F8956-7450-19A6-4D80-97EEE76B123B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D171A023-2013-7C28-1E00-3DBBCC975D23}"/>
              </a:ext>
            </a:extLst>
          </p:cNvPr>
          <p:cNvSpPr/>
          <p:nvPr/>
        </p:nvSpPr>
        <p:spPr>
          <a:xfrm>
            <a:off x="3640992" y="4933432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3E766-CFE4-84E6-AB9C-83F80789E291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>
          <a:xfrm flipV="1">
            <a:off x="4163803" y="4720700"/>
            <a:ext cx="267920" cy="302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540CE8-BA79-6BA3-00AA-FDDA8B62CB62}"/>
              </a:ext>
            </a:extLst>
          </p:cNvPr>
          <p:cNvSpPr txBox="1"/>
          <p:nvPr/>
        </p:nvSpPr>
        <p:spPr>
          <a:xfrm>
            <a:off x="6289297" y="173196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76F824-BBAC-6C0F-E3D5-B57911FC92B3}"/>
              </a:ext>
            </a:extLst>
          </p:cNvPr>
          <p:cNvSpPr txBox="1"/>
          <p:nvPr/>
        </p:nvSpPr>
        <p:spPr>
          <a:xfrm>
            <a:off x="7178520" y="2376429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7CD296-D7EC-7DA8-8ACA-BC84E4848A70}"/>
              </a:ext>
            </a:extLst>
          </p:cNvPr>
          <p:cNvSpPr txBox="1"/>
          <p:nvPr/>
        </p:nvSpPr>
        <p:spPr>
          <a:xfrm>
            <a:off x="5337021" y="239525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CBC2C-2970-795B-91B6-169C34DA8757}"/>
              </a:ext>
            </a:extLst>
          </p:cNvPr>
          <p:cNvSpPr txBox="1"/>
          <p:nvPr/>
        </p:nvSpPr>
        <p:spPr>
          <a:xfrm>
            <a:off x="4559586" y="312739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B12F48-5858-EC57-6EE8-47A3FCCAEA98}"/>
              </a:ext>
            </a:extLst>
          </p:cNvPr>
          <p:cNvSpPr txBox="1"/>
          <p:nvPr/>
        </p:nvSpPr>
        <p:spPr>
          <a:xfrm>
            <a:off x="3783339" y="385953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9644E3-29DB-59A7-4081-9BDBE45A6ECD}"/>
              </a:ext>
            </a:extLst>
          </p:cNvPr>
          <p:cNvSpPr txBox="1"/>
          <p:nvPr/>
        </p:nvSpPr>
        <p:spPr>
          <a:xfrm>
            <a:off x="3106619" y="459167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7BE476-CA4B-6452-C11B-6276E8BFBA8E}"/>
              </a:ext>
            </a:extLst>
          </p:cNvPr>
          <p:cNvSpPr txBox="1"/>
          <p:nvPr/>
        </p:nvSpPr>
        <p:spPr>
          <a:xfrm>
            <a:off x="4431722" y="4961006"/>
            <a:ext cx="122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B4967E-9FA1-355A-E304-2DFFE063FCE2}"/>
              </a:ext>
            </a:extLst>
          </p:cNvPr>
          <p:cNvSpPr txBox="1"/>
          <p:nvPr/>
        </p:nvSpPr>
        <p:spPr>
          <a:xfrm>
            <a:off x="5675586" y="3905381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AC04C0-7D22-0594-C2D3-51E504D49A04}"/>
              </a:ext>
            </a:extLst>
          </p:cNvPr>
          <p:cNvSpPr txBox="1"/>
          <p:nvPr/>
        </p:nvSpPr>
        <p:spPr>
          <a:xfrm>
            <a:off x="6373640" y="3113055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EDCD3C-CAEA-96E7-4ED8-19D9CCCE6513}"/>
              </a:ext>
            </a:extLst>
          </p:cNvPr>
          <p:cNvSpPr txBox="1"/>
          <p:nvPr/>
        </p:nvSpPr>
        <p:spPr>
          <a:xfrm>
            <a:off x="259619" y="1234628"/>
            <a:ext cx="40880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 Balanced!</a:t>
            </a:r>
          </a:p>
          <a:p>
            <a:r>
              <a:rPr lang="en-US" sz="2400" dirty="0">
                <a:solidFill>
                  <a:srgbClr val="C00000"/>
                </a:solidFill>
              </a:rPr>
              <a:t>Node 9 is the “problem node” Left and right children of node 9 are different by 2.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Idea: “shorten” the left subtree, “lengthen” the right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D32AC71-B8B3-FA28-1259-12D01BEA00E0}"/>
                  </a:ext>
                </a:extLst>
              </p14:cNvPr>
              <p14:cNvContentPartPr/>
              <p14:nvPr/>
            </p14:nvContentPartPr>
            <p14:xfrm>
              <a:off x="1007640" y="3260520"/>
              <a:ext cx="1361520" cy="3862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D32AC71-B8B3-FA28-1259-12D01BEA00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280" y="3251160"/>
                <a:ext cx="1380240" cy="40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757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86EDC3-E416-05CF-9067-F30AA73EF314}"/>
              </a:ext>
            </a:extLst>
          </p:cNvPr>
          <p:cNvSpPr/>
          <p:nvPr/>
        </p:nvSpPr>
        <p:spPr>
          <a:xfrm>
            <a:off x="3634272" y="4929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DDBCDF-B0E8-9E3D-618B-C5949394660A}"/>
              </a:ext>
            </a:extLst>
          </p:cNvPr>
          <p:cNvCxnSpPr>
            <a:cxnSpLocks/>
            <a:stCxn id="3" idx="7"/>
            <a:endCxn id="45" idx="3"/>
          </p:cNvCxnSpPr>
          <p:nvPr/>
        </p:nvCxnSpPr>
        <p:spPr>
          <a:xfrm flipV="1">
            <a:off x="4157083" y="4720700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>
            <a:off x="5691768" y="1025131"/>
            <a:ext cx="1919157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7445333" y="663181"/>
            <a:ext cx="47803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</a:t>
            </a:r>
          </a:p>
          <a:p>
            <a:r>
              <a:rPr lang="en-US" dirty="0">
                <a:solidFill>
                  <a:srgbClr val="FF0000"/>
                </a:solidFill>
              </a:rPr>
              <a:t>Take the subtree starting with the problem node,</a:t>
            </a:r>
          </a:p>
          <a:p>
            <a:r>
              <a:rPr lang="en-US" dirty="0">
                <a:solidFill>
                  <a:srgbClr val="FF0000"/>
                </a:solidFill>
              </a:rPr>
              <a:t>“Rotate” that tree to the right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733F92-11CD-5111-7D00-6232BBC3E73A}"/>
              </a:ext>
            </a:extLst>
          </p:cNvPr>
          <p:cNvGrpSpPr/>
          <p:nvPr/>
        </p:nvGrpSpPr>
        <p:grpSpPr>
          <a:xfrm>
            <a:off x="4342023" y="2047599"/>
            <a:ext cx="4036614" cy="2762801"/>
            <a:chOff x="8079280" y="365125"/>
            <a:chExt cx="4036614" cy="276280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D2AF4A6-4D89-1783-6181-E32934CFF5AC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3C35221-1551-0D95-4C4E-31EB65B01FA1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4D850BE-CEF1-9E8A-F61D-6A75E110BF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C64D0A1-366D-B24D-FF5C-8FCE0550DE07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267B3C8-CF39-D972-D499-9B466E3823DE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C524C98-F5EC-5235-543A-3DE282D01080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627DA89-CC89-5735-2F3D-1D6FDB0871B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16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6D11AC06-F107-E470-6719-E5EF9432BECC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94ECF9E-B94A-29E8-FF3E-B4E8FB25E852}"/>
                    </a:ext>
                  </a:extLst>
                </p:cNvPr>
                <p:cNvCxnSpPr>
                  <a:cxnSpLocks/>
                  <a:stCxn id="40" idx="3"/>
                  <a:endCxn id="41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86165BC-A4F3-4267-136E-7BD1A73A2C6D}"/>
                    </a:ext>
                  </a:extLst>
                </p:cNvPr>
                <p:cNvCxnSpPr>
                  <a:cxnSpLocks/>
                  <a:stCxn id="40" idx="5"/>
                  <a:endCxn id="42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6B6B665-BDEE-47DB-3C75-935F780313D8}"/>
                    </a:ext>
                  </a:extLst>
                </p:cNvPr>
                <p:cNvCxnSpPr>
                  <a:stCxn id="43" idx="7"/>
                  <a:endCxn id="41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D852F46-B979-52F6-E71D-FAF66FE1C2D6}"/>
                    </a:ext>
                  </a:extLst>
                </p:cNvPr>
                <p:cNvCxnSpPr>
                  <a:cxnSpLocks/>
                  <a:stCxn id="45" idx="7"/>
                  <a:endCxn id="43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5382030-36B7-D8B2-23CF-5E65197EE9CC}"/>
                    </a:ext>
                  </a:extLst>
                </p:cNvPr>
                <p:cNvCxnSpPr>
                  <a:stCxn id="44" idx="1"/>
                  <a:endCxn id="42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DC1F8CA-D134-02B9-8C5E-5669AEFDE40A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ED3D65B-D98F-3587-4AE2-40AAC38105E7}"/>
                  </a:ext>
                </a:extLst>
              </p:cNvPr>
              <p:cNvCxnSpPr>
                <a:cxnSpLocks/>
                <a:stCxn id="38" idx="1"/>
                <a:endCxn id="41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A47DF7D-077F-F394-C67E-662BC972EC19}"/>
                </a:ext>
              </a:extLst>
            </p:cNvPr>
            <p:cNvSpPr/>
            <p:nvPr/>
          </p:nvSpPr>
          <p:spPr>
            <a:xfrm>
              <a:off x="945647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2400DA-713E-E427-658F-8DA98C8225CE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B30EAD-7061-219B-8773-2928FEFF31F6}"/>
                </a:ext>
              </a:extLst>
            </p:cNvPr>
            <p:cNvCxnSpPr>
              <a:cxnSpLocks/>
              <a:stCxn id="33" idx="1"/>
              <a:endCxn id="43" idx="5"/>
            </p:cNvCxnSpPr>
            <p:nvPr/>
          </p:nvCxnSpPr>
          <p:spPr>
            <a:xfrm flipH="1" flipV="1">
              <a:off x="9290834" y="2307549"/>
              <a:ext cx="255343" cy="2922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8AFBD25-F6C3-4DFD-B3CE-0BF40BF4A6B2}"/>
                </a:ext>
              </a:extLst>
            </p:cNvPr>
            <p:cNvCxnSpPr>
              <a:cxnSpLocks/>
              <a:stCxn id="34" idx="1"/>
              <a:endCxn id="38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35FEF3-F674-260A-FAF7-FCA2C2A5EF54}"/>
              </a:ext>
            </a:extLst>
          </p:cNvPr>
          <p:cNvSpPr txBox="1"/>
          <p:nvPr/>
        </p:nvSpPr>
        <p:spPr>
          <a:xfrm>
            <a:off x="5337021" y="239525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2BBBE-77ED-6466-47E4-E36D59B76F26}"/>
              </a:ext>
            </a:extLst>
          </p:cNvPr>
          <p:cNvSpPr txBox="1"/>
          <p:nvPr/>
        </p:nvSpPr>
        <p:spPr>
          <a:xfrm>
            <a:off x="7151968" y="2390638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FBA88D-0DBD-3BFB-7612-4B56EE7BFF1E}"/>
                  </a:ext>
                </a:extLst>
              </p14:cNvPr>
              <p14:cNvContentPartPr/>
              <p14:nvPr/>
            </p14:nvContentPartPr>
            <p14:xfrm>
              <a:off x="4974480" y="1959480"/>
              <a:ext cx="6956640" cy="3227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FBA88D-0DBD-3BFB-7612-4B56EE7BFF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5120" y="1950120"/>
                <a:ext cx="6975360" cy="32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992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785856-F7D1-1BE1-9B43-95957522BAE1}"/>
              </a:ext>
            </a:extLst>
          </p:cNvPr>
          <p:cNvSpPr/>
          <p:nvPr/>
        </p:nvSpPr>
        <p:spPr>
          <a:xfrm>
            <a:off x="3580150" y="422722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F1625-A24E-B7B0-B1AC-C8E0AA472E32}"/>
              </a:ext>
            </a:extLst>
          </p:cNvPr>
          <p:cNvCxnSpPr>
            <a:cxnSpLocks/>
            <a:stCxn id="24" idx="7"/>
            <a:endCxn id="31" idx="3"/>
          </p:cNvCxnSpPr>
          <p:nvPr/>
        </p:nvCxnSpPr>
        <p:spPr>
          <a:xfrm flipV="1">
            <a:off x="4102961" y="4018515"/>
            <a:ext cx="274640" cy="298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2C9481F-D7BC-8ABC-11A8-B4300A0C0DB3}"/>
              </a:ext>
            </a:extLst>
          </p:cNvPr>
          <p:cNvSpPr/>
          <p:nvPr/>
        </p:nvSpPr>
        <p:spPr>
          <a:xfrm>
            <a:off x="5922824" y="2052895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A91F7B-A613-0646-466D-43229D2C4A7A}"/>
              </a:ext>
            </a:extLst>
          </p:cNvPr>
          <p:cNvSpPr/>
          <p:nvPr/>
        </p:nvSpPr>
        <p:spPr>
          <a:xfrm>
            <a:off x="7153615" y="26753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714349-EA9A-CCD0-2ABA-2B6D452F9BF1}"/>
              </a:ext>
            </a:extLst>
          </p:cNvPr>
          <p:cNvSpPr/>
          <p:nvPr/>
        </p:nvSpPr>
        <p:spPr>
          <a:xfrm>
            <a:off x="4976644" y="276502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73B59CC-F80F-4B37-754E-66C6371FECF2}"/>
              </a:ext>
            </a:extLst>
          </p:cNvPr>
          <p:cNvSpPr/>
          <p:nvPr/>
        </p:nvSpPr>
        <p:spPr>
          <a:xfrm>
            <a:off x="7766126" y="33654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AC67DE9-1785-5DC7-A02E-6284D5D2A787}"/>
              </a:ext>
            </a:extLst>
          </p:cNvPr>
          <p:cNvSpPr/>
          <p:nvPr/>
        </p:nvSpPr>
        <p:spPr>
          <a:xfrm>
            <a:off x="4287901" y="34957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EE4E21-1B14-9375-2511-1BC1E65A2337}"/>
              </a:ext>
            </a:extLst>
          </p:cNvPr>
          <p:cNvCxnSpPr>
            <a:cxnSpLocks/>
            <a:stCxn id="27" idx="3"/>
            <a:endCxn id="29" idx="7"/>
          </p:cNvCxnSpPr>
          <p:nvPr/>
        </p:nvCxnSpPr>
        <p:spPr>
          <a:xfrm flipH="1">
            <a:off x="5499455" y="2575706"/>
            <a:ext cx="513069" cy="2790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275A34-A9F7-C85C-BB55-634C2014360D}"/>
              </a:ext>
            </a:extLst>
          </p:cNvPr>
          <p:cNvCxnSpPr>
            <a:cxnSpLocks/>
            <a:stCxn id="27" idx="5"/>
            <a:endCxn id="28" idx="1"/>
          </p:cNvCxnSpPr>
          <p:nvPr/>
        </p:nvCxnSpPr>
        <p:spPr>
          <a:xfrm>
            <a:off x="6445635" y="2575706"/>
            <a:ext cx="797680" cy="189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58A8A7-DA91-BFC7-267E-EE1ADC2AFAD1}"/>
              </a:ext>
            </a:extLst>
          </p:cNvPr>
          <p:cNvCxnSpPr>
            <a:cxnSpLocks/>
            <a:stCxn id="31" idx="7"/>
            <a:endCxn id="29" idx="3"/>
          </p:cNvCxnSpPr>
          <p:nvPr/>
        </p:nvCxnSpPr>
        <p:spPr>
          <a:xfrm flipV="1">
            <a:off x="4810712" y="3287838"/>
            <a:ext cx="255632" cy="297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43DD9D-DC3F-D4C3-E8E4-F8B734534E7A}"/>
              </a:ext>
            </a:extLst>
          </p:cNvPr>
          <p:cNvCxnSpPr>
            <a:stCxn id="30" idx="1"/>
            <a:endCxn id="28" idx="5"/>
          </p:cNvCxnSpPr>
          <p:nvPr/>
        </p:nvCxnSpPr>
        <p:spPr>
          <a:xfrm flipH="1" flipV="1">
            <a:off x="7676426" y="3198138"/>
            <a:ext cx="179400" cy="256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4B4E082-BB37-0C81-B004-42FD2C72E8FE}"/>
              </a:ext>
            </a:extLst>
          </p:cNvPr>
          <p:cNvSpPr/>
          <p:nvPr/>
        </p:nvSpPr>
        <p:spPr>
          <a:xfrm>
            <a:off x="6460050" y="3364665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744E3A4-71E3-012A-3763-6DB759ED05E2}"/>
              </a:ext>
            </a:extLst>
          </p:cNvPr>
          <p:cNvCxnSpPr>
            <a:cxnSpLocks/>
            <a:stCxn id="36" idx="7"/>
            <a:endCxn id="28" idx="3"/>
          </p:cNvCxnSpPr>
          <p:nvPr/>
        </p:nvCxnSpPr>
        <p:spPr>
          <a:xfrm flipV="1">
            <a:off x="6982861" y="3198138"/>
            <a:ext cx="260454" cy="2562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736EB0C-D686-901A-6CDA-A53FEEA51789}"/>
              </a:ext>
            </a:extLst>
          </p:cNvPr>
          <p:cNvSpPr/>
          <p:nvPr/>
        </p:nvSpPr>
        <p:spPr>
          <a:xfrm>
            <a:off x="5665098" y="349040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D91E44A-41B0-649E-E8D4-175EB89A8E5C}"/>
              </a:ext>
            </a:extLst>
          </p:cNvPr>
          <p:cNvSpPr/>
          <p:nvPr/>
        </p:nvSpPr>
        <p:spPr>
          <a:xfrm>
            <a:off x="7139078" y="419259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84D818-7216-A412-CF36-4301D0D15CB8}"/>
              </a:ext>
            </a:extLst>
          </p:cNvPr>
          <p:cNvCxnSpPr>
            <a:cxnSpLocks/>
            <a:stCxn id="38" idx="1"/>
            <a:endCxn id="29" idx="5"/>
          </p:cNvCxnSpPr>
          <p:nvPr/>
        </p:nvCxnSpPr>
        <p:spPr>
          <a:xfrm flipH="1" flipV="1">
            <a:off x="5499455" y="3287838"/>
            <a:ext cx="255343" cy="292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BF1CD2-9993-6FB5-B8A1-B746AB10DD80}"/>
              </a:ext>
            </a:extLst>
          </p:cNvPr>
          <p:cNvCxnSpPr>
            <a:cxnSpLocks/>
            <a:stCxn id="39" idx="1"/>
            <a:endCxn id="36" idx="5"/>
          </p:cNvCxnSpPr>
          <p:nvPr/>
        </p:nvCxnSpPr>
        <p:spPr>
          <a:xfrm flipH="1" flipV="1">
            <a:off x="6982861" y="3887476"/>
            <a:ext cx="245917" cy="394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8A7DE07-5484-68E4-9D71-0213507A7CD5}"/>
              </a:ext>
            </a:extLst>
          </p:cNvPr>
          <p:cNvSpPr/>
          <p:nvPr/>
        </p:nvSpPr>
        <p:spPr>
          <a:xfrm>
            <a:off x="8402719" y="419259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E89871-2215-25E8-8732-EAC76B4C17C0}"/>
              </a:ext>
            </a:extLst>
          </p:cNvPr>
          <p:cNvCxnSpPr>
            <a:cxnSpLocks/>
            <a:stCxn id="30" idx="5"/>
            <a:endCxn id="42" idx="1"/>
          </p:cNvCxnSpPr>
          <p:nvPr/>
        </p:nvCxnSpPr>
        <p:spPr>
          <a:xfrm>
            <a:off x="8288937" y="3888218"/>
            <a:ext cx="203482" cy="394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2BE693-5C0B-82A9-1244-AA550969F22A}"/>
              </a:ext>
            </a:extLst>
          </p:cNvPr>
          <p:cNvSpPr txBox="1"/>
          <p:nvPr/>
        </p:nvSpPr>
        <p:spPr>
          <a:xfrm>
            <a:off x="4605823" y="246707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5EE67-720F-9860-1328-5A83BD762D1E}"/>
              </a:ext>
            </a:extLst>
          </p:cNvPr>
          <p:cNvSpPr txBox="1"/>
          <p:nvPr/>
        </p:nvSpPr>
        <p:spPr>
          <a:xfrm>
            <a:off x="7074742" y="241090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</p:spTree>
    <p:extLst>
      <p:ext uri="{BB962C8B-B14F-4D97-AF65-F5344CB8AC3E}">
        <p14:creationId xmlns:p14="http://schemas.microsoft.com/office/powerpoint/2010/main" val="12446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720" y="1334280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Make the left child the new root</a:t>
                </a:r>
              </a:p>
              <a:p>
                <a:r>
                  <a:rPr lang="en-US" dirty="0"/>
                  <a:t>Make the old root the right child of the new</a:t>
                </a:r>
              </a:p>
              <a:p>
                <a:r>
                  <a:rPr lang="en-US" dirty="0"/>
                  <a:t>Make the new root’s right subtree the old root’s left subtree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720" y="1334280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B4030AF-5825-D74C-DA31-D0A6EDBD943C}"/>
              </a:ext>
            </a:extLst>
          </p:cNvPr>
          <p:cNvGrpSpPr/>
          <p:nvPr/>
        </p:nvGrpSpPr>
        <p:grpSpPr>
          <a:xfrm>
            <a:off x="726067" y="3306616"/>
            <a:ext cx="10238566" cy="3546164"/>
            <a:chOff x="726067" y="3306616"/>
            <a:chExt cx="10238566" cy="354616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EE3BEE-6549-5A90-A178-CB843F41D093}"/>
                </a:ext>
              </a:extLst>
            </p:cNvPr>
            <p:cNvGrpSpPr/>
            <p:nvPr/>
          </p:nvGrpSpPr>
          <p:grpSpPr>
            <a:xfrm>
              <a:off x="7578756" y="3549819"/>
              <a:ext cx="3385877" cy="2496093"/>
              <a:chOff x="7175930" y="136853"/>
              <a:chExt cx="3385877" cy="2496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62564D-E372-F50C-5980-C112EF7ECA4D}"/>
                  </a:ext>
                </a:extLst>
              </p:cNvPr>
              <p:cNvCxnSpPr>
                <a:cxnSpLocks/>
                <a:stCxn id="36" idx="3"/>
                <a:endCxn id="35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9A738FD-1682-5EB7-685E-AE958F861694}"/>
                  </a:ext>
                </a:extLst>
              </p:cNvPr>
              <p:cNvCxnSpPr>
                <a:cxnSpLocks/>
                <a:stCxn id="34" idx="3"/>
                <a:endCxn id="37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69BC999-CE86-9682-91DC-E9C0F86021D7}"/>
                  </a:ext>
                </a:extLst>
              </p:cNvPr>
              <p:cNvCxnSpPr>
                <a:cxnSpLocks/>
                <a:stCxn id="36" idx="5"/>
                <a:endCxn id="34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1A19D79-2582-DF96-4EE4-A322DE8F4EFA}"/>
                  </a:ext>
                </a:extLst>
              </p:cNvPr>
              <p:cNvCxnSpPr>
                <a:cxnSpLocks/>
                <a:stCxn id="38" idx="0"/>
                <a:endCxn id="34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/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946C4ED-4422-1E95-01CC-240395B3A549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>
              <a:xfrm flipH="1" flipV="1">
                <a:off x="7482185" y="1751989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88549AC5-13F6-C0FF-FEBC-7A399516549C}"/>
                </a:ext>
              </a:extLst>
            </p:cNvPr>
            <p:cNvSpPr/>
            <p:nvPr/>
          </p:nvSpPr>
          <p:spPr>
            <a:xfrm>
              <a:off x="5315019" y="4410070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Right Rotation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CBA3C8-A102-5ECE-C2C8-45E18D336C3D}"/>
                </a:ext>
              </a:extLst>
            </p:cNvPr>
            <p:cNvGrpSpPr/>
            <p:nvPr/>
          </p:nvGrpSpPr>
          <p:grpSpPr>
            <a:xfrm>
              <a:off x="726067" y="3438938"/>
              <a:ext cx="3585521" cy="3413842"/>
              <a:chOff x="726067" y="3227705"/>
              <a:chExt cx="3585521" cy="3413842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FDCD005-FB82-BD66-A847-A2A9C4AA4C48}"/>
                  </a:ext>
                </a:extLst>
              </p:cNvPr>
              <p:cNvGrpSpPr/>
              <p:nvPr/>
            </p:nvGrpSpPr>
            <p:grpSpPr>
              <a:xfrm>
                <a:off x="726067" y="3344160"/>
                <a:ext cx="3585521" cy="3297387"/>
                <a:chOff x="7048051" y="131613"/>
                <a:chExt cx="3585521" cy="329738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B7B1586-83AD-014F-F29B-ED7281AEF95D}"/>
                    </a:ext>
                  </a:extLst>
                </p:cNvPr>
                <p:cNvCxnSpPr>
                  <a:cxnSpLocks/>
                  <a:stCxn id="6" idx="3"/>
                  <a:endCxn id="5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1A6ADD7-48CD-EBB0-0667-39AD6203B8F4}"/>
                    </a:ext>
                  </a:extLst>
                </p:cNvPr>
                <p:cNvCxnSpPr>
                  <a:cxnSpLocks/>
                  <a:stCxn id="6" idx="5"/>
                  <a:endCxn id="7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816D49-A49E-3DD3-C079-EE0D995FB3A7}"/>
                    </a:ext>
                  </a:extLst>
                </p:cNvPr>
                <p:cNvCxnSpPr>
                  <a:cxnSpLocks/>
                  <a:stCxn id="6" idx="7"/>
                  <a:endCxn id="4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6498DDE-3587-8F96-6A1C-4AB53C4EC313}"/>
                    </a:ext>
                  </a:extLst>
                </p:cNvPr>
                <p:cNvCxnSpPr>
                  <a:cxnSpLocks/>
                  <a:stCxn id="8" idx="0"/>
                  <a:endCxn id="4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E83608A-477E-6324-E54F-86966C47F633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H="1" flipV="1">
                  <a:off x="7354306" y="2548043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/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/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/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/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/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8A0BC-99DD-A525-FF55-BF07C66E8E1F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2801570" y="3306616"/>
              <a:ext cx="0" cy="24877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90FAE4-8945-885A-FA99-43E388C6C473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9137711" y="3306616"/>
              <a:ext cx="0" cy="243203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653CB6E-23CD-10F6-2B46-4EC04D517706}"/>
                  </a:ext>
                </a:extLst>
              </p14:cNvPr>
              <p14:cNvContentPartPr/>
              <p14:nvPr/>
            </p14:nvContentPartPr>
            <p14:xfrm>
              <a:off x="3346200" y="3392280"/>
              <a:ext cx="393480" cy="281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653CB6E-23CD-10F6-2B46-4EC04D5177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36840" y="3382920"/>
                <a:ext cx="41220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19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DD5E-9DDB-5763-6B4C-9F1EFEFA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FEE1-4BE2-B8DE-244F-76CF1114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4722-1D4D-3B59-1B6A-B7AFE1C00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720" y="13342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b=</a:t>
            </a:r>
            <a:r>
              <a:rPr lang="en-US" sz="2400" dirty="0" err="1">
                <a:latin typeface="Consolas" panose="020B0609020204030204" pitchFamily="49" charset="0"/>
              </a:rPr>
              <a:t>a.left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a.left</a:t>
            </a:r>
            <a:r>
              <a:rPr lang="en-US" sz="2400" dirty="0">
                <a:latin typeface="Consolas" panose="020B0609020204030204" pitchFamily="49" charset="0"/>
              </a:rPr>
              <a:t>=</a:t>
            </a:r>
            <a:r>
              <a:rPr lang="en-US" sz="2400" dirty="0" err="1">
                <a:latin typeface="Consolas" panose="020B0609020204030204" pitchFamily="49" charset="0"/>
              </a:rPr>
              <a:t>b.right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b.right</a:t>
            </a:r>
            <a:r>
              <a:rPr lang="en-US" sz="24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return b</a:t>
            </a:r>
            <a:endParaRPr lang="en-US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972530-5EA9-0DF7-C5E6-E3DB88C96AE9}"/>
                  </a:ext>
                </a:extLst>
              </p:cNvPr>
              <p:cNvSpPr txBox="1"/>
              <p:nvPr/>
            </p:nvSpPr>
            <p:spPr>
              <a:xfrm>
                <a:off x="4470400" y="1952606"/>
                <a:ext cx="20281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972530-5EA9-0DF7-C5E6-E3DB88C96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400" y="1952606"/>
                <a:ext cx="2028119" cy="369332"/>
              </a:xfrm>
              <a:prstGeom prst="rect">
                <a:avLst/>
              </a:prstGeom>
              <a:blipFill>
                <a:blip r:embed="rId2"/>
                <a:stretch>
                  <a:fillRect l="-240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9D904FA-8132-7FE2-73BA-4C223C63CB86}"/>
              </a:ext>
            </a:extLst>
          </p:cNvPr>
          <p:cNvGrpSpPr/>
          <p:nvPr/>
        </p:nvGrpSpPr>
        <p:grpSpPr>
          <a:xfrm>
            <a:off x="726067" y="3306616"/>
            <a:ext cx="10238566" cy="3546164"/>
            <a:chOff x="726067" y="3306616"/>
            <a:chExt cx="10238566" cy="35461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A71EC8-87CD-07FC-DF72-FA5BB26C0BA7}"/>
                </a:ext>
              </a:extLst>
            </p:cNvPr>
            <p:cNvGrpSpPr/>
            <p:nvPr/>
          </p:nvGrpSpPr>
          <p:grpSpPr>
            <a:xfrm>
              <a:off x="7578756" y="3549819"/>
              <a:ext cx="3385877" cy="2496093"/>
              <a:chOff x="7175930" y="136853"/>
              <a:chExt cx="3385877" cy="24960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E3EF443C-E28F-F7E2-AA3B-27A49987C135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Isosceles Triangle 57">
                    <a:extLst>
                      <a:ext uri="{FF2B5EF4-FFF2-40B4-BE49-F238E27FC236}">
                        <a16:creationId xmlns:a16="http://schemas.microsoft.com/office/drawing/2014/main" id="{0948FF72-11DB-43A2-82A8-5493E597E680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D0738021-596E-C172-73AA-748EDED89660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Isosceles Triangle 59">
                    <a:extLst>
                      <a:ext uri="{FF2B5EF4-FFF2-40B4-BE49-F238E27FC236}">
                        <a16:creationId xmlns:a16="http://schemas.microsoft.com/office/drawing/2014/main" id="{D53F2101-54FC-A479-6067-C1A73E4F700C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Isosceles Triangle 60">
                    <a:extLst>
                      <a:ext uri="{FF2B5EF4-FFF2-40B4-BE49-F238E27FC236}">
                        <a16:creationId xmlns:a16="http://schemas.microsoft.com/office/drawing/2014/main" id="{ED43F4C4-8A2A-55DA-53C4-49CCA59155FC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C44E90D-09CB-15C7-CF7C-6B9A14336ED2}"/>
                  </a:ext>
                </a:extLst>
              </p:cNvPr>
              <p:cNvCxnSpPr>
                <a:cxnSpLocks/>
                <a:stCxn id="59" idx="3"/>
                <a:endCxn id="58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7BB03F3-B2A4-A8F7-583B-00086D53601B}"/>
                  </a:ext>
                </a:extLst>
              </p:cNvPr>
              <p:cNvCxnSpPr>
                <a:cxnSpLocks/>
                <a:stCxn id="57" idx="3"/>
                <a:endCxn id="60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973C07C-E2C6-167D-5CDD-09A3363272D8}"/>
                  </a:ext>
                </a:extLst>
              </p:cNvPr>
              <p:cNvCxnSpPr>
                <a:cxnSpLocks/>
                <a:stCxn id="59" idx="5"/>
                <a:endCxn id="57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796EDB7-F80E-2220-A35F-021B43CE2C68}"/>
                  </a:ext>
                </a:extLst>
              </p:cNvPr>
              <p:cNvCxnSpPr>
                <a:cxnSpLocks/>
                <a:stCxn id="61" idx="0"/>
                <a:endCxn id="57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F06CC59-C384-94D8-D916-2DCBC5E5802C}"/>
                      </a:ext>
                    </a:extLst>
                  </p:cNvPr>
                  <p:cNvSpPr/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930" y="2020435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BBBD154-4F7E-EF0F-AFE1-7A4803190478}"/>
                  </a:ext>
                </a:extLst>
              </p:cNvPr>
              <p:cNvCxnSpPr>
                <a:cxnSpLocks/>
                <a:stCxn id="78" idx="0"/>
              </p:cNvCxnSpPr>
              <p:nvPr/>
            </p:nvCxnSpPr>
            <p:spPr>
              <a:xfrm flipH="1" flipV="1">
                <a:off x="7482185" y="1751989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789CE63-3B1B-617B-40A4-712CB2F5CC4F}"/>
                </a:ext>
              </a:extLst>
            </p:cNvPr>
            <p:cNvSpPr/>
            <p:nvPr/>
          </p:nvSpPr>
          <p:spPr>
            <a:xfrm>
              <a:off x="5315019" y="4410070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Right Rotation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7F5598-8A11-85F4-B33A-1D06F9705685}"/>
                </a:ext>
              </a:extLst>
            </p:cNvPr>
            <p:cNvGrpSpPr/>
            <p:nvPr/>
          </p:nvGrpSpPr>
          <p:grpSpPr>
            <a:xfrm>
              <a:off x="726067" y="3438938"/>
              <a:ext cx="3585521" cy="3413842"/>
              <a:chOff x="726067" y="3227705"/>
              <a:chExt cx="3585521" cy="341384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0AF1624-3616-FD93-33C9-143089B673A7}"/>
                  </a:ext>
                </a:extLst>
              </p:cNvPr>
              <p:cNvGrpSpPr/>
              <p:nvPr/>
            </p:nvGrpSpPr>
            <p:grpSpPr>
              <a:xfrm>
                <a:off x="726067" y="3344160"/>
                <a:ext cx="3585521" cy="3297387"/>
                <a:chOff x="7048051" y="131613"/>
                <a:chExt cx="3585521" cy="329738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9AD484D6-59E1-33C3-04D9-0FAD04311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Isosceles Triangle 46">
                      <a:extLst>
                        <a:ext uri="{FF2B5EF4-FFF2-40B4-BE49-F238E27FC236}">
                          <a16:creationId xmlns:a16="http://schemas.microsoft.com/office/drawing/2014/main" id="{CBFE62E9-217A-4285-77D3-C1BAFA8C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81A62DC1-A46C-AF06-A4DE-ABD020A3C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E0910EE8-1D6D-DFC5-31E7-2B739FE16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Isosceles Triangle 49">
                      <a:extLst>
                        <a:ext uri="{FF2B5EF4-FFF2-40B4-BE49-F238E27FC236}">
                          <a16:creationId xmlns:a16="http://schemas.microsoft.com/office/drawing/2014/main" id="{0F9556CA-D997-4624-1558-6FF73714B9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DAF1BFD4-0842-54C2-9D59-5980A5E91F22}"/>
                    </a:ext>
                  </a:extLst>
                </p:cNvPr>
                <p:cNvCxnSpPr>
                  <a:cxnSpLocks/>
                  <a:stCxn id="48" idx="3"/>
                  <a:endCxn id="47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382BB6C-5D25-D429-A441-8CB6BF1708FC}"/>
                    </a:ext>
                  </a:extLst>
                </p:cNvPr>
                <p:cNvCxnSpPr>
                  <a:cxnSpLocks/>
                  <a:stCxn id="48" idx="5"/>
                  <a:endCxn id="49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B6A19BC-7B7A-6A6B-D059-95EF2442028A}"/>
                    </a:ext>
                  </a:extLst>
                </p:cNvPr>
                <p:cNvCxnSpPr>
                  <a:cxnSpLocks/>
                  <a:stCxn id="48" idx="7"/>
                  <a:endCxn id="46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B92EF59-F5AC-E017-30A5-ADFC3EAE0B9E}"/>
                    </a:ext>
                  </a:extLst>
                </p:cNvPr>
                <p:cNvCxnSpPr>
                  <a:cxnSpLocks/>
                  <a:stCxn id="50" idx="0"/>
                  <a:endCxn id="46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BDB25F42-444D-1957-55A2-4F1449646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48051" y="2816489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06B96831-31CD-BDAF-F4A5-48FED9A98B05}"/>
                    </a:ext>
                  </a:extLst>
                </p:cNvPr>
                <p:cNvCxnSpPr>
                  <a:cxnSpLocks/>
                  <a:stCxn id="55" idx="0"/>
                </p:cNvCxnSpPr>
                <p:nvPr/>
              </p:nvCxnSpPr>
              <p:spPr>
                <a:xfrm flipH="1" flipV="1">
                  <a:off x="7354306" y="2548043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00C5CA1-C556-08C6-89D0-075375C9C27A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435" y="4595206"/>
                    <a:ext cx="77373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D639C32-933F-562E-940C-6B0C01D6DB0C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DBF6B4C-F2FB-8F51-3ADA-4DD90B35004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389DC4E4-B56A-7ED5-DD2B-C60A225940DA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98DC98F-FA5D-C57D-FDD0-AF4FAA612AC7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3276" y="3879162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C0511A-E10C-BE8D-62ED-934A2A4D8640}"/>
                    </a:ext>
                  </a:extLst>
                </p:cNvPr>
                <p:cNvSpPr txBox="1"/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3C0511A-E10C-BE8D-62ED-934A2A4D8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545" y="4095067"/>
                  <a:ext cx="773738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798406-B7C8-94D1-7A67-928E9C85CD05}"/>
                    </a:ext>
                  </a:extLst>
                </p:cNvPr>
                <p:cNvSpPr txBox="1"/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798406-B7C8-94D1-7A67-928E9C85C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142" y="4217250"/>
                  <a:ext cx="7737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149380-7BC3-97C0-430C-CC31F9C3D8A8}"/>
                    </a:ext>
                  </a:extLst>
                </p:cNvPr>
                <p:cNvSpPr txBox="1"/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149380-7BC3-97C0-430C-CC31F9C3D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7681" y="3414882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4E0CE21-6AB4-D0F1-656E-FF8E1E81BF20}"/>
                    </a:ext>
                  </a:extLst>
                </p:cNvPr>
                <p:cNvSpPr txBox="1"/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4E0CE21-6AB4-D0F1-656E-FF8E1E81B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7387" y="4830916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3DB1884-29BC-C90F-F45E-7FF63354D1A3}"/>
                    </a:ext>
                  </a:extLst>
                </p:cNvPr>
                <p:cNvSpPr txBox="1"/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3DB1884-29BC-C90F-F45E-7FF63354D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51" y="4830916"/>
                  <a:ext cx="369781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A6FDCD-508A-07B7-26C5-4E3FE48D2990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2801570" y="3306616"/>
              <a:ext cx="0" cy="24877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0B7781-C91C-585F-2637-284A61BB26AE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V="1">
              <a:off x="9137711" y="3306616"/>
              <a:ext cx="0" cy="243203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47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Example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3823FD-4399-AFC7-649D-4594D6C04EC3}"/>
              </a:ext>
            </a:extLst>
          </p:cNvPr>
          <p:cNvSpPr/>
          <p:nvPr/>
        </p:nvSpPr>
        <p:spPr>
          <a:xfrm>
            <a:off x="4724510" y="72165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2446E4-9138-A2A4-E19E-29B53DF03839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BD8AE1-725E-4680-44A4-75821DD1C63E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EA20C27-94E3-EF82-B066-C6C9318383F2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8B51145B-4143-BFCB-7640-8FD8DDFF7D48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92A3938F-B46C-93BC-ED09-2F255984F827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B7675288-6037-34B7-9E5C-D6D794978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B704ECC7-9CA7-1E83-E3A9-2656F12C9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B20E0282-7434-FCEC-F4C6-75332C51EE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06EAA6EF-5E4C-14CF-6468-FF1412C45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8648D38D-39F5-CD24-C125-A3F92C192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9B5CC251-E35B-0E4A-E608-C8D59CFA3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257813C4-9171-1F70-AB27-FB5B3EBADCFE}"/>
                        </a:ext>
                      </a:extLst>
                    </p:cNvPr>
                    <p:cNvCxnSpPr>
                      <a:cxnSpLocks/>
                      <a:stCxn id="13" idx="3"/>
                      <a:endCxn id="14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381CB6E9-1646-FA1B-F36F-61E19B529632}"/>
                        </a:ext>
                      </a:extLst>
                    </p:cNvPr>
                    <p:cNvCxnSpPr>
                      <a:cxnSpLocks/>
                      <a:stCxn id="13" idx="5"/>
                      <a:endCxn id="15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64BECAB9-FB3B-AF93-8D29-10B949671677}"/>
                        </a:ext>
                      </a:extLst>
                    </p:cNvPr>
                    <p:cNvCxnSpPr>
                      <a:stCxn id="16" idx="7"/>
                      <a:endCxn id="14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FFE59C21-08AC-00A0-4ADA-A7361360A9F3}"/>
                        </a:ext>
                      </a:extLst>
                    </p:cNvPr>
                    <p:cNvCxnSpPr>
                      <a:cxnSpLocks/>
                      <a:stCxn id="18" idx="7"/>
                      <a:endCxn id="16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72642F43-8430-EC8F-D864-873EE7842B1A}"/>
                        </a:ext>
                      </a:extLst>
                    </p:cNvPr>
                    <p:cNvCxnSpPr>
                      <a:stCxn id="17" idx="1"/>
                      <a:endCxn id="15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79DD00EA-A418-BE18-C681-27FFFB3C4A1E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0A12A2BC-B31E-4941-BFBF-ADA0D02D45AF}"/>
                      </a:ext>
                    </a:extLst>
                  </p:cNvPr>
                  <p:cNvCxnSpPr>
                    <a:cxnSpLocks/>
                    <a:stCxn id="11" idx="0"/>
                    <a:endCxn id="14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1A19C799-DA8A-2F26-DC27-7578D35C4651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FC1A7374-71FD-FD69-A95F-94455213B14E}"/>
                    </a:ext>
                  </a:extLst>
                </p:cNvPr>
                <p:cNvCxnSpPr>
                  <a:cxnSpLocks/>
                  <a:stCxn id="6" idx="1"/>
                  <a:endCxn id="16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493EE81-79AC-DE68-9A1F-CDA7EA42D76A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6F75729-F65E-C4F4-74CB-2513D6DBF1FD}"/>
                  </a:ext>
                </a:extLst>
              </p:cNvPr>
              <p:cNvCxnSpPr>
                <a:cxnSpLocks/>
                <a:stCxn id="3" idx="1"/>
                <a:endCxn id="17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FBF94FE-1225-CB32-42BB-5EC453023FB8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5FFC1A-2EDE-F427-E8D4-554C6D0317D9}"/>
                </a:ext>
              </a:extLst>
            </p:cNvPr>
            <p:cNvCxnSpPr>
              <a:cxnSpLocks/>
              <a:stCxn id="40" idx="0"/>
              <a:endCxn id="15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E16A351-314C-C853-EB63-8477A3F9E036}"/>
                  </a:ext>
                </a:extLst>
              </p14:cNvPr>
              <p14:cNvContentPartPr/>
              <p14:nvPr/>
            </p14:nvContentPartPr>
            <p14:xfrm>
              <a:off x="6593760" y="2553480"/>
              <a:ext cx="3453840" cy="2967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E16A351-314C-C853-EB63-8477A3F9E0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4400" y="2544120"/>
                <a:ext cx="3472560" cy="29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918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975C-AF4A-3794-CC20-26FA0C67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12B8-A062-FE15-CEA4-2B6FCE83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Balanced! Multiple Problem Nodes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6BE4D5-0370-F814-34E5-541254CE74FA}"/>
              </a:ext>
            </a:extLst>
          </p:cNvPr>
          <p:cNvSpPr/>
          <p:nvPr/>
        </p:nvSpPr>
        <p:spPr>
          <a:xfrm>
            <a:off x="8900553" y="4805104"/>
            <a:ext cx="612511" cy="61251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38D423-2ABD-0CBD-F4B8-8D0AC4709727}"/>
              </a:ext>
            </a:extLst>
          </p:cNvPr>
          <p:cNvCxnSpPr>
            <a:cxnSpLocks/>
            <a:stCxn id="52" idx="1"/>
            <a:endCxn id="111" idx="5"/>
          </p:cNvCxnSpPr>
          <p:nvPr/>
        </p:nvCxnSpPr>
        <p:spPr>
          <a:xfrm flipH="1" flipV="1">
            <a:off x="8810853" y="4715404"/>
            <a:ext cx="179400" cy="179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0EB00F8-0AFA-F1D2-E66F-14FB6A634D9B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6057CE5-B195-D590-8B7C-8CC282296003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C05EFE9-6C11-17F6-8387-93824927E6C5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48120A3A-0824-C12D-492C-E1F18DBCBD6F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189BA9FB-C568-E774-5C63-1D5243FA5A50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57E33089-1AB5-1CD2-7F91-BF0EB25950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rgbClr val="FF858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F5AAE3A8-4B1F-B808-6068-A182D93E20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4C2BBAC8-2D94-61AC-D507-83AF25DCFB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EA5E017-FB04-D53C-D68E-9870663B1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23" name="Oval 122">
                      <a:extLst>
                        <a:ext uri="{FF2B5EF4-FFF2-40B4-BE49-F238E27FC236}">
                          <a16:creationId xmlns:a16="http://schemas.microsoft.com/office/drawing/2014/main" id="{516F3E11-EF89-5B94-63B8-166D10CC0C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B23585B-8AD5-64DD-198B-48EA5FEC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C8989D81-9679-CDA4-5FEF-C17E7C08E05F}"/>
                        </a:ext>
                      </a:extLst>
                    </p:cNvPr>
                    <p:cNvCxnSpPr>
                      <a:cxnSpLocks/>
                      <a:stCxn id="119" idx="3"/>
                      <a:endCxn id="120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1A508C7E-8FCD-3B51-E6D2-907DF4BD7F24}"/>
                        </a:ext>
                      </a:extLst>
                    </p:cNvPr>
                    <p:cNvCxnSpPr>
                      <a:cxnSpLocks/>
                      <a:stCxn id="119" idx="5"/>
                      <a:endCxn id="121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D5A7AEC3-9F8A-EB17-79DB-8D7CB4ADD2BB}"/>
                        </a:ext>
                      </a:extLst>
                    </p:cNvPr>
                    <p:cNvCxnSpPr>
                      <a:stCxn id="122" idx="7"/>
                      <a:endCxn id="120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FF5FF3EC-6510-1951-CBDE-85DD5F832B16}"/>
                        </a:ext>
                      </a:extLst>
                    </p:cNvPr>
                    <p:cNvCxnSpPr>
                      <a:cxnSpLocks/>
                      <a:stCxn id="124" idx="7"/>
                      <a:endCxn id="122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DD690D51-722E-76C9-9971-424D071C19A7}"/>
                        </a:ext>
                      </a:extLst>
                    </p:cNvPr>
                    <p:cNvCxnSpPr>
                      <a:stCxn id="123" idx="1"/>
                      <a:endCxn id="121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ADA2723D-480A-2C58-5488-3C8AC507E2CC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4E73F34D-46CD-AA2F-96A4-247276312068}"/>
                      </a:ext>
                    </a:extLst>
                  </p:cNvPr>
                  <p:cNvCxnSpPr>
                    <a:cxnSpLocks/>
                    <a:stCxn id="117" idx="0"/>
                    <a:endCxn id="120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6DEACC50-E555-1571-4BAF-47772BEAFD0C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DD29B1B7-9B5D-302C-CB36-06804A04BCEF}"/>
                    </a:ext>
                  </a:extLst>
                </p:cNvPr>
                <p:cNvCxnSpPr>
                  <a:cxnSpLocks/>
                  <a:stCxn id="114" idx="1"/>
                  <a:endCxn id="122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7F59179B-37B9-D130-FE12-542CCDC3D10D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rgbClr val="FF858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94BFF33-AF4E-51DA-410C-77704CC8A9D8}"/>
                  </a:ext>
                </a:extLst>
              </p:cNvPr>
              <p:cNvCxnSpPr>
                <a:cxnSpLocks/>
                <a:stCxn id="111" idx="1"/>
                <a:endCxn id="123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607C7A6-7997-7982-F31F-D89C787968FE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DAB1C9E-1961-181D-7C71-A59171318E86}"/>
                </a:ext>
              </a:extLst>
            </p:cNvPr>
            <p:cNvCxnSpPr>
              <a:cxnSpLocks/>
              <a:stCxn id="108" idx="0"/>
              <a:endCxn id="121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101F83-EFA2-1B38-8F0B-4FEFB92F61D6}"/>
              </a:ext>
            </a:extLst>
          </p:cNvPr>
          <p:cNvSpPr txBox="1"/>
          <p:nvPr/>
        </p:nvSpPr>
        <p:spPr>
          <a:xfrm>
            <a:off x="9031490" y="4498848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DA166-F4DA-538C-2157-BEA4D20340C3}"/>
              </a:ext>
            </a:extLst>
          </p:cNvPr>
          <p:cNvSpPr txBox="1"/>
          <p:nvPr/>
        </p:nvSpPr>
        <p:spPr>
          <a:xfrm>
            <a:off x="7074742" y="241090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C0801-6B7E-0A88-D8FB-F217BBB5DB23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D8E44-7EB4-A33A-F9EA-8B108F2418CA}"/>
              </a:ext>
            </a:extLst>
          </p:cNvPr>
          <p:cNvSpPr txBox="1"/>
          <p:nvPr/>
        </p:nvSpPr>
        <p:spPr>
          <a:xfrm>
            <a:off x="7815393" y="3091041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F935D-8FCB-C9C6-6084-E90B32462174}"/>
              </a:ext>
            </a:extLst>
          </p:cNvPr>
          <p:cNvSpPr txBox="1"/>
          <p:nvPr/>
        </p:nvSpPr>
        <p:spPr>
          <a:xfrm>
            <a:off x="5194203" y="238240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E2EA8-E504-9092-55E4-8046D8FA47CF}"/>
              </a:ext>
            </a:extLst>
          </p:cNvPr>
          <p:cNvSpPr txBox="1"/>
          <p:nvPr/>
        </p:nvSpPr>
        <p:spPr>
          <a:xfrm>
            <a:off x="7086257" y="4062326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70DE6-FAD8-CFC0-2460-A3C812CA98ED}"/>
              </a:ext>
            </a:extLst>
          </p:cNvPr>
          <p:cNvSpPr txBox="1"/>
          <p:nvPr/>
        </p:nvSpPr>
        <p:spPr>
          <a:xfrm>
            <a:off x="6380767" y="3182752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80E21-267E-1AD5-8880-CB90A23E9D3E}"/>
              </a:ext>
            </a:extLst>
          </p:cNvPr>
          <p:cNvSpPr txBox="1"/>
          <p:nvPr/>
        </p:nvSpPr>
        <p:spPr>
          <a:xfrm>
            <a:off x="7869054" y="498224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A8FCC-C022-0FBA-46CC-2BFE81A7B256}"/>
              </a:ext>
            </a:extLst>
          </p:cNvPr>
          <p:cNvSpPr txBox="1"/>
          <p:nvPr/>
        </p:nvSpPr>
        <p:spPr>
          <a:xfrm>
            <a:off x="259619" y="1502479"/>
            <a:ext cx="40880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Here, nodes 11 and 16 are problem nodes.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There may be multiple places where we can do a rotation to rebalance the tree, but the </a:t>
            </a:r>
            <a:r>
              <a:rPr lang="en-US" sz="2400" i="1" dirty="0">
                <a:solidFill>
                  <a:srgbClr val="C00000"/>
                </a:solidFill>
              </a:rPr>
              <a:t>deepest</a:t>
            </a:r>
            <a:r>
              <a:rPr lang="en-US" sz="2400" dirty="0">
                <a:solidFill>
                  <a:srgbClr val="C00000"/>
                </a:solidFill>
              </a:rPr>
              <a:t> problem node </a:t>
            </a:r>
            <a:r>
              <a:rPr lang="en-US" sz="2400" i="1" dirty="0">
                <a:solidFill>
                  <a:srgbClr val="C00000"/>
                </a:solidFill>
              </a:rPr>
              <a:t>always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i="1" dirty="0">
                <a:solidFill>
                  <a:srgbClr val="C00000"/>
                </a:solidFill>
              </a:rPr>
              <a:t>works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256FA2-C5A9-2C8F-75FE-330F42BBA1D0}"/>
                  </a:ext>
                </a:extLst>
              </p14:cNvPr>
              <p14:cNvContentPartPr/>
              <p14:nvPr/>
            </p14:nvContentPartPr>
            <p14:xfrm>
              <a:off x="7472520" y="3132000"/>
              <a:ext cx="2993040" cy="1770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256FA2-C5A9-2C8F-75FE-330F42BBA1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3160" y="3122640"/>
                <a:ext cx="3011760" cy="178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548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8F3C6-8527-ECD6-3799-58D47DA49C8A}"/>
              </a:ext>
            </a:extLst>
          </p:cNvPr>
          <p:cNvSpPr txBox="1"/>
          <p:nvPr/>
        </p:nvSpPr>
        <p:spPr>
          <a:xfrm>
            <a:off x="7348110" y="1696358"/>
            <a:ext cx="4984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Solution: </a:t>
            </a:r>
          </a:p>
          <a:p>
            <a:r>
              <a:rPr lang="en-US" dirty="0">
                <a:solidFill>
                  <a:srgbClr val="FF0000"/>
                </a:solidFill>
              </a:rPr>
              <a:t>Take the subtree starting with the problem node,</a:t>
            </a:r>
          </a:p>
          <a:p>
            <a:r>
              <a:rPr lang="en-US" dirty="0">
                <a:solidFill>
                  <a:srgbClr val="FF0000"/>
                </a:solidFill>
              </a:rPr>
              <a:t>“Rotate” that tree to the left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10B0969-2DC8-E369-208A-DA6169430CAA}"/>
              </a:ext>
            </a:extLst>
          </p:cNvPr>
          <p:cNvSpPr/>
          <p:nvPr/>
        </p:nvSpPr>
        <p:spPr>
          <a:xfrm>
            <a:off x="8900553" y="480510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F52FE1-BD1F-28E9-967F-5676B0189442}"/>
              </a:ext>
            </a:extLst>
          </p:cNvPr>
          <p:cNvCxnSpPr>
            <a:cxnSpLocks/>
            <a:stCxn id="52" idx="1"/>
            <a:endCxn id="111" idx="5"/>
          </p:cNvCxnSpPr>
          <p:nvPr/>
        </p:nvCxnSpPr>
        <p:spPr>
          <a:xfrm flipH="1" flipV="1">
            <a:off x="8810853" y="4715404"/>
            <a:ext cx="179400" cy="179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31B4431-1959-3D11-4655-89732DFF56CB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896F7C7-534A-BA83-2083-347AFDB97A18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A1733A1-39DF-181D-8445-504416FEB180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722102BA-7EB1-3CC8-6B87-3FCB4314BAE3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40FE6087-5C60-8EFC-C759-F31170E270EB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81A86D9D-A8BC-BEBB-ACF9-27675DAB40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A57F424B-C58D-2697-834B-452478446D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21" name="Oval 120">
                      <a:extLst>
                        <a:ext uri="{FF2B5EF4-FFF2-40B4-BE49-F238E27FC236}">
                          <a16:creationId xmlns:a16="http://schemas.microsoft.com/office/drawing/2014/main" id="{EFCBFD94-EE5F-3AF9-39E0-B4B10543E8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D3A23E20-3CB0-87BC-0099-DC459E7A00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23" name="Oval 122">
                      <a:extLst>
                        <a:ext uri="{FF2B5EF4-FFF2-40B4-BE49-F238E27FC236}">
                          <a16:creationId xmlns:a16="http://schemas.microsoft.com/office/drawing/2014/main" id="{8DD9A857-00C8-54C7-1978-1A88523D9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3A96E6E-A6B1-7011-C366-6002F16619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2671A4FC-C97C-8D2A-9E81-C0F57BD1E072}"/>
                        </a:ext>
                      </a:extLst>
                    </p:cNvPr>
                    <p:cNvCxnSpPr>
                      <a:cxnSpLocks/>
                      <a:stCxn id="119" idx="3"/>
                      <a:endCxn id="120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18E43C2C-053B-2FFA-A3C0-95EF3D43DEEA}"/>
                        </a:ext>
                      </a:extLst>
                    </p:cNvPr>
                    <p:cNvCxnSpPr>
                      <a:cxnSpLocks/>
                      <a:stCxn id="119" idx="5"/>
                      <a:endCxn id="121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D4483605-8E24-A998-E0BA-7F7BC322B54D}"/>
                        </a:ext>
                      </a:extLst>
                    </p:cNvPr>
                    <p:cNvCxnSpPr>
                      <a:stCxn id="122" idx="7"/>
                      <a:endCxn id="120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Straight Connector 127">
                      <a:extLst>
                        <a:ext uri="{FF2B5EF4-FFF2-40B4-BE49-F238E27FC236}">
                          <a16:creationId xmlns:a16="http://schemas.microsoft.com/office/drawing/2014/main" id="{17EA3640-F0AB-3515-A0ED-7F01750FF9CF}"/>
                        </a:ext>
                      </a:extLst>
                    </p:cNvPr>
                    <p:cNvCxnSpPr>
                      <a:cxnSpLocks/>
                      <a:stCxn id="124" idx="7"/>
                      <a:endCxn id="122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" name="Straight Connector 128">
                      <a:extLst>
                        <a:ext uri="{FF2B5EF4-FFF2-40B4-BE49-F238E27FC236}">
                          <a16:creationId xmlns:a16="http://schemas.microsoft.com/office/drawing/2014/main" id="{543CC303-32F1-6884-6C24-F7F185458274}"/>
                        </a:ext>
                      </a:extLst>
                    </p:cNvPr>
                    <p:cNvCxnSpPr>
                      <a:stCxn id="123" idx="1"/>
                      <a:endCxn id="121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8BA96AB7-84DA-A8F0-5521-204310BFF733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ECAA481E-776D-9B89-B8FD-403378272D14}"/>
                      </a:ext>
                    </a:extLst>
                  </p:cNvPr>
                  <p:cNvCxnSpPr>
                    <a:cxnSpLocks/>
                    <a:stCxn id="117" idx="0"/>
                    <a:endCxn id="120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A3302FBF-673C-34CF-7EC7-65E7FC047B38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92304523-CC16-84B8-325C-4329D7B2AF56}"/>
                    </a:ext>
                  </a:extLst>
                </p:cNvPr>
                <p:cNvCxnSpPr>
                  <a:cxnSpLocks/>
                  <a:stCxn id="114" idx="1"/>
                  <a:endCxn id="122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F99CA63D-421D-0FEC-0398-481D99062410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562526B-32DD-4639-8BFB-3BE6AD2C2AF6}"/>
                  </a:ext>
                </a:extLst>
              </p:cNvPr>
              <p:cNvCxnSpPr>
                <a:cxnSpLocks/>
                <a:stCxn id="111" idx="1"/>
                <a:endCxn id="123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C321388-EEEE-EAFE-94E4-295071FEF5FB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7C393D2-AA50-0F70-D168-B8CB09AF8565}"/>
                </a:ext>
              </a:extLst>
            </p:cNvPr>
            <p:cNvCxnSpPr>
              <a:cxnSpLocks/>
              <a:stCxn id="108" idx="0"/>
              <a:endCxn id="121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2DFE5A13-2615-2C1A-4922-C60FF284B30E}"/>
              </a:ext>
            </a:extLst>
          </p:cNvPr>
          <p:cNvSpPr/>
          <p:nvPr/>
        </p:nvSpPr>
        <p:spPr>
          <a:xfrm flipH="1">
            <a:off x="7187861" y="2924063"/>
            <a:ext cx="1639005" cy="1919157"/>
          </a:xfrm>
          <a:prstGeom prst="circular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0ECD-B9C9-E93F-1139-AF0403EEE33F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B8008-9A6D-428A-5A9E-1D4F6C3150A5}"/>
              </a:ext>
            </a:extLst>
          </p:cNvPr>
          <p:cNvSpPr txBox="1"/>
          <p:nvPr/>
        </p:nvSpPr>
        <p:spPr>
          <a:xfrm>
            <a:off x="7021299" y="4157292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1E665C-17F5-9318-5075-F90850CD01C3}"/>
                  </a:ext>
                </a:extLst>
              </p14:cNvPr>
              <p14:cNvContentPartPr/>
              <p14:nvPr/>
            </p14:nvContentPartPr>
            <p14:xfrm>
              <a:off x="6787440" y="2988000"/>
              <a:ext cx="2694960" cy="209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1E665C-17F5-9318-5075-F90850CD01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8080" y="2978640"/>
                <a:ext cx="2713680" cy="21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5533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7B19-4175-0B62-7DF1-3B6AEAC3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588142-BA3E-214A-5F91-4641F9260F24}"/>
              </a:ext>
            </a:extLst>
          </p:cNvPr>
          <p:cNvGrpSpPr/>
          <p:nvPr/>
        </p:nvGrpSpPr>
        <p:grpSpPr>
          <a:xfrm>
            <a:off x="4230263" y="2047599"/>
            <a:ext cx="4670290" cy="2762801"/>
            <a:chOff x="4230263" y="2047599"/>
            <a:chExt cx="4670290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A2B72C-3787-FADF-273F-8EFDEB4113C1}"/>
                </a:ext>
              </a:extLst>
            </p:cNvPr>
            <p:cNvGrpSpPr/>
            <p:nvPr/>
          </p:nvGrpSpPr>
          <p:grpSpPr>
            <a:xfrm>
              <a:off x="4230263" y="2047599"/>
              <a:ext cx="4670290" cy="2762801"/>
              <a:chOff x="4342023" y="2047599"/>
              <a:chExt cx="4670290" cy="276280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40ACB14-EB47-703E-DD87-A3F1F2D8DD59}"/>
                  </a:ext>
                </a:extLst>
              </p:cNvPr>
              <p:cNvGrpSpPr/>
              <p:nvPr/>
            </p:nvGrpSpPr>
            <p:grpSpPr>
              <a:xfrm>
                <a:off x="4342023" y="2047599"/>
                <a:ext cx="4036614" cy="2762801"/>
                <a:chOff x="8079280" y="365125"/>
                <a:chExt cx="4036614" cy="2762801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FCCAEE77-93ED-0577-3519-0BE15EA2B58A}"/>
                    </a:ext>
                  </a:extLst>
                </p:cNvPr>
                <p:cNvGrpSpPr/>
                <p:nvPr/>
              </p:nvGrpSpPr>
              <p:grpSpPr>
                <a:xfrm>
                  <a:off x="8079280" y="365125"/>
                  <a:ext cx="4036614" cy="2762801"/>
                  <a:chOff x="5413263" y="1203158"/>
                  <a:chExt cx="4036614" cy="2762801"/>
                </a:xfrm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7CB93A83-875B-9031-7072-EAA750E4F3BA}"/>
                      </a:ext>
                    </a:extLst>
                  </p:cNvPr>
                  <p:cNvGrpSpPr/>
                  <p:nvPr/>
                </p:nvGrpSpPr>
                <p:grpSpPr>
                  <a:xfrm>
                    <a:off x="5413263" y="1203158"/>
                    <a:ext cx="4036614" cy="2762801"/>
                    <a:chOff x="131609" y="2379747"/>
                    <a:chExt cx="4036614" cy="2762801"/>
                  </a:xfrm>
                </p:grpSpPr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2DA4BADD-BD84-1D65-6F34-911460C26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9363" y="237974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F6628CEA-2BED-8F15-29D4-04C515C3C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56072" y="3043035"/>
                      <a:ext cx="612511" cy="612511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D82CEA20-3D90-9CDB-6145-EE3D68EC4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43201" y="300747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C71173B0-3AC1-D397-A5F8-45A759F35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352" y="3799360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E533412E-9EAE-77B6-2680-1BB250C0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5712" y="3697555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F6653EAB-CF92-DEBF-F06A-D237E8EAB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609" y="4530037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E8FBF119-F10A-E70F-C0C1-02D1344DA65F}"/>
                        </a:ext>
                      </a:extLst>
                    </p:cNvPr>
                    <p:cNvCxnSpPr>
                      <a:cxnSpLocks/>
                      <a:stCxn id="16" idx="3"/>
                      <a:endCxn id="17" idx="7"/>
                    </p:cNvCxnSpPr>
                    <p:nvPr/>
                  </p:nvCxnSpPr>
                  <p:spPr>
                    <a:xfrm flipH="1">
                      <a:off x="2078883" y="2902558"/>
                      <a:ext cx="270180" cy="23017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957BD4C3-36E7-353E-BB50-27F28FA99852}"/>
                        </a:ext>
                      </a:extLst>
                    </p:cNvPr>
                    <p:cNvCxnSpPr>
                      <a:cxnSpLocks/>
                      <a:stCxn id="16" idx="5"/>
                      <a:endCxn id="18" idx="1"/>
                    </p:cNvCxnSpPr>
                    <p:nvPr/>
                  </p:nvCxnSpPr>
                  <p:spPr>
                    <a:xfrm>
                      <a:off x="2782174" y="2902558"/>
                      <a:ext cx="250727" cy="19461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44D0C602-88EC-28E1-0AEB-C7FCBFBF1429}"/>
                        </a:ext>
                      </a:extLst>
                    </p:cNvPr>
                    <p:cNvCxnSpPr>
                      <a:stCxn id="19" idx="7"/>
                      <a:endCxn id="17" idx="3"/>
                    </p:cNvCxnSpPr>
                    <p:nvPr/>
                  </p:nvCxnSpPr>
                  <p:spPr>
                    <a:xfrm flipV="1">
                      <a:off x="1343163" y="3565846"/>
                      <a:ext cx="302609" cy="323214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B3BFD3E6-80D7-C7DF-7AD5-855E06F45B88}"/>
                        </a:ext>
                      </a:extLst>
                    </p:cNvPr>
                    <p:cNvCxnSpPr>
                      <a:cxnSpLocks/>
                      <a:stCxn id="21" idx="7"/>
                      <a:endCxn id="19" idx="3"/>
                    </p:cNvCxnSpPr>
                    <p:nvPr/>
                  </p:nvCxnSpPr>
                  <p:spPr>
                    <a:xfrm flipV="1">
                      <a:off x="654420" y="4322171"/>
                      <a:ext cx="255632" cy="29756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86E39809-0AB7-8376-C608-D4413B311DE4}"/>
                        </a:ext>
                      </a:extLst>
                    </p:cNvPr>
                    <p:cNvCxnSpPr>
                      <a:stCxn id="20" idx="1"/>
                      <a:endCxn id="18" idx="5"/>
                    </p:cNvCxnSpPr>
                    <p:nvPr/>
                  </p:nvCxnSpPr>
                  <p:spPr>
                    <a:xfrm flipH="1" flipV="1">
                      <a:off x="3466012" y="3530286"/>
                      <a:ext cx="179400" cy="256969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B529E4C8-B415-7106-BF86-FEF8E6D36950}"/>
                      </a:ext>
                    </a:extLst>
                  </p:cNvPr>
                  <p:cNvSpPr/>
                  <p:nvPr/>
                </p:nvSpPr>
                <p:spPr>
                  <a:xfrm>
                    <a:off x="7232429" y="2607299"/>
                    <a:ext cx="612511" cy="61251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EF2EE05A-0721-4CAF-3B48-766628E89B24}"/>
                      </a:ext>
                    </a:extLst>
                  </p:cNvPr>
                  <p:cNvCxnSpPr>
                    <a:cxnSpLocks/>
                    <a:stCxn id="14" idx="0"/>
                    <a:endCxn id="17" idx="5"/>
                  </p:cNvCxnSpPr>
                  <p:nvPr/>
                </p:nvCxnSpPr>
                <p:spPr>
                  <a:xfrm flipH="1" flipV="1">
                    <a:off x="7360537" y="2389257"/>
                    <a:ext cx="178148" cy="218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61B257E-2ABA-7A4A-4B7F-B3C6FBFBB6C5}"/>
                    </a:ext>
                  </a:extLst>
                </p:cNvPr>
                <p:cNvSpPr/>
                <p:nvPr/>
              </p:nvSpPr>
              <p:spPr>
                <a:xfrm>
                  <a:off x="9507277" y="251012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0E128ED-F352-D598-5852-55CCCA74DB6D}"/>
                    </a:ext>
                  </a:extLst>
                </p:cNvPr>
                <p:cNvCxnSpPr>
                  <a:cxnSpLocks/>
                  <a:stCxn id="11" idx="1"/>
                  <a:endCxn id="19" idx="5"/>
                </p:cNvCxnSpPr>
                <p:nvPr/>
              </p:nvCxnSpPr>
              <p:spPr>
                <a:xfrm flipH="1" flipV="1">
                  <a:off x="9290834" y="2307549"/>
                  <a:ext cx="306143" cy="29227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0EDA9A-0F72-9D02-B87D-BB7B1AE1D91E}"/>
                  </a:ext>
                </a:extLst>
              </p:cNvPr>
              <p:cNvSpPr/>
              <p:nvPr/>
            </p:nvSpPr>
            <p:spPr>
              <a:xfrm>
                <a:off x="8399802" y="4192593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CF606FF-5AFD-CD0E-72DD-0FDCC5448A87}"/>
                  </a:ext>
                </a:extLst>
              </p:cNvPr>
              <p:cNvCxnSpPr>
                <a:cxnSpLocks/>
                <a:stCxn id="8" idx="1"/>
                <a:endCxn id="20" idx="5"/>
              </p:cNvCxnSpPr>
              <p:nvPr/>
            </p:nvCxnSpPr>
            <p:spPr>
              <a:xfrm flipH="1" flipV="1">
                <a:off x="8288937" y="3888218"/>
                <a:ext cx="200565" cy="394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B0842E4-0F10-4833-6EED-5DA6E1A35AEE}"/>
                </a:ext>
              </a:extLst>
            </p:cNvPr>
            <p:cNvSpPr/>
            <p:nvPr/>
          </p:nvSpPr>
          <p:spPr>
            <a:xfrm>
              <a:off x="6703340" y="346721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A352AA8-ED33-0160-5DBE-E55F432391BF}"/>
                </a:ext>
              </a:extLst>
            </p:cNvPr>
            <p:cNvCxnSpPr>
              <a:cxnSpLocks/>
              <a:stCxn id="5" idx="0"/>
              <a:endCxn id="18" idx="3"/>
            </p:cNvCxnSpPr>
            <p:nvPr/>
          </p:nvCxnSpPr>
          <p:spPr>
            <a:xfrm flipV="1">
              <a:off x="7009596" y="3198138"/>
              <a:ext cx="121959" cy="26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F840B66A-9063-6327-AA78-D06A587F2ED7}"/>
              </a:ext>
            </a:extLst>
          </p:cNvPr>
          <p:cNvSpPr/>
          <p:nvPr/>
        </p:nvSpPr>
        <p:spPr>
          <a:xfrm>
            <a:off x="7348110" y="4192593"/>
            <a:ext cx="612511" cy="6125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2B4773-3E77-95DD-3111-2661C2B0A23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654366" y="3923519"/>
            <a:ext cx="121959" cy="269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7FAD8A-4271-DD99-C85D-0A3ABB65DE91}"/>
              </a:ext>
            </a:extLst>
          </p:cNvPr>
          <p:cNvSpPr txBox="1"/>
          <p:nvPr/>
        </p:nvSpPr>
        <p:spPr>
          <a:xfrm>
            <a:off x="8415799" y="3918227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C039B-237F-758D-C8CD-88BFD9B4DD1C}"/>
              </a:ext>
            </a:extLst>
          </p:cNvPr>
          <p:cNvSpPr txBox="1"/>
          <p:nvPr/>
        </p:nvSpPr>
        <p:spPr>
          <a:xfrm>
            <a:off x="6920325" y="3935624"/>
            <a:ext cx="110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Height=0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0321A5F-148E-37E8-AF9D-C93F1BE82E4A}"/>
                  </a:ext>
                </a:extLst>
              </p14:cNvPr>
              <p14:cNvContentPartPr/>
              <p14:nvPr/>
            </p14:nvContentPartPr>
            <p14:xfrm>
              <a:off x="6566040" y="2351160"/>
              <a:ext cx="2919240" cy="2541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0321A5F-148E-37E8-AF9D-C93F1BE82E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6680" y="2341800"/>
                <a:ext cx="2937960" cy="25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4994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49B8-F2AC-70F1-15D5-9EA626B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Make the right child the new root</a:t>
                </a:r>
              </a:p>
              <a:p>
                <a:r>
                  <a:rPr lang="en-US" dirty="0"/>
                  <a:t>Make the old root the left child of the new</a:t>
                </a:r>
              </a:p>
              <a:p>
                <a:r>
                  <a:rPr lang="en-US" dirty="0"/>
                  <a:t>Make the new root’s left subtree the old root’s right subtree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795C-1329-ACD8-8C3E-651F647C0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0"/>
                <a:ext cx="10515600" cy="4896803"/>
              </a:xfrm>
              <a:blipFill>
                <a:blip r:embed="rId2"/>
                <a:stretch>
                  <a:fillRect l="-1043" t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D169C1C-2017-AE38-85F4-21C726B32510}"/>
              </a:ext>
            </a:extLst>
          </p:cNvPr>
          <p:cNvGrpSpPr/>
          <p:nvPr/>
        </p:nvGrpSpPr>
        <p:grpSpPr>
          <a:xfrm>
            <a:off x="1617721" y="3335744"/>
            <a:ext cx="9538101" cy="3489139"/>
            <a:chOff x="1617721" y="3335744"/>
            <a:chExt cx="9538101" cy="348913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EE3BEE-6549-5A90-A178-CB843F41D093}"/>
                </a:ext>
              </a:extLst>
            </p:cNvPr>
            <p:cNvGrpSpPr/>
            <p:nvPr/>
          </p:nvGrpSpPr>
          <p:grpSpPr>
            <a:xfrm>
              <a:off x="1617721" y="3522256"/>
              <a:ext cx="3289741" cy="3302627"/>
              <a:chOff x="7342089" y="136853"/>
              <a:chExt cx="3289741" cy="33026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962564D-E372-F50C-5980-C112EF7ECA4D}"/>
                  </a:ext>
                </a:extLst>
              </p:cNvPr>
              <p:cNvCxnSpPr>
                <a:cxnSpLocks/>
                <a:stCxn id="36" idx="3"/>
                <a:endCxn id="35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9A738FD-1682-5EB7-685E-AE958F861694}"/>
                  </a:ext>
                </a:extLst>
              </p:cNvPr>
              <p:cNvCxnSpPr>
                <a:cxnSpLocks/>
                <a:stCxn id="34" idx="3"/>
                <a:endCxn id="37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69BC999-CE86-9682-91DC-E9C0F86021D7}"/>
                  </a:ext>
                </a:extLst>
              </p:cNvPr>
              <p:cNvCxnSpPr>
                <a:cxnSpLocks/>
                <a:stCxn id="36" idx="5"/>
                <a:endCxn id="34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1A19D79-2582-DF96-4EE4-A322DE8F4EFA}"/>
                  </a:ext>
                </a:extLst>
              </p:cNvPr>
              <p:cNvCxnSpPr>
                <a:cxnSpLocks/>
                <a:stCxn id="38" idx="0"/>
                <a:endCxn id="34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/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946C4ED-4422-1E95-01CC-240395B3A549}"/>
                  </a:ext>
                </a:extLst>
              </p:cNvPr>
              <p:cNvCxnSpPr>
                <a:cxnSpLocks/>
                <a:stCxn id="43" idx="0"/>
              </p:cNvCxnSpPr>
              <p:nvPr/>
            </p:nvCxnSpPr>
            <p:spPr>
              <a:xfrm flipH="1" flipV="1">
                <a:off x="10325574" y="2558523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88549AC5-13F6-C0FF-FEBC-7A399516549C}"/>
                </a:ext>
              </a:extLst>
            </p:cNvPr>
            <p:cNvSpPr/>
            <p:nvPr/>
          </p:nvSpPr>
          <p:spPr>
            <a:xfrm>
              <a:off x="5315019" y="4291198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Left Rotation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CBA3C8-A102-5ECE-C2C8-45E18D336C3D}"/>
                </a:ext>
              </a:extLst>
            </p:cNvPr>
            <p:cNvGrpSpPr/>
            <p:nvPr/>
          </p:nvGrpSpPr>
          <p:grpSpPr>
            <a:xfrm>
              <a:off x="7628306" y="3393143"/>
              <a:ext cx="3527516" cy="2616071"/>
              <a:chOff x="892226" y="3227705"/>
              <a:chExt cx="3527516" cy="261607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FDCD005-FB82-BD66-A847-A2A9C4AA4C48}"/>
                  </a:ext>
                </a:extLst>
              </p:cNvPr>
              <p:cNvGrpSpPr/>
              <p:nvPr/>
            </p:nvGrpSpPr>
            <p:grpSpPr>
              <a:xfrm>
                <a:off x="892226" y="3344160"/>
                <a:ext cx="3527516" cy="2499616"/>
                <a:chOff x="7214210" y="131613"/>
                <a:chExt cx="3527516" cy="24996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B7B1586-83AD-014F-F29B-ED7281AEF95D}"/>
                    </a:ext>
                  </a:extLst>
                </p:cNvPr>
                <p:cNvCxnSpPr>
                  <a:cxnSpLocks/>
                  <a:stCxn id="6" idx="3"/>
                  <a:endCxn id="5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1A6ADD7-48CD-EBB0-0667-39AD6203B8F4}"/>
                    </a:ext>
                  </a:extLst>
                </p:cNvPr>
                <p:cNvCxnSpPr>
                  <a:cxnSpLocks/>
                  <a:stCxn id="6" idx="5"/>
                  <a:endCxn id="7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A816D49-A49E-3DD3-C079-EE0D995FB3A7}"/>
                    </a:ext>
                  </a:extLst>
                </p:cNvPr>
                <p:cNvCxnSpPr>
                  <a:cxnSpLocks/>
                  <a:stCxn id="6" idx="7"/>
                  <a:endCxn id="4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6498DDE-3587-8F96-6A1C-4AB53C4EC313}"/>
                    </a:ext>
                  </a:extLst>
                </p:cNvPr>
                <p:cNvCxnSpPr>
                  <a:cxnSpLocks/>
                  <a:stCxn id="8" idx="0"/>
                  <a:endCxn id="4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E83608A-477E-6324-E54F-86966C47F633}"/>
                    </a:ext>
                  </a:extLst>
                </p:cNvPr>
                <p:cNvCxnSpPr>
                  <a:cxnSpLocks/>
                  <a:stCxn id="27" idx="0"/>
                </p:cNvCxnSpPr>
                <p:nvPr/>
              </p:nvCxnSpPr>
              <p:spPr>
                <a:xfrm flipH="1" flipV="1">
                  <a:off x="10435470" y="1750272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/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/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FB41DCC-41DB-D581-B281-F635D03CF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/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D7BB27A-42A5-BE9A-F1FF-42EABAE1A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/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62FD0DC-BCE5-FBBA-1AFF-5D9EBF1AE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/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14EBFC5-1ACD-0DA1-DFC1-D0673D949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/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7634E40-271E-6922-B9EA-EFC82ADE5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6AB19-E53E-6F64-8011-31193B62EB52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V="1">
              <a:off x="3010517" y="3335744"/>
              <a:ext cx="0" cy="18651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EF5CFE-B6FD-FFBD-FB1F-81619960627F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9537649" y="3335744"/>
              <a:ext cx="1" cy="17385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784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A57D-5B8F-692D-B81A-6EBDD3AE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FFBD-A530-109F-B4F7-634EFFB3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 (Implementation)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EBA91-BA7C-D1CA-9EB5-932ECAABE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b=</a:t>
            </a:r>
            <a:r>
              <a:rPr lang="en-US" dirty="0" err="1">
                <a:latin typeface="Consolas" panose="020B0609020204030204" pitchFamily="49" charset="0"/>
              </a:rPr>
              <a:t>a.right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a.right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 err="1">
                <a:latin typeface="Consolas" panose="020B0609020204030204" pitchFamily="49" charset="0"/>
              </a:rPr>
              <a:t>b.left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b.left</a:t>
            </a:r>
            <a:r>
              <a:rPr lang="en-US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return b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C50A3-5F02-9C93-222D-1F4DC54F523E}"/>
              </a:ext>
            </a:extLst>
          </p:cNvPr>
          <p:cNvGrpSpPr/>
          <p:nvPr/>
        </p:nvGrpSpPr>
        <p:grpSpPr>
          <a:xfrm>
            <a:off x="1617721" y="3335744"/>
            <a:ext cx="9538101" cy="3489139"/>
            <a:chOff x="1617721" y="3335744"/>
            <a:chExt cx="9538101" cy="348913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FA6F71-4AD7-C724-F05F-EFB03DCCB79D}"/>
                </a:ext>
              </a:extLst>
            </p:cNvPr>
            <p:cNvGrpSpPr/>
            <p:nvPr/>
          </p:nvGrpSpPr>
          <p:grpSpPr>
            <a:xfrm>
              <a:off x="1617721" y="3522256"/>
              <a:ext cx="3289741" cy="3302627"/>
              <a:chOff x="7342089" y="136853"/>
              <a:chExt cx="3289741" cy="33026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DD0F0C97-9766-565E-2C73-E1904D38F0CF}"/>
                      </a:ext>
                    </a:extLst>
                  </p:cNvPr>
                  <p:cNvSpPr/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5E7A0E4-A69B-B4AE-ACE7-EB5C89E520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241" y="772395"/>
                    <a:ext cx="612511" cy="612511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Isosceles Triangle 56">
                    <a:extLst>
                      <a:ext uri="{FF2B5EF4-FFF2-40B4-BE49-F238E27FC236}">
                        <a16:creationId xmlns:a16="http://schemas.microsoft.com/office/drawing/2014/main" id="{0B211739-5C45-E0A7-6508-A0BB5D272328}"/>
                      </a:ext>
                    </a:extLst>
                  </p:cNvPr>
                  <p:cNvSpPr/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EF1554DF-5FD8-FE91-0B86-80799DED67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2089" y="772395"/>
                    <a:ext cx="1084977" cy="979594"/>
                  </a:xfrm>
                  <a:prstGeom prst="triangl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409B4790-B020-9B21-CDD8-2922E50614B1}"/>
                      </a:ext>
                    </a:extLst>
                  </p:cNvPr>
                  <p:cNvSpPr/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21653A17-97F6-3907-7154-1E08B77D7E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629" y="136853"/>
                    <a:ext cx="612511" cy="612511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Isosceles Triangle 58">
                    <a:extLst>
                      <a:ext uri="{FF2B5EF4-FFF2-40B4-BE49-F238E27FC236}">
                        <a16:creationId xmlns:a16="http://schemas.microsoft.com/office/drawing/2014/main" id="{11528E1B-E8C3-7186-AED1-2C5352C59CA2}"/>
                      </a:ext>
                    </a:extLst>
                  </p:cNvPr>
                  <p:cNvSpPr/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99A0256F-8391-2976-BCFB-9053B00E32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5520" y="1578929"/>
                    <a:ext cx="1084977" cy="979594"/>
                  </a:xfrm>
                  <a:prstGeom prst="triangl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Isosceles Triangle 59">
                    <a:extLst>
                      <a:ext uri="{FF2B5EF4-FFF2-40B4-BE49-F238E27FC236}">
                        <a16:creationId xmlns:a16="http://schemas.microsoft.com/office/drawing/2014/main" id="{0E91A93B-7DC2-1037-D794-3B50D652FE31}"/>
                      </a:ext>
                    </a:extLst>
                  </p:cNvPr>
                  <p:cNvSpPr/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Isosceles Triangle 37">
                    <a:extLst>
                      <a:ext uri="{FF2B5EF4-FFF2-40B4-BE49-F238E27FC236}">
                        <a16:creationId xmlns:a16="http://schemas.microsoft.com/office/drawing/2014/main" id="{C8ABD725-951D-1EF5-BC3F-7698AB03ED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6830" y="1586367"/>
                    <a:ext cx="1084977" cy="979594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EDBE46D-9F7B-DDEF-2FED-A980C29F6E6C}"/>
                  </a:ext>
                </a:extLst>
              </p:cNvPr>
              <p:cNvCxnSpPr>
                <a:cxnSpLocks/>
                <a:stCxn id="58" idx="3"/>
                <a:endCxn id="57" idx="0"/>
              </p:cNvCxnSpPr>
              <p:nvPr/>
            </p:nvCxnSpPr>
            <p:spPr>
              <a:xfrm flipH="1">
                <a:off x="7884578" y="659664"/>
                <a:ext cx="633751" cy="112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3F5688C-9BDD-0C0A-5207-E6A18D09A9ED}"/>
                  </a:ext>
                </a:extLst>
              </p:cNvPr>
              <p:cNvCxnSpPr>
                <a:cxnSpLocks/>
                <a:stCxn id="56" idx="3"/>
                <a:endCxn id="59" idx="0"/>
              </p:cNvCxnSpPr>
              <p:nvPr/>
            </p:nvCxnSpPr>
            <p:spPr>
              <a:xfrm flipH="1">
                <a:off x="8888009" y="1295206"/>
                <a:ext cx="325932" cy="2837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D0683A-C44E-7157-6D29-F4920CA30B30}"/>
                  </a:ext>
                </a:extLst>
              </p:cNvPr>
              <p:cNvCxnSpPr>
                <a:cxnSpLocks/>
                <a:stCxn id="58" idx="5"/>
                <a:endCxn id="56" idx="1"/>
              </p:cNvCxnSpPr>
              <p:nvPr/>
            </p:nvCxnSpPr>
            <p:spPr>
              <a:xfrm>
                <a:off x="8951440" y="659664"/>
                <a:ext cx="262501" cy="2024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2310F47-9A39-815A-965D-7A7566585EF9}"/>
                  </a:ext>
                </a:extLst>
              </p:cNvPr>
              <p:cNvCxnSpPr>
                <a:cxnSpLocks/>
                <a:stCxn id="60" idx="0"/>
                <a:endCxn id="56" idx="5"/>
              </p:cNvCxnSpPr>
              <p:nvPr/>
            </p:nvCxnSpPr>
            <p:spPr>
              <a:xfrm flipH="1" flipV="1">
                <a:off x="9647052" y="1295206"/>
                <a:ext cx="372267" cy="2911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Oval 76">
                    <a:extLst>
                      <a:ext uri="{FF2B5EF4-FFF2-40B4-BE49-F238E27FC236}">
                        <a16:creationId xmlns:a16="http://schemas.microsoft.com/office/drawing/2014/main" id="{4DCE8F5B-552D-1D72-4A02-DCC5060558D8}"/>
                      </a:ext>
                    </a:extLst>
                  </p:cNvPr>
                  <p:cNvSpPr/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0CFD8699-FE14-3065-4767-9AEE33B862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9319" y="2826969"/>
                    <a:ext cx="612511" cy="612511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54C81AC-F2AE-ED0E-1F08-C45F23158334}"/>
                  </a:ext>
                </a:extLst>
              </p:cNvPr>
              <p:cNvCxnSpPr>
                <a:cxnSpLocks/>
                <a:stCxn id="77" idx="0"/>
              </p:cNvCxnSpPr>
              <p:nvPr/>
            </p:nvCxnSpPr>
            <p:spPr>
              <a:xfrm flipH="1" flipV="1">
                <a:off x="10325574" y="2558523"/>
                <a:ext cx="1" cy="2684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E6B59C21-B851-24D0-E846-43C5255C271E}"/>
                </a:ext>
              </a:extLst>
            </p:cNvPr>
            <p:cNvSpPr/>
            <p:nvPr/>
          </p:nvSpPr>
          <p:spPr>
            <a:xfrm>
              <a:off x="5315019" y="4291198"/>
              <a:ext cx="1531002" cy="110550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Left Rotation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BC3BAB-EC90-CBB7-2C91-5D7C440983CA}"/>
                </a:ext>
              </a:extLst>
            </p:cNvPr>
            <p:cNvGrpSpPr/>
            <p:nvPr/>
          </p:nvGrpSpPr>
          <p:grpSpPr>
            <a:xfrm>
              <a:off x="7628306" y="3393143"/>
              <a:ext cx="3527516" cy="2616071"/>
              <a:chOff x="892226" y="3227705"/>
              <a:chExt cx="3527516" cy="261607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9FCFFD4-72EF-C5F8-B4B2-5BD0E8BDE648}"/>
                  </a:ext>
                </a:extLst>
              </p:cNvPr>
              <p:cNvGrpSpPr/>
              <p:nvPr/>
            </p:nvGrpSpPr>
            <p:grpSpPr>
              <a:xfrm>
                <a:off x="892226" y="3344160"/>
                <a:ext cx="3527516" cy="2499616"/>
                <a:chOff x="7214210" y="131613"/>
                <a:chExt cx="3527516" cy="249961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id="{E3DDE4A7-9B5B-0C8E-5673-E5385E47C1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Oval 3">
                      <a:extLst>
                        <a:ext uri="{FF2B5EF4-FFF2-40B4-BE49-F238E27FC236}">
                          <a16:creationId xmlns:a16="http://schemas.microsoft.com/office/drawing/2014/main" id="{C1579C2A-B914-DA18-E033-AA17F1B05F5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7298" y="131613"/>
                      <a:ext cx="612511" cy="612511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Isosceles Triangle 45">
                      <a:extLst>
                        <a:ext uri="{FF2B5EF4-FFF2-40B4-BE49-F238E27FC236}">
                          <a16:creationId xmlns:a16="http://schemas.microsoft.com/office/drawing/2014/main" id="{EA43264F-9BB2-CDC0-4655-09CEFA52F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" name="Isosceles Triangle 4">
                      <a:extLst>
                        <a:ext uri="{FF2B5EF4-FFF2-40B4-BE49-F238E27FC236}">
                          <a16:creationId xmlns:a16="http://schemas.microsoft.com/office/drawing/2014/main" id="{3C646EC5-C30F-BAB9-3C02-53BCFBF858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421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4E26E0B8-BE8C-1D0A-B8DE-898FAA11C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Oval 5">
                      <a:extLst>
                        <a:ext uri="{FF2B5EF4-FFF2-40B4-BE49-F238E27FC236}">
                          <a16:creationId xmlns:a16="http://schemas.microsoft.com/office/drawing/2014/main" id="{4FE3B610-E75F-1020-CCA6-40C1B56408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2931" y="772396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Isosceles Triangle 47">
                      <a:extLst>
                        <a:ext uri="{FF2B5EF4-FFF2-40B4-BE49-F238E27FC236}">
                          <a16:creationId xmlns:a16="http://schemas.microsoft.com/office/drawing/2014/main" id="{AA41D5E8-014B-C1A6-7D96-25DB170B9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Isosceles Triangle 6">
                      <a:extLst>
                        <a:ext uri="{FF2B5EF4-FFF2-40B4-BE49-F238E27FC236}">
                          <a16:creationId xmlns:a16="http://schemas.microsoft.com/office/drawing/2014/main" id="{3626D707-C34E-9327-B26E-2872891541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45520" y="1568449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Isosceles Triangle 48">
                      <a:extLst>
                        <a:ext uri="{FF2B5EF4-FFF2-40B4-BE49-F238E27FC236}">
                          <a16:creationId xmlns:a16="http://schemas.microsoft.com/office/drawing/2014/main" id="{CC99149C-1357-1736-1032-9B0AFD47CC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" name="Isosceles Triangle 7">
                      <a:extLst>
                        <a:ext uri="{FF2B5EF4-FFF2-40B4-BE49-F238E27FC236}">
                          <a16:creationId xmlns:a16="http://schemas.microsoft.com/office/drawing/2014/main" id="{1F4E81E5-66F7-19E2-D095-BE6AA12C1A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48595" y="758260"/>
                      <a:ext cx="1084977" cy="979594"/>
                    </a:xfrm>
                    <a:prstGeom prst="triangl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5222DB1-0203-5F6B-084B-916C3CEC29AC}"/>
                    </a:ext>
                  </a:extLst>
                </p:cNvPr>
                <p:cNvCxnSpPr>
                  <a:cxnSpLocks/>
                  <a:stCxn id="47" idx="3"/>
                  <a:endCxn id="46" idx="0"/>
                </p:cNvCxnSpPr>
                <p:nvPr/>
              </p:nvCxnSpPr>
              <p:spPr>
                <a:xfrm flipH="1">
                  <a:off x="7756699" y="1295207"/>
                  <a:ext cx="325932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3CBEA4B-CEA7-08DD-CD17-6B6CA906BDE3}"/>
                    </a:ext>
                  </a:extLst>
                </p:cNvPr>
                <p:cNvCxnSpPr>
                  <a:cxnSpLocks/>
                  <a:stCxn id="47" idx="5"/>
                  <a:endCxn id="48" idx="0"/>
                </p:cNvCxnSpPr>
                <p:nvPr/>
              </p:nvCxnSpPr>
              <p:spPr>
                <a:xfrm>
                  <a:off x="8515742" y="1295207"/>
                  <a:ext cx="372267" cy="273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0F965A8-AAA7-F23C-4EBF-AC8742B84490}"/>
                    </a:ext>
                  </a:extLst>
                </p:cNvPr>
                <p:cNvCxnSpPr>
                  <a:cxnSpLocks/>
                  <a:stCxn id="47" idx="7"/>
                  <a:endCxn id="45" idx="3"/>
                </p:cNvCxnSpPr>
                <p:nvPr/>
              </p:nvCxnSpPr>
              <p:spPr>
                <a:xfrm flipV="1">
                  <a:off x="8515742" y="654424"/>
                  <a:ext cx="391256" cy="2076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190CB49-7637-8480-988E-33D6D9064F33}"/>
                    </a:ext>
                  </a:extLst>
                </p:cNvPr>
                <p:cNvCxnSpPr>
                  <a:cxnSpLocks/>
                  <a:stCxn id="49" idx="0"/>
                  <a:endCxn id="45" idx="5"/>
                </p:cNvCxnSpPr>
                <p:nvPr/>
              </p:nvCxnSpPr>
              <p:spPr>
                <a:xfrm flipH="1" flipV="1">
                  <a:off x="9340109" y="654424"/>
                  <a:ext cx="750975" cy="10383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C138BFB1-E75A-E201-68C8-4AFBD8C00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239CFFC8-CF26-D2AD-E672-09061A5048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29215" y="2018718"/>
                      <a:ext cx="612511" cy="612511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C2A0ACC-2DEB-BEA7-2E1B-A615E6421273}"/>
                    </a:ext>
                  </a:extLst>
                </p:cNvPr>
                <p:cNvCxnSpPr>
                  <a:cxnSpLocks/>
                  <a:stCxn id="54" idx="0"/>
                </p:cNvCxnSpPr>
                <p:nvPr/>
              </p:nvCxnSpPr>
              <p:spPr>
                <a:xfrm flipH="1" flipV="1">
                  <a:off x="10435470" y="1750272"/>
                  <a:ext cx="1" cy="2684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41133A15-C93C-F782-216C-17D39D3DC7B1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3150729F-C8ED-BB5F-9CEB-CF399CB6A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726" y="4604871"/>
                    <a:ext cx="36978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8A18568-6F40-179E-17B7-7C6B61514F7F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8CD5917-6748-AFE6-4CA8-6A26740C5D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271" y="4638800"/>
                    <a:ext cx="36978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7508252-1F30-D0BC-F90C-535F503454A4}"/>
                      </a:ext>
                    </a:extLst>
                  </p:cNvPr>
                  <p:cNvSpPr txBox="1"/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6FFBE299-FED8-D1B2-BD66-101DA35B6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7833" y="3786141"/>
                    <a:ext cx="77373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2CF2E46-3C6F-1F10-3F5A-82959D68BD5A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113857C4-4F9F-E95E-044D-F1A4FA7A5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210" y="3227705"/>
                    <a:ext cx="77373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65354DB-A365-8B50-052B-B30490D1096D}"/>
                      </a:ext>
                    </a:extLst>
                  </p:cNvPr>
                  <p:cNvSpPr txBox="1"/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05BF72-9FFD-DF53-8C7C-A4B213E38B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06743" y="3858231"/>
                    <a:ext cx="77373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3057950-CBC9-989D-233D-B46AEDC9480A}"/>
                    </a:ext>
                  </a:extLst>
                </p:cNvPr>
                <p:cNvSpPr txBox="1"/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3057950-CBC9-989D-233D-B46AEDC94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0247" y="3937443"/>
                  <a:ext cx="45837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E5BCA-7769-4BF5-E677-F290D679364A}"/>
                    </a:ext>
                  </a:extLst>
                </p:cNvPr>
                <p:cNvSpPr txBox="1"/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C7E5BCA-7769-4BF5-E677-F290D6793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405" y="4157987"/>
                  <a:ext cx="77373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DFB41E-014E-3A42-D2C7-38C83B72E5B2}"/>
                    </a:ext>
                  </a:extLst>
                </p:cNvPr>
                <p:cNvSpPr txBox="1"/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DFB41E-014E-3A42-D2C7-38C83B72E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487" y="3387319"/>
                  <a:ext cx="7737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75F05-EFE3-76E1-BE97-35679060562C}"/>
                    </a:ext>
                  </a:extLst>
                </p:cNvPr>
                <p:cNvSpPr txBox="1"/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AB75F05-EFE3-76E1-BE97-3567906056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0193" y="4803353"/>
                  <a:ext cx="369781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8AEBF50-9A52-F1B8-8E23-923E4C6E5243}"/>
                    </a:ext>
                  </a:extLst>
                </p:cNvPr>
                <p:cNvSpPr txBox="1"/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8AEBF50-9A52-F1B8-8E23-923E4C6E5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693" y="4822513"/>
                  <a:ext cx="77373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6D03DC-72FF-2FB4-3C41-A7ECFB616D36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flipV="1">
              <a:off x="3010517" y="3335744"/>
              <a:ext cx="0" cy="18651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51D9E9-D72E-C625-F3C4-575243EA9123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H="1" flipV="1">
              <a:off x="9537649" y="3335744"/>
              <a:ext cx="1" cy="17385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0FBE63F-93E1-F459-6CB6-CB1AA930D6C1}"/>
                  </a:ext>
                </a:extLst>
              </p14:cNvPr>
              <p14:cNvContentPartPr/>
              <p14:nvPr/>
            </p14:nvContentPartPr>
            <p14:xfrm>
              <a:off x="2580840" y="3327840"/>
              <a:ext cx="1939320" cy="1711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0FBE63F-93E1-F459-6CB6-CB1AA930D6C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71480" y="3318480"/>
                <a:ext cx="1958040" cy="173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508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left subtree was deeper then rotate right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If the right subtree was deeper then rotate 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37A4C-AE25-0094-226B-7CBE929413AE}"/>
              </a:ext>
            </a:extLst>
          </p:cNvPr>
          <p:cNvSpPr txBox="1"/>
          <p:nvPr/>
        </p:nvSpPr>
        <p:spPr>
          <a:xfrm>
            <a:off x="9174480" y="3302000"/>
            <a:ext cx="281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incomplete!</a:t>
            </a:r>
          </a:p>
          <a:p>
            <a:r>
              <a:rPr lang="en-US" dirty="0">
                <a:solidFill>
                  <a:srgbClr val="FF0000"/>
                </a:solidFill>
              </a:rPr>
              <a:t>There are some cases where this doesn’t work!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213B004-97DB-03A7-6A1C-75CCF67C4A77}"/>
              </a:ext>
            </a:extLst>
          </p:cNvPr>
          <p:cNvSpPr/>
          <p:nvPr/>
        </p:nvSpPr>
        <p:spPr>
          <a:xfrm>
            <a:off x="8539480" y="3302000"/>
            <a:ext cx="421640" cy="8737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B0E231-ACD0-4376-13A9-B2E3CECC7E75}"/>
              </a:ext>
            </a:extLst>
          </p:cNvPr>
          <p:cNvSpPr/>
          <p:nvPr/>
        </p:nvSpPr>
        <p:spPr>
          <a:xfrm>
            <a:off x="5250577" y="44859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066E91-6261-28B5-79EA-F2337E950C4B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5160877" y="5008810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E8085A8-8ACA-A61B-DDE5-2348D2C8504B}"/>
              </a:ext>
            </a:extLst>
          </p:cNvPr>
          <p:cNvSpPr/>
          <p:nvPr/>
        </p:nvSpPr>
        <p:spPr>
          <a:xfrm>
            <a:off x="4638066" y="51513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ADC63A-4A00-8681-FD15-37E6D5EFF908}"/>
              </a:ext>
            </a:extLst>
          </p:cNvPr>
          <p:cNvSpPr/>
          <p:nvPr/>
        </p:nvSpPr>
        <p:spPr>
          <a:xfrm>
            <a:off x="5250576" y="579343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408C7C-3A85-4014-3B0D-4A34EF2B9B8A}"/>
              </a:ext>
            </a:extLst>
          </p:cNvPr>
          <p:cNvCxnSpPr>
            <a:cxnSpLocks/>
            <a:stCxn id="8" idx="5"/>
            <a:endCxn id="10" idx="1"/>
          </p:cNvCxnSpPr>
          <p:nvPr/>
        </p:nvCxnSpPr>
        <p:spPr>
          <a:xfrm>
            <a:off x="5160877" y="5674154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73665DF-E9D2-6454-316C-8563B3AE523A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8C5308-D447-67FD-BBB9-A04E53DB1131}"/>
              </a:ext>
            </a:extLst>
          </p:cNvPr>
          <p:cNvCxnSpPr>
            <a:cxnSpLocks/>
            <a:stCxn id="14" idx="3"/>
            <a:endCxn id="16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A845875-D65B-ADE5-49C8-573AA1ABCC45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A1A1638-F1A8-3ACC-6CEB-132BD8676A70}"/>
              </a:ext>
            </a:extLst>
          </p:cNvPr>
          <p:cNvSpPr/>
          <p:nvPr/>
        </p:nvSpPr>
        <p:spPr>
          <a:xfrm>
            <a:off x="2602969" y="4900194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7DA40D0-AF2C-3155-5C7D-33072472EB44}"/>
              </a:ext>
            </a:extLst>
          </p:cNvPr>
          <p:cNvSpPr/>
          <p:nvPr/>
        </p:nvSpPr>
        <p:spPr>
          <a:xfrm>
            <a:off x="6464931" y="4900193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Rotation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424B86-5ECA-32CB-E562-5238E76E7D74}"/>
              </a:ext>
            </a:extLst>
          </p:cNvPr>
          <p:cNvSpPr/>
          <p:nvPr/>
        </p:nvSpPr>
        <p:spPr>
          <a:xfrm>
            <a:off x="9210288" y="4527274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EBB2B0-BB57-A284-8E49-E3E2892CF64D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>
            <a:off x="9733099" y="5050085"/>
            <a:ext cx="179399" cy="164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8CDB0E3-5691-3556-AC39-F712FA0F1510}"/>
              </a:ext>
            </a:extLst>
          </p:cNvPr>
          <p:cNvSpPr/>
          <p:nvPr/>
        </p:nvSpPr>
        <p:spPr>
          <a:xfrm>
            <a:off x="9822798" y="5124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A6407C6-210A-1A8E-09B1-48436A1DED4D}"/>
              </a:ext>
            </a:extLst>
          </p:cNvPr>
          <p:cNvSpPr/>
          <p:nvPr/>
        </p:nvSpPr>
        <p:spPr>
          <a:xfrm>
            <a:off x="9210287" y="583470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1A9C9-0AC1-6F87-74B4-7E8BE75D14AE}"/>
              </a:ext>
            </a:extLst>
          </p:cNvPr>
          <p:cNvCxnSpPr>
            <a:cxnSpLocks/>
            <a:stCxn id="23" idx="3"/>
            <a:endCxn id="24" idx="7"/>
          </p:cNvCxnSpPr>
          <p:nvPr/>
        </p:nvCxnSpPr>
        <p:spPr>
          <a:xfrm flipH="1">
            <a:off x="9733098" y="5647737"/>
            <a:ext cx="179400" cy="276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831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77-05C1-1C54-DEB1-448604C9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Story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7298-D3B7-0EF9-F77A-68F62C0E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insertion, update the heights of the node’s ancestors</a:t>
            </a:r>
          </a:p>
          <a:p>
            <a:r>
              <a:rPr lang="en-US" dirty="0"/>
              <a:t>Check for unbalance</a:t>
            </a:r>
          </a:p>
          <a:p>
            <a:r>
              <a:rPr lang="en-US" dirty="0"/>
              <a:t>If unbalanced then at the deepest unbalanced root: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LL: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right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Case RR: If we inserted in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subtree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child then rotate left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LR: If we inserted into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Case RL: If we inserted into the </a:t>
            </a:r>
            <a:r>
              <a:rPr lang="en-US" b="1" dirty="0">
                <a:solidFill>
                  <a:srgbClr val="7030A0"/>
                </a:solidFill>
              </a:rPr>
              <a:t>left</a:t>
            </a:r>
            <a:r>
              <a:rPr lang="en-US" dirty="0">
                <a:solidFill>
                  <a:srgbClr val="7030A0"/>
                </a:solidFill>
              </a:rPr>
              <a:t> subtree of the </a:t>
            </a:r>
            <a:r>
              <a:rPr lang="en-US" b="1" dirty="0">
                <a:solidFill>
                  <a:srgbClr val="7030A0"/>
                </a:solidFill>
              </a:rPr>
              <a:t>right</a:t>
            </a:r>
            <a:r>
              <a:rPr lang="en-US" dirty="0">
                <a:solidFill>
                  <a:srgbClr val="7030A0"/>
                </a:solidFill>
              </a:rPr>
              <a:t> child then 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9D6ED-3387-8B72-28D4-14AAF129AEBD}"/>
              </a:ext>
            </a:extLst>
          </p:cNvPr>
          <p:cNvSpPr txBox="1"/>
          <p:nvPr/>
        </p:nvSpPr>
        <p:spPr>
          <a:xfrm>
            <a:off x="8046720" y="5345966"/>
            <a:ext cx="376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Cases LR and RL require 2 rotations!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BE8140-94B3-22A6-29EB-23D3060C8C7A}"/>
                  </a:ext>
                </a:extLst>
              </p14:cNvPr>
              <p14:cNvContentPartPr/>
              <p14:nvPr/>
            </p14:nvContentPartPr>
            <p14:xfrm>
              <a:off x="912600" y="4099320"/>
              <a:ext cx="310680" cy="102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BE8140-94B3-22A6-29EB-23D3060C8C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240" y="4089960"/>
                <a:ext cx="329400" cy="10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91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8BB0-634C-0E06-0E55-88F3C06A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4D3C-5855-79DC-21CA-F4FF5C8D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deepest problem node:</a:t>
            </a:r>
          </a:p>
          <a:p>
            <a:pPr lvl="1"/>
            <a:r>
              <a:rPr lang="en-US" dirty="0"/>
              <a:t>Rotate left at the left child</a:t>
            </a:r>
          </a:p>
          <a:p>
            <a:pPr lvl="1"/>
            <a:r>
              <a:rPr lang="en-US" dirty="0"/>
              <a:t>Rotate right at the problem node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7EFC82-BEF2-2666-E744-53FFED95DD5C}"/>
              </a:ext>
            </a:extLst>
          </p:cNvPr>
          <p:cNvSpPr/>
          <p:nvPr/>
        </p:nvSpPr>
        <p:spPr>
          <a:xfrm>
            <a:off x="4516498" y="426944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A37623-312C-AF43-EBC3-2909908D157A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4426798" y="4792254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3A1332B-AF7A-F4E1-4459-C37D21CAA899}"/>
              </a:ext>
            </a:extLst>
          </p:cNvPr>
          <p:cNvSpPr/>
          <p:nvPr/>
        </p:nvSpPr>
        <p:spPr>
          <a:xfrm>
            <a:off x="3903987" y="4934787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F4987C-AE8F-B3EA-BABC-33BC2679C7B5}"/>
              </a:ext>
            </a:extLst>
          </p:cNvPr>
          <p:cNvSpPr/>
          <p:nvPr/>
        </p:nvSpPr>
        <p:spPr>
          <a:xfrm>
            <a:off x="4516497" y="557687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8EBC17-CE55-6EAD-3F0A-10577D40A671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4426798" y="5457598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CBF2A2-742F-6A7A-261C-E848A712AAA6}"/>
              </a:ext>
            </a:extLst>
          </p:cNvPr>
          <p:cNvSpPr/>
          <p:nvPr/>
        </p:nvSpPr>
        <p:spPr>
          <a:xfrm>
            <a:off x="1557962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A37A59-9056-E0BA-1B9F-BC09D014B49C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1468262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13BFB7D-C4B0-C514-C2C8-7C7F32ED2FA8}"/>
              </a:ext>
            </a:extLst>
          </p:cNvPr>
          <p:cNvSpPr/>
          <p:nvPr/>
        </p:nvSpPr>
        <p:spPr>
          <a:xfrm>
            <a:off x="945451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5F72CE5-F998-3ACA-89F8-5D891F7ADFC3}"/>
              </a:ext>
            </a:extLst>
          </p:cNvPr>
          <p:cNvSpPr/>
          <p:nvPr/>
        </p:nvSpPr>
        <p:spPr>
          <a:xfrm>
            <a:off x="2233450" y="4673138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673636-A52E-5ADC-7259-70CBC20C0255}"/>
              </a:ext>
            </a:extLst>
          </p:cNvPr>
          <p:cNvSpPr/>
          <p:nvPr/>
        </p:nvSpPr>
        <p:spPr>
          <a:xfrm>
            <a:off x="7948509" y="439195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8FDAA3-1AF5-A991-98C9-E90C7382FE4C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>
          <a:xfrm flipH="1">
            <a:off x="7858809" y="4914767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1511884-6514-33CD-4747-F65C563228FE}"/>
              </a:ext>
            </a:extLst>
          </p:cNvPr>
          <p:cNvSpPr/>
          <p:nvPr/>
        </p:nvSpPr>
        <p:spPr>
          <a:xfrm>
            <a:off x="7335998" y="5057300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B1F6B7-AF1F-43B9-4EFF-686D75FC1B54}"/>
              </a:ext>
            </a:extLst>
          </p:cNvPr>
          <p:cNvCxnSpPr>
            <a:cxnSpLocks/>
            <a:stCxn id="15" idx="3"/>
            <a:endCxn id="17" idx="7"/>
          </p:cNvCxnSpPr>
          <p:nvPr/>
        </p:nvCxnSpPr>
        <p:spPr>
          <a:xfrm flipH="1">
            <a:off x="7273021" y="5580111"/>
            <a:ext cx="152677" cy="250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D02E25E-9633-F215-A570-AFE6223E36A1}"/>
              </a:ext>
            </a:extLst>
          </p:cNvPr>
          <p:cNvSpPr/>
          <p:nvPr/>
        </p:nvSpPr>
        <p:spPr>
          <a:xfrm>
            <a:off x="6750210" y="5740599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3829990-E44A-C9E6-2A7B-8CE2CDBE4B38}"/>
              </a:ext>
            </a:extLst>
          </p:cNvPr>
          <p:cNvSpPr/>
          <p:nvPr/>
        </p:nvSpPr>
        <p:spPr>
          <a:xfrm>
            <a:off x="5312373" y="4623731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Left at 5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829D90F-F2DA-6969-758B-433DB919A22D}"/>
              </a:ext>
            </a:extLst>
          </p:cNvPr>
          <p:cNvSpPr/>
          <p:nvPr/>
        </p:nvSpPr>
        <p:spPr>
          <a:xfrm>
            <a:off x="8714196" y="4810802"/>
            <a:ext cx="1531002" cy="1105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Rotate Right at 9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26D1A8-61E4-E223-6F4B-C98A1AD87DE1}"/>
              </a:ext>
            </a:extLst>
          </p:cNvPr>
          <p:cNvSpPr/>
          <p:nvPr/>
        </p:nvSpPr>
        <p:spPr>
          <a:xfrm>
            <a:off x="10811057" y="4818582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34475-D6E2-BCA3-8F72-C5F2E7FF07AC}"/>
              </a:ext>
            </a:extLst>
          </p:cNvPr>
          <p:cNvCxnSpPr>
            <a:cxnSpLocks/>
            <a:stCxn id="21" idx="3"/>
            <a:endCxn id="23" idx="7"/>
          </p:cNvCxnSpPr>
          <p:nvPr/>
        </p:nvCxnSpPr>
        <p:spPr>
          <a:xfrm flipH="1">
            <a:off x="10721357" y="5341393"/>
            <a:ext cx="179400" cy="232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6E6958E-81CD-4735-D2BE-7985977B05FD}"/>
              </a:ext>
            </a:extLst>
          </p:cNvPr>
          <p:cNvSpPr/>
          <p:nvPr/>
        </p:nvSpPr>
        <p:spPr>
          <a:xfrm>
            <a:off x="10198546" y="5483926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2ACBD0-46C0-DF87-864E-F608F3A30754}"/>
              </a:ext>
            </a:extLst>
          </p:cNvPr>
          <p:cNvSpPr/>
          <p:nvPr/>
        </p:nvSpPr>
        <p:spPr>
          <a:xfrm>
            <a:off x="11423792" y="5475713"/>
            <a:ext cx="612511" cy="6125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AAA8F0-7C9E-DAB3-6C20-5E649D55451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1334093" y="5356435"/>
            <a:ext cx="179399" cy="208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77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6314"/>
                <a:ext cx="10515600" cy="4730649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Imbalance caused by inserting in the left child’s right subtree</a:t>
                </a:r>
              </a:p>
              <a:p>
                <a:r>
                  <a:rPr lang="en-US" dirty="0"/>
                  <a:t>Rotate left at the left child</a:t>
                </a:r>
              </a:p>
              <a:p>
                <a:r>
                  <a:rPr lang="en-US" dirty="0"/>
                  <a:t>Rotate right at the unbalanced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6314"/>
                <a:ext cx="10515600" cy="4730649"/>
              </a:xfrm>
              <a:blipFill>
                <a:blip r:embed="rId2"/>
                <a:stretch>
                  <a:fillRect l="-1043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B1532547-5965-3268-CF4B-5B188CA89B28}"/>
              </a:ext>
            </a:extLst>
          </p:cNvPr>
          <p:cNvGrpSpPr/>
          <p:nvPr/>
        </p:nvGrpSpPr>
        <p:grpSpPr>
          <a:xfrm>
            <a:off x="41937" y="3312545"/>
            <a:ext cx="12146262" cy="3542860"/>
            <a:chOff x="41937" y="3312545"/>
            <a:chExt cx="12146262" cy="35428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/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</a:t>
                  </a:r>
                </a:p>
                <a:p>
                  <a:pPr algn="ctr"/>
                  <a:r>
                    <a:rPr lang="en-US" sz="1400" dirty="0"/>
                    <a:t>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74201A59-A51B-31FF-D7D6-0994EDC48DEF}"/>
                </a:ext>
              </a:extLst>
            </p:cNvPr>
            <p:cNvGrpSpPr/>
            <p:nvPr/>
          </p:nvGrpSpPr>
          <p:grpSpPr>
            <a:xfrm>
              <a:off x="41937" y="3490319"/>
              <a:ext cx="3470746" cy="3365086"/>
              <a:chOff x="25572" y="2621130"/>
              <a:chExt cx="3470746" cy="33650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/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/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/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/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/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BCA999-8DC0-9098-FB48-AE1087F593CA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 flipH="1">
                <a:off x="568061" y="3901179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744797F-F7DE-97F3-FF6E-70DC1DDCA740}"/>
                  </a:ext>
                </a:extLst>
              </p:cNvPr>
              <p:cNvCxnSpPr>
                <a:cxnSpLocks/>
                <a:stCxn id="30" idx="5"/>
                <a:endCxn id="59" idx="1"/>
              </p:cNvCxnSpPr>
              <p:nvPr/>
            </p:nvCxnSpPr>
            <p:spPr>
              <a:xfrm>
                <a:off x="1327104" y="3901179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410D731-C65C-498A-7568-D9E87AB56EF3}"/>
                  </a:ext>
                </a:extLst>
              </p:cNvPr>
              <p:cNvCxnSpPr>
                <a:cxnSpLocks/>
                <a:stCxn id="30" idx="7"/>
                <a:endCxn id="28" idx="3"/>
              </p:cNvCxnSpPr>
              <p:nvPr/>
            </p:nvCxnSpPr>
            <p:spPr>
              <a:xfrm flipV="1">
                <a:off x="1327104" y="3260396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DE51A72-E1F3-12DE-B72B-9ADDA8C223D5}"/>
                  </a:ext>
                </a:extLst>
              </p:cNvPr>
              <p:cNvCxnSpPr>
                <a:cxnSpLocks/>
                <a:stCxn id="32" idx="0"/>
                <a:endCxn id="28" idx="5"/>
              </p:cNvCxnSpPr>
              <p:nvPr/>
            </p:nvCxnSpPr>
            <p:spPr>
              <a:xfrm flipH="1" flipV="1">
                <a:off x="2151471" y="3260396"/>
                <a:ext cx="80697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/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/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/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/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F9D228-EBDD-4AE6-93FE-BA18C66B99A2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530397" y="4517450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D9059CC-8849-ADB1-E738-A6B2C00EDEBD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2154891" y="4517450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/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284A82A-4A90-A421-C3CD-653404692203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530397" y="5379073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/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9F048E1-C759-B57C-AD51-051719B5F906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400597" y="537907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A97EE6A6-E40F-28B2-A707-C9D5A101EAE6}"/>
                </a:ext>
              </a:extLst>
            </p:cNvPr>
            <p:cNvGrpSpPr/>
            <p:nvPr/>
          </p:nvGrpSpPr>
          <p:grpSpPr>
            <a:xfrm>
              <a:off x="3777627" y="3377681"/>
              <a:ext cx="3837793" cy="3469270"/>
              <a:chOff x="4378760" y="2820523"/>
              <a:chExt cx="3837793" cy="3469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/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/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/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/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9D174F5B-EC74-7DF2-ABEF-633091780687}"/>
                  </a:ext>
                </a:extLst>
              </p:cNvPr>
              <p:cNvCxnSpPr>
                <a:cxnSpLocks/>
                <a:stCxn id="137" idx="3"/>
                <a:endCxn id="159" idx="7"/>
              </p:cNvCxnSpPr>
              <p:nvPr/>
            </p:nvCxnSpPr>
            <p:spPr>
              <a:xfrm flipH="1">
                <a:off x="5663346" y="4100572"/>
                <a:ext cx="133762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7B8D9F9-6416-E827-E795-6F3123793DD2}"/>
                  </a:ext>
                </a:extLst>
              </p:cNvPr>
              <p:cNvCxnSpPr>
                <a:cxnSpLocks/>
                <a:stCxn id="137" idx="5"/>
              </p:cNvCxnSpPr>
              <p:nvPr/>
            </p:nvCxnSpPr>
            <p:spPr>
              <a:xfrm>
                <a:off x="6230219" y="4100572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60C68CB-DC8A-D45B-E834-15874F4A15CE}"/>
                  </a:ext>
                </a:extLst>
              </p:cNvPr>
              <p:cNvCxnSpPr>
                <a:cxnSpLocks/>
                <a:stCxn id="137" idx="7"/>
                <a:endCxn id="135" idx="3"/>
              </p:cNvCxnSpPr>
              <p:nvPr/>
            </p:nvCxnSpPr>
            <p:spPr>
              <a:xfrm flipV="1">
                <a:off x="6230219" y="3459789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D349555-8247-C1D8-969C-2A99C7630775}"/>
                  </a:ext>
                </a:extLst>
              </p:cNvPr>
              <p:cNvCxnSpPr>
                <a:cxnSpLocks/>
                <a:stCxn id="139" idx="0"/>
                <a:endCxn id="135" idx="5"/>
              </p:cNvCxnSpPr>
              <p:nvPr/>
            </p:nvCxnSpPr>
            <p:spPr>
              <a:xfrm flipH="1" flipV="1">
                <a:off x="7054586" y="3459789"/>
                <a:ext cx="62409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/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/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B8816186-073F-043E-FC13-8FAA2A388594}"/>
                  </a:ext>
                </a:extLst>
              </p:cNvPr>
              <p:cNvGrpSpPr/>
              <p:nvPr/>
            </p:nvGrpSpPr>
            <p:grpSpPr>
              <a:xfrm>
                <a:off x="5587925" y="5031239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1E1B38D-B8F5-89BD-8822-57A80C5777D7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F3ADB01-DD8A-7E18-1091-482C3EF244C6}"/>
                  </a:ext>
                </a:extLst>
              </p:cNvPr>
              <p:cNvGrpSpPr/>
              <p:nvPr/>
            </p:nvGrpSpPr>
            <p:grpSpPr>
              <a:xfrm>
                <a:off x="6194563" y="4283732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8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972C351-F425-B44E-0B07-B669029C0077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/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EC4B5B0F-33AE-6957-F3BD-9DD89F822A3F}"/>
                  </a:ext>
                </a:extLst>
              </p:cNvPr>
              <p:cNvCxnSpPr>
                <a:cxnSpLocks/>
                <a:stCxn id="159" idx="3"/>
              </p:cNvCxnSpPr>
              <p:nvPr/>
            </p:nvCxnSpPr>
            <p:spPr>
              <a:xfrm flipH="1">
                <a:off x="4904303" y="4782461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7DAE403D-175A-E073-47F4-74F08CC347DC}"/>
                  </a:ext>
                </a:extLst>
              </p:cNvPr>
              <p:cNvCxnSpPr>
                <a:cxnSpLocks/>
                <a:stCxn id="159" idx="5"/>
                <a:endCxn id="138" idx="0"/>
              </p:cNvCxnSpPr>
              <p:nvPr/>
            </p:nvCxnSpPr>
            <p:spPr>
              <a:xfrm>
                <a:off x="5663346" y="4782461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/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5E38041-E10B-4A4D-A3C2-68BEEB799918}"/>
                </a:ext>
              </a:extLst>
            </p:cNvPr>
            <p:cNvGrpSpPr/>
            <p:nvPr/>
          </p:nvGrpSpPr>
          <p:grpSpPr>
            <a:xfrm>
              <a:off x="8270097" y="3506388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99054CB1-B927-D8F8-9D76-8BEA4252BC30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57CD7AD-B073-71BC-32B2-1F83D3698991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B368218B-D599-293E-8520-1EDF1AF788A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E236D99-EEC0-660E-D756-8D23C54FBEEC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5D3DFF8-4333-B418-38AD-CF4E9D93458D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33CF570-0BE4-CFC1-9D13-EDE157E161A5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87E80-31C8-E02F-3628-0BCC11D8902C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9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0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8ED8602-70AC-B60A-9584-F249BE0C49F5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1F243D2-573D-DDB7-0020-990CC6487B3C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9E3D8FA9-E98C-9904-CBAA-D3635057EA08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/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/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C413726-9472-FECE-2A24-A3A843DEAC1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951281" y="3429000"/>
              <a:ext cx="0" cy="17777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977F9C3-E89E-7088-ED5E-3BBC1B5DEC2B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H="1" flipV="1">
              <a:off x="6236897" y="3312545"/>
              <a:ext cx="1" cy="18159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D6325E-DF95-D267-CC72-8D956B0F32F8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10132756" y="3377681"/>
              <a:ext cx="0" cy="19403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353481C-20A1-A193-97FD-9ACE71B02D53}"/>
                  </a:ext>
                </a:extLst>
              </p14:cNvPr>
              <p14:cNvContentPartPr/>
              <p14:nvPr/>
            </p14:nvContentPartPr>
            <p14:xfrm>
              <a:off x="998640" y="3214800"/>
              <a:ext cx="6068520" cy="1671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353481C-20A1-A193-97FD-9ACE71B02D5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89280" y="3205440"/>
                <a:ext cx="6087240" cy="169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9826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6645-DC76-7FBB-D156-1CDBB103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FED9-7478-0A7F-DB0C-9FBA2FF2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LR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FE0B6-0A2E-0AA6-4B13-4CF48FC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4949" y="529061"/>
            <a:ext cx="2460916" cy="248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b=</a:t>
            </a:r>
            <a:r>
              <a:rPr lang="en-US" sz="2000" dirty="0" err="1">
                <a:latin typeface="Consolas" panose="020B0609020204030204" pitchFamily="49" charset="0"/>
              </a:rPr>
              <a:t>a.left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c=</a:t>
            </a:r>
            <a:r>
              <a:rPr lang="en-US" sz="2000" dirty="0" err="1">
                <a:latin typeface="Consolas" panose="020B0609020204030204" pitchFamily="49" charset="0"/>
              </a:rPr>
              <a:t>b.right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b.right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a.left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r>
              <a:rPr lang="en-US" sz="20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c.left</a:t>
            </a:r>
            <a:r>
              <a:rPr lang="en-US" sz="2000" dirty="0">
                <a:latin typeface="Consolas" panose="020B0609020204030204" pitchFamily="49" charset="0"/>
              </a:rPr>
              <a:t>=b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return c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8792BE-0415-E4AB-DB20-D5CA15D39AE1}"/>
              </a:ext>
            </a:extLst>
          </p:cNvPr>
          <p:cNvGrpSpPr/>
          <p:nvPr/>
        </p:nvGrpSpPr>
        <p:grpSpPr>
          <a:xfrm>
            <a:off x="41937" y="3312545"/>
            <a:ext cx="12146262" cy="3542860"/>
            <a:chOff x="41937" y="3312545"/>
            <a:chExt cx="12146262" cy="35428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FED1582F-053A-2D9B-B4EB-0A638863B484}"/>
                    </a:ext>
                  </a:extLst>
                </p:cNvPr>
                <p:cNvSpPr/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</a:t>
                  </a:r>
                </a:p>
                <a:p>
                  <a:pPr algn="ctr"/>
                  <a:r>
                    <a:rPr lang="en-US" sz="1400" dirty="0"/>
                    <a:t>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FED1582F-053A-2D9B-B4EB-0A638863B4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296" y="3808328"/>
                  <a:ext cx="1340568" cy="1105505"/>
                </a:xfrm>
                <a:prstGeom prst="rightArrow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80B92E8-719B-7D58-A2DE-567E6194EE2B}"/>
                </a:ext>
              </a:extLst>
            </p:cNvPr>
            <p:cNvGrpSpPr/>
            <p:nvPr/>
          </p:nvGrpSpPr>
          <p:grpSpPr>
            <a:xfrm>
              <a:off x="41937" y="3490319"/>
              <a:ext cx="3470746" cy="3365086"/>
              <a:chOff x="25572" y="2621130"/>
              <a:chExt cx="3470746" cy="33650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7268E253-30DA-E6C9-F61C-1633DE39DFC2}"/>
                      </a:ext>
                    </a:extLst>
                  </p:cNvPr>
                  <p:cNvSpPr/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8660" y="2737585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EF0DCDC7-6711-B8A8-3B59-4803C05BB5B3}"/>
                      </a:ext>
                    </a:extLst>
                  </p:cNvPr>
                  <p:cNvSpPr/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572" y="4174420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E8F57F23-6D88-F393-D1E8-A1302AD3D94F}"/>
                      </a:ext>
                    </a:extLst>
                  </p:cNvPr>
                  <p:cNvSpPr/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293" y="3378368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433FA011-75D5-B9B8-63D7-4E9BD8F10712}"/>
                      </a:ext>
                    </a:extLst>
                  </p:cNvPr>
                  <p:cNvSpPr/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97" y="4725122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FDF58FE0-20BE-554C-942E-885535F3BB65}"/>
                      </a:ext>
                    </a:extLst>
                  </p:cNvPr>
                  <p:cNvSpPr/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567" y="3364232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DC5F3086-5611-0551-B802-D23A73C4034C}"/>
                  </a:ext>
                </a:extLst>
              </p:cNvPr>
              <p:cNvCxnSpPr>
                <a:cxnSpLocks/>
                <a:stCxn id="30" idx="3"/>
                <a:endCxn id="29" idx="0"/>
              </p:cNvCxnSpPr>
              <p:nvPr/>
            </p:nvCxnSpPr>
            <p:spPr>
              <a:xfrm flipH="1">
                <a:off x="568061" y="3901179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EFD4C7F-4524-A775-B1DD-12215B1A9DA5}"/>
                  </a:ext>
                </a:extLst>
              </p:cNvPr>
              <p:cNvCxnSpPr>
                <a:cxnSpLocks/>
                <a:stCxn id="30" idx="5"/>
                <a:endCxn id="59" idx="1"/>
              </p:cNvCxnSpPr>
              <p:nvPr/>
            </p:nvCxnSpPr>
            <p:spPr>
              <a:xfrm>
                <a:off x="1327104" y="3901179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3E28046-CF63-0A91-383B-097C251A1068}"/>
                  </a:ext>
                </a:extLst>
              </p:cNvPr>
              <p:cNvCxnSpPr>
                <a:cxnSpLocks/>
                <a:stCxn id="30" idx="7"/>
                <a:endCxn id="28" idx="3"/>
              </p:cNvCxnSpPr>
              <p:nvPr/>
            </p:nvCxnSpPr>
            <p:spPr>
              <a:xfrm flipV="1">
                <a:off x="1327104" y="3260396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EAD5DE-FC3F-1D90-C0C0-4D090EDD5575}"/>
                  </a:ext>
                </a:extLst>
              </p:cNvPr>
              <p:cNvCxnSpPr>
                <a:cxnSpLocks/>
                <a:stCxn id="32" idx="0"/>
                <a:endCxn id="28" idx="5"/>
              </p:cNvCxnSpPr>
              <p:nvPr/>
            </p:nvCxnSpPr>
            <p:spPr>
              <a:xfrm flipH="1" flipV="1">
                <a:off x="2151471" y="3260396"/>
                <a:ext cx="80697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1FE3435-D5FE-73CF-BF8B-93D7DA783017}"/>
                      </a:ext>
                    </a:extLst>
                  </p:cNvPr>
                  <p:cNvSpPr txBox="1"/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209" y="3940026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8EB041A-5F13-2EFF-17D3-0941571DF9C6}"/>
                      </a:ext>
                    </a:extLst>
                  </p:cNvPr>
                  <p:cNvSpPr txBox="1"/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2166" y="4044644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9FB2C10-2B30-D83B-30E9-633F571F211F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79" y="3179566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A054A0A-A5EA-E79B-4185-30854DDD2FDA}"/>
                      </a:ext>
                    </a:extLst>
                  </p:cNvPr>
                  <p:cNvSpPr txBox="1"/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56" y="2621130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8383491-ED39-6F69-2085-8FFC8A3B394D}"/>
                      </a:ext>
                    </a:extLst>
                  </p:cNvPr>
                  <p:cNvSpPr txBox="1"/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6622" y="3272587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8F9F8E6-2464-C023-0558-637C9A7EEB46}"/>
                      </a:ext>
                    </a:extLst>
                  </p:cNvPr>
                  <p:cNvSpPr/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2080" y="3994639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BA6C9E89-122E-EDF0-70BC-27B14B2466B1}"/>
                      </a:ext>
                    </a:extLst>
                  </p:cNvPr>
                  <p:cNvSpPr/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0408" y="4725122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BCD504B-476B-A093-B89D-FB4AFD2FF7C7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530397" y="4517450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DACDFBC2-631B-D8E3-54D1-0D7B5CD3202A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2154891" y="4517450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1A119D89-BD9F-C5EC-A196-F5D54508CB3D}"/>
                      </a:ext>
                    </a:extLst>
                  </p:cNvPr>
                  <p:cNvSpPr/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483" y="5507530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44DE56B-FD7E-E480-2216-F8D380A9D15D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530397" y="5379073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21D3F732-42A0-7AF5-BA66-19FD5A385E59}"/>
                      </a:ext>
                    </a:extLst>
                  </p:cNvPr>
                  <p:cNvSpPr/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2524" y="5510070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DCACA08-10B1-1BEA-2F4E-4E045D319FC9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400597" y="5379073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BDC9AA4-8850-58E9-A4C2-C334CFE54462}"/>
                </a:ext>
              </a:extLst>
            </p:cNvPr>
            <p:cNvGrpSpPr/>
            <p:nvPr/>
          </p:nvGrpSpPr>
          <p:grpSpPr>
            <a:xfrm>
              <a:off x="3777627" y="3377681"/>
              <a:ext cx="3837793" cy="3469270"/>
              <a:chOff x="4378760" y="2820523"/>
              <a:chExt cx="3837793" cy="3469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C59009C3-D4B6-0BF2-3A50-938A39B0DC6B}"/>
                      </a:ext>
                    </a:extLst>
                  </p:cNvPr>
                  <p:cNvSpPr/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1775" y="2936978"/>
                    <a:ext cx="612511" cy="612511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0B2B0EF0-117E-08A2-B083-05640FA27F33}"/>
                      </a:ext>
                    </a:extLst>
                  </p:cNvPr>
                  <p:cNvSpPr/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8760" y="5046478"/>
                    <a:ext cx="1084977" cy="1204653"/>
                  </a:xfrm>
                  <a:prstGeom prst="triangl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BE14D5FA-6E9A-D1C8-9315-A9BA22965FA7}"/>
                      </a:ext>
                    </a:extLst>
                  </p:cNvPr>
                  <p:cNvSpPr/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7408" y="3577761"/>
                    <a:ext cx="612511" cy="612511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5A1945BA-154B-04C8-2700-43AB6641A71D}"/>
                      </a:ext>
                    </a:extLst>
                  </p:cNvPr>
                  <p:cNvSpPr/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0802" y="3563625"/>
                    <a:ext cx="1075751" cy="1237660"/>
                  </a:xfrm>
                  <a:prstGeom prst="triangle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8D8F904-D5EA-8225-ECFE-900F792AD009}"/>
                  </a:ext>
                </a:extLst>
              </p:cNvPr>
              <p:cNvCxnSpPr>
                <a:cxnSpLocks/>
                <a:stCxn id="137" idx="3"/>
                <a:endCxn id="159" idx="7"/>
              </p:cNvCxnSpPr>
              <p:nvPr/>
            </p:nvCxnSpPr>
            <p:spPr>
              <a:xfrm flipH="1">
                <a:off x="5663346" y="4100572"/>
                <a:ext cx="133762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A4FA6653-4402-848A-330C-B7AAE60FE2C8}"/>
                  </a:ext>
                </a:extLst>
              </p:cNvPr>
              <p:cNvCxnSpPr>
                <a:cxnSpLocks/>
                <a:stCxn id="137" idx="5"/>
              </p:cNvCxnSpPr>
              <p:nvPr/>
            </p:nvCxnSpPr>
            <p:spPr>
              <a:xfrm>
                <a:off x="6230219" y="4100572"/>
                <a:ext cx="394676" cy="1831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D841ABC8-85EE-D197-B5BE-0B11DD1D017C}"/>
                  </a:ext>
                </a:extLst>
              </p:cNvPr>
              <p:cNvCxnSpPr>
                <a:cxnSpLocks/>
                <a:stCxn id="137" idx="7"/>
                <a:endCxn id="135" idx="3"/>
              </p:cNvCxnSpPr>
              <p:nvPr/>
            </p:nvCxnSpPr>
            <p:spPr>
              <a:xfrm flipV="1">
                <a:off x="6230219" y="3459789"/>
                <a:ext cx="391256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93A54D3-EE99-66F2-04D1-6312DBB3A887}"/>
                  </a:ext>
                </a:extLst>
              </p:cNvPr>
              <p:cNvCxnSpPr>
                <a:cxnSpLocks/>
                <a:stCxn id="139" idx="0"/>
                <a:endCxn id="135" idx="5"/>
              </p:cNvCxnSpPr>
              <p:nvPr/>
            </p:nvCxnSpPr>
            <p:spPr>
              <a:xfrm flipH="1" flipV="1">
                <a:off x="7054586" y="3459789"/>
                <a:ext cx="624092" cy="1038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6EE266F0-F6E0-196F-0224-A7E12556920A}"/>
                      </a:ext>
                    </a:extLst>
                  </p:cNvPr>
                  <p:cNvSpPr txBox="1"/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2437" y="4888692"/>
                    <a:ext cx="369781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E61E023-7E3B-5DDF-9D14-AFD0ACAA1C27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294" y="3378959"/>
                    <a:ext cx="77373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648FC362-806D-3037-8F01-8D4E5D67A60E}"/>
                      </a:ext>
                    </a:extLst>
                  </p:cNvPr>
                  <p:cNvSpPr txBox="1"/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1671" y="2820523"/>
                    <a:ext cx="77373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90FE4318-C540-4070-D8DA-2C79B48B7B87}"/>
                      </a:ext>
                    </a:extLst>
                  </p:cNvPr>
                  <p:cNvSpPr txBox="1"/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9737" y="3471980"/>
                    <a:ext cx="369781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774373FA-9AF9-8C3F-1BCB-977AC4A95B64}"/>
                  </a:ext>
                </a:extLst>
              </p:cNvPr>
              <p:cNvGrpSpPr/>
              <p:nvPr/>
            </p:nvGrpSpPr>
            <p:grpSpPr>
              <a:xfrm>
                <a:off x="5587925" y="5031239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B761B06C-9EF0-3C21-AD98-C1962BF0B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8076ABB8-BDC6-6A93-CE40-6CA4E77BBF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411F1AC1-2C36-8010-6741-CAB08F33D223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587961C4-842B-9082-B88D-90ABF7763BB9}"/>
                  </a:ext>
                </a:extLst>
              </p:cNvPr>
              <p:cNvGrpSpPr/>
              <p:nvPr/>
            </p:nvGrpSpPr>
            <p:grpSpPr>
              <a:xfrm>
                <a:off x="6194563" y="4283732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40D6D90D-CE9D-8976-8E19-D6A186716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8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0073D41B-06B2-5EFE-BB2E-506AE5B3B0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10B726F1-9DA7-AA75-2CAA-6285646F8A79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33B225B3-A9F5-C230-9139-A192BE4A27B5}"/>
                      </a:ext>
                    </a:extLst>
                  </p:cNvPr>
                  <p:cNvSpPr/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0535" y="4259650"/>
                    <a:ext cx="612511" cy="612511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B1331C79-A861-2FFF-2A14-FB18F0ADDB3F}"/>
                  </a:ext>
                </a:extLst>
              </p:cNvPr>
              <p:cNvCxnSpPr>
                <a:cxnSpLocks/>
                <a:stCxn id="159" idx="3"/>
              </p:cNvCxnSpPr>
              <p:nvPr/>
            </p:nvCxnSpPr>
            <p:spPr>
              <a:xfrm flipH="1">
                <a:off x="4904303" y="4782461"/>
                <a:ext cx="325932" cy="27324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5988C53-9698-DCD3-70A3-3F37AAA47E89}"/>
                  </a:ext>
                </a:extLst>
              </p:cNvPr>
              <p:cNvCxnSpPr>
                <a:cxnSpLocks/>
                <a:stCxn id="159" idx="5"/>
                <a:endCxn id="138" idx="0"/>
              </p:cNvCxnSpPr>
              <p:nvPr/>
            </p:nvCxnSpPr>
            <p:spPr>
              <a:xfrm>
                <a:off x="5663346" y="4782461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799705CB-FE03-7C9D-C0A9-37E7514B3E4D}"/>
                      </a:ext>
                    </a:extLst>
                  </p:cNvPr>
                  <p:cNvSpPr txBox="1"/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5876" y="4059371"/>
                    <a:ext cx="773738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579412B0-02E5-9101-61A0-0C518E1B0A77}"/>
                </a:ext>
              </a:extLst>
            </p:cNvPr>
            <p:cNvGrpSpPr/>
            <p:nvPr/>
          </p:nvGrpSpPr>
          <p:grpSpPr>
            <a:xfrm>
              <a:off x="8270097" y="3506388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7B8EC3BF-70EB-4279-EEC6-E12B6B264C38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6A67F8A7-2B88-08E9-8E6E-07E203778617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D952C390-F5E3-A1DA-5179-CB042F953333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1BCE9CA-FDDA-21A1-C3AE-E8C8D6A27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E6CE1CF5-1716-F531-9714-9E74F8D4CD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7D3922C3-C2E0-E1D2-97B8-C3C72E2094B4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A9DEFF88-E127-75EE-5D81-EBD1D3350415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7B07CA51-A76B-572E-0FC7-2F3FFB78828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5B3DEEC-9333-8376-5161-1803CE10B117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31218B0B-FFBF-5543-FB72-23D09C595FA0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92B68D8-EF1E-5593-7807-540EA58C11F1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2D89FA51-93ED-EF4A-ABF9-B0894CAF61F3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1F2193F-8234-4DB6-BC32-2F0E381026F6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78CC9088-D636-C408-9837-1E20B7EFEB64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02AA227A-29D8-10B6-A517-E4564E900D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39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7D2A6984-0F41-813F-6F43-BA869DB42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0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1E7490AE-D9D0-3547-2045-0DD29CC56F0C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8DCA7BC-C76C-7CF7-CB68-75DB4A7233C9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FC70598C-9F59-2866-5F82-4D2D989504FB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459DB13E-0E35-3782-0983-277F96923CE3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AC32EA51-4980-4A76-1B6F-9954CD70B441}"/>
                      </a:ext>
                    </a:extLst>
                  </p:cNvPr>
                  <p:cNvSpPr txBox="1"/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1648" y="1044905"/>
                    <a:ext cx="773738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F5BCDC73-ECD5-EFBD-0829-EFE8FB194572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34A1491C-2A5B-7ECA-5385-B408758DF3C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09CAFB7F-3B9D-936A-1F43-BFE56C0075C9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CF1B1EBE-47D9-505C-A34E-DB58A09BA3C2}"/>
                    </a:ext>
                  </a:extLst>
                </p:cNvPr>
                <p:cNvSpPr/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CF1B1EBE-47D9-505C-A34E-DB58A09BA3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965" y="3754563"/>
                  <a:ext cx="1287919" cy="1105505"/>
                </a:xfrm>
                <a:prstGeom prst="rightArrow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8933EE-EDE0-D6A1-2EA6-A067FCD3038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951281" y="3429000"/>
              <a:ext cx="0" cy="17777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D899A1-1357-FA6C-B8C2-FC0C7F024986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H="1" flipV="1">
              <a:off x="6236897" y="3312545"/>
              <a:ext cx="1" cy="18159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3B93CA4-5F1C-74E9-5327-AB2DA97C231C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V="1">
              <a:off x="10132756" y="3377681"/>
              <a:ext cx="0" cy="194034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7011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19D1-38EF-34FB-AA19-B51EE438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RL 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6289"/>
                <a:ext cx="10515600" cy="4820674"/>
              </a:xfrm>
            </p:spPr>
            <p:txBody>
              <a:bodyPr/>
              <a:lstStyle/>
              <a:p>
                <a:r>
                  <a:rPr lang="en-US" dirty="0"/>
                  <a:t>We just inserted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deepest “problem” node</a:t>
                </a:r>
              </a:p>
              <a:p>
                <a:r>
                  <a:rPr lang="en-US" dirty="0"/>
                  <a:t>Imbalance caused by inserting in the right child’s left subtree</a:t>
                </a:r>
              </a:p>
              <a:p>
                <a:r>
                  <a:rPr lang="en-US" dirty="0"/>
                  <a:t>Rotate right at the right child</a:t>
                </a:r>
              </a:p>
              <a:p>
                <a:r>
                  <a:rPr lang="en-US" dirty="0"/>
                  <a:t>Rotate left at the unbalanced node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06C73-6403-D607-E6F6-C3EC37DF2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6289"/>
                <a:ext cx="10515600" cy="4820674"/>
              </a:xfrm>
              <a:blipFill>
                <a:blip r:embed="rId2"/>
                <a:stretch>
                  <a:fillRect l="-1043" t="-2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63FC2A5-54B0-7E44-3D70-29D37EB583D1}"/>
              </a:ext>
            </a:extLst>
          </p:cNvPr>
          <p:cNvGrpSpPr/>
          <p:nvPr/>
        </p:nvGrpSpPr>
        <p:grpSpPr>
          <a:xfrm>
            <a:off x="102706" y="3429000"/>
            <a:ext cx="12085493" cy="3419656"/>
            <a:chOff x="102706" y="3429000"/>
            <a:chExt cx="12085493" cy="34196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/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2579B664-35B2-8BC9-C7AE-59DC3F702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0C3AA56-9E9C-D85E-FA44-02B025396446}"/>
                </a:ext>
              </a:extLst>
            </p:cNvPr>
            <p:cNvGrpSpPr/>
            <p:nvPr/>
          </p:nvGrpSpPr>
          <p:grpSpPr>
            <a:xfrm>
              <a:off x="102706" y="3600025"/>
              <a:ext cx="3693255" cy="3248631"/>
              <a:chOff x="102706" y="3496659"/>
              <a:chExt cx="3693255" cy="32486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/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/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/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/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/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BCA999-8DC0-9098-FB48-AE1087F593CA}"/>
                  </a:ext>
                </a:extLst>
              </p:cNvPr>
              <p:cNvCxnSpPr>
                <a:cxnSpLocks/>
                <a:stCxn id="28" idx="3"/>
                <a:endCxn id="29" idx="0"/>
              </p:cNvCxnSpPr>
              <p:nvPr/>
            </p:nvCxnSpPr>
            <p:spPr>
              <a:xfrm flipH="1">
                <a:off x="645195" y="4019470"/>
                <a:ext cx="895325" cy="3953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744797F-F7DE-97F3-FF6E-70DC1DDCA740}"/>
                  </a:ext>
                </a:extLst>
              </p:cNvPr>
              <p:cNvCxnSpPr>
                <a:cxnSpLocks/>
                <a:stCxn id="30" idx="3"/>
                <a:endCxn id="59" idx="7"/>
              </p:cNvCxnSpPr>
              <p:nvPr/>
            </p:nvCxnSpPr>
            <p:spPr>
              <a:xfrm flipH="1">
                <a:off x="1977051" y="4672558"/>
                <a:ext cx="282243" cy="170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410D731-C65C-498A-7568-D9E87AB56EF3}"/>
                  </a:ext>
                </a:extLst>
              </p:cNvPr>
              <p:cNvCxnSpPr>
                <a:cxnSpLocks/>
                <a:stCxn id="30" idx="1"/>
                <a:endCxn id="28" idx="5"/>
              </p:cNvCxnSpPr>
              <p:nvPr/>
            </p:nvCxnSpPr>
            <p:spPr>
              <a:xfrm flipH="1" flipV="1">
                <a:off x="1973631" y="4019470"/>
                <a:ext cx="285663" cy="2199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DE51A72-E1F3-12DE-B72B-9ADDA8C223D5}"/>
                  </a:ext>
                </a:extLst>
              </p:cNvPr>
              <p:cNvCxnSpPr>
                <a:cxnSpLocks/>
                <a:stCxn id="32" idx="0"/>
                <a:endCxn id="30" idx="5"/>
              </p:cNvCxnSpPr>
              <p:nvPr/>
            </p:nvCxnSpPr>
            <p:spPr>
              <a:xfrm flipH="1" flipV="1">
                <a:off x="2692405" y="4672558"/>
                <a:ext cx="565681" cy="2323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/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/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/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/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EF9D228-EBDD-4AE6-93FE-BA18C66B99A2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352557" y="5276524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D9059CC-8849-ADB1-E738-A6B2C00EDEBD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1977051" y="5276524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/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284A82A-4A90-A421-C3CD-653404692203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352557" y="6138147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/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9F048E1-C759-B57C-AD51-051719B5F906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222757" y="6138147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5E38041-E10B-4A4D-A3C2-68BEEB799918}"/>
                </a:ext>
              </a:extLst>
            </p:cNvPr>
            <p:cNvGrpSpPr/>
            <p:nvPr/>
          </p:nvGrpSpPr>
          <p:grpSpPr>
            <a:xfrm>
              <a:off x="8270097" y="3545101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99054CB1-B927-D8F8-9D76-8BEA4252BC30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57CD7AD-B073-71BC-32B2-1F83D3698991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B368218B-D599-293E-8520-1EDF1AF788AE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8E236D99-EEC0-660E-D756-8D23C54FBEEC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5D3DFF8-4333-B418-38AD-CF4E9D93458D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33CF570-0BE4-CFC1-9D13-EDE157E161A5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87E80-31C8-E02F-3628-0BCC11D8902C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5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B8ED8602-70AC-B60A-9584-F249BE0C49F5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B1F243D2-573D-DDB7-0020-990CC6487B3C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9E3D8FA9-E98C-9904-CBAA-D3635057EA08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/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/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2DAE4AAD-4DCC-1580-C1EC-074617400E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77DECA6-C80C-5701-7DE1-06AC88937B23}"/>
                </a:ext>
              </a:extLst>
            </p:cNvPr>
            <p:cNvGrpSpPr/>
            <p:nvPr/>
          </p:nvGrpSpPr>
          <p:grpSpPr>
            <a:xfrm>
              <a:off x="4114944" y="3686369"/>
              <a:ext cx="3755568" cy="3140476"/>
              <a:chOff x="4183702" y="3614836"/>
              <a:chExt cx="3755568" cy="3140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/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/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/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/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9D174F5B-EC74-7DF2-ABEF-633091780687}"/>
                  </a:ext>
                </a:extLst>
              </p:cNvPr>
              <p:cNvCxnSpPr>
                <a:cxnSpLocks/>
                <a:stCxn id="137" idx="5"/>
                <a:endCxn id="159" idx="1"/>
              </p:cNvCxnSpPr>
              <p:nvPr/>
            </p:nvCxnSpPr>
            <p:spPr>
              <a:xfrm>
                <a:off x="6625485" y="4634104"/>
                <a:ext cx="151335" cy="1869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60C68CB-DC8A-D45B-E834-15874F4A15CE}"/>
                  </a:ext>
                </a:extLst>
              </p:cNvPr>
              <p:cNvCxnSpPr>
                <a:cxnSpLocks/>
                <a:stCxn id="137" idx="1"/>
                <a:endCxn id="135" idx="5"/>
              </p:cNvCxnSpPr>
              <p:nvPr/>
            </p:nvCxnSpPr>
            <p:spPr>
              <a:xfrm flipH="1" flipV="1">
                <a:off x="5722671" y="4137647"/>
                <a:ext cx="469703" cy="633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D349555-8247-C1D8-969C-2A99C7630775}"/>
                  </a:ext>
                </a:extLst>
              </p:cNvPr>
              <p:cNvCxnSpPr>
                <a:cxnSpLocks/>
                <a:stCxn id="139" idx="0"/>
                <a:endCxn id="159" idx="5"/>
              </p:cNvCxnSpPr>
              <p:nvPr/>
            </p:nvCxnSpPr>
            <p:spPr>
              <a:xfrm flipH="1" flipV="1">
                <a:off x="7209931" y="5254194"/>
                <a:ext cx="191464" cy="231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/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/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E7DDC433-A39C-9D72-0893-3EE12F71D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/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B8816186-073F-043E-FC13-8FAA2A388594}"/>
                  </a:ext>
                </a:extLst>
              </p:cNvPr>
              <p:cNvGrpSpPr/>
              <p:nvPr/>
            </p:nvGrpSpPr>
            <p:grpSpPr>
              <a:xfrm>
                <a:off x="5444564" y="4879593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1E1B38D-B8F5-89BD-8822-57A80C5777D7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3F3ADB01-DD8A-7E18-1091-482C3EF244C6}"/>
                  </a:ext>
                </a:extLst>
              </p:cNvPr>
              <p:cNvGrpSpPr/>
              <p:nvPr/>
            </p:nvGrpSpPr>
            <p:grpSpPr>
              <a:xfrm>
                <a:off x="6130081" y="5494218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3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0972C351-F425-B44E-0B07-B669029C0077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/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/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AD35802-B314-EB92-AE84-8AE7647C1D0C}"/>
                  </a:ext>
                </a:extLst>
              </p:cNvPr>
              <p:cNvCxnSpPr>
                <a:cxnSpLocks/>
                <a:stCxn id="159" idx="3"/>
                <a:endCxn id="150" idx="0"/>
              </p:cNvCxnSpPr>
              <p:nvPr/>
            </p:nvCxnSpPr>
            <p:spPr>
              <a:xfrm flipH="1">
                <a:off x="6565081" y="5254194"/>
                <a:ext cx="211739" cy="240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CBED269-3ABC-4229-FFCC-10436A813B7C}"/>
                  </a:ext>
                </a:extLst>
              </p:cNvPr>
              <p:cNvCxnSpPr>
                <a:cxnSpLocks/>
                <a:stCxn id="137" idx="3"/>
                <a:endCxn id="138" idx="0"/>
              </p:cNvCxnSpPr>
              <p:nvPr/>
            </p:nvCxnSpPr>
            <p:spPr>
              <a:xfrm flipH="1">
                <a:off x="5879564" y="4634104"/>
                <a:ext cx="312810" cy="2454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8AE3F03-F6A8-38DC-86AA-AF599D392549}"/>
                  </a:ext>
                </a:extLst>
              </p:cNvPr>
              <p:cNvCxnSpPr>
                <a:cxnSpLocks/>
                <a:stCxn id="136" idx="0"/>
                <a:endCxn id="135" idx="3"/>
              </p:cNvCxnSpPr>
              <p:nvPr/>
            </p:nvCxnSpPr>
            <p:spPr>
              <a:xfrm flipV="1">
                <a:off x="4726191" y="4137647"/>
                <a:ext cx="563369" cy="1516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A82B2C-31F2-F9B1-AB5B-A141AF270129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757076" y="3429000"/>
              <a:ext cx="0" cy="17102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F1BE1-8015-2836-AE43-B34007ABB499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V="1">
              <a:off x="5437358" y="3514512"/>
              <a:ext cx="0" cy="17185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F6770C-C368-AA44-F3FE-C8097FB9632D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H="1" flipV="1">
              <a:off x="10132755" y="3429000"/>
              <a:ext cx="1" cy="18142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093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625F-5E4A-E9A5-E440-8A53DB1F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6232-9D57-3C5D-4659-1C60915A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RL Implementation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40214B-8FAF-4C82-0276-D26A7D88D2BB}"/>
              </a:ext>
            </a:extLst>
          </p:cNvPr>
          <p:cNvGrpSpPr/>
          <p:nvPr/>
        </p:nvGrpSpPr>
        <p:grpSpPr>
          <a:xfrm>
            <a:off x="102706" y="3429000"/>
            <a:ext cx="12085493" cy="3419656"/>
            <a:chOff x="102706" y="3429000"/>
            <a:chExt cx="12085493" cy="34196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5A7C1975-DA20-7C8E-2AF3-EFF06F36E2F6}"/>
                    </a:ext>
                  </a:extLst>
                </p:cNvPr>
                <p:cNvSpPr/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Right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7" name="Arrow: Right 56">
                  <a:extLst>
                    <a:ext uri="{FF2B5EF4-FFF2-40B4-BE49-F238E27FC236}">
                      <a16:creationId xmlns:a16="http://schemas.microsoft.com/office/drawing/2014/main" id="{5A7C1975-DA20-7C8E-2AF3-EFF06F36E2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5687" y="3847041"/>
                  <a:ext cx="1213048" cy="1105505"/>
                </a:xfrm>
                <a:prstGeom prst="rightArrow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EB8AB81-6549-3AC7-9886-BDBD7CE7595F}"/>
                </a:ext>
              </a:extLst>
            </p:cNvPr>
            <p:cNvGrpSpPr/>
            <p:nvPr/>
          </p:nvGrpSpPr>
          <p:grpSpPr>
            <a:xfrm>
              <a:off x="102706" y="3600025"/>
              <a:ext cx="3693255" cy="3248631"/>
              <a:chOff x="102706" y="3496659"/>
              <a:chExt cx="3693255" cy="32486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E7EF8D04-3197-1EDE-2E94-4ED83CDC9F86}"/>
                      </a:ext>
                    </a:extLst>
                  </p:cNvPr>
                  <p:cNvSpPr/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1B98852D-205A-51D4-3306-7B5B8D49C4F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820" y="3496659"/>
                    <a:ext cx="612511" cy="612511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DD2914CB-8075-0AB2-5293-F3F12CA7AAC9}"/>
                      </a:ext>
                    </a:extLst>
                  </p:cNvPr>
                  <p:cNvSpPr/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Isosceles Triangle 28">
                    <a:extLst>
                      <a:ext uri="{FF2B5EF4-FFF2-40B4-BE49-F238E27FC236}">
                        <a16:creationId xmlns:a16="http://schemas.microsoft.com/office/drawing/2014/main" id="{2C6EEFCF-AA4B-26C3-6FEA-8A72B21D03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706" y="4414804"/>
                    <a:ext cx="1084977" cy="1204653"/>
                  </a:xfrm>
                  <a:prstGeom prst="triangl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533172D8-1450-F0EF-016C-DB67D8349CCC}"/>
                      </a:ext>
                    </a:extLst>
                  </p:cNvPr>
                  <p:cNvSpPr/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1579D4BE-258A-C182-9117-C65813326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594" y="4149747"/>
                    <a:ext cx="612511" cy="612511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9E577109-9A6A-FF4C-881A-5FD9488703B5}"/>
                      </a:ext>
                    </a:extLst>
                  </p:cNvPr>
                  <p:cNvSpPr/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F2EF0F1-26EC-4612-40DA-D1BBDC5901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7557" y="5484196"/>
                    <a:ext cx="869999" cy="653951"/>
                  </a:xfrm>
                  <a:prstGeom prst="triangl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A80D0652-A1E9-CC46-94A5-AA6E0632996C}"/>
                      </a:ext>
                    </a:extLst>
                  </p:cNvPr>
                  <p:cNvSpPr/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8D5DB45B-533B-E849-8A47-BE24445D59B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210" y="4904914"/>
                    <a:ext cx="1075751" cy="1237660"/>
                  </a:xfrm>
                  <a:prstGeom prst="triangl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2101943-2673-6F43-883F-CD4D80C00455}"/>
                  </a:ext>
                </a:extLst>
              </p:cNvPr>
              <p:cNvCxnSpPr>
                <a:cxnSpLocks/>
                <a:stCxn id="28" idx="3"/>
                <a:endCxn id="29" idx="0"/>
              </p:cNvCxnSpPr>
              <p:nvPr/>
            </p:nvCxnSpPr>
            <p:spPr>
              <a:xfrm flipH="1">
                <a:off x="645195" y="4019470"/>
                <a:ext cx="895325" cy="3953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9C4E529-EC0E-9515-392F-7976E01C1183}"/>
                  </a:ext>
                </a:extLst>
              </p:cNvPr>
              <p:cNvCxnSpPr>
                <a:cxnSpLocks/>
                <a:stCxn id="30" idx="3"/>
                <a:endCxn id="59" idx="7"/>
              </p:cNvCxnSpPr>
              <p:nvPr/>
            </p:nvCxnSpPr>
            <p:spPr>
              <a:xfrm flipH="1">
                <a:off x="1977051" y="4672558"/>
                <a:ext cx="282243" cy="1708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90BB703-F5ED-F6E9-8F44-C773C72D2628}"/>
                  </a:ext>
                </a:extLst>
              </p:cNvPr>
              <p:cNvCxnSpPr>
                <a:cxnSpLocks/>
                <a:stCxn id="30" idx="1"/>
                <a:endCxn id="28" idx="5"/>
              </p:cNvCxnSpPr>
              <p:nvPr/>
            </p:nvCxnSpPr>
            <p:spPr>
              <a:xfrm flipH="1" flipV="1">
                <a:off x="1973631" y="4019470"/>
                <a:ext cx="285663" cy="2199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84E8F19-1E22-6E34-9F77-FF1BF6A57E35}"/>
                  </a:ext>
                </a:extLst>
              </p:cNvPr>
              <p:cNvCxnSpPr>
                <a:cxnSpLocks/>
                <a:stCxn id="32" idx="0"/>
                <a:endCxn id="30" idx="5"/>
              </p:cNvCxnSpPr>
              <p:nvPr/>
            </p:nvCxnSpPr>
            <p:spPr>
              <a:xfrm flipH="1" flipV="1">
                <a:off x="2692405" y="4672558"/>
                <a:ext cx="565681" cy="2323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43BCF67-F6CF-2AC9-6C04-722F9EB94A0E}"/>
                      </a:ext>
                    </a:extLst>
                  </p:cNvPr>
                  <p:cNvSpPr txBox="1"/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8E86B79-6E30-B984-DD39-77F1EE734F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905" y="4252409"/>
                    <a:ext cx="36978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9ACF69B-C9D1-FCAE-4FFB-E19EA9665C71}"/>
                      </a:ext>
                    </a:extLst>
                  </p:cNvPr>
                  <p:cNvSpPr txBox="1"/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BD37377-9D4D-8D7C-8200-32A6160CCC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078" y="4548191"/>
                    <a:ext cx="77373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E70791E-3B1E-E9C2-AC02-D4DA2A9BDA19}"/>
                      </a:ext>
                    </a:extLst>
                  </p:cNvPr>
                  <p:cNvSpPr txBox="1"/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508C7D2-E38C-7EE4-73DC-299152A319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5171" y="4121093"/>
                    <a:ext cx="77373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7168CE9-4CBC-37AC-F475-A1507571C74E}"/>
                      </a:ext>
                    </a:extLst>
                  </p:cNvPr>
                  <p:cNvSpPr txBox="1"/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9AB902FA-69DB-0439-2D99-AA29699CC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980" y="3592372"/>
                    <a:ext cx="77373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AAF422A-79A5-D267-037A-AAB747E6289C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98147D4-25AB-AB4E-74C3-62B623CA8E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336" y="4786812"/>
                    <a:ext cx="36978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7ED2AEA-319F-3709-768E-EBF2F2361544}"/>
                      </a:ext>
                    </a:extLst>
                  </p:cNvPr>
                  <p:cNvSpPr/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9C7BA64-67D6-292B-6912-550CBC90A4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240" y="4753713"/>
                    <a:ext cx="612511" cy="612511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416BDE69-E937-C54E-6791-A7F6BD013F2A}"/>
                      </a:ext>
                    </a:extLst>
                  </p:cNvPr>
                  <p:cNvSpPr/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Isosceles Triangle 62">
                    <a:extLst>
                      <a:ext uri="{FF2B5EF4-FFF2-40B4-BE49-F238E27FC236}">
                        <a16:creationId xmlns:a16="http://schemas.microsoft.com/office/drawing/2014/main" id="{FF39DA8C-B895-101C-CF55-99795016CC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2568" y="5484196"/>
                    <a:ext cx="869999" cy="653951"/>
                  </a:xfrm>
                  <a:prstGeom prst="triangle">
                    <a:avLst/>
                  </a:prstGeom>
                  <a:blipFill>
                    <a:blip r:embed="rId15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14DED7B-89AC-F328-D211-9165F9FE531E}"/>
                  </a:ext>
                </a:extLst>
              </p:cNvPr>
              <p:cNvCxnSpPr>
                <a:cxnSpLocks/>
                <a:stCxn id="59" idx="3"/>
                <a:endCxn id="31" idx="0"/>
              </p:cNvCxnSpPr>
              <p:nvPr/>
            </p:nvCxnSpPr>
            <p:spPr>
              <a:xfrm flipH="1">
                <a:off x="1352557" y="5276524"/>
                <a:ext cx="191383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28C4854-02AD-C9D6-A572-C022102BA803}"/>
                  </a:ext>
                </a:extLst>
              </p:cNvPr>
              <p:cNvCxnSpPr>
                <a:cxnSpLocks/>
                <a:stCxn id="59" idx="5"/>
                <a:endCxn id="63" idx="0"/>
              </p:cNvCxnSpPr>
              <p:nvPr/>
            </p:nvCxnSpPr>
            <p:spPr>
              <a:xfrm>
                <a:off x="1977051" y="5276524"/>
                <a:ext cx="250517" cy="207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8BB75D7C-0FDB-9B43-65F5-95965A7BFC9B}"/>
                      </a:ext>
                    </a:extLst>
                  </p:cNvPr>
                  <p:cNvSpPr/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04B02F9E-1880-E493-E071-FE1CA912DC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4643" y="6266604"/>
                    <a:ext cx="476146" cy="476146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4A0B2AA-AD51-C211-28CC-B62EBB176E57}"/>
                  </a:ext>
                </a:extLst>
              </p:cNvPr>
              <p:cNvCxnSpPr>
                <a:cxnSpLocks/>
                <a:stCxn id="70" idx="0"/>
                <a:endCxn id="31" idx="3"/>
              </p:cNvCxnSpPr>
              <p:nvPr/>
            </p:nvCxnSpPr>
            <p:spPr>
              <a:xfrm flipH="1" flipV="1">
                <a:off x="1352557" y="6138147"/>
                <a:ext cx="10159" cy="12845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24C89706-FCDF-85A9-2D55-68AE287B9885}"/>
                      </a:ext>
                    </a:extLst>
                  </p:cNvPr>
                  <p:cNvSpPr/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44650BE5-1644-C668-066D-2B3D2096D59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84684" y="6269144"/>
                    <a:ext cx="476146" cy="476146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5A619EA3-F76B-366A-4C90-AF9E916A32D9}"/>
                  </a:ext>
                </a:extLst>
              </p:cNvPr>
              <p:cNvCxnSpPr>
                <a:cxnSpLocks/>
                <a:stCxn id="76" idx="0"/>
                <a:endCxn id="63" idx="3"/>
              </p:cNvCxnSpPr>
              <p:nvPr/>
            </p:nvCxnSpPr>
            <p:spPr>
              <a:xfrm flipV="1">
                <a:off x="2222757" y="6138147"/>
                <a:ext cx="4811" cy="13099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D92FB2BE-261D-EC4D-87C6-27F308E54EB8}"/>
                </a:ext>
              </a:extLst>
            </p:cNvPr>
            <p:cNvGrpSpPr/>
            <p:nvPr/>
          </p:nvGrpSpPr>
          <p:grpSpPr>
            <a:xfrm>
              <a:off x="8270097" y="3545101"/>
              <a:ext cx="3918102" cy="2771603"/>
              <a:chOff x="8140409" y="588651"/>
              <a:chExt cx="3918102" cy="2771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904DA723-7BF3-9ED1-3C26-C5BD0C269472}"/>
                      </a:ext>
                    </a:extLst>
                  </p:cNvPr>
                  <p:cNvSpPr/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0" name="Isosceles Triangle 169">
                    <a:extLst>
                      <a:ext uri="{FF2B5EF4-FFF2-40B4-BE49-F238E27FC236}">
                        <a16:creationId xmlns:a16="http://schemas.microsoft.com/office/drawing/2014/main" id="{C25823D2-DAC3-871C-723F-191069584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0409" y="2112531"/>
                    <a:ext cx="1084977" cy="1204653"/>
                  </a:xfrm>
                  <a:prstGeom prst="triangle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E85FBC41-B4FB-C97D-63EC-A445321AF0D7}"/>
                      </a:ext>
                    </a:extLst>
                  </p:cNvPr>
                  <p:cNvSpPr txBox="1"/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4C113044-D157-8620-6804-52D9DA4967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4086" y="1954745"/>
                    <a:ext cx="36978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4B03682B-CE2D-3641-1D23-76B6D99C2BDB}"/>
                  </a:ext>
                </a:extLst>
              </p:cNvPr>
              <p:cNvGrpSpPr/>
              <p:nvPr/>
            </p:nvGrpSpPr>
            <p:grpSpPr>
              <a:xfrm>
                <a:off x="9176854" y="2097292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D1A499BE-B845-9879-C33C-5AFAFEF6E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73" name="Isosceles Triangle 172">
                      <a:extLst>
                        <a:ext uri="{FF2B5EF4-FFF2-40B4-BE49-F238E27FC236}">
                          <a16:creationId xmlns:a16="http://schemas.microsoft.com/office/drawing/2014/main" id="{33E3DEA3-62F5-9A21-A1AF-32B5934C002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3D2DA1F1-2D23-A927-4060-55BC259D8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A3A04AC9-36A0-F0D6-51CD-09EA0CC8A9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DD9F332D-B3A5-81B1-8864-5D214E6F2EAA}"/>
                    </a:ext>
                  </a:extLst>
                </p:cNvPr>
                <p:cNvCxnSpPr>
                  <a:cxnSpLocks/>
                  <a:stCxn id="174" idx="0"/>
                  <a:endCxn id="173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BA7BF4A7-C6CD-7634-E372-56F29BAF5B45}"/>
                      </a:ext>
                    </a:extLst>
                  </p:cNvPr>
                  <p:cNvSpPr/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52292C6-8418-3C31-7700-3D9FF2963B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9464" y="1325703"/>
                    <a:ext cx="612511" cy="612511"/>
                  </a:xfrm>
                  <a:prstGeom prst="ellipse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FBAE9D74-C15A-207F-D49B-03ADFD41A675}"/>
                  </a:ext>
                </a:extLst>
              </p:cNvPr>
              <p:cNvCxnSpPr>
                <a:cxnSpLocks/>
                <a:stCxn id="176" idx="3"/>
                <a:endCxn id="170" idx="0"/>
              </p:cNvCxnSpPr>
              <p:nvPr/>
            </p:nvCxnSpPr>
            <p:spPr>
              <a:xfrm flipH="1">
                <a:off x="8682898" y="1848514"/>
                <a:ext cx="136266" cy="2640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FE517AFA-46A7-469E-06A7-4E16B08573C6}"/>
                  </a:ext>
                </a:extLst>
              </p:cNvPr>
              <p:cNvCxnSpPr>
                <a:cxnSpLocks/>
                <a:stCxn id="176" idx="5"/>
                <a:endCxn id="173" idx="0"/>
              </p:cNvCxnSpPr>
              <p:nvPr/>
            </p:nvCxnSpPr>
            <p:spPr>
              <a:xfrm>
                <a:off x="9252275" y="1848514"/>
                <a:ext cx="359579" cy="2487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F6939F5-4609-983C-FBD5-8C3F858BE400}"/>
                      </a:ext>
                    </a:extLst>
                  </p:cNvPr>
                  <p:cNvSpPr/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88AB6AFA-9DBC-21DE-A2FA-96A3FBADDA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6812" y="653978"/>
                    <a:ext cx="612511" cy="612511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EAA78409-6206-F916-B114-41082AE3F435}"/>
                  </a:ext>
                </a:extLst>
              </p:cNvPr>
              <p:cNvCxnSpPr>
                <a:cxnSpLocks/>
                <a:stCxn id="179" idx="3"/>
                <a:endCxn id="176" idx="7"/>
              </p:cNvCxnSpPr>
              <p:nvPr/>
            </p:nvCxnSpPr>
            <p:spPr>
              <a:xfrm flipH="1">
                <a:off x="9252275" y="1176789"/>
                <a:ext cx="534237" cy="2386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941EA023-6DC8-42A7-C322-1C1B3E62C6C1}"/>
                      </a:ext>
                    </a:extLst>
                  </p:cNvPr>
                  <p:cNvSpPr/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D83976AB-65B2-8850-79A9-42465DB338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09178" y="1309625"/>
                    <a:ext cx="612511" cy="612511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EC2B5D4E-52F9-5C43-A3FE-043B592013C4}"/>
                  </a:ext>
                </a:extLst>
              </p:cNvPr>
              <p:cNvCxnSpPr>
                <a:cxnSpLocks/>
                <a:stCxn id="179" idx="5"/>
                <a:endCxn id="184" idx="1"/>
              </p:cNvCxnSpPr>
              <p:nvPr/>
            </p:nvCxnSpPr>
            <p:spPr>
              <a:xfrm>
                <a:off x="10219623" y="1176789"/>
                <a:ext cx="579255" cy="222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69C0A8E3-F60C-6107-04D0-235255DAB3E1}"/>
                  </a:ext>
                </a:extLst>
              </p:cNvPr>
              <p:cNvGrpSpPr/>
              <p:nvPr/>
            </p:nvGrpSpPr>
            <p:grpSpPr>
              <a:xfrm>
                <a:off x="10108368" y="2099160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EB8E29E4-D150-74BC-EFA9-C04F4CB844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0" name="Isosceles Triangle 189">
                      <a:extLst>
                        <a:ext uri="{FF2B5EF4-FFF2-40B4-BE49-F238E27FC236}">
                          <a16:creationId xmlns:a16="http://schemas.microsoft.com/office/drawing/2014/main" id="{5D4DF5AF-C25E-2F47-6BE2-A399D674056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25"/>
                      <a:stretch>
                        <a:fillRect b="-45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601C84E1-70E3-0DF9-8C0B-DFF4E5AC94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EB784F25-9843-9BE9-7020-6E352EB3FE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46CC8272-3311-AA88-80AC-157EAD47889B}"/>
                    </a:ext>
                  </a:extLst>
                </p:cNvPr>
                <p:cNvCxnSpPr>
                  <a:cxnSpLocks/>
                  <a:stCxn id="191" idx="0"/>
                  <a:endCxn id="19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A248314-34F3-4668-4E72-0E4BB8CAD769}"/>
                  </a:ext>
                </a:extLst>
              </p:cNvPr>
              <p:cNvCxnSpPr>
                <a:cxnSpLocks/>
                <a:stCxn id="190" idx="0"/>
                <a:endCxn id="184" idx="3"/>
              </p:cNvCxnSpPr>
              <p:nvPr/>
            </p:nvCxnSpPr>
            <p:spPr>
              <a:xfrm flipV="1">
                <a:off x="10543368" y="1832436"/>
                <a:ext cx="255510" cy="2667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51C4B92E-54E2-04E6-477F-C99FA4F30601}"/>
                      </a:ext>
                    </a:extLst>
                  </p:cNvPr>
                  <p:cNvSpPr/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0" name="Isosceles Triangle 199">
                    <a:extLst>
                      <a:ext uri="{FF2B5EF4-FFF2-40B4-BE49-F238E27FC236}">
                        <a16:creationId xmlns:a16="http://schemas.microsoft.com/office/drawing/2014/main" id="{28B5D586-A402-959F-4FDB-13C6689E7A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2760" y="2112436"/>
                    <a:ext cx="1075751" cy="1237660"/>
                  </a:xfrm>
                  <a:prstGeom prst="triangle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33A8D72-03F4-40E2-11A6-5460B49DAABB}"/>
                  </a:ext>
                </a:extLst>
              </p:cNvPr>
              <p:cNvCxnSpPr>
                <a:cxnSpLocks/>
                <a:stCxn id="184" idx="5"/>
                <a:endCxn id="200" idx="0"/>
              </p:cNvCxnSpPr>
              <p:nvPr/>
            </p:nvCxnSpPr>
            <p:spPr>
              <a:xfrm>
                <a:off x="11231989" y="1832436"/>
                <a:ext cx="288647" cy="2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433E3ADA-5CD8-1408-D9F7-850E382EE7F4}"/>
                      </a:ext>
                    </a:extLst>
                  </p:cNvPr>
                  <p:cNvSpPr txBox="1"/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0B7D7CDD-9A28-E18F-A378-2680AEEB2E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2434" y="1174212"/>
                    <a:ext cx="77373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99857C22-EFB1-24A3-E80A-4E3C8EAA12C6}"/>
                      </a:ext>
                    </a:extLst>
                  </p:cNvPr>
                  <p:cNvSpPr txBox="1"/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DF9DF62C-47F9-B2E9-36A2-A550465CB1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1953" y="588651"/>
                    <a:ext cx="77373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96F89699-A53A-BBC5-DAA1-8C159E258D32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CA3E047-9D22-A0B0-4202-55FC2D2141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368" y="1367745"/>
                    <a:ext cx="77373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89CEE89B-F261-1EF7-01B3-DE7B798A26FC}"/>
                      </a:ext>
                    </a:extLst>
                  </p:cNvPr>
                  <p:cNvSpPr txBox="1"/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F1177122-3180-10D4-692A-E74CE5ABF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50854" y="1964587"/>
                    <a:ext cx="369781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8F8D855E-96ED-7D8C-103F-385B172421AB}"/>
                    </a:ext>
                  </a:extLst>
                </p:cNvPr>
                <p:cNvSpPr/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Rotate Left at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15" name="Arrow: Right 214">
                  <a:extLst>
                    <a:ext uri="{FF2B5EF4-FFF2-40B4-BE49-F238E27FC236}">
                      <a16:creationId xmlns:a16="http://schemas.microsoft.com/office/drawing/2014/main" id="{8F8D855E-96ED-7D8C-103F-385B172421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2247" y="3854356"/>
                  <a:ext cx="1240599" cy="1105505"/>
                </a:xfrm>
                <a:prstGeom prst="rightArrow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8DC3C3-F32A-0AC1-E23C-703D9E481403}"/>
                </a:ext>
              </a:extLst>
            </p:cNvPr>
            <p:cNvGrpSpPr/>
            <p:nvPr/>
          </p:nvGrpSpPr>
          <p:grpSpPr>
            <a:xfrm>
              <a:off x="4114944" y="3686369"/>
              <a:ext cx="3755568" cy="3140476"/>
              <a:chOff x="4183702" y="3614836"/>
              <a:chExt cx="3755568" cy="31404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D56B7C9E-DD93-CA41-352D-EBC27133CBC7}"/>
                      </a:ext>
                    </a:extLst>
                  </p:cNvPr>
                  <p:cNvSpPr/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8F809D24-0EA0-AD2C-8CCB-3BC5F24F7F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9860" y="3614836"/>
                    <a:ext cx="612511" cy="612511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DAE51F14-B8D9-369B-5F50-73815CCC3114}"/>
                      </a:ext>
                    </a:extLst>
                  </p:cNvPr>
                  <p:cNvSpPr/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6" name="Isosceles Triangle 135">
                    <a:extLst>
                      <a:ext uri="{FF2B5EF4-FFF2-40B4-BE49-F238E27FC236}">
                        <a16:creationId xmlns:a16="http://schemas.microsoft.com/office/drawing/2014/main" id="{35B1F3D4-194F-7932-CA70-04F0AC1A5E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702" y="4289248"/>
                    <a:ext cx="1084977" cy="1204653"/>
                  </a:xfrm>
                  <a:prstGeom prst="triangle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A600B445-D9B3-788B-A58E-760921800FEF}"/>
                      </a:ext>
                    </a:extLst>
                  </p:cNvPr>
                  <p:cNvSpPr/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6E235EB5-4F7E-74E6-B4C2-3E1AE8911C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2674" y="4111293"/>
                    <a:ext cx="612511" cy="612511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F8484262-121B-94EB-2B70-78233ACC386C}"/>
                      </a:ext>
                    </a:extLst>
                  </p:cNvPr>
                  <p:cNvSpPr/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9" name="Isosceles Triangle 138">
                    <a:extLst>
                      <a:ext uri="{FF2B5EF4-FFF2-40B4-BE49-F238E27FC236}">
                        <a16:creationId xmlns:a16="http://schemas.microsoft.com/office/drawing/2014/main" id="{9D516006-D536-C9F5-D25D-D09AD7CBA37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3519" y="5486122"/>
                    <a:ext cx="1075751" cy="1237660"/>
                  </a:xfrm>
                  <a:prstGeom prst="triangl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CAE7EF3-FDC8-38D8-2C77-477767449D11}"/>
                  </a:ext>
                </a:extLst>
              </p:cNvPr>
              <p:cNvCxnSpPr>
                <a:cxnSpLocks/>
                <a:stCxn id="137" idx="5"/>
                <a:endCxn id="159" idx="1"/>
              </p:cNvCxnSpPr>
              <p:nvPr/>
            </p:nvCxnSpPr>
            <p:spPr>
              <a:xfrm>
                <a:off x="6625485" y="4634104"/>
                <a:ext cx="151335" cy="18697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01C9ADC-8ADA-49A1-FFA5-F7CBA0104AED}"/>
                  </a:ext>
                </a:extLst>
              </p:cNvPr>
              <p:cNvCxnSpPr>
                <a:cxnSpLocks/>
                <a:stCxn id="137" idx="1"/>
                <a:endCxn id="135" idx="5"/>
              </p:cNvCxnSpPr>
              <p:nvPr/>
            </p:nvCxnSpPr>
            <p:spPr>
              <a:xfrm flipH="1" flipV="1">
                <a:off x="5722671" y="4137647"/>
                <a:ext cx="469703" cy="633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FA535E4-C652-3077-F3C0-0BAD31B45A75}"/>
                  </a:ext>
                </a:extLst>
              </p:cNvPr>
              <p:cNvCxnSpPr>
                <a:cxnSpLocks/>
                <a:stCxn id="139" idx="0"/>
                <a:endCxn id="159" idx="5"/>
              </p:cNvCxnSpPr>
              <p:nvPr/>
            </p:nvCxnSpPr>
            <p:spPr>
              <a:xfrm flipH="1" flipV="1">
                <a:off x="7209931" y="5254194"/>
                <a:ext cx="191464" cy="231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56AFB111-6F8A-3278-662C-AF11D3866378}"/>
                      </a:ext>
                    </a:extLst>
                  </p:cNvPr>
                  <p:cNvSpPr txBox="1"/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88B2D769-7FC5-E189-559D-256522242E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795" y="4140155"/>
                    <a:ext cx="369781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68FC47E0-7B11-0C1D-723E-9785F95233D9}"/>
                      </a:ext>
                    </a:extLst>
                  </p:cNvPr>
                  <p:cNvSpPr txBox="1"/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226F12A-73C3-A545-8A6A-1FB7371A42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7770" y="4215176"/>
                    <a:ext cx="773738" cy="369332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1118CCB9-3D00-8751-4311-7450B8A82C11}"/>
                      </a:ext>
                    </a:extLst>
                  </p:cNvPr>
                  <p:cNvSpPr txBox="1"/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1118CCB9-3D00-8751-4311-7450B8A82C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1264" y="3671644"/>
                    <a:ext cx="77373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BBEBE7EB-4DAD-9049-CA0E-1C2FE5B4366D}"/>
                      </a:ext>
                    </a:extLst>
                  </p:cNvPr>
                  <p:cNvSpPr txBox="1"/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0D538E86-780E-3019-582B-FDB16AE9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3103" y="5344545"/>
                    <a:ext cx="369781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66FFAB84-0779-3CB8-F561-09FD17D5D4E7}"/>
                  </a:ext>
                </a:extLst>
              </p:cNvPr>
              <p:cNvGrpSpPr/>
              <p:nvPr/>
            </p:nvGrpSpPr>
            <p:grpSpPr>
              <a:xfrm>
                <a:off x="5444564" y="4879593"/>
                <a:ext cx="869999" cy="1258554"/>
                <a:chOff x="7671946" y="5192984"/>
                <a:chExt cx="869999" cy="125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1131E314-B326-2ADA-5E4B-42E3EC1F3D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8" name="Isosceles Triangle 137">
                      <a:extLst>
                        <a:ext uri="{FF2B5EF4-FFF2-40B4-BE49-F238E27FC236}">
                          <a16:creationId xmlns:a16="http://schemas.microsoft.com/office/drawing/2014/main" id="{74A22E81-AB42-2FE9-9E89-350215CFD4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71946" y="5192984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576913F0-C788-DD43-ED0B-2905A1F072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C9792623-4F10-6F7E-FC1A-66157314FC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9032" y="5975392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AF345C69-43E0-AE0B-D500-0EA8C38B546A}"/>
                    </a:ext>
                  </a:extLst>
                </p:cNvPr>
                <p:cNvCxnSpPr>
                  <a:cxnSpLocks/>
                  <a:stCxn id="153" idx="0"/>
                  <a:endCxn id="138" idx="3"/>
                </p:cNvCxnSpPr>
                <p:nvPr/>
              </p:nvCxnSpPr>
              <p:spPr>
                <a:xfrm flipH="1" flipV="1">
                  <a:off x="8106946" y="5846935"/>
                  <a:ext cx="10159" cy="12845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BE746E16-3A2C-68B7-328F-745BC7B3CDD6}"/>
                  </a:ext>
                </a:extLst>
              </p:cNvPr>
              <p:cNvGrpSpPr/>
              <p:nvPr/>
            </p:nvGrpSpPr>
            <p:grpSpPr>
              <a:xfrm>
                <a:off x="6130081" y="5494218"/>
                <a:ext cx="869999" cy="1261094"/>
                <a:chOff x="6540271" y="4283732"/>
                <a:chExt cx="869999" cy="12610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3A01F83B-29C3-DAA4-BBB3-7FB4812A5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0" name="Isosceles Triangle 149">
                      <a:extLst>
                        <a:ext uri="{FF2B5EF4-FFF2-40B4-BE49-F238E27FC236}">
                          <a16:creationId xmlns:a16="http://schemas.microsoft.com/office/drawing/2014/main" id="{DA48F5F6-29AE-2B9B-C661-FC0F9D14E4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40271" y="4283732"/>
                      <a:ext cx="869999" cy="653951"/>
                    </a:xfrm>
                    <a:prstGeom prst="triangle">
                      <a:avLst/>
                    </a:prstGeom>
                    <a:blipFill>
                      <a:blip r:embed="rId43"/>
                      <a:stretch>
                        <a:fillRect b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AF1020A4-26D1-21EE-9DAA-4804F967E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FA2F515E-F9F8-11B1-7B8F-6B879A34E22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32387" y="5068680"/>
                      <a:ext cx="476146" cy="476146"/>
                    </a:xfrm>
                    <a:prstGeom prst="ellipse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563D8B29-8882-EB24-A103-FF9D90912533}"/>
                    </a:ext>
                  </a:extLst>
                </p:cNvPr>
                <p:cNvCxnSpPr>
                  <a:cxnSpLocks/>
                  <a:stCxn id="155" idx="0"/>
                  <a:endCxn id="150" idx="3"/>
                </p:cNvCxnSpPr>
                <p:nvPr/>
              </p:nvCxnSpPr>
              <p:spPr>
                <a:xfrm flipV="1">
                  <a:off x="6970460" y="4937683"/>
                  <a:ext cx="4811" cy="130997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1C541116-F6B6-1BA7-7C35-58D5DC42CEFB}"/>
                      </a:ext>
                    </a:extLst>
                  </p:cNvPr>
                  <p:cNvSpPr/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C665C09B-FCE3-FD4E-BB9E-596B4AC62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7120" y="4731383"/>
                    <a:ext cx="612511" cy="612511"/>
                  </a:xfrm>
                  <a:prstGeom prst="ellipse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16E277A5-F21B-2CE1-E935-E878CAED5E92}"/>
                      </a:ext>
                    </a:extLst>
                  </p:cNvPr>
                  <p:cNvSpPr txBox="1"/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680E6224-B30D-AB0B-1DD3-2319A98520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6964" y="4826344"/>
                    <a:ext cx="773738" cy="369332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0D24F1C-559A-8F9C-F457-4580086E7858}"/>
                  </a:ext>
                </a:extLst>
              </p:cNvPr>
              <p:cNvCxnSpPr>
                <a:cxnSpLocks/>
                <a:stCxn id="159" idx="3"/>
                <a:endCxn id="150" idx="0"/>
              </p:cNvCxnSpPr>
              <p:nvPr/>
            </p:nvCxnSpPr>
            <p:spPr>
              <a:xfrm flipH="1">
                <a:off x="6565081" y="5254194"/>
                <a:ext cx="211739" cy="240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D4E4FD7-AA57-94A6-D4D3-7602AA62EA84}"/>
                  </a:ext>
                </a:extLst>
              </p:cNvPr>
              <p:cNvCxnSpPr>
                <a:cxnSpLocks/>
                <a:stCxn id="137" idx="3"/>
                <a:endCxn id="138" idx="0"/>
              </p:cNvCxnSpPr>
              <p:nvPr/>
            </p:nvCxnSpPr>
            <p:spPr>
              <a:xfrm flipH="1">
                <a:off x="5879564" y="4634104"/>
                <a:ext cx="312810" cy="2454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9C1778F-F850-DE2A-EAD7-2C4AE68D0ACE}"/>
                  </a:ext>
                </a:extLst>
              </p:cNvPr>
              <p:cNvCxnSpPr>
                <a:cxnSpLocks/>
                <a:stCxn id="136" idx="0"/>
                <a:endCxn id="135" idx="3"/>
              </p:cNvCxnSpPr>
              <p:nvPr/>
            </p:nvCxnSpPr>
            <p:spPr>
              <a:xfrm flipV="1">
                <a:off x="4726191" y="4137647"/>
                <a:ext cx="563369" cy="1516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C21CB89-E47E-D469-DA3C-D4221FDA5110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757076" y="3429000"/>
              <a:ext cx="0" cy="17102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0378829-1B55-00FA-8C2B-0A561685D52F}"/>
                </a:ext>
              </a:extLst>
            </p:cNvPr>
            <p:cNvCxnSpPr>
              <a:cxnSpLocks/>
              <a:stCxn id="135" idx="0"/>
            </p:cNvCxnSpPr>
            <p:nvPr/>
          </p:nvCxnSpPr>
          <p:spPr>
            <a:xfrm flipV="1">
              <a:off x="5437358" y="3514512"/>
              <a:ext cx="0" cy="17185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617430-9A24-1AB1-042C-979BB69D6556}"/>
                </a:ext>
              </a:extLst>
            </p:cNvPr>
            <p:cNvCxnSpPr>
              <a:cxnSpLocks/>
              <a:stCxn id="179" idx="0"/>
            </p:cNvCxnSpPr>
            <p:nvPr/>
          </p:nvCxnSpPr>
          <p:spPr>
            <a:xfrm flipH="1" flipV="1">
              <a:off x="10132755" y="3429000"/>
              <a:ext cx="1" cy="18142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1860EAD-A8F2-0086-304C-7D0F9A88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4949" y="529061"/>
            <a:ext cx="2460916" cy="248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b=</a:t>
            </a:r>
            <a:r>
              <a:rPr lang="en-US" sz="2000" dirty="0" err="1">
                <a:latin typeface="Consolas" panose="020B0609020204030204" pitchFamily="49" charset="0"/>
              </a:rPr>
              <a:t>a.right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c=</a:t>
            </a:r>
            <a:r>
              <a:rPr lang="en-US" sz="2000" dirty="0" err="1">
                <a:latin typeface="Consolas" panose="020B0609020204030204" pitchFamily="49" charset="0"/>
              </a:rPr>
              <a:t>b.left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b.left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a.right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c.left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c.left</a:t>
            </a:r>
            <a:r>
              <a:rPr lang="en-US" sz="2000" dirty="0">
                <a:latin typeface="Consolas" panose="020B0609020204030204" pitchFamily="49" charset="0"/>
              </a:rPr>
              <a:t>=a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c.right</a:t>
            </a:r>
            <a:r>
              <a:rPr lang="en-US" sz="2000" dirty="0">
                <a:latin typeface="Consolas" panose="020B0609020204030204" pitchFamily="49" charset="0"/>
              </a:rPr>
              <a:t>=b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return 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44DBF1-6DF1-16C8-E99A-0FCC6481B6BC}"/>
                  </a:ext>
                </a:extLst>
              </p14:cNvPr>
              <p14:cNvContentPartPr/>
              <p14:nvPr/>
            </p14:nvContentPartPr>
            <p14:xfrm>
              <a:off x="1607040" y="2262600"/>
              <a:ext cx="747000" cy="1469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44DBF1-6DF1-16C8-E99A-0FCC6481B6B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597680" y="2253240"/>
                <a:ext cx="765720" cy="148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7957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5781" cy="4351338"/>
          </a:xfrm>
        </p:spPr>
        <p:txBody>
          <a:bodyPr>
            <a:normAutofit/>
          </a:bodyPr>
          <a:lstStyle/>
          <a:p>
            <a:r>
              <a:rPr lang="en-US" dirty="0"/>
              <a:t>After a BST insertion, update the heights of the node’s ancestors</a:t>
            </a:r>
          </a:p>
          <a:p>
            <a:r>
              <a:rPr lang="en-US" dirty="0"/>
              <a:t>From leaf to root, check if each node is 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inserted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right</a:t>
            </a:r>
          </a:p>
          <a:p>
            <a:pPr lvl="1"/>
            <a:r>
              <a:rPr lang="en-US" dirty="0"/>
              <a:t>Case RR: If we inserted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left</a:t>
            </a:r>
          </a:p>
          <a:p>
            <a:pPr lvl="1"/>
            <a:r>
              <a:rPr lang="en-US" dirty="0"/>
              <a:t>Case LR: If we inserted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rotate left at the left child and then rotate right at the root</a:t>
            </a:r>
          </a:p>
          <a:p>
            <a:pPr lvl="1"/>
            <a:r>
              <a:rPr lang="en-US" dirty="0"/>
              <a:t>Case RL: If we inserted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rotate right at the right child and then rotate left at the root</a:t>
            </a:r>
          </a:p>
          <a:p>
            <a:r>
              <a:rPr lang="en-US" dirty="0"/>
              <a:t>Done after either reaching the root or applying </a:t>
            </a:r>
            <a:r>
              <a:rPr lang="en-US" b="1" dirty="0"/>
              <a:t>one</a:t>
            </a:r>
            <a:r>
              <a:rPr lang="en-US" dirty="0"/>
              <a:t> of the above cases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D457C9-72DC-EFE3-8F2A-FD0D014F08CC}"/>
                  </a:ext>
                </a:extLst>
              </p14:cNvPr>
              <p14:cNvContentPartPr/>
              <p14:nvPr/>
            </p14:nvContentPartPr>
            <p14:xfrm>
              <a:off x="789480" y="2014560"/>
              <a:ext cx="9630000" cy="418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D457C9-72DC-EFE3-8F2A-FD0D014F0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0120" y="2005200"/>
                <a:ext cx="9648720" cy="42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32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72741-40D7-54BD-E36C-7FFBE60A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5494-8125-BCDC-7E39-DEEB5D45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(for AVL)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4B70-30E8-91B4-8A1D-D48D1300C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if(</a:t>
            </a:r>
            <a:r>
              <a:rPr lang="en-US" dirty="0" err="1">
                <a:solidFill>
                  <a:srgbClr val="C00000"/>
                </a:solidFill>
              </a:rPr>
              <a:t>isUnbalanced</a:t>
            </a:r>
            <a:r>
              <a:rPr lang="en-US" dirty="0">
                <a:solidFill>
                  <a:srgbClr val="C00000"/>
                </a:solidFill>
              </a:rPr>
              <a:t>(root))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root=rotate(root);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5175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48D2-3237-9162-34D2-68F2C73F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4FF-B4BB-916D-E680-D5F940C43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Tldr</a:t>
            </a:r>
            <a:r>
              <a:rPr lang="en-US" dirty="0"/>
              <a:t>: same cases, reverse direction of rotation, may need to repeat with ancestors</a:t>
            </a:r>
          </a:p>
          <a:p>
            <a:r>
              <a:rPr lang="en-US" dirty="0"/>
              <a:t>After a BST deletion, update the heights of the node’s ancestors</a:t>
            </a:r>
          </a:p>
          <a:p>
            <a:r>
              <a:rPr lang="en-US" dirty="0"/>
              <a:t>From leaf to root, check if each node is unbalanced</a:t>
            </a:r>
          </a:p>
          <a:p>
            <a:r>
              <a:rPr lang="en-US" dirty="0"/>
              <a:t>If a node is unbalanced then at the deepest unbalanced node:</a:t>
            </a:r>
          </a:p>
          <a:p>
            <a:pPr lvl="1"/>
            <a:r>
              <a:rPr lang="en-US" dirty="0"/>
              <a:t>Case LL: If we deleted in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/>
              <a:t>Case RR: If we deleted in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</a:p>
          <a:p>
            <a:pPr lvl="1"/>
            <a:r>
              <a:rPr lang="en-US" dirty="0"/>
              <a:t>Case LR: If we deleted into the </a:t>
            </a:r>
            <a:r>
              <a:rPr lang="en-US" b="1" dirty="0"/>
              <a:t>right</a:t>
            </a:r>
            <a:r>
              <a:rPr lang="en-US" dirty="0"/>
              <a:t> subtree of the </a:t>
            </a:r>
            <a:r>
              <a:rPr lang="en-US" b="1" dirty="0"/>
              <a:t>left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at the left child and then </a:t>
            </a:r>
            <a:r>
              <a:rPr lang="en-US" dirty="0">
                <a:solidFill>
                  <a:srgbClr val="FF0000"/>
                </a:solidFill>
              </a:rPr>
              <a:t>rotate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at the root</a:t>
            </a:r>
          </a:p>
          <a:p>
            <a:pPr lvl="1"/>
            <a:r>
              <a:rPr lang="en-US" dirty="0"/>
              <a:t>Case RL: If we deleted into the </a:t>
            </a:r>
            <a:r>
              <a:rPr lang="en-US" b="1" dirty="0"/>
              <a:t>left</a:t>
            </a:r>
            <a:r>
              <a:rPr lang="en-US" dirty="0"/>
              <a:t> subtree of the </a:t>
            </a:r>
            <a:r>
              <a:rPr lang="en-US" b="1" dirty="0"/>
              <a:t>right</a:t>
            </a:r>
            <a:r>
              <a:rPr lang="en-US" dirty="0"/>
              <a:t> child then: </a:t>
            </a:r>
            <a:r>
              <a:rPr lang="en-US" dirty="0">
                <a:solidFill>
                  <a:srgbClr val="FF0000"/>
                </a:solidFill>
              </a:rPr>
              <a:t>rotate left</a:t>
            </a:r>
            <a:r>
              <a:rPr lang="en-US" dirty="0"/>
              <a:t> at the right child and then </a:t>
            </a:r>
            <a:r>
              <a:rPr lang="en-US" dirty="0">
                <a:solidFill>
                  <a:srgbClr val="FF0000"/>
                </a:solidFill>
              </a:rPr>
              <a:t>rotate right</a:t>
            </a:r>
            <a:r>
              <a:rPr lang="en-US" dirty="0"/>
              <a:t> at the root</a:t>
            </a:r>
          </a:p>
          <a:p>
            <a:r>
              <a:rPr lang="en-US" dirty="0">
                <a:solidFill>
                  <a:srgbClr val="FF0000"/>
                </a:solidFill>
              </a:rPr>
              <a:t>Continue checking until reach the root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26D723-0030-9852-03DE-408F203CB296}"/>
                  </a:ext>
                </a:extLst>
              </p14:cNvPr>
              <p14:cNvContentPartPr/>
              <p14:nvPr/>
            </p14:nvContentPartPr>
            <p14:xfrm>
              <a:off x="882000" y="5523120"/>
              <a:ext cx="5656680" cy="502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26D723-0030-9852-03DE-408F203CB2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640" y="5513760"/>
                <a:ext cx="5675400" cy="52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968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437E7C-9206-C19B-F0D3-356B238C23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437E7C-9206-C19B-F0D3-356B238C2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6650C-7AC8-A2D8-2065-62AC5FB11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get poor running times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minimum count of nodes in 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must have </a:t>
                </a:r>
                <a:r>
                  <a:rPr lang="en-US" dirty="0">
                    <a:solidFill>
                      <a:srgbClr val="C00000"/>
                    </a:solidFill>
                  </a:rPr>
                  <a:t>one subtree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means the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other subtree has height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6650C-7AC8-A2D8-2065-62AC5FB11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051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3F498-0DAF-8083-E2C8-37515064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9085-35F4-542F-A54F-82C4D836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to Fibonacci Sequence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F87FB2-C4DA-6B29-0771-9E21EC5B0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Fibonacci Sequence</a:t>
                </a:r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large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being the golden ratio.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&gt;1.6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means that an AVL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has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nodes</a:t>
                </a:r>
              </a:p>
              <a:p>
                <a:r>
                  <a:rPr lang="en-US" dirty="0"/>
                  <a:t>So a tree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has height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All operations run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maximum number of nodes for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so they are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F87FB2-C4DA-6B29-0771-9E21EC5B0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16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18865</TotalTime>
  <Words>2565</Words>
  <Application>Microsoft Office PowerPoint</Application>
  <PresentationFormat>Widescreen</PresentationFormat>
  <Paragraphs>708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 Light</vt:lpstr>
      <vt:lpstr>Consolas</vt:lpstr>
      <vt:lpstr>Cambria Math</vt:lpstr>
      <vt:lpstr>Calibri</vt:lpstr>
      <vt:lpstr>Arial</vt:lpstr>
      <vt:lpstr>Office Theme</vt:lpstr>
      <vt:lpstr>CSE 332 Winter 2026 Lecture 9: AVL Trees pt. 2</vt:lpstr>
      <vt:lpstr>Dictionary (Map) ADT</vt:lpstr>
      <vt:lpstr>Naïve attempts</vt:lpstr>
      <vt:lpstr>Binary Search Tree</vt:lpstr>
      <vt:lpstr>Improving the worst case</vt:lpstr>
      <vt:lpstr>AVL Tree</vt:lpstr>
      <vt:lpstr>Find Operation (Same as BST)</vt:lpstr>
      <vt:lpstr>Inserting into an AVL Tree</vt:lpstr>
      <vt:lpstr>Insert Operation (for BST)</vt:lpstr>
      <vt:lpstr>Insert Example</vt:lpstr>
      <vt:lpstr>Insert Example</vt:lpstr>
      <vt:lpstr>Insert Example</vt:lpstr>
      <vt:lpstr>Insert Example</vt:lpstr>
      <vt:lpstr>Right Rotation</vt:lpstr>
      <vt:lpstr>Balanced!</vt:lpstr>
      <vt:lpstr>Right Rotation</vt:lpstr>
      <vt:lpstr>Right Rotation - Implementation</vt:lpstr>
      <vt:lpstr>Insert Example</vt:lpstr>
      <vt:lpstr>Not Balanced! Multiple Problem Nodes</vt:lpstr>
      <vt:lpstr>Left Rotation</vt:lpstr>
      <vt:lpstr>Balanced!</vt:lpstr>
      <vt:lpstr>Left Rotation</vt:lpstr>
      <vt:lpstr>Left Rotation (Implementation)</vt:lpstr>
      <vt:lpstr>Insertion Story So Far</vt:lpstr>
      <vt:lpstr>Insertion Story So Far</vt:lpstr>
      <vt:lpstr>Case LR </vt:lpstr>
      <vt:lpstr>Case LR in General</vt:lpstr>
      <vt:lpstr>Case LR Implementation</vt:lpstr>
      <vt:lpstr>Case RL in General</vt:lpstr>
      <vt:lpstr>Case RL Implementation</vt:lpstr>
      <vt:lpstr>Insert Summary</vt:lpstr>
      <vt:lpstr>Insert Operation (for AVL)</vt:lpstr>
      <vt:lpstr>Delete Summary</vt:lpstr>
      <vt:lpstr>Why is this Θ(log⁡n) time?</vt:lpstr>
      <vt:lpstr>Comparing to Fibonacci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101</cp:revision>
  <dcterms:created xsi:type="dcterms:W3CDTF">2023-09-26T20:08:20Z</dcterms:created>
  <dcterms:modified xsi:type="dcterms:W3CDTF">2026-01-26T21:43:45Z</dcterms:modified>
</cp:coreProperties>
</file>