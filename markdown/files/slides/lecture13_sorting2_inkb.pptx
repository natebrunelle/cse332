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80" r:id="rId3"/>
    <p:sldId id="552" r:id="rId4"/>
    <p:sldId id="500" r:id="rId5"/>
    <p:sldId id="553" r:id="rId6"/>
    <p:sldId id="523" r:id="rId7"/>
    <p:sldId id="554" r:id="rId8"/>
    <p:sldId id="535" r:id="rId9"/>
    <p:sldId id="368" r:id="rId10"/>
    <p:sldId id="360" r:id="rId11"/>
    <p:sldId id="536" r:id="rId12"/>
    <p:sldId id="537" r:id="rId13"/>
    <p:sldId id="538" r:id="rId14"/>
    <p:sldId id="386" r:id="rId15"/>
    <p:sldId id="539" r:id="rId16"/>
    <p:sldId id="384" r:id="rId17"/>
    <p:sldId id="385" r:id="rId18"/>
    <p:sldId id="556" r:id="rId19"/>
    <p:sldId id="421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46" r:id="rId33"/>
    <p:sldId id="557" r:id="rId34"/>
    <p:sldId id="542" r:id="rId35"/>
    <p:sldId id="555" r:id="rId36"/>
    <p:sldId id="543" r:id="rId37"/>
    <p:sldId id="545" r:id="rId38"/>
    <p:sldId id="548" r:id="rId39"/>
    <p:sldId id="546" r:id="rId40"/>
    <p:sldId id="549" r:id="rId41"/>
    <p:sldId id="550" r:id="rId42"/>
    <p:sldId id="551" r:id="rId43"/>
    <p:sldId id="547" r:id="rId44"/>
  </p:sldIdLst>
  <p:sldSz cx="12192000" cy="6858000"/>
  <p:notesSz cx="6858000" cy="9144000"/>
  <p:embeddedFontLst>
    <p:embeddedFont>
      <p:font typeface="Cambria Math" panose="02040503050406030204" pitchFamily="18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01" autoAdjust="0"/>
  </p:normalViewPr>
  <p:slideViewPr>
    <p:cSldViewPr snapToGrid="0">
      <p:cViewPr varScale="1">
        <p:scale>
          <a:sx n="64" d="100"/>
          <a:sy n="64" d="100"/>
        </p:scale>
        <p:origin x="6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34:13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1195 6021 0,'0'0'0,"0"0"0,0 0 0,0 0 16,0 0-1,0 0-15,0-8 16,17-9-16,26-17 15,16-9 1,35-16 0,-17 8-16,-9 17 15,-25 0 1,-17 17-16,-1-1 0,1 1 31,-9 0-15,-9 0-16,1 0 15,0 0 1,-9 9-16,-9-9 16,0 8-16,1 1 15,8-1 1,0 9 0,0 0-16,0 0 15,0 0-15,8-8 16,35-1-1,34 9-15,8 0 16,1 0 0,-10 9-16,-24-1 15,-18 1 1,-9-1 0,-8-8-16,-8 0 15,0 17 1,-35 34-16,-34 18 15,9-1-15,0-26 16,34-16 0</inkml:trace>
  <inkml:trace contextRef="#ctx0" brushRef="#br0" timeOffset="10608.21">2834 5936 0,'0'0'0,"0"0"0,0 0 0,0 0 16,-9-8 0,1-1-1,-27-16 1,-7-1-16,-1 1 15,0 8-15,-8 0 16,-17 8 0,8 9-1,9 26-15,-17 33 16,-52 35-16,-33 16 0,25-25 16,59-17-1,27-8 1,7 8-1,1 0 1,9-9-16,8-8 16,17 0-16,0-8 15,0-17 1,34 8 0,8 8-16,10 1 15,-10-18 1,1 1-16,0-1 0,-18 9 31,-8 0-31,0 17 0,-34 9 16,0 16-1,-34 9 1,0-17 0,8-17-16,9-8 15,17-9 1,8-9-16,-8-8 15,9-8 1,8-1-16,0-8 16,0 0-1,25-8-15,52-18 16,0-8 0,8 17-16,-33 17 15,-10 9 1,-16 8-16,-9 17 15,-17 17 1,-34 59-16,-60 52 16,-26 17-1,35-43-15,42-9 16,1 18-16,8-9 16,25-25-1,60-9-15,129 8 16,152-50-1,44-43 1</inkml:trace>
  <inkml:trace contextRef="#ctx0" brushRef="#br0" timeOffset="49942.74">2560 9253 0,'0'0'0,"-8"8"0,-18 26 15,-25 17 1,0 0-16,-9 17 16,-34 52-1,-51 24-15,-8 9 16,25-8 0,-9 25-16,0 17 15,18-25 1,17-9-16,42-9 15,34 1 1,52-9-16,16-9 16,35 9-1,26 18-15,-1-27 16,-25-33 0,42 42-16,27 17 15,-18 0 1,-43-26-16,-34 10 15,-8 16 1,-18 8-16,-16 9 16,-18 26-1,-16-9-15,-52-25 16,-51 8 0,0-34-16,60-51 15,16-26 1,-24-16-16,7-9 15,18-9 1,8-16-16,9-1 16,26 1-1,-18-1-15,26 1 16,0 16 0,34 35-16,35 59 15,-10 60 1,-16 59-16,-17 42 15,-18 44 1,1 16-16,-9-68 16,0-85-1,136-8-15,52-60 16,-128-102 0</inkml:trace>
  <inkml:trace contextRef="#ctx0" brushRef="#br0" timeOffset="124368.47">3371 12833 0,'0'0'0,"0"0"0,0 17 16,0-8-16</inkml:trace>
  <inkml:trace contextRef="#ctx0" brushRef="#br0" timeOffset="126169.51">1366 12961 0,'0'0'0,"8"0"0,69-9 15,0 1-15,-9-1 16,26 9 0,-17 0-16,0 0 15,8 0 1,-8-8-1,-9 8-15,-25 0 16,-18-9 0,1 1-16,-9-1 15,-9 9 1</inkml:trace>
  <inkml:trace contextRef="#ctx0" brushRef="#br0" timeOffset="126461.61">1750 12808 0,'0'0'0,"0"0"0,0 0 16,0 0-16,17 0 15,8 8 1,52-8-16,43 0 16,-9-8-1,-18-1-15,27 1 16,-9-1-1,-26 9-15,-25 0 16,-26 0-16,-8 0 16,-18 0-1,-8 0-15,-25 17 16,-69 51 0,-9 9-16,10-1 15,33-25 1</inkml:trace>
  <inkml:trace contextRef="#ctx0" brushRef="#br0" timeOffset="142311.19">4131 13896 0,'0'0'0,"0"0"0,-17-8 15,-17-18 1,-9-25-16,9-8 16,8-1-1,9 26-15,0 17 16,0 0 0,0 0-16,0 17 15,8-8 1,1 8-16,-1 0 15,1 0 1,-1 0-16,-8 0 16,-8 8-1,-1 9-15,-8 0 16,-9 0-16,0 0 31,1 17-31,-1-8 16,18-1-1,7 1-15,1-18 16,17 9 0,0 0-16,17-8 15,35 8 1,24 0-16,10-9 16,8 9-16,25-8 15,9 8 1,-8 8-16,8-8 15,8 17 1,18 0-16,8 0 16,26-8-1,25 8 1,1-9-16,16 1 16,-25-9-1,0 0-15,25 17 16,-25-9-1,0 10-15,-9-10 16,-17 1 0,1-1-16,-10-8 15,-8 0-15,-8 0 16,-17-17 0,-26 9-1,-26-18-15,-25 1 16,-18-1-1,-7 1-15,-10-9 16,1-9-16,-18 1 16,1-18-1,-9-17-15,0 1 16,0-35 0,0 35-16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42:05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19084 7637 0,'0'0'16,"0"0"-16</inkml:trace>
  <inkml:trace contextRef="#ctx0" brushRef="#br0" timeOffset="30.62">19084 7637 0,'0'0'0,"0"0"16,0 0-16,0 0 15</inkml:trace>
  <inkml:trace contextRef="#ctx0" brushRef="#br0" timeOffset="1128.57">19332 7076 0,'0'0'0,"0"0"0,0 0 0,0 0 16,-9 25-1,-8 35 1,0 25-16,0 0 15,8-26 1,9-8-16,-8-8 16,-1-18-1,1 9-15,8-8 16,0-1 0,0 1-1,0-9-15,0 0 16,8-8-16,9-1 15,18 1 1,16-9-16,26 8 16,-26-8-1,0-8 1,26-1-16,0 1 16,-1 8-1,1 0-15,9 0 16,-18 8-16,-25-8 15,-1 9 1,18-1 0,0 1-16,-18-1 15,-8 1 1,-8-1-16,0-8 16,8-8-16,0-1 15,17-8 1,9-8-16,0-18 15,-18-25 1,-16 25-16</inkml:trace>
  <inkml:trace contextRef="#ctx0" brushRef="#br0" timeOffset="27058.02">1733 8930 0,'0'0'0,"0"0"0,0 0 16,0 0-1,0 0-15,0 0 0,0 0 16,0 0 0,0 0-1,0-9-15,0-8 16,34-17-1,51-8-15,52 16 16,-35 9 0,26 17-1,68 0 1,-42 9-16,-52-9 16,18 0-16,16-9 0,-16 9 31,-26-8-31,-34-1 15,-26 1-15,-9-1 16,-8 1 0,-8-1-1,-1-16-15,-8-1 16,-17-16 0,-8-9-16,-9 16 15,8 10 1,9 8-16,0 0 15,0 8-15,8 1 16,1 8 0,8 0-1,0-9-15,25 1 16,18-1-16,0 1 16,34 16-1,25 18 1,9 8-16,-17 17 15,-34 0 1,-26-8-16,-17 8 16,-43 8-16,-42 26 31,-35-8-31,61-35 16</inkml:trace>
  <inkml:trace contextRef="#ctx0" brushRef="#br0" timeOffset="37598.01">1750 10877 0,'0'0'16,"0"0"-16,0 0 0,0 0 15,0 0 1,0 0 0,0 0-16,0 0 15,0 9-15,17-1 16,51 9 0,60 0-1,-17-17-15,8-8 16,44-18-1,7 1-15,-33-9 16,-26 8 0,17-16-16,-34 8 15,-26 0 1,-34 8-16,-25 9 16,-1 9-1,-16 8-15,-9-9 16,-26 1-1,-8-9-15,17 0 16,8 8-16,0 1 16,1-1-1,8 1-15,0-1 16,0 9 0,17 0-16,0 0 15,0 0-15,0 0 31,17 9-31,17 8 16,8 8 0,1 1-16,-17-1 15,-1-8 1,-16 9-16,-26 25 16,-51 59-16,-52 52 15,-25-18-15,77-84 16</inkml:trace>
  <inkml:trace contextRef="#ctx0" brushRef="#br0" timeOffset="59166">1434 13488 0,'0'0'0,"0"0"16,0 0-16,0 0 16,0 0-1,0 0-15,0 0 16,0 0-16,0 0 15,0 0 1,0 0-16,0 0 31,0 0-31,17 9 16,17-1 0,17 1-16,1-1 15,-10-16-15,44-1 16,24 1-1,19-18 1,-19 9-16,-41 0 16,16 17-16,43 0 15,26 9-15,-43 8 32,-34 0-32,25 0 15,52 0 1,-26-9-16,-35-16 15,-41-1 1,-18-16-16,0-43 16,-17 25-1</inkml:trace>
  <inkml:trace contextRef="#ctx0" brushRef="#br0" timeOffset="59465.15">3371 13037 0,'0'0'0,"0"0"0,0 0 16,0 0-16,0 0 15,0 0 1,0 0-16,0 0 16,0 0-1,0 0-15,0 0 16,0 0 0,0 17-16,0 0 15,0 17 1,0 17-16,0 9 15,-8-1 1,-1 1 0,1-17-16,-1-1 15,-16 1-15,-1 8 16,-25 8 0,17-16-16</inkml:trace>
  <inkml:trace contextRef="#ctx0" brushRef="#br0" timeOffset="83095.75">1289 15512 0,'0'0'0,"0"0"0,0 0 0,0 0 31,0 0-31,0 0 16,8 0-16,35-8 16,34-1-1,34 1 1,-26-9-16,43 8 16,26-8-1,-18 9-15,-50 8 16,-10 0-1,1 8-15,-8-8 16,-27 0-16,-16 0 16,-9-8-16,-9-1 15,1-25 1,-18-17-16,-16-8 31,8 33-31</inkml:trace>
  <inkml:trace contextRef="#ctx0" brushRef="#br0" timeOffset="83328.5">2253 14815 0,'0'0'0,"0"0"16,0 0-16,0 0 15,0 0 1,34 8-16,43 26 16,60 26-1,-9-9-15,-17 8 16,8 9-16,-25-8 0,-26-18 15,-16-8 1,-27-8 0,-16-9-1,-9 0 1,-43 17-16,-68 26 16,-94 33-1,-111 69-15</inkml:trace>
  <inkml:trace contextRef="#ctx0" brushRef="#br0" timeOffset="106623.48">2364 3198 0,'0'0'0,"0"0"0,0 0 15,0 0-15,0 0 16,0 0-1,-8 0-15,-1 17 16,1 17 0,-9 25-16,8 18 15,0 16-15,9 9 16,0-8 0,9-26-16,8-17 15,0-8 1,26-1-1,17-16-15,42-18 16,9-8 0,17-8-16,60-9 15,-18 0 1,-7-9-16,67 9 16,-8 0-1,34 0-15,0 8 16,43 1-16,-9 16 15,-8 27 1,25 16 0,-26 8-16,44 9 15,-61 0-15,-50-8 16,33-9 0,-76-26-16,-52-25 15,44 0 1,-1-8-16,-60-9 15,-42 8 1,-17 9 0,-1-8-16,-8-1 15,1 1 1,-10-18-16,-8-8 16,-8-34-1,-9-8-15,-17-26 16,-9-18-1,18 61-15</inkml:trace>
  <inkml:trace contextRef="#ctx0" brushRef="#br0" timeOffset="113531.9">20689 8368 0,'0'0'0,"-17"-8"0,-9-1 16,-17 1-1,9-1-15,0 9 0,8-8 31,9-1-31,0 1 16,17-1 0,17-8-16,26-17 15,77-8 1,110-9-16,-25 25 16,-34 26-1,50 26-15,1 33 16,-8 9-1,-52 0-15,-26 26 16,18 33 0,-17 18-16,-43 0 15,-9 33 1,-34 18-16,-34 16 16,-34 27-1,-34-1-15,-17 25 16,-9-16-1,-9 0-15,18-1 16,43-16 0,16-9-16,18-25 15,33-18 1,27 1-16,33-35 16,0-25-1,-16-51-15,16 0 16,1-17-1,-18-16-15,-25-10 16,-26-16 0,-9-1-16,-16 1 15,-9-9 1,-17 8-16,-34 26 16,-43 26-1,-26 25-15,-8 8 16,34 18-1,35 33-15,33 35 16,77 42 0,60 34-16,51 17 15,69 51 1,-69-33-16,-85-27 16,-9 137-1,-51-34-15,-43-35 16,-33 120-16,-138-85 15,-118-94 1,-1-51-16,-154-59 16,69-26-1</inkml:trace>
  <inkml:trace contextRef="#ctx0" brushRef="#br0" timeOffset="119596.48">7639 6021 0,'0'0'16,"-17"0"-16,-17 0 0,-18-8 16,-33-18-16,8-8 31,26 9-31,17 8 16,8 8-16,-16-16 15,-69-1 1,-69 1-1,61 16-15,76 18 0,-25-1 32,-43 9-32,-26-8 0,18-18 15,42-8 1,34 0 0,18 0-16,16 9 15</inkml:trace>
  <inkml:trace contextRef="#ctx0" brushRef="#br0" timeOffset="119835.88">6350 5698 0,'0'0'0,"0"0"16,0 0-16,0 0 0,0 0 31,0 0-31,0 0 16,0 0-1,0 0-15,-9 8 16,-33 27 0,-26 24-16,8 9 15,-9 0 1,-7-8-16,24-26 16,35-9-1,26-16-15,-1-9 16</inkml:trace>
  <inkml:trace contextRef="#ctx0" brushRef="#br0" timeOffset="128318.55">24504 4584 0,'0'0'0,"60"0"0,102 17 16,-17-9-16,77 1 16,17 8-16,25 25 15,26 1 1,86 34 0,34 16-16</inkml:trace>
  <inkml:trace contextRef="#ctx0" brushRef="#br0" timeOffset="129084.12">24444 5460 0,'0'0'0,"51"0"0,154 8 15,230-16 1,60-18-16,-102 1 16,-9-1-16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45:12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25050 6472 0,'0'0'0,"-8"-9"15,-18-16-15,-34-9 16,-59-9 0,-1 1-16,60 16 0,1 18 31,-61-1-31,-68 18 15,43 16 1,51 26-16,-68 26 16,-25 33-1,50 18-15,69 25 16,25-8 0,26-1-16,8-16 15,69-1 1,102-25-16,-8-59 15,59-69 1,18-33-16,-69-26 16,60-26-1,-34-8-15,-86-17 16,-51 9 0,-25-1-16,-9 9 15,-51-9 1,-94 9-16,-9 43 15,95 59 1</inkml:trace>
  <inkml:trace contextRef="#ctx0" brushRef="#br0" timeOffset="703.42">29369 6098 0,'0'0'0,"-9"0"0,-42 17 16,-103 34-1,26-9 1,34 1 0,-76 33-16,-9 9 15,25 0 1,26 9-16,17 8 0,43 0 15,42 17 17,69 26-32,42 8 15,94 8 1,18-42-16,7-42 16,52-17-1,-34-35-15,26-25 16,-69-17-1,-51-26-15,17-33 16,-34-26 0,-51-34-16,-77-43 15,-103-84 1,-144-44-16,-103 35 16,42 60-16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45:22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6438 0,'0'0'0,"0"0"16,0 0-1,0 0-15,0 0 16,0 0-1,0 0-15,0 0 16,0-9 0,42-8-16,61-25 15,33-9 1,-16 8-16,25-8 16,34 17-16,-51 17 31,-8 0-31,16 9 15,-8-9-15,-25 8 16,-35 1 0,-17-9-1,-25 0-15,-1-9 16,-16 1 0,-18-1-16,-16 1 15,-18 8 1,-17 0-16,9-9 15,0 9-15,17 0 16,17 17 0,8 0-1,9 0-15,0 0 16,9 0-16,25 17 16,51 9-1,1 8 1,-1 0-16,17 8 15,-16-8 1,-35-8-16,-17-9 16,-17 0-16,-17 8 0,-51 35 31,-120 67-15,-136 60-16</inkml:trace>
  <inkml:trace contextRef="#ctx0" brushRef="#br0" timeOffset="5716.44">1750 8207 0,'0'0'0,"0"0"0,0 0 15,0 0-15,0 0 16,0 0-1,34 0-15,34 0 16,35 0 0,7 0-16,-41-9 15,25-8 1,17 0 0,0 9-16,-1-9 15,-24 8-15,-35-8 16,-25 0-16,-1-8 31,-8-1-31,-8 1 16,-1 16-16</inkml:trace>
  <inkml:trace contextRef="#ctx0" brushRef="#br0" timeOffset="5968.58">2492 7960 0,'0'0'0,"0"0"16,0 0-1,0 0 1,9 0-16,33 17 16,35-8-1,17-1-15,51 1 16,43-1-16,-60 1 16,-68-9-1,-18 8 1,1 1-16,-17-1 15,-18 1 1,-8 16-16,-51 43 16,-120 51-1,-127 68-15</inkml:trace>
  <inkml:trace contextRef="#ctx0" brushRef="#br0" timeOffset="14169.86">1750 10852 0,'0'0'0,"0"0"0,0 0 15,0 0 1,0 0-16,17-9 16,34 9-16,60 0 15,8 9 1,1-18-1,34 9 1,16 0 0,-33-8-16,-43-1 15,17 1 1,-18 8-16,-7-9 0,-9 1 31,-26-1-31,-26 1 16,-16-1-1,-18 1-15,1-18 0,-26 1 32,-34-9-32,8 0 15,26 17-15,-1 0 0,10 0 16,8 8 15,8 9-31,9 0 16,9 0-1,33 0-15,52 26 16,17 8 0,-34-9-16,-34 9 15,-1 9 1,-16 8-16,-9 8 16,-25 60-1,-52 26-15,-17-43 16,26-43-1,25-42-15</inkml:trace>
  <inkml:trace contextRef="#ctx0" brushRef="#br0" timeOffset="26575.15">1528 13029 0,'0'0'0,"0"0"0,0 0 0,17 17 16,17 8-16,9 18 31,-9-9-31,60 8 16,85 1-16,-34-26 15,-34-9 1,68-8-16,0-17 16,-76 9-1,-35-1-15,43 1 16,26-18-1,-18 1-15,-25-18 16,-60 26 0</inkml:trace>
  <inkml:trace contextRef="#ctx0" brushRef="#br0" timeOffset="26918.08">2834 12629 0,'0'0'0,"0"0"16,0 0-16,25 0 16,43-8-16,9-1 15,0 9 1,-17 0-1,-9 9-15,-17-1 16,-8 9-16,-1 0 16,-8 17-1,9 26 1,-26 50-16,-85 86 16,-77 25-16,34-76 15,76-86 1,27-33-1,25-18-15</inkml:trace>
  <inkml:trace contextRef="#ctx0" brushRef="#br0" timeOffset="47736.52">24043 13037 0,'0'0'0,"0"0"0,-9 0 16,1 9-16,-1-1 15,1 9 1,-1 0-16,-16 0 15,-52-8 1,-85-18 0,34 1-16,76-1 15,-7 1 1,16-1-16</inkml:trace>
  <inkml:trace contextRef="#ctx0" brushRef="#br0" timeOffset="48041.31">23181 13063 0,'0'0'0,"0"0"0,0 0 16,0 0 0,0 0-16,0 0 15,-17 8 1,-34 35-16,-26 25 16,26 8-1,16-16 1,10-26-16,8-8 15,8-18-15,9 1 16,0-1 0,9-8-16,33 9 15,18-1 1,-17-8-16,-18 0 16,-16 0-1,-9 9 1</inkml:trace>
  <inkml:trace contextRef="#ctx0" brushRef="#br0" timeOffset="56053.97">2108 15997 0,'0'0'0,"0"-9"0,9-16 16,-1-1-1,1 1 1,-1 8-16,-8 8 16,0 9-1,0-8-15,0-1 0,26 1 32,-18-1-32,44-16 15,42-1 1,16 1-1,1-1-15,-17 1 16,-34-1-16,-9 1 16,-8 8-1,-9-9-15,-8 9 16,-9-8 0,-9-1-16,-16-16 15,-1 8 1,-8-9-1,-26 1-15,-16-9 16,8 17-16,-1 0 16,1 17-1,17 0-15,17 8 16,0 9 0,8 0-1,9 0-15,0 0 16,17 9-1,35 16-15,16 9 16,0 9 0,17 16-16,1 1 15,-9-18-15,-18 1 16,-16-18 0,-17 1-16,-18-9 15,1-9 1,-1 9-16,-16 17 15,-1-17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47:03.6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13579 4312 0,'0'0'0,"-8"0"0,-1 0 0,9 0 15,0 0 1,0 0 0,0 0-16,0 0 15,0 0 1,0 0-16,0 0 16,0 25-16,17 35 31,17 59-31,-17 42 15,-8-24-15,-1-1 16,1 17 0,-9-43-16,0-42 15,0-25-15,0-18 32,0 1-32,0-18 15</inkml:trace>
  <inkml:trace contextRef="#ctx0" brushRef="#br0" timeOffset="437.97">13076 4414 0,'0'0'0,"0"-9"16,0-8-16,0-8 15,0 8 1,0 0-16,8 0 16,9 0-1,43 0-15,42-9 16,35 1 0,8-9-16,0 8 15,-17 1 1,-17 8-16,-26 0 15,-50 8 1</inkml:trace>
  <inkml:trace contextRef="#ctx0" brushRef="#br0" timeOffset="996.83">15201 3733 0,'0'0'0,"-9"0"0,-8 17 16,-26 0-16,-8 17 16,-26 18-1,-16 16-15,-10 25 16,18 18 0,17-1-16,16 18 15,27 33 1,16-8-16,35-16 15,25-10-15,17 18 0,18-26 32,-1-43-17,26-25-15,-17-17 16,-60-25 0</inkml:trace>
  <inkml:trace contextRef="#ctx0" brushRef="#br0" timeOffset="2020.04">15841 4388 0,'0'0'16,"0"0"-16,0 9 0,-9 25 15,9 8-15,0 1 16,0-1-1,0 1-15,0-9 16,0-9 0,0-8-1,0-8-15,0-1 16,0 1 0,0-9-16,0-9 15,9-8 1,8-25-1,17-9-15,0 0 16,9 0 0,8 0-16,17 8 15,9 1 1,0 8-16,0 17 16,-9 0-1,0 17-15,-8 8 16,0 26-16,0 34 15,-18 26 1,-16 25 0,-18-9-16,-8-16 15,0-26 1,0-25-16,0-18 16,17-16-16,9-1 15,-9-8 1</inkml:trace>
  <inkml:trace contextRef="#ctx0" brushRef="#br0" timeOffset="2383.55">17591 3980 0,'0'0'0,"17"34"16,17 34 0,0 34-16,0 43 15,-25 8 1,-27 25-16,-24 10 15,-26-1 1,16-26 0,18-50-16,9-26 15,16-34 1,9-34-16</inkml:trace>
  <inkml:trace contextRef="#ctx0" brushRef="#br0" timeOffset="2862.87">18589 4099 0,'0'0'0,"0"0"16,0 0-16,9 0 16,8 17-1,25 0-15,18 9 16,17-9-1,8-9-15,-16 1 16,7-9 0,1 8-16,-26-8 15,-16 0 1,-18 0-16,-9 9 16</inkml:trace>
  <inkml:trace contextRef="#ctx0" brushRef="#br0" timeOffset="3114.86">18802 4865 0,'9'0'0,"34"0"16,51 8-16,34-8 15,17-8 1,-9-9-16,-67 8 16</inkml:trace>
  <inkml:trace contextRef="#ctx0" brushRef="#br0" timeOffset="5650.11">20714 3946 0,'0'0'0,"0"0"0,0 0 16,-8 0-16,-26 0 16,-43 9-16,-60 16 15,18 18 1,8 25-1,-34 17 1,42-17 0,26-17-16,35 0 15,33 0 1,26 0-16,60 17 0,0-9 31,34-42-31,60-25 16,-18-35-16,-50 1 15,-9-26 1,-9-26-16,-17 1 0,-25 8 31,-18 25-15,-16 26-16,0 9 16,-9 16-1,-9 9-15,-8 9 16,-9 33-1,-8 26-15,0 17 16,17 17 0,8 9-16,18 8 15,34-26 1,16-25-16,35-34 16,-8-34-16,-27-42 15,-24 16 1</inkml:trace>
  <inkml:trace contextRef="#ctx0" brushRef="#br0" timeOffset="5997.75">22336 3648 0,'0'0'0,"0"9"0,-9 25 16,1 42-1,-18 35-15,-16 34 16,-10-9-16,-7-9 15,-1 26 1,0-17-16,9-42 16,17-26-1,17-17-15,0-25 16,0-18-16,17 1 31</inkml:trace>
  <inkml:trace contextRef="#ctx0" brushRef="#br0" timeOffset="6311.98">21815 3351 0,'0'0'0,"9"0"0,25 17 16,17 0-16,17 8 15,9-8 1,0-8 0,-9-1-16,18 1 15,8-1-15,-18 1 16,1-26-1,-34 8-15</inkml:trace>
  <inkml:trace contextRef="#ctx0" brushRef="#br0" timeOffset="6709.32">23659 2909 0,'0'0'0,"-9"0"15,-25 17-15,-8 17 16,-1 17-16,-17 25 16,-34 52-1,-8 33-15,-1 1 16,9 8 0,26 26-1,26-18-15,24 1 16,36 25-1,24-26-15,18-67 16,8-34-16,9-18 16,-34-33-1</inkml:trace>
  <inkml:trace contextRef="#ctx0" brushRef="#br0" timeOffset="7366.76">24239 3036 0,'0'0'0,"0"0"16,-8 9-16,-1 25 15,-16 25 1,-27 35-16,-7 25 15,16-17 1,9-17-16,0 0 16,0-26-16,16-16 15,10-18 1,8 1-16,0-18 16,8 1-1,18-18-15,51-25 16,42-51-1,1-17-15,-9 9 16,-17 16 0,-26 26-16,-8 17 15,-18 0 1,1 17 0,-17 9-16,-1 8 15,1 8 1,-1 18-16,1 25 15,-9 25-15,-8 9 16,-18-17 0,1-8-16,8-18 15,0-16 1,0-18 0,0-8-16</inkml:trace>
  <inkml:trace contextRef="#ctx0" brushRef="#br0" timeOffset="7706.96">23744 4048 0,'17'9'0,"69"25"15,93 17-15,17-17 16,-34-9 0,-8-25-16,8-17 15,-42-8 1,-18-1-16,18-16 15,-18-18 1,-51 26-16</inkml:trace>
  <inkml:trace contextRef="#ctx0" brushRef="#br0" timeOffset="8359.86">24282 4346 0,'0'0'0,"-9"25"0,-16 60 16,-1 34-16,-8-17 31,0-17-31,-9-8 16,9 0-16,0-18 15,17-25 1,0-8-16,8-18 0,9 1 31,0-9-15,26 0-16,25-9 15,9 1 1,0-1-16,8 9 16,-17 0-16,-8 0 15,-18 17 1,1 9-16,8 16 15,-8 9 1,-1 0-16,-16-8 0,-9-1 31,-9 1-15,1-18-16,-18 1 16,-17-1-1,1-16-15,-18-18 16,-8-25-1,-18-34-15,27-17 16,33 17 0,35 9-16,16 8 15,-8 25 1</inkml:trace>
  <inkml:trace contextRef="#ctx0" brushRef="#br0" timeOffset="8837.29">25665 2934 0,'0'0'0,"17"0"16,8 0 0,9 9-1,1 8-15,7 17 0,9 25 16,1 52-1,7 50 1,-33 43-16,-26 9 16,-51 59-16,-26-8 15,-34-18 1,17-16-16,17-43 31,-42 17-31,-18-51 16,35-76-1,42-43-15,17-9 16,9-16-16,26-1 16</inkml:trace>
  <inkml:trace contextRef="#ctx0" brushRef="#br0" timeOffset="9156.77">27056 3750 0,'0'0'0,"-9"17"15,-16 69-15,-35 67 16,-17 8 0,0 1-16,9 25 15,34-26 1,8-67-16,9-60 16,0-8-1,17-18-15</inkml:trace>
  <inkml:trace contextRef="#ctx0" brushRef="#br0" timeOffset="9351.77">26595 4082 0,'0'9'0,"25"16"15,61 35-15,59 16 16,-17-33 0,-26-26-16,26 0 15,26 0-15,136 8 16</inkml:trace>
  <inkml:trace contextRef="#ctx0" brushRef="#br0" timeOffset="9863.12">27756 5009 0,'0'0'0,"0"0"16,0-8-16,8-18 15,26-50 1,43-86 0,26 17-1,16 1-15,-17-43 16,-16 25-1,33 18-15,26-18 16,-25 26 0,-52 25-16,0 26 15,-8 26 1,-17 25 0,-9 17-16,-8 17 15,-1 0-15,-8 42 16,-8 52-1,-9 25 1,-9-43-16,1-25 16,-1-25-1,1-1-15,8-16 0,-9-1 32,9 1-32</inkml:trace>
  <inkml:trace contextRef="#ctx0" brushRef="#br0" timeOffset="10095.82">28071 4040 0,'18'17'0,"33"51"0,60 34 15,25 0-15,9-34 16,-42-17 0,-52-34-16,-17-17 15,-8-9 1</inkml:trace>
  <inkml:trace contextRef="#ctx0" brushRef="#br0" timeOffset="10540.51">30222 3402 0,'0'0'0,"-8"0"16,-26 17 0,-26 8-16,0 9 15,9 26-15,-43 33 16,-60 52-1,1 8 1,25 0-16,25 0 16,9 0-16,35 26 15,42-26 1,59-34 0,18 9-16,42 8 15,78-17 1,127 8-16</inkml:trace>
  <inkml:trace contextRef="#ctx0" brushRef="#br0" timeOffset="11103.2">30538 4235 0,'-8'9'0,"-10"42"16,-7 51-16,-1 8 16,-8-16-1,-17-18-15,0-8 16,8-33-16,9-10 16,17-8-1,17-8 1,0-1-16,42-25 15,27-34 1,50-43-16,26 1 16,-25 25-1,-18 17-15,-25 17 16,8 8 0,-8 18-16,-17 16 15,0 18 1,-9 67-16,-25 52 15,-18-26-15,-16-34 16,-1-17 0,9-25-1,17-35-15,-8-8 16</inkml:trace>
  <inkml:trace contextRef="#ctx0" brushRef="#br0" timeOffset="11401.51">32339 4099 0,'17'17'0,"68"77"16,26 93-1,-42 8-15,-44-16 16,-33 25-16,-52 17 31,-85-25-31,-17-1 16,-86 1 0,-34-51-16,-25-52 15</inkml:trace>
  <inkml:trace contextRef="#ctx0" brushRef="#br1" timeOffset="14828.29">20305 4933 0,'0'0'0,"17"0"0,25 17 16,35 0 0,-9-9-1,1 1 1,-1 8-16,0-9 16,-25 1-16,-17-1 15,-9-8 1,-9 0-16,-16 0 15,-18 0 1,-76 17-16,-78 0 16,1 9-1,26-9-15,-1 8 16,34-8 0,52-8-16,25-1 15,18 1 1,8-1-16,25 9 15,44 17 1,58 9-16,53-1 16,33 9-1,-25-25-15,-18-9 16,1 0 0,-35 8-1,-33 1-15,-35-18 16,-17 1-16,-8-1 15,-18-8 1,-8 0-16,-34 0 16,-68 9-1,-52-1 1,-17 1-16,9 8 16,34-9-1,51 1-15,43-1 16,17-8-1,9 0-15,33 0 16,95 9-16,85-9 16,8 0-1,-17 8-15,-34 1 16,-34 8 0,-51-9-16,-26 1 15,-33-1-15,-53 43 31,-127 60-31,-119 34 16,-35-18-16,85-33 16,-42 25-1</inkml:trace>
  <inkml:trace contextRef="#ctx0" brushRef="#br1" timeOffset="18792.91">24034 5868 0,'9'0'0,"42"9"0,43 8 15,0 8-15,8-8 32,18 0-32,-1 0 15,1 9 1,-35-18-16,-34 1 16,-25-1-16,0 1 15,-18-9-15,1 0 16,-9 0-1,-9 0 1,-34 8 0,-68 1-16,-51-9 15,-8-17 1,-10 0-16,27 0 16,25 0-16,25 0 15,44 8 1,24 1-16,18-1 15,9 9-15,16-8 32,18-1-32,51-8 15,51 9 1,51-9-16,-25 17 16,-26 17-16,-9-9 15,-33 9 1,-35-8-16,-17-1 15,-17 1 1,-9-9 0,-42 17-16,-94 25 15,-68-8 1,-26-25-16,9-26 16,33-9-16,35-16 15,86 25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48:29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9277 7135 0,'0'0'0,"-8"0"0,-9 0 16,-26 9-16,-42 8 15,-26 17 1,-9 25 0,-25 9-16,0 0 15,0 17 1,17 17-16,-26 43 15,9 0 1,26-9-16,34-9 16,42-8-1,17-8-15,18-1 16,16 1 0,43 8-16,26 9 15,43 8 1,-9-9-16,17 9 15,34 9 1,-34-18-16,-34 1 16,-26 0-1,-34 16-15,-8 43 16,-35 43-16,-50 0 16,-61-1-1,-8-25 1,17-42-16,9-35 15,-1-25 1,18-33-16,0-18 16,16-17-1,27-9-15,25-16 16,-1-1 0,10 1-16,8-1 15,0-8-15,17 17 16,17 0-1,26 17-15,34 17 16,-9 26 0,26 33-1,17 43-15,0 43 16,-34 25 0,-26 26-16,-34 59 15,-59 34 1,-52 34-1,-51 9-15,-17 51 16,-68 33-16,42-135 16,154-179-16,102 9 15,86-9 1,136-119 0,239-145-16,18-186 15,-240 33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49:19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3784 0,'0'0'0,"-25"0"16,-26 17-16,-35 9 15,-33 25 1,16 34-16,26 51 16,-25 9-1,-17 25 1,-18 25-16,35-33 16,25 59-1,0 9-15,-8-1 16,8 26-16,34 1 15,9 7 1,8 9 0,26 1-16,26 33 15,17-9 1,25 52-16,-17-26 0,-17-68 31,-17 26-31,43-9 16,25-34-1,52-17-15,-17 1 16,-52-44 0,-8 43-16,-9 0 15,-34 34 1,-17-8-16,-17 25 16,0 0-1,-43 1-15,-34-35 16,-43-43-1,9-16-15,69-52 16,33-50 0,-8-35-16,0-16 15,25-9 1,-16 0-16,25 0 16,0 0-1,8 0-15,9 26 16,60 50-1,26 35-15,33 8 16,-25 59 0,-17 52-16,-68 76 15,-1 60 1,-16 34-16,-9 33 16,-9 44-1,1 50-15,-9-51 16,25-110-1,18-120-15,8 35 16</inkml:trace>
  <inkml:trace contextRef="#ctx0" brushRef="#br0" timeOffset="5551.11">2364 4465 0,'0'0'0,"0"0"0,0 0 31,0 8-31,-8 18 16,-1 8-1,1 17-15,-18 8 16,0 9 0,1 9-1,8-26-15,17 0 16,0-8-16,0-1 15,42 1 1,18 8-16,34-9 16,25-16-1,10-18-15,7 1 16,43-18 0,-25 1-16,17-1 15,59 9 1,-59 17-16,-1 0 15,44 17 1,-26 0-16,-9 0 16,17 9-1,-51-9 1,-34-17-16,-8 8 16,-27-16-16,-16-1 15,-9 1 1,9-18-16,8-25 15,1-17 1,8-17 0,8-25-16,-17-1 15,-25 18 1,-26 50-16</inkml:trace>
  <inkml:trace contextRef="#ctx0" brushRef="#br0" timeOffset="6437.84">2629 8292 0,'0'0'0,"-9"34"0,-16 42 16,8 43-16,-1 1 15,1-1 1,9-9-1,8-25-15,0-25 16,17-18 0,9-8-16,16 0 15,9-25-15,35-1 16,25-25 0,17-8-16,0-1 15,-26 1 1,1-1-1,8 9-15,0-8 16,8 8 0,-17 0-16,18 8 15,34-8-15,-18 0 16,-16 9 0,8-1-1,-9 1-15,-42-1 16,-26 1-1,-8-1-15,-18 1 16,1-9 0,-17-17-16,-1-17 15,-25-34-15,-51-69 16,-94-135 0</inkml:trace>
  <inkml:trace contextRef="#ctx0" brushRef="#br0" timeOffset="7427.9">2552 10886 0,'0'0'0,"0"0"0,-9 17 0,1 8 15,-1 18 1,1 16 0,8 18-16,0-1 15,0-8-15,0 17 16,8-8 0,9-9-1,0-8-15,26-1 16,8-16-16,9-18 15,43-16 1,50-26 0,1-17-16,8-9 15,43-8-15,-35 17 16,27-8 0,16-1-1,-51 26-15,0 0 16,9 17-1,-34 17 1,-26 0-16,0 9 16,0 8-16,-26 8 15,-8-8 1,-17 9-16,-18-18 16,-8-8-1,-8-8 1,-18-1-16,1-16 0,0-9 15,8-43 1,-9-33 0,1-27-16,-1-16 15,-8 9 1,9 76-16</inkml:trace>
  <inkml:trace contextRef="#ctx0" brushRef="#br0" timeOffset="8486.79">2526 15997 0,'0'0'0,"0"0"0,-8 0 16,-1 17-1,-8 17-15,-8 8 16,-18 43 0,9 18-1,17-1-15,8-9 16,9-25-16,9-25 15,8-1 1,17-16-16,9-1 16,16 1-1,18-18-15,-9 1 16,18-1 0,25-16-16,25-9 15,-8-9 1,0 9-1,17-8-15,26-1 16,-9 9-16,-25 17 16,25 17-1,-8 0-15,-18 0 16,9 9 0,9-1-16,-26 1 15,-34-18 1,-9 1-16,-17-9 15,-16 8 1,-18-8-16,-9 0 16,-7-8-1,-10-9-15,1-17 16,-1-26 0,-16-16-16,-1-9 15,-8 8 1,8 43-16</inkml:trace>
  <inkml:trace contextRef="#ctx0" brushRef="#br0" timeOffset="12687.42">3218 5664 0,'0'0'0,"0"0"15,0 0-15,0 0 16,0 0-16,0 0 16,0 0-1,0 0-15,0 0 16,0 0 0,0 0-16,0 0 15,0 0 1,-9 8-16,1 26 15,-9 26-15,17 8 16,0 9 0,17-1-1,0-8-15,0-8 16,8-18 0,-8-8-16,9-8 15,17-1 1,8-16-16,17-1 15,9-16-15,8-9 16,1 0 0,8-9-1,25-8-15,1 0 16,-1 9 0,18-1-16,8 9 0,8 9 31,9 8-16,26 0-15,9 8 16,-1-8 0,9 9-16,0-1 15,-1 1 1,-7-1-16,-27 9 16,1 0-1,0 9-15,-26-9 16,-17 0-16,0 0 15,-9 0 1,-8 0-16,9-9 16,-1 1-1,18-1 1,-9-8-16,0-8 16,0-1-16,17 1 15,0-1 1,-8-8-16,8 0 15,8 17 1,-7-8 0,-10-1-16,9 9 15,9-8 1,-9-1-16,-17 1 16,9-1-16,25 1 15,-17 8 1,8 0-16,10 0 15,-1 8 1,0-8 0,0 17-16,-8-8 15,-26-9 1,-26 0-16,-25 8 16,-26-8-1,-8 0-15,-18 0 16,1 0-16,-17 0 15,-1 0 1,1 0 0,-9-8-16,-17-18 15,-18-33-15,-16-43 16,26 51 0</inkml:trace>
  <inkml:trace contextRef="#ctx0" brushRef="#br0" timeOffset="17613.79">5147 6259 0,'0'0'0,"0"0"16,0 34-16,17 17 15,-9 0-15,1 17 16,-26 43 0,0 17-1,0-26-15,-1-34 16,18-26 0,0-8-16,18-8 15,-1-1-15,17 1 16,17-1-1,26 1-15,34-18 16,8 1 0,26-9-16,-8-9 15,16-8 1,27-8 0,-10-9-16,27 8 15,-1 18 1,-8-1-16,8-8 15,35 9 1,-10 8-16,1 8 16,0-8-1,-8 9-15,8 8 16,-26 8 0,-34-8-16,-34 9 15,-43-9-15,-16-9 16,-35 1-1,-9-1-15,-16 1 16,-1-1 0,-8-8-16,0-17 15,-8-25 1,-1-52 0,9-67-16,35-112 15,33-101 1</inkml:trace>
  <inkml:trace contextRef="#ctx0" brushRef="#br0" timeOffset="20041.37">14765 6931 0,'0'0'0,"0"0"0,0 0 31,43 0-31,94-8 16,110-18-1,60-16-15,35-18 16,-1-42-16,9-26 16</inkml:trace>
  <inkml:trace contextRef="#ctx0" brushRef="#br0" timeOffset="31330.24">7502 9287 0,'0'0'0,"0"0"16,0 8-16,0-8 15,0 9 1,0 8-16,-8 8 16,-1 18-16,1 8 15,-9 17 1,8-8 0,0-9-16,9 0 15,0-9 1,0-8-16,18-8 0,24-1 15,18-8 1,51-8 0,34-18-16,0 9 15,9-8 1,8 8 0,26 0-16,51 8 15,25-8 1,26-8-16,35-1 15,25 9-15,0 17 16,-26 9 0,9 8-16,-9 17 15,-42 0 1,-35 0 0,-59-9-16,-43-16 0,-51-18 31,-43 1-31,-17-1 15,-8-8 1,-9 0-16,0-8 16,0-18-16,0-33 15,9-52 1,8-50 0,17-26-16,52-111 15</inkml:trace>
  <inkml:trace contextRef="#ctx0" brushRef="#br0" timeOffset="33326.49">4276 9465 0,'0'0'0,"0"0"16,0 0-16,0 0 16,0 0-1,0 0-15,0 0 16,0 0-1,26 9-15,50 8 16,87-9 0,41-16-1,35-18-15,0 9 16,43-8-16,85-18 16</inkml:trace>
  <inkml:trace contextRef="#ctx0" brushRef="#br0" timeOffset="36318.11">4993 12935 0,'0'0'0,"0"0"0,0 0 16,0 0-16,0 0 15,0 0-15,0 0 31,0 17-31,-9 0 16,9 17-16,0 0 16,0 17-1,0 0-15,0 9 16,9-9 0,-9-17-1,26 0-15,16 0 0,35 0 16,25-8-1,-8-9-15,-17-26 32,26 9-32,33-8 15,18-9 1,-26 8-16,8 1 16,69-9-1,-43 17-15,-25 0 16,68 8-1,-43 1-15,-34-1 16,26 9 0,16-8-16,-33-1 15,-18-8 1,9 9-16,-8-9 16,-18 0-16,-33 0 15,-27 0 1,-16 0-1,-9 0-15,-9-9 16,1-8 0,-1-25-16,1-27 15,-18-24 1,9-9-16,9 42 16</inkml:trace>
  <inkml:trace contextRef="#ctx0" brushRef="#br0" timeOffset="37341.62">7075 14075 0,'0'0'0,"0"0"16,0 0 0,0 0-1,0 0-15,0 0 16,0 0-16,18 8 0,33 9 16,60-8-1,42-9 1,35-9-1,60 9 1,16 9-16,43 16 16,103 18-1,25-18-15,18 1 16,-1 16 0,-59-7-16</inkml:trace>
  <inkml:trace contextRef="#ctx0" brushRef="#br0" timeOffset="41332.37">7169 15112 0,'0'0'0,"0"0"0,0 0 15,0 0 1,0-8-16,17-1 16,26-8-1,85-17-15,77 9 16,102 8 0,35 34-16,8 34 15</inkml:trace>
  <inkml:trace contextRef="#ctx0" brushRef="#br0" timeOffset="44117.32">9149 15606 0,'0'0'0,"0"0"0,0 0 16,0 0-16,-8 0 16,-1 0-1,1 0-15,-26 17 16,-26 25-1,-17 26 1,9 34-16,0 17 16,8-34-1,17-34-15,9-8 16,8-18 0,9 1-16,-8-18 15,-9 1 1,-9-18-16,26 9 15</inkml:trace>
  <inkml:trace contextRef="#ctx0" brushRef="#br0" timeOffset="44332.68">8253 15759 0,'0'0'0,"9"0"16,-1 8-16,1 1 16,-1-1-16,-8 9 15,-8 26 1,-1 50-1,-8 26 1,17 0 0,9 1-16,25-10 15,26-16-15,59-52 0,52-67 32,68-94-32,94-60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51:05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7400 4150 0,'0'0'0,"0"0"0,0 0 15,0 0 1,0 0 0,0 0-1,0 0-15,0 0 16,0 0-16,-9 17 16,1 26-1,-26 16 1,-18 43-16,-7 43 15,33-9-15,9-60 16,8-24 0,9-27-1,0 1-15,0-18 0,0 9 16,26 0 0,17 0-1,42 0-15,26-8 16,0-1-1,17-8 1,60 17-16,-18-8 16,-7-9-1,67 8-15,-8-8 16,34 9-16,-8-1 16,42 9-1,8 9 1,-16-18-16,25-8 15,-42 0 1,-9-8-16,-17 8 0,-60 0 31,-8-9-31,42 9 0,-76 0 16,-26 0 0,8 0-1,-8 0 1,-25 0-16,-18 0 0,-17 0 31,-17-8-31,-8-1 16,-18 1-1,1-26-15,-26-60 16,0 26 0</inkml:trace>
  <inkml:trace contextRef="#ctx0" brushRef="#br0" timeOffset="18133.47">13920 5451 0,'0'0'0,"0"0"16,0 0-16,-8 0 15,-9 26 1,-17 25-16,-9 17 16,9 0-1,0 9 1,17-9-16,0-17 16,8-26-16,9 1 15,0-1 1,26-8-16,25 9 15,60-1 1,0-16 0,8-18-16,86 1 15,-34-1 1,-35-8-16,61 0 16,-18 0-1,-8 9-15,51-9 16,-35 0-16,-33 8 15,34 9 1,-18 0 0,-42 9-16,0 8 15,-8 8 1,-43-8-16,-26-8 16,-25-1-1,-18-8-15,1 0 16,-1 0-16,1-17 15,-1-17-15,1-34 16,-18-17 0,1 0-1,-9 17-15,8 34 16,9 0 0,-8 17-1,8 17-15</inkml:trace>
  <inkml:trace contextRef="#ctx0" brushRef="#br0" timeOffset="18963.46">17317 5894 0,'0'0'0,"0"0"0,0 0 16,0 17-16,0 0 15,0 8 1,0 1-16,0 8 16,0 17-1,0-9-15,9 1 16,8 8-1,9-9 1,-1-8-16,-8-8 16,9-1-1,17 9-15,8 0 16,0-8 0,17-1-16,9-8 15,-17-8-15,-9-1 16,-25-8-1,8 0-15,8 0 16,35 17 0,0 0-1,-9-8-15,1 8 16,-10-9-16,1 1 16,-17-9-16,-18-9 15,1-25 1,0-34-1,8-51 1,17-51-16,17-119 0,9-94 31</inkml:trace>
  <inkml:trace contextRef="#ctx0" brushRef="#br0" timeOffset="26573.03">7349 7850 0,'0'8'0,"0"35"16,8 25-16,9 8 0,-8 9 31,-1-8-31,1-1 16,-1-8-1,-8 0-15,0 0 16,0-25 0,9-1-16,-1-16 15,9 0 1,1-9-16,33-9 15,51-8 1,18-34-16,25-17 16,25-9-1,1 9-15,-9 0 16,35 9 0,16 16-16,0 1 15,26 16 1,17 26-16,26 9 15,0 8 1,-26 0-16,-43 8 16,-8-8-1,-51 0-15,-78-8 16,-33-18 0,-17 1-16,-18-1 15,1-8 1,-18-8-16,-33-60 15,-52-111 1,17-118-16,17-77 16</inkml:trace>
  <inkml:trace contextRef="#ctx0" brushRef="#br0" timeOffset="28838.73">16532 9933 0,'0'0'0,"0"0"16,0 0-16,0 0 16,9 0-1,42 17 1,43-8-16,102-9 15,111 8 1,103 1-16,119-9 16,-111 8-16</inkml:trace>
  <inkml:trace contextRef="#ctx0" brushRef="#br0" timeOffset="33971.83">8791 12595 0,'0'0'0,"0"0"0,0 0 16,0 0-1,0 9 1,9 33-1,-9 26-15,0 9 0,-9-9 32,9 17-32,0 8 15,0-16 1,9-1-16,16 1 0,18-18 31,8 1-31,51-17 16,26-26-1,52-34-15,42-9 16,8 1-16,43 8 0,-17 17 16,9 8-1,16 9 1,10 9 0,24 8-16,35-9 15,34 1 1,1-9-16,16 0 15,-17 0 1,8 8 0,9-8-16,1 0 15,7-17 1,27 0-16,16-8 16,0-1-16,1 1 15,-61-1 1,-25 1-1,0 25-15,-68 0 16,-43 0 0,-34 0-16,-60 0 15,-34 0 1,-43-9-16,-33 1 16,-27-1-1,-8-8-15,-8 0 16,-1-8-1,-16-26-15,-9-68 16,-17-111 0,-18-136-16</inkml:trace>
  <inkml:trace contextRef="#ctx0" brushRef="#br0" timeOffset="38444.51">1775 13224 0,'0'0'0,"0"0"0,0-8 16,9-18-1,25-16 1,9-26-16,25-51 16,-8-51-1,-1 51-15,-16 42 16,0 26-16,-9 17 16,-34 17-1,8 0 1,1 17-16,-18 0 15,-16 0 1,8 9-16</inkml:trace>
  <inkml:trace contextRef="#ctx0" brushRef="#br0" timeOffset="38826.19">1775 12978 0,'0'0'0,"0"0"16,0 0 0,0 0-1,0 0-15,0-9 0,17-25 16,9-25 0,25-43-1,9 0 1,-26 34-16,17 0 15,9 0-15,0 17 16,-18-1 0,-7 18-16,7 17 15,1 0 1,0 17 0,-1 17-16,1 9 15,-17 8 1,-1 9-16,1 16 15,16 1-15,-16-26 16</inkml:trace>
  <inkml:trace contextRef="#ctx0" brushRef="#br0" timeOffset="39289.35">5044 13080 0,'0'0'0,"0"-9"16,17 1-16,9-9 15,-1-9-15,10-33 16,-1-26 0,0-26-16,-9 18 15,-16 42 1,0 17 0,-1 17-16,-16 0 15,-1 8 1</inkml:trace>
  <inkml:trace contextRef="#ctx0" brushRef="#br0" timeOffset="39638.26">4797 12587 0,'0'0'0,"0"0"0,0 0 0,0 0 16,0 0-1,0 0 1,0 0-16,8 0 15,9-9-15,0 1 16,17-18 0,-8 1-1,8-1-15,9-8 16,8-8 0,9-1-16,0 9 15,-18 8 1,-8 9-16,-8 17 15,8 26 1,9 8-16,8 26 16,-8 25-16,8 8 15,26 1 1,17-26-16,-35-43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52:49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7519 4482 0,'0'0'0,"0"0"0,0 0 15,0 0-15,-8 0 16,-1 17-16,-8 0 16,-17 25-1,-9 26-15,-8 17 16,0-8-1,8-9-15,9 17 16,17 34 0,0-8-1,8-26-15,9-34 16,0-9 0,0-16-16,0-1 15,0 1 1,17-18-16,26 9 15,17-8 1,34-1-16,0 1 16,0-18-1,25 1 1,1-1-16,-1-8 16,-25 0-16,-34 0 15,16 17 1,10 0-1,-18 17-15,-8 0 16,-17 0 0,-1 0-16,-16 9 0,-1-9 15,-16-9 1,-1 1-16,1-1 31,-9-16-31,26-18 16,8-67-16,0-52 15,-8 18 1,-18 84 0</inkml:trace>
  <inkml:trace contextRef="#ctx0" brushRef="#br0" timeOffset="1154.9">9875 5035 0,'0'0'0,"0"0"0,0 0 16,0 0-16,0 0 15,0 0 1,0 17-16,0 8 16,0 18-1,-9 25-15,1 0 16,-1-17-1,1-17-15,-1-9 16,1 1 0,8-9-16,0-9 15,0 1 1,8-1-16,18 1 16,25-9-1,43-9-15,43-16 16,-35 8-1,-42 0-15,25 0 16,35 8 0,25-8-16,-34 9 15,-26 8 1,26 17-16,8 0 16,9 0-1,-34-9-15,-43 1 16,-16-1-1,-1 1-15,-9-1 16,1 1 0,0-26-16,-9-34 15,8-77 1,1-161-16</inkml:trace>
  <inkml:trace contextRef="#ctx0" brushRef="#br0" timeOffset="16162.54">4848 9329 0,'0'0'0,"0"0"0,0 0 16,0 0-1,0 9 1,0 25-16,-9 34 16,1 26-16,8-1 15,-9 1 1,9-9 0,0-26-16,17 1 15,0-18 1,9-16-16,17-9 15,16-9 1,27-16-16,16-9 16,18-9-16,8-8 31,25 0-31,9 0 16,26 0-16,-9 0 15,18 9 1,-1 8-16,0 0 15,1 8-15,-1 9 16,0 9 0,-16 16-16,-10-8 15,-16 9 1,-9 8 0,-34-9-16,-43-8 15,-8-8 1,-9-1-16,-25-16 15,-1-9 1,10-26-16,-10-50 16,1-69-16,-9-17 15,-9-118 1</inkml:trace>
  <inkml:trace contextRef="#ctx0" brushRef="#br0" timeOffset="24718.61">1511 10852 0,'0'0'0,"0"0"0,0 0 15,0 0 1,0 0-16,0 17 16,0 8-1,17 18 1,-17 8-16,8 8 15,9 1-15,0-18 16,18 1 0,7-18-16,18 1 15,8-1 1,43-16-16,17-9 16,26-17-1,-18-9-15,35-16 16,-9-1-1,18 1 1,7-1-16,27 9 16,25 17-16,34 9 15,17 8 1,0 17-16,17 8 16,-16 9-1,-1 0 1,-17 0-16,0 0 15,-25 9 1,-44-18-16,-33-16 16,-26 8-16,-17-9 15,-34-8 1,-26 0-16,-16 0 16,-10-8-1,1-18-15,25-84 16,60-179-1</inkml:trace>
  <inkml:trace contextRef="#ctx0" brushRef="#br0" timeOffset="30749.59">20108 9482 0,'0'0'0,"-8"0"0,-9 0 16,-9 0-1,9 0-15,-9 0 16,1 0-16,-1 0 16,-16 0-1,-18 0 1,0 0-16,9 17 16,-17 0-1,-9 9-15,8 0 16,1 8-16,17 0 15,0 8 1,-17 26 0,-9 34-1,17 17-15,17 17 16,18-8-16,16 25 16,26 9-1,9-18-15,34 1 16,16 8-1,18-26-15,0-25 16,17-25-16,34-1 16,9 1-1,8-17 1,26-9-16,0-26 16,8-16-1,0-9-15,-17-17 0,-8-26 16,-9-8-1,-17-9-15,-17-16 16,-34-9 15,-17-9-31,-17-16 16,-9-9 0,-17-17-16,-17-26 15,-25 9-15,-26 17 16,-26-9-1,-17 9-15,-25 9 0,-18-1 32,-25 9-17,-17 26-15,0 16 16,-26 17-16,-8 35 16,-26 16-1,-26 43-15,18 26 16,8 42-1,-68 60 1</inkml:trace>
  <inkml:trace contextRef="#ctx0" brushRef="#br0" timeOffset="45252.57">6982 13862 0,'0'0'0,"0"0"0,0 0 16,-9 0-16,1 26 16,-10 25-1,-7 34-15,8 51 16,8 17 0,18-17-16,16-17 15,27 9 1,7-26-16,27-17 15,33-26 1,18-25-16,25-17 16,-8-17-1,42-34 1,17 0-16,18-8 16,25-9-16,34-9 15,43 1 1,0-1-16,51 9 15,0 17 1,0 0-16,51 9 16,-17 16-16,-8 35 15,0 16 1,-18 18 0,35 33-16,-60 18 15,-77 16 1,0-8-16,-42-25 15,-69 0 1,-42-9 0,-9-9-16,-43-25 15,-25-25 1,-17-9-16,-9-9 0,0 1 16,0-18-1,0-33 1,17-52-16,18-33 15,16-69 1,43-119 0</inkml:trace>
  <inkml:trace contextRef="#ctx0" brushRef="#br0" timeOffset="46143.53">15534 14577 0,'0'0'0,"0"0"0,0 0 15,0 8-15,8 18 16,1 33 0,-1 43-16,-8 17 15,0 17 1,9 17-16,8-8 16,0-26-16,8-34 15,27-8 1,-10-9-16,10-17 15,16-9 1,34-8 0,35-25-16,-9-26 15,34-26 1,51-8-16,-33-8 16,7-18-1,18 1-15,-17 8 16,42 8-16,-8 18 15,26 8 1,34 8-16,33 18 16,44-1-1,-69 0 1,103 9-16,-1 9 16,-67 8-1,101 17-15,27 17 16,-69 9-16,-26 25 15,69-9 1,-52-16 0,-101-9-16,93-9 15,-77-16 1,-68-9-16,0-9 16,-111-16-16,-43-1 15,-26 1 1,-16-1-16,-17 1 15,8-52 1,0-93-16,-9-42 16,1-103-1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54:31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8096 0,'0'0'0,"0"0"0,0-8 15,9-1-15,-1 1 16,1 8 0,-9 0-16,0-9 15,25-25 1,27-34-16,33-17 15,26 0 1,-9 9 0,1-9-16,85-52 15,-18 1 1,-33 34-16,33-25 16,18-18-1,-60 9-15,-34 17 16,9 17-1,-18 17-15,-34 8 16,-17 26 0,-17 17-16,-8 17 15,-9 0 1,-34-8-16,-17 16 16,-1 9-1,-59 17 1,-17 0-16,26 0 15,34-8-15,25-1 16,17-8-16,18 0 16,8 0-1,17-8 1,60-26 0,8-9-16,-8 1 15,25-18-15,1 18 16,-26 16-16,-18 9 15,-16 17 1,-17 0-16,-1 0 31,-8 0-31,-8 17 16,-9 34-16,-17 34 0,0 34 16,17-51 15</inkml:trace>
  <inkml:trace contextRef="#ctx0" brushRef="#br0" timeOffset="10378.01">15943 7935 0,'0'0'0,"0"0"0,0 0 15,0 0 1,0 0-16,0 0 16,0 0-1,0-9-15,0-8 16,17-17 0,17-25-16,9 8 15,51-26 1,8-34-16,-25 1 15,34-26-15,0 25 16,0 1 0,0-26-16,-43 0 15,-16 34 1,7 25 0,-16 17-16,-17 18 15,-18 25-15,-8 0 16,-8 8-1,-18 9-15,-51 17 16,-17-8 0,17-1-1,18 1-15,25-1 16,17-8 0,8 0-16,9 0 15,34-8-15,34-26 16,9-9-1,-8 1-15,7-1 16,-7 9 0,-18 17-16,-26 0 15,1 17-15,-17 0 32,-1 26-32,-34 59 15,-42 102 1,-34 153-16</inkml:trace>
  <inkml:trace contextRef="#ctx0" brushRef="#br0" timeOffset="15574.15">7460 12434 0,'0'0'0,"0"0"15,25-9-15,18-8 16,-1-26 0,10-33-16,42-52 15,42-8 1,18-25-16,-26-26 16,-34 42-1,17 0-15,8-8 16,-25 26-1,-34 50-15,-26 35 16,-8 16 0,-18 9-16,1 0 15,-26 9 1,-26-9-16,-17 17 16,-34 25-1,0 18-15,9 33 16,-17 1-16,25-26 15,34-17 1,17-9 0,9-16-16,17-1 15,9-8-15,34-17 16,25-17 0,34-8-1,-16 8-15,-10 25 16,1 18-1,-17 33-15,-9 9 16,-8 0-16,-9 9 16,-8 8-1,-1-8-15,-8-35 16</inkml:trace>
  <inkml:trace contextRef="#ctx0" brushRef="#br0" timeOffset="39648.08">9337 9108 0,'0'0'0,"0"0"0,0 0 0,0 0 32,0 0-17,0 0-15,0 0 16,0 0-16,0 0 16,0 0-1,0 0-15,0 0 16,0 0-16,0 0 31,0 0-31,0-8 16,0-1-1,0-8-15,17-8 16,9-9 0,17-9-16,-1 9 15,-8 0 1,-8 9-16,-9 8 15,-8 0 1,-1 8-16,1 9 16,-1 0-16,-8 0 15,0 0 1,0 17-16,0 26 16,0 25-1,0 8-15,-8 1 16,-1 16-1,1-8-15,-1-8 16,1-18 0,-1-16-1,9-1-15,0-16 16,0 0 0,-9-1-16,9-16 15,0-1-15,-8 1 16,-1-1-1</inkml:trace>
  <inkml:trace contextRef="#ctx0" brushRef="#br0" timeOffset="39851.69">9073 9661 0,'0'0'0,"0"0"0,0 0 15,0 0 1,8 0-16,26 17 16,43 0-16,34 0 15,34-8 1,9-26-16,-18 0 16,-76 8-16</inkml:trace>
  <inkml:trace contextRef="#ctx0" brushRef="#br0" timeOffset="43355.93">17462 6081 0,'0'0'0,"0"0"15,0 0-15,-8 0 16,-9 0 0,-34 8-1,-43 18-15,-26 25 16,-25 34-1,0 17-15,0 0 16,8 8-16,27 1 16,41-17-1,9-18-15,35-33 32,8-18-32,17-16 15,0-1 1,34-16-16,103-52 15,42-42-15,-9-9 16,-16 1 0,-43 25-1,-26 8-15,-33 35 16,-27 16 0,-16 9-16,-1 17 15,-16 0-15,-35 26 16,-76 76-1,-27 42-15,-16 18 16,9-17 0,25-18-16,17 1 15,17-35-15,34-25 32,34-34-32,18-8 15,16-18 1,35-8-16,94-34 15,68-42-15,-26-9 16,-34 8 0,-43 9-16,-42 26 15,-26 16 1,-8 9 0,-18 17-16,-16 0 15,-69 51 1,-94 60-16,-51 33 0,18-8 31,58-42-31,53-43 16,50-26-1,26-16-15,8-1 16,43-42 0,120-85-16,59-34 15,-16 17 1,-10 9-16,-16 16 15,-68 43 1,-44 34-16,-25 17 16,-25 0-1,0 17-15,-61 34 16,-135 102 0,-69 34-16,25-42 15,35-26 1,68-26-16,51-33 15,34-18 1,26-16-16,26-18 16,50-25-1,112-68-15,51-8 16,17 25 0,26 0-16,67-9 15</inkml:trace>
  <inkml:trace contextRef="#ctx0" brushRef="#br0" timeOffset="44243.3">17889 7637 0,'0'0'0,"0"0"16,0 0-1,0-8-15,9-1 16,8 0-16,0-16 16,9-9-1,42-26 1,51-33-1,9-1-15,9-16 16,-1-9-16,10-9 16,-10 1-1,-25-1-15,-26 9 16,-8 25 0,-17 9-1,-26 26-15,-8 25 16,-18 17-16,1 0 15,-1 8 1,-16 9 0,-9 0-16,-9 17 15,-17 9 1,-8 16-16,-9 18 16,18-18-16,16 1 15,9-18 1,0 1-16,9-18 15,8 1 1,0-1 0,0 1-16,0-9 15,25-9-15,35-16 16,17-18 0,8-8-1,-8 0-15,-17 17 16,-26 17-16,-9 0 15,1 17 1,-9 9-16,-8 42 16,8 25-1,-9 26 1,18 1-16,8-18 16,-9-51-1</inkml:trace>
  <inkml:trace contextRef="#ctx0" brushRef="#br0" timeOffset="48545.01">8526 11353 0,'0'0'0,"-8"0"0,-43 26 0,-43 16 16,-26 44-1,-16 33 1,-35 17-1,0 25-15,18 1 0,50-43 16,44-43 0,33-42-16,9-8 15,17-18 1,43-25 0,85-59-16,51-60 15,0 0 1,0-9-1,-8-8-15,-43 17 0,-34 26 32,-17 24-32,-26 10 15,-25 33-15,-1 18 16,-16 16-16,-18 18 16,-68 76-1,-102 119 1,-26 9-1,9-18-15,8-8 0,69-59 32,42-69-32,34-25 15,35-25 1,25-60-16,102-102 16,103-94-16,0-8 15,-34 51 1,-35 8-1,-42 35-15,-34 50 16,-34 52 0,-18 33-16,-25 18 15,-42 33 1,-86 94-16,-43 68 16,17-25-1,43-9 1,43-51-16,26-34 15,33-17-15,26-25 16,26-18 0,-9-8-16</inkml:trace>
  <inkml:trace contextRef="#ctx0" brushRef="#br0" timeOffset="49328.76">10421 12170 0,'0'0'0,"0"0"0,0 0 16,0 0-16,0 0 31,0-9-31,0-16 15,17-26-15,17-9 16,35-67-16,33-60 31,-8 25-31,0 9 16,-9-17 0,-8 34-16,-26 34 15,-25 42 1,-18 9-16,-16 0 15,-18 9 1,-34 16-16,-42 35 16,-35 16-1,27 9-15,33 9 16,26-1-16,16 1 16,10-1-1,8-8 1,17 0-16,0-8 0,17-1 31,8-8-31,35-17 16,43-34-1,7-17-15,-7 0 16,-9 0 0,-9 17-16,-34 9 15,-8 8 1,-17 8-16,-1 9 0,1 0 31,-9 17-31,0 43 0,-8 50 16,8 18-1,17-18 1,-9-50 0</inkml:trace>
  <inkml:trace contextRef="#ctx0" brushRef="#br0" timeOffset="56945.56">10959 9159 0,'0'0'0,"0"0"0,0 0 15,0 0-15,17 0 16,9 0-1,8 0 1,8 0-16,27 0 16,25 0-1,-18-8-15,-24 8 16,-1 0 0,9 8-16,-18 1 15,-16 8-15,-9 8 16,-17 35-1,-17 33 1,-17 9-16,-35 1 16,1-35-16,8-9 15,-8 1 1,25-18 0,9-8-16,17-8 15,9-1 1,16 1-16,35 8 15,34-9-15,-1-16 16,10-1 0,16-8-16,-8 0 31,-51 0-31</inkml:trace>
  <inkml:trace contextRef="#ctx0" brushRef="#br0" timeOffset="57951.3">7161 6463 0,'0'-8'0,"0"-35"0,0-16 16,0-1-16,-9 9 15,-25 17 1,-51 17-16,-52 43 15,-76 59 1,-18 25-16,61 1 16,42-1-1,25-7-15,52-35 16,25-17 0,35-9-1,8-16-15,51-18 16,95-42-16,33-51 15,-17-17 1,34 8 0,-42 26-16,-51 9 15,-9 25 1,-43 8-16,-25 26 0,-18 0 16,-16 26-1,-35 67-15,-68 112 16,-51 33-1,-26 8 1,35-59-16,50-76 16,44-52-1,16-24 1,18-27-16,8 1 16,34-26-1,102-60-15,52-68 16,-17 1-16,8 8 15,-34 17 1,-60 25-16,-50 43 16,-10 17-1,-16 17 1,-9 26-16,-69 50 16,-93 86-1,-43 50-15,52-33 0,50-52 16,44-50-1,33-26 1,18-17-16,25-9 16,59-16-1,-16-9 1</inkml:trace>
  <inkml:trace contextRef="#ctx0" brushRef="#br0" timeOffset="58503.11">10182 7637 0,'0'0'0,"0"0"0,9 0 0,25-8 16,17-27 0,0-41-1,35-43 1,33-17-16,35-34 15,-18-17-15,-25 25 16,17 0-16,-8 1 16,-9 25-1,-43 34-15,-25 42 32,-18 9-32,-16 17 15,-1 17 1,-16 9-16,-1 8 15</inkml:trace>
  <inkml:trace contextRef="#ctx0" brushRef="#br0" timeOffset="58846.23">10532 6659 0,'0'0'0,"0"0"16,9 0-16,25-9 0,51-16 15,18-26-15,8-26 16,17-16 0,0-18-1,-26 26 1,-17 26 0,-33 25-16,-10 17 15,-8 0 1,-8 17-16,8 25 15,-8 52 1,-9 50-16,-26-8 16,-8 0-1,17 18-15,0-10 16,0-67 0</inkml:trace>
  <inkml:trace contextRef="#ctx0" brushRef="#br0" timeOffset="59734.98">11232 10835 0,'0'0'0,"0"-9"0,0 1 0,0-1 16,-9-8-1,1 9-15,-35 8 16,-34 34 0,-42 68-1,-18 42 1,35-25-16,25-8 15,0-1 1,35-16-16,33-26 16,18-17-16,16-17 15,35-17 1,25-25-16,26-35 16,34-25-1,0-8-15,-25 16 16,-26 0-1,-43 18 1,-25 25-16,-9 0 16,-9 17-16,-25 8 15,-51 94 1,-77 69 0,0-10-16,17-25 0,17-25 31,42-43-31,44-34 15,16-26 1,9-25-16,34-34 16,43-110-16,26-35 15,-9 52 1,-18 24 0,-24 27-16,-27 33 15,-16 35 1,-18 16-16,-33 18 0,-61 42 31,-25 25-15,9 35-16,16-9 15,52-25-15,34-26 16,17-26-16,8-16 16</inkml:trace>
  <inkml:trace contextRef="#ctx0" brushRef="#br0" timeOffset="60462.12">12589 11779 0,'0'0'0,"0"0"0,0-9 15,0-25 1,26-34-16,16-17 15,10 9 1,7-44 0,18-50-16,0 17 15,-9 9-15,-8-26 16,-17 17 0,-18 51-16,1 42 15,-18 17 1,1 9-16,-18 17 15,-8 17 1,-34-8-16,-68 8 16,-9 51-1,51 34 1,51-34-16,9-8 16,0-9-1,17-9-15,0 1 16,0-1-16,17-8 15,9-8 1,25-26 0,34-26-16,9-25 15,9 0 1,-1 17-16,-34 8 16,-8 26-16,-17 0 15,-9 17 1,-9 0-16,-8 9 15,1 42 1,-10 68-16,1 26 16,25-1-1,51 137-15</inkml:trace>
  <inkml:trace contextRef="#ctx0" brushRef="#br0" timeOffset="64965.75">12837 8853 0,'0'0'0,"0"0"15,0 0-15,0 0 16,0 0-1,8 0-15,18 0 16,16-8 0,10-1-16,16-16 15,26 8 1,-9 0-16,-25 17 16,0 0-16,-9 17 15,-9 0 1,-16 0-1,0 17-15,-18 0 16,-16 17 0,-18 0-16,-17 8 15,-8-8-15,-17 0 16,25-17 0,18-8-16,8-9 15,-1-9 1,10 1-1,8-1-15,8-8 16,35 17 0,25-8-1,9-1-15,-8 9 16,-18-8-16,-17 8 16,-9 0-16,-7 17 15,-27 25 1,-34 27-16,-16-1 15,-35-17 1,0-17 0,34-26-16,0-8 15,18-8 1,25-9 0</inkml:trace>
  <inkml:trace contextRef="#ctx0" brushRef="#br0" timeOffset="66015.37">18811 7101 0,'0'0'0,"0"0"15,0 0-15,0 0 16,0 0 0,-26 0-16,-42 17 15,-34 9 1,-52 16 0,-17 26-16,35-8 15,59-9 1,0 0-16,35-26 15,16-8-15,17-8 16,9-18 0,35-16-16,50-43 15,69-26 1,8 9-16,-9 0 16,27 17-1,-35 17-15,-60 26 16,-42 8-1,-18 0 1,1 8-16,-18 9 16,1 0-16,-52 34 15,-93 60-15,-44 8 16,35-26 0,9-16-16,50-26 31,44-26-31,25 1 15,17-18 1,42-42-16,69-51 0,60-51 16,17 9-1,-35 16 1,-42 26-16,-17 25 16,-43 26-16,-16 26 15,-27 8 1,1 17-1,-26 0 1,-60 17-16,-68 51 16,-17 17-1,42-17-15,52-25 0,34-18 16,17-8 0,17-8-1,34-1 1,51-33-16,26-9 15,-9-9 1,-25 1-16,-43 16 0,-17 9 16,-17 0-1,-51 17 1,-111 17 0,-9 26-16,69-9 15,34-9-15,34-16 16,25-1-16,18 1 15</inkml:trace>
  <inkml:trace contextRef="#ctx0" brushRef="#br0" timeOffset="66741.39">20151 7756 0,'0'0'0,"0"0"0,0 0 15,9-8 1,33-26-16,35-17 16,25-43-1,18-17-15,-26-8 16,8 9 0,18-9-1,-9 17-15,-17 17 16,-26 17-16,-25 8 15,-18 18 1,-8 8-16,-17 0 16,-17 8-1,-51 0-15,-43 1 16,0 16 0,9 1-16,-18 25 15,35 17-15,51-8 16,16-1-1,10-16 1,16 8-16,18-9 16,51 1-16,34-9 15,0-17 1,-17 0 0,-17 0-16,-26 0 15,-9 8-15,-16 9 16,-9 0-1,-8 9-15,-1 25 16,-8 59 0,-34 43-1,-9 9-15,1-9 16,8-17 0,-9-26-16,-25-8 0,25-34 15</inkml:trace>
  <inkml:trace contextRef="#ctx0" brushRef="#br0" timeOffset="67597.69">13118 11362 0,'9'-17'0,"33"-51"0,52-85 15,9 0 1,-18 34-16,-25 17 0,-26 34 16,-26 25-1,-8 26 1,-17 0-16,-34 26 15,-60 33-15,-51 43 32,-17 43-32,25-1 15,43-16 1,26-26-16,42-34 16,26-26-16,9-8 15,8-8 1,25-1-1,35-25-15,59-34 16,-16-17-16,-18 9 16,-8-1-1,-26 26 1,-25 17-16,-9 0 16,-9 17-16,-16 0 15,-26 34 1,-43 43-16,-8 8 15,25-26 1,17-16-16,35-18 16,16-16-1,35-1 1,68-25-16,128-17 16,119-25-16</inkml:trace>
  <inkml:trace contextRef="#ctx0" brushRef="#br0" timeOffset="68314.39">14202 11906 0,'0'0'0,"0"0"0,9-8 16,25-1 0,34-16-16,35-26 15,7-26 1,-16-16-16,17-9 16,17 0-1,17-1-15,-25 1 16,-35 0-1,18 9-15,-26 8 16,-18 34 0,-16 0-1,-17 8-15,-18 9 16,1 0 0,-1 17-16,-16 0 15,-9 0-15,-26 0 16,-17 9-1,-25 25-15,-60 8 16,-9 1 0,60-1-16,43 1 15,17-18-15,0 1 16,17-1 0,0-8-1,17 0-15,8 0 16,26-8-16,34-1 15,35-16 1,-9 8 0,-9 0-16,-17 0 15,-16 8 1,-10 9-16,-8 0 16,-8 17-16,0 17 15,-9 85 1,-17 43-16,-26-26 31,9-9-31,9 10 16,25-44-16,42-25 15,-7-34-15</inkml:trace>
  <inkml:trace contextRef="#ctx0" brushRef="#br0" timeOffset="72457.91">15218 8794 0,'0'0'0,"0"0"16,-9 8-16,1 18 15,-1 33 1,-16 26-16,-10 0 16,-7 0-1,-1 17-15,0-8 0,9-18 32,17-16-32,0-18 15,17-7 1,0-10-16,9 1 15,8-9 1,8 0-16,18-9 16,17 1-1,-9-18-15,-8-8 16,-9 9 0,26-18-16,-1 1 15,1-1 1,-9 9-16,-17 0 15,-8 0 1,-9 8-16,0 1 16,0-9-1,0 8-15</inkml:trace>
  <inkml:trace contextRef="#ctx0" brushRef="#br0" timeOffset="72726.99">15568 8828 0,'0'0'0,"0"34"15,0 34-15,8 8 16,-16 18-1,-9 33-15,-26 35 16,-8-17 0,17-60-16,0-26 15,16-16 1,18-18 0</inkml:trace>
  <inkml:trace contextRef="#ctx0" brushRef="#br0" timeOffset="74114.91">20714 6693 0,'0'0'0,"0"0"0,17 9 16,0-1-16,-8 1 15,0-1 1,-9 1-16,-18 16 16,-50 35-1,-60 25-15,-25 0 16,7 0 0,18-26-1,43-8-15,42-25 16,26-18-16,17 1 15,17-18 1,60-33-16,68-43 16,43-17-1,-43 8 1,-34 18-16,-8 8 16,-44 25-1,-25 18-15,-25 8 16,-1 17-16,-25 8 15,-59 35 1,-78 59 0,-34 34-16,35-17 15,33-17 1,26-9-16,43-42 16,25-25-1,18-1-15,33-16 16,18-9-16,60-34 15,59-34 1,-26 8-16,-25 1 16,-25 8-1,-35 17 1,-26 17-16,-16 0 16,-1 17-1,-16 0-15,-52 8 16,-68 43-1,-43 26-15,-8 16 16,17 1 0,68-35-16,43-33 15,34-18 1,8 1-16,43-52 16,69-42-1,42-25-15,26 8 16,-26 8-1,-60 26-15,-51 34 16,-8 17 0,-18 0-16,-8 17 15,-51 9 1,-34 25-16,-18 8 16,61-16-1</inkml:trace>
  <inkml:trace contextRef="#ctx0" brushRef="#br0" timeOffset="75062.06">22054 7782 0,'0'0'0,"9"-9"16,16-16-16,27-1 15,-10-16 1,18-9 0,17-18-1,25-33-15,1-8 16,-9 16 0,-9 18-16,-25-1 15,-18 9-15,-16 0 16,-9 9-1,-8 8-15,-1 0 16,-25-9-16,9 35 16</inkml:trace>
  <inkml:trace contextRef="#ctx0" brushRef="#br0" timeOffset="75349.34">22336 6642 0,'0'0'15,"0"0"-15,0 0 16,0 8-16,17 18 15,43 17-15,34-18 0,25-8 32,-8-8-17,0-9-15,9-9 0,-27-8 32,-24 0-32,-18 17 15,-25 0-15,-1 0 16,-16 17-1,-18 26 1,-25 42-16,-51 42 16,-1 1-16,27-18 0,7 1 31,35-52-15</inkml:trace>
  <inkml:trace contextRef="#ctx0" brushRef="#br0" timeOffset="76564.85">14706 11940 0,'0'0'0,"0"0"0,0 0 15,8-8-15,26-18 16,52-59 0,42-51-16,-17 17 15,-34 34 1,-9-9 0,0 1-16,-8 8 15,-17 8 1,-18 18-16,-8 16 15,-8 9-15,-18 17 16,-16 0 0,-27 17-1,-50 17-15,-35 34 16,18-8 0,34-1-16,25 1 15,17-18 1,26-16-16,9-1 15,8-8 1,0-8-16,42-35 0,52-42 16,17 9-1,-34 33 1,-9 9 0,-8 0-16,-26 17 0,-8 0 15,-9 9 1,-9 8-1,-25 17 1,-51 59 0,-60 60-16,8-17 15,35-42 1,42-35-16,18-16 16,16-18-16,26 1 15,60-9 1,51-26-16,17-33 15,34-26 1,-16 8 0,-61 18-16,-42 25 15,-43 25 1</inkml:trace>
  <inkml:trace contextRef="#ctx0" brushRef="#br0" timeOffset="77544.64">16600 11677 0,'0'0'0,"0"0"0,0 0 16,26-9-1,25-25-15,18-17 16,-10-17 0,10 0-16,33-43 15,-8-25 1,-17 9-16,-26 42 16,-8 34-1,-18 0-15,-16 8 16,-18 9-1,-16 17-15,-35 9 16,-8 8 0,-1 17-16,10 0 15,-1 0 1,17 0-16,26-9 16,0 1-1,8-1-15,9-8 16,0 0-1,0 0-15,0 0 16,26-8 0,34-1-16,0 1 15,-1-1 1,1 9-16,-9 0 16,-8 0-1,-17 0-15,-1 17 16,1 9-1,8 33-15,-9 43 16,10 0 0,-18-51-16</inkml:trace>
  <inkml:trace contextRef="#ctx0" brushRef="#br0" timeOffset="79597.07">17198 8538 0,'0'0'0,"-9"0"0,1 26 16,-18 17-16,-25 8 16,0 17-1,0 0 1,8 8-16,0 1 16,9-18-16,17-16 15,0-1 1,17-16-16,9-1 15,8 1 1,25-9-16,27 0 16,-1-9-1,17 9-15,-8-8 16,-9 8 0,-25 0-16,-9 0 0,0 17 31,-8 0-31,-1 8 15,-8 1 1,-8-1-16,-9 1 0,-9 0 31,-8-1-31,0-16 0,0-18 32,0-8-17,17 0-15</inkml:trace>
  <inkml:trace contextRef="#ctx0" brushRef="#br0" timeOffset="79868.49">17147 8641 0,'0'0'0,"0"0"0,34 8 15,34 9 1,60 9 0,17-1-16,9-16 15,-18-1-15,-8-8 16,0-8 0,-76 8-1</inkml:trace>
  <inkml:trace contextRef="#ctx0" brushRef="#br0" timeOffset="81024.75">10831 6574 0,'0'0'0,"0"0"15,0 0-15,0 0 16,0 0-1,-9 0-15,-8 0 16,-8 8 0,-35 26-16,-34 43 15,9 8 1,33 9-16,10-26 16,8-26-1,17-16-15,8-1 16,9-16-1,0-1-15,51-8 16,94-42 0,17-60-16,1-34 15,16 16 1,-25 27-16,-35-1 16,-42 35-1,-17 8-15,-26 25 16,-17 9-1,-9 17-15,-42 34 16,-94 68 0,-68 51-16,-18 43 15,18-26-15,43-51 16,42-17 0,51-34-16,26-34 15,17-17 1,17-8-1,8-35-15,52-42 16,68-51 0,17-25-16,-43 25 15,-8 17 1,-17 34-16,-26 25 16,-25 26-16,-9 0 15,-8 8 1,-1 9-1,-34 26-15,-25 51 16,-34 59 0,-26 0-16,0-34 15,17-9-15,43-42 16,25-25 0,18-18-16,16-25 15,52-17 1,42-42-1,27-35-15,-1 9 16,-35 17 0,-33 26-16,-26 25 15,-8 17-15,-18 17 16,-25 34 0,-42 59-16,-10 9 15,1 9 1,17-1-1,17-8-15,34-59 16</inkml:trace>
  <inkml:trace contextRef="#ctx0" brushRef="#br0" timeOffset="81837.46">12009 7646 0,'0'0'0,"0"0"0,0 0 16,0 0-16,0 0 15,0 0 1,0 0-16,0 0 16,8-17-1,26-26 1,60-59-16,26-34 15,-9 25 1,-9 9-16,9-8 16,0-18-16,-9 18 15,-16 33 1,-26 26-16,-18 17 16,-16 8-1,-18 9-15,1 17 16,-26 0-1,-34-8 1,-43 8-16,8 17 16,27 17-16,7 0 15,1 0 1,17-8-16,8-1 16,9-16-1,17-1 1,0-8-16,0-8 15,17-9 1,43-26-16,26-8 16,24 0-1,-16 8-15,-34 9 16,-26 17-16,-8 0 16,-18 17-1,1 0 1,-1 26-16,1 67 15,-9 61 1,0-27-16,0-42 16,9-34-1,8-17-15,-9-17 16</inkml:trace>
  <inkml:trace contextRef="#ctx0" brushRef="#br0" timeOffset="83121.37">17172 10775 0,'0'0'0,"-8"0"0,-9 9 15,-43 25 1,-42 25-16,-26 43 0,-18 9 31,18-9-15,35-34-16,50-34 16,26-17-16,17-9 15,17-8 1,85-25-16,52-52 15,17-25 1,8 0-16,-43 26 16,-33 16-1,-43 18-15,-26 25 16,-9 0 0,-16 8-16,-1 9 15,-25 9 1,-60 59-1,-42 42-15,-1-8 16,27-8 0,24-35-16,35-25 15,17-17 1,17-8-16,0-18 16,34-8-1,43-42-15,34-26 16,0 8-1,-43 35-15,-17 8 16,-25 17-16,0 0 16,-18 8-1,1 9-15,-9 17 16,8 34 0,-8 43-1,-8-1-15,8-59 16</inkml:trace>
  <inkml:trace contextRef="#ctx0" brushRef="#br0" timeOffset="83893.6">18026 12348 0,'0'0'0,"0"0"0,8-8 16,26-43-16,52-51 31,16-9-15,1 1-16,-1-35 15,9-16 1,-9 16-16,-8 26 16,9-17-16,-26 0 0,-26 34 31,-9 25-16,-7 18-15,-10 8 16,-16 17 0,-1 0-16,-16 8 0,-1 18 15,-16 8 1,-44 17 0,1 8-1,17 1-15,0-1 16,16 1-1,18-18-15,0 1 16,9-1 0,8 1-16,0-9 15,0 0 1,8 0-16,9-9 16,18 1-1,7-9-15,1 0 16,0 0-1,-18 0-15,1 0 16,-1 17 0,-8 0-16,1 17 15,16 17 1,8 51-16,10 34 16,-10 0-1,1-34-15,17-26 16,-18-25-1</inkml:trace>
  <inkml:trace contextRef="#ctx0" brushRef="#br0" timeOffset="86239.32">18973 9287 0,'0'0'0,"0"0"0,0 0 0,0 0 0,0 0 32,0 0-32,0 0 15,0 0 1,0 0-16,9 0 15,25-9 1,43 1 0,34-1-16,8 9 15,-16-8-15,-44 8 16,1 0 0,-9 0-16,-25 0 15,-9 0 1,-9 0-16,-8 8 15,-25 35 1,-61 50 0,-59 26-16,9 1 15,42-35-15,34-26 16,26-25 0,26-25-1,8-9-15,0 0 16</inkml:trace>
  <inkml:trace contextRef="#ctx0" brushRef="#br0" timeOffset="87243.25">23702 6285 0,'0'0'16,"-9"0"-16,-17 25 15,-33 9-15,-10 9 16,-16 8-16,-17 17 16,-9-9-1,0 1 1,8 0-16,9-1 16,1 1-1,16-9-15,34-17 16,9-9-16,17-16 0,0-1 15,17 1 17,0-9-32,25 0 15,27-9 1,7 1-16,18-18 16,-9 9-16,-16 0 0,-27 0 15,1 9 1,-18-1-1,1 9 1,-35 0 0,-85 17-16,-85 26 15,-34 50 1,42 9-16,43-25 0,51-18 31,51-33-31,18-1 16,25-16-1,51-1-15,85-25 16,95-25 0,16-18-16,-33-8 15,-35 9 1,-43 16-16,-67 18 16,-35 8-1,-9 0-15,-16 17 16,-18 0-1,-59 42-15,-94 43 16,-60 34 0,9 0-16,25-17 15,51-25 1,69-43-16,34-9 16,17-16-1,25-1-15,61-16 16,110-18-1,34-25-15,-25 9 16,-34 8 0,-52 17-16,-34 0 15,-33 8 1,-18 9-16,-34 34 16,-111 128-1,-111 127-15</inkml:trace>
  <inkml:trace contextRef="#ctx0" brushRef="#br0" timeOffset="92667.86">22123 8768 0,'0'0'0,"0"0"0,-9 0 16,-25 17 0,-26 0-16,-17-8 15,-17 8 1,-42 0-1,-26-9-15,34 1 16,59-1 0,1 9-16,8-8 15,26-1-15,9 1 16,8-1 0,17 9-16,8 0 15,18 17 1,25 26-16,43 8 15,0 0 1,-17-9-16,-9 1 16,-26-9-16,-16 0 31,-26 8-31,-17 1 16,-34-9-1,-9-8-15,-8-18 16,17-16-16,16-9 15,1-17 1,-8-17 0,7-26-16,18 0 0,17-25 15,26-17 1,42-8-16,35-1 16,-1 35-1,-17 16 1,-25 9-16,0 0 15,0 9 1,-35 25-16</inkml:trace>
  <inkml:trace contextRef="#ctx0" brushRef="#br0" timeOffset="93545.45">23872 8709 0,'0'0'0,"0"0"15,-8 8 1,8 1 0,0-9-16,-9 8 15,-8 9-15,-17 0 16,-51 9 0,-9-18-1,8 9-15,-8-8 16,1 8-1,7 8-15,9 9 16,18 17 0,16-8-16,26 8 0,25 0 15,18 8 1,25-16-16,9-9 16,0-17-1,17-17 1,-1-9-16,-7 1 15,-27-9-15,-7 0 16,-10 0 0,-8 0-1,-8 0-15,-1 8 16,1 1-16,-1 8 16,-8 8-1,-8 43 1,-1 111-1,-8 34-15,26-18 16,50 1 0,121 76-16</inkml:trace>
  <inkml:trace contextRef="#ctx0" brushRef="#br0" timeOffset="-202801.8">25178 9304 0,'0'0'0,"9"0"16,42 0 0,51 8-16,35 1 31,25-18-31,9 1 15,34-9-15,25-9 16,17-16 0,10 8-16,-27 8 0,-25 9 31,-34 17-15,-52 17-16,-51 0 15,-25 9 1,-35 59-16,-84 102 15,-104 85 1,-59 9-16,-51-1 16,-17 1-1,25-17-15,52-43 16,68-60 0,42-42-16,52-51 15,34-33 1,17-18-16,17-9 15,0-25-15,17-111 16,26-127 0,16-127-16,-8-35 15,-8 43 1,0 8-16,8 68 16,-8 60-1,8 26 1,9 33-16,-1 51 15,-16 52-15,-17 50 16,8 9 0,17 43-16,43 84 15,77 154 1,-18 42-16,-59 17 16,0 52-1,-43-52 1,-8-34-16,-26-42 15,-8-52 1,-9-25-16,-9-51 16,0-34-1,-8-25-15,-8-9 16,-1-17 0,-25-26-16,-51-33 15,-44-69 1,-16-67-16,-34-60 15,-17-34 1,50 33-16,-33-16 0,-9 26 16,43 25-1,-60-69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56:45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 3351 0,'-17'0'0,"-9"0"0,-25 8 0,-43 1 16,-51-18-1,9 1 1,33-1-1,-16 1-15,42-9 16,34 17 0,1 0-16,25 0 15,-1 25-15,-24 86 16,-1 127 0,26 85-16,34 119 15,26 52 1,17-18-16,16 9 15,-24 42 1,-27 60 0,-16 8-16,-9 26 15,0 17 1,0 8-16,0 0 16,0-25-16,0-43 15,17-42 1,-17-25-1,-17-18-15,17-17 16,0-25 0,-9-9-16,9-34 15,0-68-15,-8-42 16,8 0 0,8-35-1,-8-42-15,-8 9 16,8-17-1,0-35-15,-9 18 16,-17-69 0,1-42-16,-1-8 15,1-9 1,-1-17-16,9-17 16,8-8-16,9-18 15,0 1 1,18 8-1,7-9-15,35 1 16,153-26 0,18-26-16,84-16 15,87 16-15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56:56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2936 16779 0,'0'9'0,"17"16"0,0 18 16,-8-1 0,-1-8-1,1 17-15,-1 0 0,1 0 16,-18 18 0,-8 33-16,-17 17 15,17-34 1,0-34-1,8-9 1,9-16-16,0-9 16,0 0-16,17 0 0,1-9 31,16 1-15,25-1-16,27-16 0,-1-9 15,9 8 1,8-8-16,18 0 15,-1 0 1,9 9 0,9 8-16,-18 0 15,1 0 1,-26 8 0,-17-8-16,-9 0 15,-17 0 1,-8-8-16,-18-1 15,1 1 1,-17-1-16,-1 1 16,1-18-16,-9-16 0,0-18 31,-9-25-15,9 43-16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3:57:59.4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6004 0,'0'0'0,"0"0"0,0 0 0,0 0 16,0 0-16,-9 9 15,1 8 1,-18 0 0,9-9-16,0 1 15,8-1 1,1 1-16,-1-1 15,9 1 1,0-9-16,0 0 16,9 8-1,42-16 1,77-18-16,26 1 16,-35-9-1,1 0-15,59-34 16,-8 0-1,-78 17-15,-7 8 16,16-8-16,-42 25 16,-34 9-1,-9 9-15,-17-1 16,-26-16 0,17 8-16</inkml:trace>
  <inkml:trace contextRef="#ctx0" brushRef="#br0" timeOffset="296.39">2287 5638 0,'0'0'0,"0"0"0,0 0 16,0 0-16,0 0 16,26 0-1,17 9 1,16-1-16,18 9 15,17 0 1,-26 0 0,-25 1-16,0-1 15,-1 17 1,-7 0-16,-18 25 16,-17 43-16,-52 68 15,-41-8-15,7-77 16,9-34-1,43-26 1</inkml:trace>
  <inkml:trace contextRef="#ctx0" brushRef="#br0" timeOffset="9512.71">1485 8487 0,'0'0'0,"43"-8"0,8-9 16,26-9-16,85-16 16,17-1-1,-76 9-15,8-17 16,51 9-1,8-9-15,-50-9 16,-52 1 0,35-35-16,-10-8 15,-33 34-15,-26 26 32,-25 25-32,-1 0 15,-16 8 1,-18-8-16,-25 0 15,-34 17 1,-35 9-16,-25 16 0,17 9 16,68 0-1,18-8 1,25-1-16,0-16 16,17-1-16,25 1 31,103-9-31,17-17 0,17-17 31,60 8-31,-94 18 16,-68 8-1,8 25-15,35 26 0,-9 43 32,-35-9-32,-16-17 15,-26-26 1</inkml:trace>
  <inkml:trace contextRef="#ctx0" brushRef="#br0" timeOffset="42919.09">1434 11039 0,'0'0'0,"0"0"0,0 0 16,17 8-16,17 9 16,26 9-1,-9-18-15,26 9 16,59-8-1,27-9-15,-27-9 16,-8 9 0,68-8-16,-42-1 0,-51 9 15,16 0 1,9-8 0,-26-1-1,-25 1-15,-26-9 0,-16-9 31,-10-8-31,-16 17 16</inkml:trace>
  <inkml:trace contextRef="#ctx0" brushRef="#br0" timeOffset="43224.63">3013 10656 0,'0'0'0,"0"0"0,0 0 0,0 0 15,0 0 1,0 0-1,0 0-15,0 0 32,25 9-32,35 16 15,17 9 1,0 17-16,17 9 16,-9 16-16,-34-8 15,-8-8 1,-17-9-16,-18 8 15,-34 18 1,-42 50-16,-17-7 0,-9-18 16,-17-17-1,51-34 1</inkml:trace>
  <inkml:trace contextRef="#ctx0" brushRef="#br0" timeOffset="63736">1246 13395 0,'0'0'0,"0"0"0,0 0 0,9 0 15,25 0 1,8-9-1,61-16 1,-1-1-16,-42 0 16,60-8-16,59 0 15,-26 17 1,-76 17 0,43 0-16,59-8 15,-25 8-15,-78 0 16,-33 0-16,8-9 15,9 1 1,-9-1 0,-8-8-16,-18-8 15,1-1 1,-9-8-16,-8 0 16,-18-17-16,-16-25 15,-10-9 1,18 25-16,0 26 15,9 9 1,-1 8 0,9 0-1,0 17-15,0 0 16,0 0-16,9 25 16,33 18-1,10 25-15,24 0 16,10 8-1,-18-8-15,-17-17 16,-25-17 0,-9-8-16,-9-18 15,1 1 1,-26-1 0,8 1-16</inkml:trace>
  <inkml:trace contextRef="#ctx0" brushRef="#br0" timeOffset="82793.03">1212 15861 0,'0'0'0,"0"0"0,0 0 0,0 0 15,0 0 1,0 0-1,0 8-15,51 26 16,103-8 0,34-9-16,42-43 15,-17-25 1,-25-8-16,60-9 16,-86 25-16,-26 9 31,-8 9-31,-25 16 15,-52 18 1</inkml:trace>
  <inkml:trace contextRef="#ctx0" brushRef="#br0" timeOffset="83091.33">2560 15623 0,'0'0'0,"0"0"16,18 0-16,33 8 15,34 1 1,35-9-16,33 8 16,-25 1-1,-34-1-15,-17 9 16,-9 0-1,-42 9-15,-26 33 16,-128 120 0,-128 110-16,-9-25 15,-25-43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00:03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4327 6565 0,'0'0'0,"0"0"0,0 0 0,0 162 0,9-34 0,8-18 16,0 26-1,8 9-15,-16-43 16,-9-34 0,0-26-16,0-8 31,9-8-31,-9-18 16,0 1-1,0-1-15,8 1 16,1-18-16,25-8 15,43-51 1,42-34 0,-8 17-16,-9 17 15,26 9 1,35-1-16,-10 9 16,1 26-1,51 25-15,-9 8 16,-8 18-1,25 8-15,1 0 16,7 17-16,-16 34 16,9 17-16,25 0 31,-9-34-31,1-17 16,16-17-1,9-17-15,0-8 16,-8-1-16,-1-16 15,1-10 1,-1 1 0,1-8-16,16-9 15,-33-17 1,-18 0-16,-25 0 16,-17 0-1,-1 8-15,-33 9 0,-18 9 31,-16 8-31,-18 0 16,-17 17-16,-25 0 16,-17 0-16,-9 0 31,-9 0-31,1 0 16,8-9-1,17 1-15,-8-1 16</inkml:trace>
  <inkml:trace contextRef="#ctx0" brushRef="#br0" timeOffset="6896.8">5292 7884 0,'0'0'0,"0"0"0,0 0 15,0 0-15,0 0 16,0 0 0,-9 25-1,1 9-15,-9 0 16,8 0 0,0-8-1,9 8-15,0 8 0,0 18 16,0 25-1,18 8-15,-1-8 32,0-17-32,-9-17 15,1-25 1,8 0-16,0-1 16,17-8-1,-8 9 1,16-18-16,44 1 15,16-1-15,9-8 16,0-8 0,-26-9-16,26 8 15,26 9-15,16-8 16,1-9 0,8-9-1,26 1-15,-17-1 16,-26 0-1,17 9-15,-25 0 16,-61 0 0,-16 17-16,8 0 15,1 0 1,-18 0-16,-8 0 16,-18-8-16,1-9 15,8-26 1,-8-33-1,-18 33-15</inkml:trace>
  <inkml:trace contextRef="#ctx0" brushRef="#br0" timeOffset="9567.51">12384 8692 0,'0'-9'0,"17"1"16,0-1-16,17-8 15,1 0 1,24 0 0,18 9-16,34-9 15,9 8 1,-26 0-1,-35 9-15,-25 0 16,-8 0-16,0 0 16,-18 0-1,1 0-15,-1 0 16,-8 0 0,-8 0-1,-9-8-15,-9-1 16,-25 1-1,0-1-15,-1 1 16,18-1 0,9 9-16,8 0 15,17 0 1,0 0-16,8 0 16,52 9-1,68 8-15,17 8 16,9-7-16,-35-10 15,-42 1 1,-9-9 0,-34 0-16,-8 0 15,-9 0 1,-8 0-16,-1 0 16,1 0-1,-9 0-15,-9 0 16,-8 0-16,-9 0 15,9 0-15,0 0 16,9 0 0,8 0-1,0 0 1,0 0-16,0 0 16,0-9-1,17-8-15,17 0 16,9 0-1,8 0-15,-9 8 16,-7 9 0,-10 0-16,-16 0 15,-1 0 1,-8 0-16,-17 0 16,-43 0-1,-25 9-15,8-1 16,18-16-16,33-1 15,17 1 1,44-26 0,144-68-16,154-60 15</inkml:trace>
  <inkml:trace contextRef="#ctx0" brushRef="#br0" timeOffset="24735.4">4191 10478 0,'0'0'0,"0"0"0,0 0 16,0 0-1,0 0 1,-9 0-16,1 17 15,-1 0-15,-17 17 16,9-9 0,0 1-16,9-1 15,-1-8 1,1 9 0,8-1-16,0 1 15,8-1 1,18 9-16,17 0 15,16-8 1,18-9-16,34-9 16,0-8-16,0 0 15,17-8 1,0-18 0,-9 1-16,27-1 15,7 1-15,9 8 16,9 8-1,17-8-15,-17 9 16,-9 8 0,17-9-1,-25 9-15,-9-8 16,25 8-16,-7 0 16,-10 0-1,1 17 1,8 8-16,-17-8 15,-25 9 1,8-1-16,-17 1 16,-26-1-1,-25-8-15,-18 0 16,-16 0-16,-1 0 16,1-8-1,-9-1-15,-8 1 16,-1-1-1,1 1 1,-1-1-16,-8-8 16,0-8-1,17-18-15,0-33 16,18-69-16,7-42 16,18-111-16</inkml:trace>
  <inkml:trace contextRef="#ctx0" brushRef="#br0" timeOffset="48343.44">4455 11702 0,'0'0'0,"0"0"0,0 0 0,0 0 31,0 0-31,0 0 16,-8 0-1,-1 0-15,1 0 16,-1 17 0,-8 0-16,-9 17 15,9 0 1,0 9-16,0 8 15,0 8 1,0-16 0,9-18-16,8 1 15,0-9-15,0-9 16,0 1 0,0-1-16,8 1 15,9-1 1,9 1-16,16-1 15,27 1 1,-1-1-16,0 1 16,9-9-1,8 0 1,1 0-16,-1 8 16,26 1-16,9-1 15,8 1 1,17-9-16,8-9 15,18-8 1,-9 0 0,-8 0-16,8 9 15,-25 8-15,25 0 16,17 0 0,-8-9-16,8 9 15,9 0 1,-18 0-16,18 0 15,-17 9 1,-9-1-16,9-8 16,-1 9-1,1-9-15,8 0 16,18 0 0,-10 0-16,10 0 15,-10 17 1,10 0-16,8 0 15,-9 8 1,0 1-16,9-18 16,0 1-1,0-9-15,8 8 16,9-16 0,17-1-16,8-16 15,10 8 1,-1 0-16,-17 0 15,0 8 1,8 1-16,-8-1 16,-9-8-16,1 9 15,8-1 1,-26 9 0,-8 9-1,-26-9-15,-8 17 0,0 8 16,-9-8-1,-26 9-15,-25-9 16,-8-9 0,-26 1-1,-18-1 1,-16-8-16,-17 0 0,-9 0 31,-9 0-31,1 0 16,-1 0-16,-8-8 15,0-9 1,-8-34-16,-18-34 16,-16-17-16,7-26 31,1-42-31,-25-128 16</inkml:trace>
  <inkml:trace contextRef="#ctx0" brushRef="#br0" timeOffset="64594.34">5001 8173 0,'0'0'0,"0"0"0,0 0 0,0 0 16,0 0-1,0 0 1,0 0-16,0 0 16,0 17-1,0 25 1,0 18-16,0 25 0,0 0 31,0-17-15,0-34-16,0-8 15,0-9-15,0-9 16,9 9 0,34 0-16,34 0 15,25-8 1,-8-18-16,-34-16 15,-1-1 1,27 9-16,16 0 16,35 0-1,-26 8 1,-26 9-16,43 9 16,43-1-1,-26 1-15,-26-9 16,60 17-1,1 0-15,-44 0 16,1 0-16,16 9 16,-25-18-1,-34 1 1,9-1-16,8-8 16,-9 0-1,-8 0-15,-26 0 16,-25 0-1,-17-8-15,-1-9 16,-16-51 0,-9-52-16,-17 18 15,8-8 1,18-77-16,33-145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01:35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3081 8173 0,'0'0'0,"0"0"0,0 0 15,9 17-15,8 17 16,-9 8-16,1 9 31,-1 9-31,-16-1 16,8-16-1,0-9-15,0-9 16,0 1-16,0 0 16,17-9-1,0 8 1,26 1-16,8-1 0,34-16 15,18-1 1,8 1 0,-1-9-1,10-9-15,-1 9 0,27 0 16,7 0 0,1 9-1,17 8 1,-1 17-16,9 17 0,18 8 15,-18-16 1,-42-1-16,-18 1 31,-25-18-31,-26-16 16,-34-1 0,-8 1-16,-18-26 15,-8-43 1,-42-76-16,-103-136 15</inkml:trace>
  <inkml:trace contextRef="#ctx0" brushRef="#br0" timeOffset="4252.6">2953 12000 0,'0'0'0,"0"0"0,0 0 31,0 0-31,0 0 0,0 0 16,0 0 0,0 0-1,-8 0 1,8 0-16,0 0 15,0 0-15,0 0 16,0 8 0,8 9-1,9 0-15,0 9 16,0-1 0,17 1-16,26-9 15,8-9 1,1-8-1,25 0-15,17 0 16,17 0-16,-9 9 0,1 8 16,8 0-1,17-9 1,-9 1-16,1-1 0,25 1 31,17-18-15,0 9-16,1 0 15,-1 9 1,-8 8-16,-18-9 16,9 1-1,1-9-15,-18 0 16,17-9 0,-9-8-16,1-8 15,0-1 1,-1 9-16,-25 0 15,-17 0 1,-17 17-16,-26 0 16,-33 9-1,-10-1-15,-16-8 16,-1 0 0,-8 0-16,0 0 15,0-25 1,9-52-16,-1 35 15</inkml:trace>
  <inkml:trace contextRef="#ctx0" brushRef="#br0" timeOffset="12682.52">9866 7637 0,'0'0'0,"0"0"0,0 0 15,0 0-15,-8 0 16,-1 0 0,-16 0-1,-1-8-15,1-1 16,-10 0-1,1 1-15,-17-1 16,-9 1-16,-8-1 16,25 9-1,9-8-15,-8-1 16,-27 9 0,-16 0-1,8 0-15,-8 17 16,-9 0-16,26 9 15,8 8 1,-8 17 0,-9 34-16,8 0 15,10 0-15,16-17 16,0 17 0,9 26-16,9 16 15,25-25 1,17-34-1,0-8-15,17 0 16,9-9-16,16 8 16,-16-16-1,34-9 1,34 0-16,25-9 16,-8-16-16,17-18 15,60 1 1,-34-18-16,25 1 15,26 8-15,-60 0 16,-8 0 0,25 0-16,-34 8 31,-8-16-31,-1-1 16,-25 1-16,-8-26 15,-9-18 1,-26-7-1,-34-1-15,-8 1 16,-18-1 0,-25-16-16,-34-9 0,-43 0 31,-34 8-31,-43 26 16,-59 17-1,-43 17-15,-52 26 16,1 25-16,8 34 31,1 42-31,7 35 16,-16 42-16</inkml:trace>
  <inkml:trace contextRef="#ctx0" brushRef="#br0" timeOffset="22203.09">15781 7093 0,'0'0'0,"0"0"0,-8 8 0,-1 35 15,-17 50 1,-16 35-1,8-1-15,-9 18 16,9 17-16,8-43 16,1-34-1,-1 8-15,9-8 16,0 0 0,0-17-1,17-17-15,0-8 0,0-18 16,0-8-1,0 0 1,8 9-16,9-1 16,18 9-1,24 1-15,10-10 16,-10-8-16,35 0 31,60 0-31,17 0 16,33-17-1,52 9-15,0-9 16,18 0 0,24 0-16,18-9 15,43 18-15,-18-9 16,-59-9 0,25 18-1,-34-9-15,-17 0 16,-8 8-1,-61 1 1,-25-9-16,26 8 0,-43 9 16,-76-8-1,-27-1 1,-8 1-16,1-1 16,-10 1-1,-16-1-15,-1-8 16,1 0-1,-9 0-15,0-17 16,8-25 0,1-69-16,-9-25 15,0-9 1,8-16-16,9 8 16,9 8-1,0 26-15,-9 43 16,-9 25-1,1 8-15,-18 9 16,1 8 0,-1 1-1,-8 8-15,-26 0 16,-50 17-16,-61 8 16,-17 9-1,-34 9-15,-42-1 16,-60-16-1,-60-26 1,-35-9-16,-84-16 16,-86-9-16,-42-9 15,-44 1 1,-93-26-16,325 42 16</inkml:trace>
  <inkml:trace contextRef="#ctx0" brushRef="#br0" timeOffset="30759.67">7084 9814 0,'0'0'0,"0"0"15,0 0-15,0 0 0,0 0 16,9 9-1,25-1-15,51 1 32,77 16-32,94 9 15,86 9 1,76 16-16,102 18 16,35 8-1,43-34-15,59-17 16,-230-17-1</inkml:trace>
  <inkml:trace contextRef="#ctx0" brushRef="#br0" timeOffset="33605.44">7622 11881 0,'0'0'0,"8"0"0,43 8 16,103 18-1,128-9 1,102-17-16,77-17 16,102 0-16,120 25 15,-256 9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02:28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10481 5996 0,'0'0'0,"0"0"0,0 0 15,0 0-15,0 0 16,0 0 0,0 0-16,0 0 15,0 0 1,0 0-16,0 0 16,-9 17-1,1 17-15,-1 17 16,1 17-1,-1 0 1,1-9-16,-1-8 16,9-8-16,0-9 15,0-9 1,0 9 0,0-8-16,26 16 15,16 9-15,18 9 16,43-9-1,-1-17 1,-8-25-16,51-1 16,34-16-1,0-1-15,9-25 16,17 9-16,17 8 16,34 8-1,-26 9 1,27 0-16,-36 9 15,1-1-15,-8 1 16,-27-1-16,27 1 16,-43-9-1,-35 8 1,9 1 0,-34-1-16,-25 1 15,-35-1 1,-26 1-16,1-1 15,-18-8-15,1 0 16,-18-8-16,-25-35 16,-17-25-1,-26-60 1,18-50-16,7-137 16</inkml:trace>
  <inkml:trace contextRef="#ctx0" brushRef="#br0" timeOffset="8505.95">4524 10954 0,'0'0'0,"25"-9"0,18 1 15,25-9-15,9 0 16,-17 0 0,-9 8-1,0-16-15,43-9 16,43-34-16,8-17 15,-17-17 1,8-9 0,26 0-16,-25 1 15,-52 16 1,-34 18-16,-16 16 16,-27 26-16,1 17 15,-9 9 1</inkml:trace>
  <inkml:trace contextRef="#ctx0" brushRef="#br0" timeOffset="8775.64">5343 10384 0,'-9'0'0,"1"8"15,-9 1 1,0-1-16,17 1 16,0-9-16,0 0 15,34-9 1,17 1-16,43-18 15,34-8 1,8 9-16,-7-1 16,-70 9-1,-25 17 1,-8 0-16,-9 0 16,0 43-16,-8 101 15,-18 52-15,-25-9 16,8 145-1</inkml:trace>
  <inkml:trace contextRef="#ctx0" brushRef="#br0" timeOffset="19081.43">1485 14330 0,'0'0'0,"0"0"0,0 0 0,0 0 31,0 0-15,0 0-16,17 0 0,9 17 31,25 0-31,34 9 15,35-1 1,25 9-16,17-8 16,-8 8-1,25 17-15,-17 0 16,9-9 0,-1 1-16,-24-1 15,-27 1 1,1 8-16,-9-9 15,-26 1 1,-8-9-16,-18-9 16,-16 1-16,8-1 15,-25-16 1</inkml:trace>
  <inkml:trace contextRef="#ctx0" brushRef="#br0" timeOffset="19416.63">3747 14364 0,'0'0'0,"0"0"0,0 0 16,0 0-16,0 0 16,0 0-1,8 17 1,18 9-16,17 16 15,16 18 1,10 8-16,-1 0 16,-8-9-16,-18-8 15,-16 0 1,-17 17 0,-44 43-16,-41 16 0,-44 10 15,-51-1 1,9-26-1,51-33-15,69-43 16</inkml:trace>
  <inkml:trace contextRef="#ctx0" brushRef="#br0" timeOffset="40915.23">17104 12093 0,'0'0'0,"-9"0"0,1 9 16,-9 8-16,0 0 15,0 8 1,-9 9-16,1 17 15,7-8 1,1 8 0,0 26-16,0 42 15,9 42-15,8-8 16,0 9 0,17 33-16,8-41 15,-16 7 1,8 26-1,-17-42-15,-9-35 0,1-16 16,-1-18 0,9-25-16,0-25 15,0-18 1,0 1 0,0-18-16,0-16 15,0 8-15,-8-9 16,8-16-1,0 8 1,0 0 0,0 0-16,0 17 15,0 8 1,0 9-16,0 0 16,0 0-16,0 9 15,17 8 1,0 25-1,0 35-15,9 16 16,-1-7 0,-16-18-16,-1-26 15,1-16-15,-1-1 16,-8-16 0,0-1-16,17-8 15,35-59 1,59-60-16,25-69 15,52-109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03:54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5787 9414 0,'0'0'0,"0"0"0,0 0 15,0 0-15,0 0 16,0 0 0,0 0-16,8 0 15,43-8 16,9-1-31,34-25 16,94 0-16,-17 0 0,25-17 16,77-17-1,-85 9-15,-35-9 32,44-34-17,-61 25-15,-68 26 16,-25 0-1,-9 17-15,-17 0 0,-8 26 32</inkml:trace>
  <inkml:trace contextRef="#ctx0" brushRef="#br0" timeOffset="283.83">6965 8802 0,'0'0'0,"0"0"16,0 0-1,0 0-15,0 0 16,0 0 0,0 0-16,25 0 15,35 0-15,68-8 16,68 8 0,-68-9-1,-25 9-15,25 0 16,-43 17-1,-34 0-15,-25 0 16,-9 26-16,-34 25 16,-51 59-1,-95 52 1,-59 16-16,-51 27 16</inkml:trace>
  <inkml:trace contextRef="#ctx0" brushRef="#br0" timeOffset="6125.2">10967 6404 0,'0'0'0,"0"0"0,0 0 16,0 0-16,0 0 15,0 0 1,0 0-1,-8 0-15,-43-9 16,-103-8 0,-17 26-1,-25 25-15,-34 8 16,16 1 0,-8 8-16,69-9 15,67-8 1,10 9-16,-18 17 15,17 16-15,34 9 16,26 9 0,43 42-1,16 8-15,35-16 16,60-1 0,16-33-16,18-26 15,51-25 1,-34-26-16,-1-34 15,52-34-15,-85-9 16,-34-25 0,-9-26-1,-43 1-15,-60-9 16,-50-26 0,-69-16-16,-86 8 0,-50 33 31,-18 35-31,18 43 15,8 42 1,-94 0-16</inkml:trace>
  <inkml:trace contextRef="#ctx0" brushRef="#br0" timeOffset="7836.92">26117 6251 0,'0'0'0,"-17"-9"0,-17-8 15,-17 0-15,8 0 16,9 9-1,8-1-15,0 1 16,1 8 0,8 0-16,-9 0 15,-16 0 1,-35 17-16,-17 0 16,-17 17-1,-26 17-15,-8 34 16,0 25-1,9 18 1,42 0-16,25-9 16,27 8-1,33 9-15,35-8 16,51 16 0,34-16-16,59-26 15,18-34 1,42-51-16,27-42 15,-61-35-15,-17-25 16,-8-34 0,-43-9-1,-60 1-15,-59-18 16,-86-50-16,-128-35 16,-145-8-1,-128 0 1,-51 8-16,145 77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06:44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7681 7646 0,'0'0'0,"0"0"0,0 0 16,0 0 0,0 0-16,0 0 15,9-9 1,34 1-16,76-35 16,69-25-1,51-26-15,43-8 16,50-8-1,61-9 1,34-9-16,34-16 16,0-9-16,42-1 15,18 10 1,-9 8 0,60-9-16,8 35 15,-17 42-15,18 34 16,-18 34-1,-17 8 1,-34 9-16,-59 26 16,-61 33-1,-76 1 1,-77-9-16,-77-9 16,-59-16-16,-44-18 15,-24 1 1,-10-18-16,-16 9 15,-1-8 1,1-1-16,-1 1 16,-8-9-16,0-9 15,17-16 1,0-18 0,-8 9-16,0 9 15,-1 8 1,1 0-16,-9 17 15,0 0 1,8 0 0,26 8-16,17 18 15,18 8 1,-1 0-16,-8 8 16,-9-8-16,-17-8 15,-8-1-15,-18 9 16,-8 17-1,-42 17 1,-52 18-16,-60-1 16,-68-26-1,-128 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09:00.1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9610 14908 0,'0'0'0,"0"0"0,34-8 15,18-1 1,33-8-16,77-8 15,43-18 1,34 1-16,9 8 16,16 8-1,1 18-15,-52 8 16,-25 0 0,-17 8-16,-69 1 15,-51-18 1,-25 1-16,-9-1 15</inkml:trace>
  <inkml:trace contextRef="#ctx0" brushRef="#br0" timeOffset="298.17">11266 14322 0,'0'0'0,"0"0"16,0 0-16,17 8 15,26 18 1,25 16-16,35 18 16,33 25-1,9-9-15,-42-16 16,-1-1-16,0 1 16,-33-18-1,-27-8 1,-7 9-1,-27-1-15,-33 35 16,-61 33 0,-85 35-16,-110 68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10:19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4873 7084 0,'0'0'16,"-8"0"-16,-9 26 0,-86 271 0,86-229 0,0-8 0,0-18 15,17-16 1,9 0-16,25-1 16,26-16-1,25-9-15,52-9 16,33 1-1,-25-9-15,-8-9 16,68-17 0,-35 1-16,1 8 15,51 8 1,-34 9 0,-17 9-16,67 16 15,-24 9 1,33 9-16,-25-9 15,9 0 1,16 8-16,9-16 16,9-9-1,8 0-15,9 0 16,8 0 0,0 0-16,34-17 15,-25 17-15,-26-9 16,9 9-1,8-8-15,9-1 16,-35-8 0,52 0-16,-26 9 15,77 8 1,-25 8-16,-52-8 16,120 0-1,-69-8-15,-8-9 16,85 0-1,-51 8 1,-60 1-16,112-1 16,-44 1-16,-76-1 15,102-8 1,-51 17 0,-43-8-16,26 8 15,-77 0 1,9 0-16,-9 8 15,-86-8-15,-50-8 16,8-1 0,-51-8-16,-35 0 15,-16-8 1,0-18-16,-9-16 16,0-69-1,-9-59 1,18 9-16,51-112 15</inkml:trace>
  <inkml:trace contextRef="#ctx0" brushRef="#br0" timeOffset="39310.1">10959 14075 0,'0'0'0,"0"0"15,0 0-15,-68 127 0,25-16 0,0-17 0,18-43 16,8-26 0,17 1-16,8-1 15,9 1 1,17-1-16,0-16 16,43-1-1,51 1-15,9-9 16,-18 0-1,-8 0-15,51 0 16,9-9 0,-17-8-16,16 0 15,27 9 1,-35-1-16,0 18 16,17 8-1,-34-9-15,-34 1 16,17 8-1,9 17-15,-18-9 16,-8 1 0,17-9-16,43 0 15,-34-9 1,-69-8-16,0-8 16,26-9-1,-17-9-15,-26 9 16,-8-8-1,-18-35-15,-7-33 16,-18-18 0,-9 0-1,-25 1-15,17 50 16</inkml:trace>
  <inkml:trace contextRef="#ctx0" brushRef="#br0" timeOffset="50368.87">21226 13905 0,'0'0'0,"35"-9"16,118-33 0,1-1-1,-26 9 1,51 0-16,-8-17 15,-52 17 1,1-8-16,16 8 16,-33 17-16,-18 8 15,-34-8 1,-25 9 0,-9 8-16,-9 0 15,-16 0 1,-43 8-16,-43 35 15,-60 110 1,-42 34-16,0-9 16,16 52-1,27-77-15,16-76 16,26-9 0,69-34-16,16-17 15,9-9 1,17-16-16,8-18 15,52-127 1,26-51-16,7-43 16,1-8-1,-42 60-15,-10-35 16,1 68 0,-18 94-16,-16 26 15,0 8 1,-1 17-16,-8 17 15,0 0 1,-8 17-16,-1 76 16,18 43-1,59 86 1,34 41-16,9-59 16,0 43-16,-43-60 15,-16-42 1,-18 8-16,-26-43 15,-16-42 1,-18-8-16,-17-9 16,-33-17-16,-44-34 15,-25-60 1,-34-76-16,8-25 16,18-60-1,33-1 1,94 154-16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11:18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6021 0,'0'0'0,"0"0"0,0 0 15,0 0 1,0 0-16,0 0 16,0 0-16,0 0 15,0 0 1,0 0-16,0 0 15,0 0 1,0 0-16,0 0 16,0 0-1,0 0 1,0 0-16,0 9 16,-8 25-1,-1 59-15,-16 26 16,7-34-1,18-34 1,0-25-16,0-1 16,9-8-16,8 0 0,26 0 31,8-8-31,-8-1 16,-1 1-1,10-1-15,-1-8 16,8 9-1,1-18-15,-17 1 16,8-1-16,34 9 16,1-8-1,25 8-15,-9 0 16,9 0 0,9 0-1,-18 8-15,-8 1 16,-9-1-1,-16 1-15,-27-9 0,-8 0 16,-8 8 15,-17-8-31,-1 0 16,1 0 0,-9 0-16,0 0 15,0 0-15,-9-8 16,1-35-1,-1-59-15,18-25 16,8 67-16</inkml:trace>
  <inkml:trace contextRef="#ctx0" brushRef="#br0" timeOffset="3113.02">11377 6021 0,'0'0'0,"-8"-8"16,-10 8-16,-7-9 15,-1 1 1,-8-1 0,-9 1-16,9-1 15,0 1 1,17-1-16,0 9 16,0 0-1,8 0-15,1 0 16,8 0-1,0 0-15,0 0 16,0 0-16,0 9 16,0 25-1,17 34-15,-9 25 16,10 1 0,-10-26-1,1-9-15,-1-16 16,1-18-1,-1 1 1,1-1-16,8-8 16,0 0-16,26 0 15,16 0 1,-7-8-16,33-18 0,17 1 16,9-1-1,9-16-15,-26-1 16,0 1-1,34-1 1,34-8 0,-9 17-1,-8 9-15,52 8 16,-18 8-16,-17 18 16,60 8-1,-43 0-15,-17 0 16,18-9-1,-52 1-15,-43-9 16,-8 0 0,-9 0-16,-17-9 15,-25 1 1,0-9 0,-18 0-16,1-9 0,-1-16 15,1-18 1,-18-76-1,-16-34-15,-18-127 16</inkml:trace>
  <inkml:trace contextRef="#ctx0" brushRef="#br0" timeOffset="25618.22">4157 6702 0,'0'0'0,"0"0"16,0 0-16,0 0 15,0 0 1,0 0-16,0 0 15,0 0 1,0 0 0,0 0-16,0 8 15,0 9-15,0 17 16,-9 17 0,9 9-16,0-18 15,0 1 1,0-18-1,0 1-15,0-9 16,0 0-16,0 0 16,0 0-1,0 8 1,9 9-16,8-8 16,0-1-16,0 1 15,17-1 1,9-16-16,33-1 15,44-8 1,25-8 0,-9-1-16,10 9 15,24 0-15,-8 0 16,26 17 0,17 0-1,-9-8-15,26 8 16,17 0-1,-8 0-15,25-9 16,-17 1 0,0-9-16,-9 0 15,18 8 1,-9-8-16,0 9 16,25-1-16,9 1 15,0 8 1,18 0-1,-1 0-15,17-9 16,9-8 0,-17 0-16,-26-8 15,-9 8 1,-25 0-16,-17 0 16,9 0-16,-9 0 15,-1 0 1,-50-9-16,-26 1 15,-17-1 1,-51 1 0,-26-1-16,-25 1 0,-1 8 15,-16 0 1,0 0 0,-9-9-16,-9-8 15,0-42 1,9-35-16,0 35 15</inkml:trace>
  <inkml:trace contextRef="#ctx0" brushRef="#br0" timeOffset="40357.35">1750 8675 0,'0'0'0,"0"0"0,0 0 16,0 0-16,0 0 15,0 0 1,17-9-16,0 1 16,34-1-1,43 1 1,25-9-1,-16-9-15,16-8 16,35-17-16,-26 0 16,-34 8-1,8-25-15,18 0 16,-35 17 0,-8 9-16,-9 8 15,-25 8-15,-26 9 16,-9 0-1,-16 9 1,-43-1-16,-26 1 16,-43 25-1,-16-9-15,51 1 16,33-1-16,18-8 16,17 0-1,17 0 1,9 17-16,42 17 15,43 9 1,25-18-16,9-16 16,-17-1-1,-25 1-15,-44-9 16,-16 0 0,-9 0-1,-9 0-15,-8 8 16,-42 69-1,-44 42-15,35-51 16</inkml:trace>
  <inkml:trace contextRef="#ctx0" brushRef="#br0" timeOffset="83639.73">14689 10095 0,'0'0'0,"0"0"0,0 0 0,0 0 0,8 0 0,52 17 32,68-9-17,34 1-15,17-1 16,77-8-16,-8-8 15,16-9 1,112-17 0</inkml:trace>
  <inkml:trace contextRef="#ctx0" brushRef="#br0" timeOffset="103374.83">15295 11149 0,'0'0'0,"0"0"0,0 0 0,0 0 15,0 0 1,0-8-16,0-18 15,0-25 1,0 0-16,8 17 16,1-8-1,-1-26-15,-16-26 16,-1 18 0,9 16-16,-8 9 15,-1 17-15,-25 9 31,-26 16-31,-25 26 16,-9 17 0,26 9-16,16-1 15,27-16-15,8-1 16,0-16 0,8-1-1,1 1-15,-1-1 16,9 1-1,0-18-15,17-33 16,34-52 0,18 1-16,8 24 15,-9 27 1,-8 16-16,-18 9 16,-16 0-1,-1 17-15,1 0 16,8 26-1,17 42-15,26 26 16,-26-35 0</inkml:trace>
  <inkml:trace contextRef="#ctx0" brushRef="#br0" timeOffset="110056.06">1553 11387 0,'0'0'0,"0"0"16,0 0-1,0 0-15,0 0 16,0 0-16,0 0 16,17 0-16,9 9 15,42-9 1,60 0 0,52 0-16,16-9 15,0 9 1,-8-8-16,-34-1 15,-18 9 1,-25 0 0,-8 0-16,-35-8 15,-26-1 1,-16 1-16,-9-1 16</inkml:trace>
  <inkml:trace contextRef="#ctx0" brushRef="#br0" timeOffset="110359.86">2825 10877 0,'0'0'0,"0"0"0,0 0 0,0 0 16,0 0 0,17 9-16,43 16 15,42 18 1,18 25-16,-35-9 15,-17 9 1,1-8-16,-1-1 0,-25-16 31,-18-18-15,-8 1-16,-17-1 16,-25 18-1,-44 17-15,-76 16 16,-17-8-1,-26 0-15,-110 60 16</inkml:trace>
  <inkml:trace contextRef="#ctx0" brushRef="#br0" timeOffset="124061.96">1127 13046 0,'0'0'0,"0"0"0,0 0 15,0 0-15,0 0 16,0 0 0,0 0-16,8 8 15,9 1 1,51 8-16,78 0 16,-18-9-1,25 18-15,18-1 16,8-8-1,-51 9-15,9-9 16,-1-9 0,-33-8-16,-35 0 15,-34-8 1,-17-1-16,-8-8 16,-9 9-1</inkml:trace>
  <inkml:trace contextRef="#ctx0" brushRef="#br0" timeOffset="124335.21">2228 12952 0,'0'0'0,"0"0"0,0 0 16,0 0-16,0 0 16,8 17-1,43 17-15,18 17 16,33 9-1,18-9 1,-35-9-16,-25-8 16,8 9-16,-8-1 15,-26-7 1,-26 16-16,-33 42 16,8-25-16</inkml:trace>
  <inkml:trace contextRef="#ctx0" brushRef="#br0" timeOffset="131990.01">1212 15665 0,'0'0'0,"0"0"16,0 0-16,34-8 15,9-1 1,34-16-16,42-1 16,-25-8-1,17 9-15,25-9 16,18 0 0,-17 17-16,-9 0 15,25 0 1,-16 8-16,-43 1 15,-43 8 1,-25 0-16,-1 0 16,-16 0-1,-1 0-15,1-9 16,-1 1-16,1-18 16,-18 1-1,-8-9-15,-8 0 16,-18-1-1,0 1-15,9 17 16,0 0 0,17 9-16,0-1 15,0 9 1,8 0 0,9 0-16,0 0 15,0 0 1,9 0-16,25 9 15,26-1-15,-1 1 16,1-1 0,17 9-16,-9 0 15,-25-8 1,-17-1 0,-1 10-16,-16 7 15,-18 35-15,-42 50 16,-26 1-1,34-60-15</inkml:trace>
  <inkml:trace contextRef="#ctx0" brushRef="#br0" timeOffset="152885.95">18342 14500 0,'0'0'0,"0"0"0,-9 0 0,1 0 31,-27 9-15,-24 8-16,-10 8 16,18 9-16,-34 0 15,-43 26 1,-17-1-1,34-8-15,42 0 16,-16 17 0,8-17-16,35-17 15,16-8 1,9-18-16,8 1 16,1-18-1,-1-25-15,1-8 16,-1 8-1,1 8-15,-1 9 16,1 9 0,-9 8-16,-43 17 15,0 0 1,17 0-16,9 0 16,17 0-1,0 0-15,0 0 16,17 17-1,60 8-15,68 1 16,60-26 0,144 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16:28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21389 16218 0,'0'0'0,"0"0"15,0 0-15,0 0 0,17 0 32,51 9-32,34-18 0,69-8 15,77-34 1,-35-17-16,26 0 31,-9 8-31,43 1 16,-25 16-1,-197 35-15</inkml:trace>
  <inkml:trace contextRef="#ctx0" brushRef="#br0" timeOffset="24631.39">21397 8760 0,'0'0'0,"0"0"0,0 0 0,0 0 16,0 0-1,0 0-15,0 0 16,0 0 0,0 0-16,-8 17 15,-9 0 1,-1 0-16,1 8 15,-8 18 1,-18 8 0,-17 0-16,-16-9 15,16-8 1,9-8-16,-9-1 16,0 1-1,9-1-15,17 9 16,0 17-16,-1 26 15,1 25 1,17-9 0,9-24-16,8-10 15,0-8 1,17 26-16,25 8 16,78 8-1,17-16-15,-1-18 16,86 9-16,-9-25 15,-25-18 1,60 9 0,-44-25-16,53-9 15,-36-17 1,18-17-16,0-17 16,-25-9-1,42-25-15,-94 26 16,-17-9-1,26 8-15,-52 1 16,-25-1 0,-43-16-1,-34-9-15,-42-1 16,-35-7 0,-59-26-16,-44-9 15,-84-16-15,-1 25 16,-16 25-16,-43-8 15,8 26 1,-43 16 0,-16 26-1,-35 34-15,-76 68 16,68 26-16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17:24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 2475 0,'0'0'0,"0"8"0,0 35 0,-9 25 16,1 0-1,-10 25-15,-16 86 16,-17-9-1,17-76-15,8-1 16,9-8 0,17 0-1,26 0-15,8 0 16,-8-34 0,-1-8-16,9-9 15,43 0 1,43-8-16,16-9 15,1-26-15,85-25 32,-17-17-32,16-26 15,36 1 1,41 25-16,-16 17 16,85 25-16,17 1 15,-137 16 1,223 26-1,-1-8-15,-136-18 16,17 1 0,128 25-16,-17 8 0,-154-8 15,43 9 1,-8-9 0,-86 0-16,-60-26 15,9-16 1,-17-9-1,-86-9-15,-34-16 16,18-26 0,16-26-16,-25-16 15,-17-26 1,-43-43-16,-43-136 16</inkml:trace>
  <inkml:trace contextRef="#ctx0" brushRef="#br0" timeOffset="11189.88">13895 14968 0,'0'0'0,"0"0"15,0 0-15,0 0 16,0 0 0,0 0-16,0 0 15,0 0-15,0 0 16,0 0 0,0 0-16,0 0 31,-9 0-31,9 8 15,0 1-15,0-1 16,0 1 0,0-1-1,0 9-15,0 0 16,0 0 0,0 0-16,0 9 15,17-1-15,0 1 16,18-1-16,-1 1 31,8-1-31,1-16 16,0 0-1,8-1-15,0 1 16,-8-1-16,0-8 16,-9 9-16,-9-1 31,1 1-31,-9-1 15,-8 1 1,-1-9-16,1 0 0,-9 0 16,8 0-1,-8 0 1,17-17 0,0-26-16,17-8 15,9-43-15,0-16 16,8-18-1,-25 69-15</inkml:trace>
  <inkml:trace contextRef="#ctx0" brushRef="#br0" timeOffset="26472.43">17838 5502 0,'0'0'0,"0"0"16,-8 9-16,-1 16 15,-8 35-15,-9 8 16,9 9 0,0-1-1,0 9-15,0-8 16,8-9-16,9-9 0,0-8 15,9-8 17,8-1-32,9-8 15,25 0 1,17-8-16,26-18 16,34-8-1,17-17-15,17-17 16,9 9-1,0-9-15,8 0 16,0 17 0,0 0-16,26 0 15,34 8 1,17 9-16,17 17 16,26 9-1,8-1-15,-8 1 16,8 8-1,1 0-15,-18-17 16,-9 0 0,1 0-16,-9-9 15,-8-8 1,8-8-16,9-1 16,-1-8-1,-8 0-15,-8 9 16,0-9-1,8 8-15,-17 9 16,-17-8-16,8-9 16,-68 17-1,1-9 1,-18-8-16,-51 9 16,-51 8-1,-35 0-15,1 0 16,-18 0-16,1 0 15,-1 0 1,1-9-16,-1 1 16,9-35-1,-8 9-15</inkml:trace>
  <inkml:trace contextRef="#ctx0" brushRef="#br0" timeOffset="31218.68">7169 9670 0,'0'0'0,"0"0"16,0 0 0,0 0-16,0 0 0,0 0 31,0 0-31,0 0 16,0 0-1,0 0-15,0-9 16,0 1-16,0-1 15,0 1 1,0-9-16,0 8 31,0 1-31,0-1 16,0 9-16,0 0 16,0-8-1,0-1-15,0 1 16,17-1-1,18 1 1,-1-1-16,17 1 16,26-18-1,17-8-15,-18 8 16,27-16 0,16 8-16,9 17 15,-8 0 1,16 8-16,35 1 15,-17-1 1,16 1-16,18-9 16,0 0-16,8-9 15,9 9 1,-26 9 0,26-9-16,43 8 15,-18 1-15,-16 16 16,-18 1-1,17-9 1,35 8-16,-26-8 16,17 0-1,-9 9-15,0-9 16,-8 0-16,-8-9 16,25 1-16,-26 8 31,9 0-31,-9 0 15,1 0 1,25 0-16,-26 17 0,1 0 31,-27 0-31,18 0 0,26 8 32,-52-8-32,26-8 15,8-1 1,-25 1-16,-9-9 15,0-9 1,-8-8-16,8 0 16,9-8-1,128-26-15</inkml:trace>
  <inkml:trace contextRef="#ctx0" brushRef="#br0" timeOffset="34003.44">19485 8709 0,'0'0'0,"-8"0"31,-9 8-31,0 9 0,0 17 16,-1 0 0,10 26-1,8 16-15,0 1 16,8-9-16,1-9 15,0 1 1,-9-1-16,0-8 31,0-8-31,0-18 16,0 1-16,0-9 16,0 0-1,0 0 1,0 0-16,17 0 15,0 0 1,17 0-16,0-8 16,34-9-1,43-18-15,17-7 0,0-9 32,0 0-32,9 17 15,-18 0-15,-16 0 0,-44 17 16,-24 0 15,-10 0-31,-16 0 0,-1 0 16,1 0-1,-1-9 1,1-8 0,17-68-16,-9 17 15</inkml:trace>
  <inkml:trace contextRef="#ctx0" brushRef="#br0" timeOffset="60374.92">24418 3308 0,'0'0'0,"0"0"0,0 0 16,-8 17-16,-1 0 16,1 26-1,-18 25 1,-16 25 0,-10 9-16,-16 9 15,-17 17 1,-1-9-16,10-9 0,7-25 15,27-17 1,7-25 0,18-18-16,0-16 15,0-1 1,-8-16-16,-1-18 16,0-8-16,9-8 15,0-1 1,17 26-1,0 9 1,0-1-16,0 9 16,-8 0-16,-26 34 15,-26 34 1,9 26 0,-1 8-16,18 0 15,17-34 1,17-26-16,0-16 15,17-9 1,43-9-16,51-33 16,17-18-16,-17-25 15,-60 26 1</inkml:trace>
  <inkml:trace contextRef="#ctx0" brushRef="#br0" timeOffset="65355.61">12956 14611 0,'0'0'0,"0"0"0,0 0 16,0 0-16,0 0 31,0 17-15,-8 59-16,-27 43 15,1 9 1,-8-26-16,7-17 16,18-26-1,0-25-15,9-8 16,8-17-1,0-1-15,0 1 16,0-9-16,25 0 16,18-9-1,25 1 1,9-18-16,26 0 16,16 9-16,9 0 15,-17 0 1,-9 9-16,9 8 15,26 0 1,-9 17-16,-26 0 16,-16 8-1,25 10 1,-26-10-16,-34-16 16,-17-1-16,-8 1 15,-17-1 1,-1-16-1,1-26-15,-18-26 16,9-51 0,26-59-16,25 34 15,-8 94-15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19:10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8791 4975 0,'0'0'0,"0"0"0,0 9 15,-9 8 1,9 0-16,0 0 15,0 17 1,0 0-16,0 0 16,0 0-1,0 0 1,-8 17-16,-1 0 16,1 8-1,-18 26-15,1 17 16,-1 9-16,0-9 15,9-34 1,0-25-16,9-1 16,8 1-1,0 8-15,8 0 16,9 8 0,0 1-1,1-9-15,-1-9 16,8-8-1,1-17-15,16 9 16,35-18 0,26 1-16,16-26 15,26-9 1,52-8-16,-10-8 16,52-9-1,17 8-15,26 9 16,25 9-1,35 25-15,25 8 16,-26 18-16,86 25 16,17 8-1,-60 18-15,0-18 16,43 1 0,-9-1-1,-51-25-15,-17-8 16,42 8-16,-50-17 15,-35 0 1,0 8-16,-42-7 16,-35-10-1,-33-16-15,-27-10 16,-59 10 0,-43-9-1,1-9-15,-10-16 16,-16-43-16,-17-43 15,-26-42 1,-34-25 0,-26-129-16</inkml:trace>
  <inkml:trace contextRef="#ctx0" brushRef="#br0" timeOffset="3878.37">21500 5911 0,'0'0'0,"0"0"0,-9 0 16,0 8-1,1 9-15,-1 0 16,1 9 0,-1-1-16,1 1 15,-1-1 1,1 1-16,8-9 16,0 8-16,25 9 15,44 9 1,33-1-1,35 1 1,33-18-16,35 1 16,34-1-16,34 1 15,34 8 1,9 8-16,34 1 16,-17-1-1,8-8-15,26 9 16,-25 17-1,-52-1 1,-8-8-16,-26 0 16,-94-25-16,-51-9 15,-34-9 1,-26-8-16,-26 0 16,1-8-1,-9-26 1,0-34-16,-8-17 0,-18-35 15,1-75 1,8-128 0</inkml:trace>
  <inkml:trace contextRef="#ctx0" brushRef="#br0" timeOffset="19885.91">5718 6582 0,'0'0'0,"0"0"0,0 0 16,0 17-16,9 26 15,-1 17 1,1 16 0,0 1-16,-18-18 15,-17 9 1,1 17-16,-9 0 0,17 9 16,17-18-1,17-8 1,17-17-1,8 0-15,35-17 16,9-17 0,16-8-16,43-9 0,26-26 15,-9-8 1,0-8 0,34-9-16,-25 25 15,-17 1 1,8 8-1,-25 8-15,-44 18 16,10 8 0,-18 8-16,-17 1 15,-25-1 1,-17 1-16,-18-1 16,1-16-16,-9-1 15,0 1 1,0-1-1,0-8-15,8-34 16,35-76 0,42-77-16,69-111 15</inkml:trace>
  <inkml:trace contextRef="#ctx0" brushRef="#br0" timeOffset="30841.55">20714 9780 0,'0'0'0,"0"0"16,0 0-16,0 0 16,0 0-1,0 0 1,0 0-16,0 0 15,0 0-15,0 0 16,0 0 0,0 0-16,0 0 15,0 9 1,0 8 0,0 17-16,0-9 15,0 1-15,0-1 16,0 1-1,9-9 1,25 17-16,43-9 16,51-8-1,-26 0-15,-42-17 16,34 9 0,17-1-16,-26 1 15,-25 8 1,-9-9-16,-17 1 15,-8-1 1,-18 1-16,1-9 16,-1 8-1,1-8-15,-9 0 16,9 0 0,-1-17-16,1-34 15,-1-34 1,9-68-16,17-153 15</inkml:trace>
  <inkml:trace contextRef="#ctx0" brushRef="#br0" timeOffset="91088.59">1110 14900 0,'0'0'0,"0"0"0,0 0 16,0 0-1,-9-9-15,0 1 16,9-9-1,0-34 1,9-9-16,17 1 0,-1-43 31,35-34-31,0 17 16,17 25-16,8 34 16,9 26-1,-34 0-15,16 17 16,27 0-1,-26 17 1,16 26-16,18 33 16,-17 35-1,-8 25-15,-1-8 16,0-9 0,35 0-16,-9-17 15,0-26 1,25 1-16,26-43 15,1-9 1,7-25-16,35-25 0,9-18 31,-1-8-31,-8 9 16,0-1 0,25-8-16,0-17 15,1-17-15,-9 8 16,0 9-1,17 26 1,-9 25-16,1 17 16,-18 0-1,-25 8-15,17 9 16,-18 0 0,-16 0-16,0 17 15,-18 0 1,-16 17-16,-1 17 15,-7 17 1,-27 18-16,-17-10 16,1 1-1,8 8-15,8 0 16,17-9 0,35-8-16,59-25 0,26-43 15,26-34 1,25-9-1,-8-16-15,8 8 16,-8 25-16,-18 9 31,9 26-31,-25 8 16,-9 34 0,-17 42-16,-52 26 15,-16-8 1,0 25-16,76 111 15</inkml:trace>
  <inkml:trace contextRef="#ctx0" brushRef="#br0" timeOffset="92609.66">7673 13590 0,'0'0'0,"-9"0"0,1 26 15,-1 16 1,-8 1-16,0-9 16,17-9-1,0-16 1,0-1-16,9 1 16,42-26-16,68-26 15,52-16 1,34-9-16,17-9 15,8-16 1,18-10-16,8-7 16,8 16-1,27 1-15,24-9 16,27-9 0,33-8-1,9 9-15,1 33 0,33 1 31,8 16-31,-24 9 16,-27 8 0,-8 35-16,9 25 15,-26 8 1,-43 9-16,34 26 16,-8 25-1,-43 0-15,-59 0 16,-43 9-16,-35-18 15,-50-8 1,-44-25 0,-25-18-16,-8-8 15,-17-8-15,-1-1 16,1-8 0,-9 0-16,8-8 15,9-26 1,0-43-1,0-8-15,-8 34 16,-9 26 0,0 8-16,0 8 15,0 1 1,0 8-16,0 0 16,8 0-1,52 25-15,51 9 16,17 17-1,-25 0-15,-27 0 16,10-8 0,-35-1-16,-25-16 15,-26-1 1,-26 18-16,-76 25 16,-103 8-1,-68 9-15,0-16 16,25-35-1,-102 25-15</inkml:trace>
  <inkml:trace contextRef="#ctx0" brushRef="#br0" timeOffset="97814.06">7997 12468 0,'0'0'0,"0"0"16,0 0-16,0 0 15,0 0-15,0 0 16,0 8 0,0 18-16,-8 16 15,-1 18 1,1 8 0,-9 0-16,0 0 15,-1-9-15,1 1 16,0-26-1,9-9 1,8-16-16,0-1 16,0 1-1,0-9-15,8-17 16,26-43 0,26-67-16,17-1 0,0 43 31,0 26-31,-18 16 15,-7 18 1,-1 16-16,0 18 16,17 50-1,1 69-15,-1 8 16,-25-26 0,-1-8-1,-25-51-15</inkml:trace>
  <inkml:trace contextRef="#ctx0" brushRef="#br0" timeOffset="101447.55">17462 13573 0,'0'0'0,"0"0"0,0 0 0,0 0 31,0 0-31,0 0 16,0 0-16,0 0 16,0 0-1,0 0 1,0 0-16,0 0 15,0 0-15,0 0 16,0 0 0,0 0-1,0 0-15,0 0 16,0 0 0,0 0-16,0 0 15,0 0 1,0 0-16,0 0 15,0 0-15,0 0 16,18-8-16,-1-1 31,8 1-31,1-1 16,-1-8 0,1-8-16,0-1 0,-1-8 31,1 0-31,-9 9 15,9-18 1,8 0-16,-9-8 16,1 0-1,8 9-15,0-9 16,17-17 0,9-17-16,17-17 15,25 0 1,9 17-16,9 8 15,8 9 1,17 9-16,17-1 16,26-8-1,25 8-15,18 9 16,25 9 0,17 16-16,8 18 15,27 25 1,-1 8-16,0 18 15,1 16 1,24 26-16,-24 1 16,-1-1-1,-25 25-15,-9 18 16,-17-18 0,-26 9-16,-8 26 15,-60-1 1,0-7-16,-34-18 15,-34-9 1,-25-25-16,-35-34 16,-9-25-1,-16-18-15,-1 1 16,9-26 0,-8 8-16</inkml:trace>
  <inkml:trace contextRef="#ctx0" brushRef="#br0" timeOffset="101748.48">24768 12944 0,'0'0'0,"-8"0"0,-1 17 15,9 17 1,9 42-16,16 35 15,18 16 1,8-24 0,1 7-16,-1 26 15,-9 9 1,-16-35-16,-9 1 16,-8-1-16,-18-16 15,1-17 1,-61 8-16,-93 0 15,-34-43 1,-86-33-16,-102-26 16</inkml:trace>
  <inkml:trace contextRef="#ctx0" brushRef="#br0" timeOffset="103585.22">21406 11813 0,'0'0'0,"0"0"0,0 0 0,8-17 31,35-43-31,25-25 15,0 0 1,-16 34-16,-18 17 16,0-8-16,0-10 15,-8 10 1,-1-1 0,1-8-16,-1-8 15,-16-26 1,-9 34-16</inkml:trace>
  <inkml:trace contextRef="#ctx0" brushRef="#br0" timeOffset="103841.53">21781 11498 0,'0'0'0,"51"17"0,77 0 16,9-8 0,-69-1-1,-17-8-15,1 9 16,-10-9-16,-8 0 16,-8-9-1,-17 1-15,-9-18 16,0 18-16</inkml:trace>
  <inkml:trace contextRef="#ctx0" brushRef="#br0" timeOffset="103984.78">21909 11753 0,'0'9'0,"9"8"16,8 17-1,25 34-15,35 34 16,-25-43-16</inkml:trace>
  <inkml:trace contextRef="#ctx0" brushRef="#br0" timeOffset="116704.67">23070 11558 0,'0'0'0,"0"0"0,0 8 15,-9 18 1,1 8-16,-1 0 15,1 0-15,-1 8 16,-8 1-16,0-9 31,0 0-31,0 8 16,0 1 0,0-18-16,8 1 15,1-1-15,8-16 0</inkml:trace>
  <inkml:trace contextRef="#ctx0" brushRef="#br0" timeOffset="117035.46">22788 11549 0,'0'0'0,"0"0"0,0 0 16,0 0-1,0 0-15,0 0 16,0 0 0,0 9-16,0-1 15,0 1 1,17 8-16,26 0 15,17 8-15,25 1 16,18-9 0,8 0-1,-35-9-15,-7 1 16,-27-1-16</inkml:trace>
  <inkml:trace contextRef="#ctx0" brushRef="#br0" timeOffset="117589.03">24273 11524 0,'-8'0'0,"-9"34"0,-9 34 0,9 0 16,-8-9-16,-10 1 15,-16 16 1,8 1 0,9-18-1,17-16-15,0-18 16,9 1-16,8-18 16,0-16-1,17-18-15,51-25 16,34-25-1,26-18 1,0 9-16,1 9 16,-27 33-1,-25 18-15,-9 16 0,-8 26 32,-9 34-32,-8 68 15,-52 145-15,-25-43 16,25-170-1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5T00:21:19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6615 13590 0,'0'0'0,"0"0"0,0 0 16,0 0-1,-9 0-15,-8-8 16,-17-1 0,-9-8-1,-17-8-15,-16-1 16,-18 9-1,17 0-15,-26 9 16,-16 8 0,-18 0-16,-8 25 15,0 9-15,-8 0 16,-10 17 0,18 0-1,0 17-15,-25 17 16,16 9-1,26-1-15,0 9 0,8 17 16,27-25 0,16 0-1,17-1 1,26 1-16,25-1 16,18 1-1,33-1-15,27 1 0,33-1 31,43 9-31,43-16 16,-9-18-16,18 0 16,42 0-1,-43-17-15,34-26 16,18-8 0,8-25-1,8-26-15,10-17 0,-18 0 16,-17 0-1,8-9 1,-59-8 0,-26-9-16,0 1 15,-25-18-15,-26-8 16,-9-17 0,-8 9-1,-43 16-15,-25-8 16,-35-8-1,-33-1-15,-44-8 16,-59 8 0,-60 1-16,-34 16 15,-59 26 1,-78 9-16,1 42 16,-52 34-16,-68 51 15,-51 68 1,144-17-1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9.xml"/><Relationship Id="rId3" Type="http://schemas.openxmlformats.org/officeDocument/2006/relationships/image" Target="../media/image710.png"/><Relationship Id="rId7" Type="http://schemas.openxmlformats.org/officeDocument/2006/relationships/image" Target="../media/image120.png"/><Relationship Id="rId12" Type="http://schemas.openxmlformats.org/officeDocument/2006/relationships/image" Target="../media/image20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90.png"/><Relationship Id="rId5" Type="http://schemas.openxmlformats.org/officeDocument/2006/relationships/image" Target="../media/image90.png"/><Relationship Id="rId10" Type="http://schemas.openxmlformats.org/officeDocument/2006/relationships/image" Target="../media/image180.png"/><Relationship Id="rId4" Type="http://schemas.openxmlformats.org/officeDocument/2006/relationships/image" Target="../media/image86.png"/><Relationship Id="rId9" Type="http://schemas.openxmlformats.org/officeDocument/2006/relationships/image" Target="../media/image140.png"/><Relationship Id="rId1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8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1.png"/><Relationship Id="rId3" Type="http://schemas.openxmlformats.org/officeDocument/2006/relationships/image" Target="../media/image261.png"/><Relationship Id="rId21" Type="http://schemas.openxmlformats.org/officeDocument/2006/relationships/image" Target="../media/image44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17" Type="http://schemas.openxmlformats.org/officeDocument/2006/relationships/image" Target="../media/image400.png"/><Relationship Id="rId2" Type="http://schemas.openxmlformats.org/officeDocument/2006/relationships/image" Target="../media/image200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0.png"/><Relationship Id="rId19" Type="http://schemas.openxmlformats.org/officeDocument/2006/relationships/image" Target="../media/image42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customXml" Target="../ink/ink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13: Sorting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4773-CFEA-E666-64D3-5AF21662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</a:t>
                </a:r>
              </a:p>
              <a:p>
                <a:pPr lvl="1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1"/>
                <a:r>
                  <a:rPr lang="en-US" dirty="0"/>
                  <a:t>A comparison function for these items</a:t>
                </a:r>
              </a:p>
              <a:p>
                <a:pPr lvl="2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2"/>
                <a:r>
                  <a:rPr lang="en-US" i="1" dirty="0"/>
                  <a:t>Disclaimer: The slides are using integers, but they could be other things, too!</a:t>
                </a:r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Permutation: a sequence of the same items but perhaps in a different order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93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D131-B6AD-4797-71B9-76C7B83B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E843-DAF3-ACD6-1133-A963D317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Worst case running time</a:t>
            </a:r>
          </a:p>
          <a:p>
            <a:r>
              <a:rPr lang="en-US" dirty="0"/>
              <a:t>In place:</a:t>
            </a:r>
          </a:p>
          <a:p>
            <a:pPr lvl="1"/>
            <a:r>
              <a:rPr lang="en-US" dirty="0"/>
              <a:t>We only need to use the pre-existing array to do sorting</a:t>
            </a:r>
          </a:p>
          <a:p>
            <a:pPr lvl="1"/>
            <a:r>
              <a:rPr lang="en-US" dirty="0"/>
              <a:t>Constant extra space (only some additional variables needed)</a:t>
            </a:r>
          </a:p>
          <a:p>
            <a:pPr lvl="1"/>
            <a:r>
              <a:rPr lang="en-US" i="1" dirty="0"/>
              <a:t>Insertion Sort, Heap Sort</a:t>
            </a:r>
          </a:p>
          <a:p>
            <a:r>
              <a:rPr lang="en-US" dirty="0"/>
              <a:t>Adaptive</a:t>
            </a:r>
          </a:p>
          <a:p>
            <a:pPr lvl="1"/>
            <a:r>
              <a:rPr lang="en-US" dirty="0"/>
              <a:t>The running improves as the given list is closer to being sorted</a:t>
            </a:r>
          </a:p>
          <a:p>
            <a:pPr lvl="1"/>
            <a:r>
              <a:rPr lang="en-US" dirty="0"/>
              <a:t>It should be linear time for a pre-sorted list, and nearly linear time if the list is nearly sorted</a:t>
            </a:r>
          </a:p>
          <a:p>
            <a:pPr lvl="1"/>
            <a:r>
              <a:rPr lang="en-US" i="1" dirty="0"/>
              <a:t>Insertion Sort</a:t>
            </a:r>
          </a:p>
          <a:p>
            <a:r>
              <a:rPr lang="en-US" dirty="0"/>
              <a:t>Online</a:t>
            </a:r>
          </a:p>
          <a:p>
            <a:pPr lvl="1"/>
            <a:r>
              <a:rPr lang="en-US" dirty="0"/>
              <a:t>We can start sorting before we have the entire list.</a:t>
            </a:r>
          </a:p>
          <a:p>
            <a:pPr lvl="1"/>
            <a:r>
              <a:rPr lang="en-US" i="1" dirty="0"/>
              <a:t>Insertion Sort</a:t>
            </a:r>
          </a:p>
          <a:p>
            <a:r>
              <a:rPr lang="en-US" dirty="0"/>
              <a:t>Stable</a:t>
            </a:r>
          </a:p>
          <a:p>
            <a:pPr lvl="1"/>
            <a:r>
              <a:rPr lang="en-US" dirty="0"/>
              <a:t>“Tied” elements keep their original order</a:t>
            </a:r>
          </a:p>
          <a:p>
            <a:pPr lvl="1"/>
            <a:r>
              <a:rPr lang="en-US" i="1" dirty="0"/>
              <a:t>Insertion Sort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83BB1B-BCFA-23A0-A82A-22DC7D95988F}"/>
                  </a:ext>
                </a:extLst>
              </p14:cNvPr>
              <p14:cNvContentPartPr/>
              <p14:nvPr/>
            </p14:nvContentPartPr>
            <p14:xfrm>
              <a:off x="430200" y="1999080"/>
              <a:ext cx="2544480" cy="3916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83BB1B-BCFA-23A0-A82A-22DC7D9598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840" y="1989720"/>
                <a:ext cx="2563200" cy="393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602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668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Maintain a </a:t>
            </a:r>
            <a:r>
              <a:rPr lang="en-US" dirty="0">
                <a:solidFill>
                  <a:srgbClr val="FF0000"/>
                </a:solidFill>
              </a:rPr>
              <a:t>sorted list prefix</a:t>
            </a:r>
            <a:r>
              <a:rPr lang="en-US" dirty="0"/>
              <a:t>, extend that prefix by “inserting” the </a:t>
            </a:r>
            <a:r>
              <a:rPr lang="en-US" dirty="0">
                <a:solidFill>
                  <a:srgbClr val="FF33CC"/>
                </a:solidFill>
              </a:rPr>
              <a:t>next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855224" y="3429000"/>
            <a:ext cx="6403076" cy="533400"/>
            <a:chOff x="1064524" y="3429000"/>
            <a:chExt cx="6403076" cy="533400"/>
          </a:xfrm>
        </p:grpSpPr>
        <p:sp>
          <p:nvSpPr>
            <p:cNvPr id="31" name="Rectangle 30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3" name="Right Brace 42"/>
          <p:cNvSpPr/>
          <p:nvPr/>
        </p:nvSpPr>
        <p:spPr>
          <a:xfrm rot="16200000">
            <a:off x="4494093" y="4076131"/>
            <a:ext cx="457200" cy="37349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761508" y="26786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55224" y="4114800"/>
            <a:ext cx="6403076" cy="533400"/>
            <a:chOff x="1064524" y="3429000"/>
            <a:chExt cx="6403076" cy="533400"/>
          </a:xfrm>
        </p:grpSpPr>
        <p:sp>
          <p:nvSpPr>
            <p:cNvPr id="46" name="Rectangle 45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55224" y="4800600"/>
            <a:ext cx="6403076" cy="533400"/>
            <a:chOff x="1064524" y="3429000"/>
            <a:chExt cx="6403076" cy="533400"/>
          </a:xfrm>
        </p:grpSpPr>
        <p:sp>
          <p:nvSpPr>
            <p:cNvPr id="59" name="Rectangle 58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855224" y="6172200"/>
            <a:ext cx="6403076" cy="533400"/>
            <a:chOff x="1064524" y="3429000"/>
            <a:chExt cx="6403076" cy="533400"/>
          </a:xfrm>
        </p:grpSpPr>
        <p:sp>
          <p:nvSpPr>
            <p:cNvPr id="72" name="Rectangle 71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84" name="Right Brace 83"/>
          <p:cNvSpPr/>
          <p:nvPr/>
        </p:nvSpPr>
        <p:spPr>
          <a:xfrm rot="16200000">
            <a:off x="4227393" y="1599631"/>
            <a:ext cx="457200" cy="32015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4028208" y="54218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</p:spTree>
    <p:extLst>
      <p:ext uri="{BB962C8B-B14F-4D97-AF65-F5344CB8AC3E}">
        <p14:creationId xmlns:p14="http://schemas.microsoft.com/office/powerpoint/2010/main" val="404078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7D81-E83E-4101-AE7B-9F885ADC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1484-1489-FC49-6FD1-C2465CF55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41E72-D19A-7868-69B4-389BCD14F0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With VERY small constants! (No faster way of sorting a list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≤50</m:t>
                    </m:r>
                  </m:oMath>
                </a14:m>
                <a:r>
                  <a:rPr lang="en-US" dirty="0"/>
                  <a:t>ish elements!)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We only swap items within the given array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The only elements that move are the elements that are out of position</a:t>
                </a:r>
                <a:endParaRPr lang="en-US" i="1" dirty="0"/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Each time an item arrives, “insert” it into the sorted prefix</a:t>
                </a:r>
                <a:endParaRPr lang="en-US" i="1" dirty="0"/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If the item we’re inserting has a tie with its left neighbor, don’t swap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41E72-D19A-7868-69B4-389BCD14F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33C4516-4AF2-ACBE-1D0E-F9F07B51C141}"/>
              </a:ext>
            </a:extLst>
          </p:cNvPr>
          <p:cNvSpPr txBox="1"/>
          <p:nvPr/>
        </p:nvSpPr>
        <p:spPr>
          <a:xfrm>
            <a:off x="8547653" y="1078637"/>
            <a:ext cx="336936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Summary: except for its asymptotic running time, it has everything you might want!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9A1151-E1B6-5D8B-0237-9C8A8770BAA2}"/>
                  </a:ext>
                </a:extLst>
              </p14:cNvPr>
              <p14:cNvContentPartPr/>
              <p14:nvPr/>
            </p14:nvContentPartPr>
            <p14:xfrm>
              <a:off x="464040" y="1151280"/>
              <a:ext cx="9138240" cy="5153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9A1151-E1B6-5D8B-0237-9C8A8770BA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680" y="1141920"/>
                <a:ext cx="9156960" cy="517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135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1280"/>
            <a:ext cx="8229600" cy="1066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Insert all items into a max heap, extract the largest one-by-one to fill sorted list from end to beginning, all the while the heap and sorted list share the same array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405C08B-3826-B6C4-DB57-76C3151E1794}"/>
              </a:ext>
            </a:extLst>
          </p:cNvPr>
          <p:cNvGrpSpPr/>
          <p:nvPr/>
        </p:nvGrpSpPr>
        <p:grpSpPr>
          <a:xfrm>
            <a:off x="380122" y="2408529"/>
            <a:ext cx="4417942" cy="3557462"/>
            <a:chOff x="380122" y="2408529"/>
            <a:chExt cx="4417942" cy="355746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14306A4-62E2-E4A0-A89B-3E594DBB20ED}"/>
                </a:ext>
              </a:extLst>
            </p:cNvPr>
            <p:cNvGrpSpPr/>
            <p:nvPr/>
          </p:nvGrpSpPr>
          <p:grpSpPr>
            <a:xfrm>
              <a:off x="380122" y="3213003"/>
              <a:ext cx="4417942" cy="2752988"/>
              <a:chOff x="2590801" y="2418080"/>
              <a:chExt cx="6934200" cy="4320966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5924835" y="3347010"/>
                <a:ext cx="760098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4191001" y="402194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858499" y="399357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3200401" y="472316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5211206" y="476502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6934201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8836924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2590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3733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648201" y="5674527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7" name="Straight Connector 6"/>
              <p:cNvCxnSpPr>
                <a:cxnSpLocks/>
                <a:stCxn id="5" idx="2"/>
                <a:endCxn id="99" idx="7"/>
              </p:cNvCxnSpPr>
              <p:nvPr/>
            </p:nvCxnSpPr>
            <p:spPr>
              <a:xfrm flipH="1">
                <a:off x="4778312" y="3691049"/>
                <a:ext cx="1146522" cy="431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>
                <a:cxnSpLocks/>
                <a:stCxn id="5" idx="6"/>
                <a:endCxn id="100" idx="1"/>
              </p:cNvCxnSpPr>
              <p:nvPr/>
            </p:nvCxnSpPr>
            <p:spPr>
              <a:xfrm>
                <a:off x="6684933" y="3691049"/>
                <a:ext cx="1274332" cy="4032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>
                <a:stCxn id="102" idx="1"/>
                <a:endCxn id="99" idx="5"/>
              </p:cNvCxnSpPr>
              <p:nvPr/>
            </p:nvCxnSpPr>
            <p:spPr>
              <a:xfrm flipH="1" flipV="1">
                <a:off x="4778310" y="460925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101" idx="7"/>
                <a:endCxn id="99" idx="3"/>
              </p:cNvCxnSpPr>
              <p:nvPr/>
            </p:nvCxnSpPr>
            <p:spPr>
              <a:xfrm flipV="1">
                <a:off x="3787711" y="460925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>
                <a:stCxn id="106" idx="0"/>
                <a:endCxn id="101" idx="5"/>
              </p:cNvCxnSpPr>
              <p:nvPr/>
            </p:nvCxnSpPr>
            <p:spPr>
              <a:xfrm flipH="1" flipV="1">
                <a:off x="3787711" y="531047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stCxn id="105" idx="0"/>
                <a:endCxn id="101" idx="3"/>
              </p:cNvCxnSpPr>
              <p:nvPr/>
            </p:nvCxnSpPr>
            <p:spPr>
              <a:xfrm flipV="1">
                <a:off x="2934839" y="531047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>
                <a:stCxn id="107" idx="0"/>
                <a:endCxn id="102" idx="3"/>
              </p:cNvCxnSpPr>
              <p:nvPr/>
            </p:nvCxnSpPr>
            <p:spPr>
              <a:xfrm flipV="1">
                <a:off x="4992240" y="5352338"/>
                <a:ext cx="319733" cy="3221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>
                <a:stCxn id="103" idx="7"/>
                <a:endCxn id="100" idx="3"/>
              </p:cNvCxnSpPr>
              <p:nvPr/>
            </p:nvCxnSpPr>
            <p:spPr>
              <a:xfrm flipV="1">
                <a:off x="7521511" y="458088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>
                <a:stCxn id="104" idx="1"/>
                <a:endCxn id="100" idx="5"/>
              </p:cNvCxnSpPr>
              <p:nvPr/>
            </p:nvCxnSpPr>
            <p:spPr>
              <a:xfrm flipH="1" flipV="1">
                <a:off x="8445808" y="458088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Group 26"/>
              <p:cNvGrpSpPr/>
              <p:nvPr/>
            </p:nvGrpSpPr>
            <p:grpSpPr>
              <a:xfrm>
                <a:off x="2964445" y="2418080"/>
                <a:ext cx="5336453" cy="537341"/>
                <a:chOff x="1978924" y="2722180"/>
                <a:chExt cx="5336453" cy="537341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1978924" y="2726121"/>
                  <a:ext cx="4802307" cy="533400"/>
                  <a:chOff x="1978924" y="2971800"/>
                  <a:chExt cx="4802307" cy="533400"/>
                </a:xfrm>
              </p:grpSpPr>
              <p:sp>
                <p:nvSpPr>
                  <p:cNvPr id="88" name="Rectangle 87"/>
                  <p:cNvSpPr/>
                  <p:nvPr/>
                </p:nvSpPr>
                <p:spPr>
                  <a:xfrm>
                    <a:off x="1978924" y="2971800"/>
                    <a:ext cx="533400" cy="5334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25128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90" name="Rectangle 89"/>
                  <p:cNvSpPr/>
                  <p:nvPr/>
                </p:nvSpPr>
                <p:spPr>
                  <a:xfrm>
                    <a:off x="30462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91" name="Rectangle 90"/>
                  <p:cNvSpPr/>
                  <p:nvPr/>
                </p:nvSpPr>
                <p:spPr>
                  <a:xfrm>
                    <a:off x="35796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41136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46470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94" name="Rectangle 93"/>
                  <p:cNvSpPr/>
                  <p:nvPr/>
                </p:nvSpPr>
                <p:spPr>
                  <a:xfrm>
                    <a:off x="51804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95" name="Rectangle 94"/>
                  <p:cNvSpPr/>
                  <p:nvPr/>
                </p:nvSpPr>
                <p:spPr>
                  <a:xfrm>
                    <a:off x="57144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96" name="Rectangle 95"/>
                  <p:cNvSpPr/>
                  <p:nvPr/>
                </p:nvSpPr>
                <p:spPr>
                  <a:xfrm>
                    <a:off x="62478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116" name="Rectangle 115"/>
                <p:cNvSpPr/>
                <p:nvPr/>
              </p:nvSpPr>
              <p:spPr>
                <a:xfrm>
                  <a:off x="6781977" y="272218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3085382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3618781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415274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4686150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521713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569516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628691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6820318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735428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7887687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6190050" y="405639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4384196" y="471675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8051692" y="465635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3352080" y="541123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7122005" y="535233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5404398" y="5448563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9030117" y="536972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2783996" y="630428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3920466" y="630427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4842600" y="630427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D63706-E4C7-47FF-ED63-DD7FF7C2E1EB}"/>
                </a:ext>
              </a:extLst>
            </p:cNvPr>
            <p:cNvSpPr txBox="1"/>
            <p:nvPr/>
          </p:nvSpPr>
          <p:spPr>
            <a:xfrm>
              <a:off x="1987288" y="2408529"/>
              <a:ext cx="69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Heap</a:t>
              </a:r>
            </a:p>
          </p:txBody>
        </p:sp>
        <p:sp>
          <p:nvSpPr>
            <p:cNvPr id="68" name="Right Brace 67">
              <a:extLst>
                <a:ext uri="{FF2B5EF4-FFF2-40B4-BE49-F238E27FC236}">
                  <a16:creationId xmlns:a16="http://schemas.microsoft.com/office/drawing/2014/main" id="{66512D7B-3625-F093-3949-30A12B2F620E}"/>
                </a:ext>
              </a:extLst>
            </p:cNvPr>
            <p:cNvSpPr/>
            <p:nvPr/>
          </p:nvSpPr>
          <p:spPr>
            <a:xfrm rot="16200000">
              <a:off x="2090104" y="1271918"/>
              <a:ext cx="457048" cy="33885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E0A75CC-9038-251C-139C-C6227A2A8436}"/>
              </a:ext>
            </a:extLst>
          </p:cNvPr>
          <p:cNvGrpSpPr/>
          <p:nvPr/>
        </p:nvGrpSpPr>
        <p:grpSpPr>
          <a:xfrm>
            <a:off x="6985704" y="2378931"/>
            <a:ext cx="4417942" cy="3531374"/>
            <a:chOff x="6964437" y="2378931"/>
            <a:chExt cx="4417942" cy="353137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1ACB18C-8EBA-F394-7C4B-8AE53F4DABC4}"/>
                </a:ext>
              </a:extLst>
            </p:cNvPr>
            <p:cNvGrpSpPr/>
            <p:nvPr/>
          </p:nvGrpSpPr>
          <p:grpSpPr>
            <a:xfrm>
              <a:off x="6964437" y="3157317"/>
              <a:ext cx="4417942" cy="2752988"/>
              <a:chOff x="2590801" y="2418080"/>
              <a:chExt cx="6934200" cy="432096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0C7F5CC-2D3D-6DFE-E428-31636A26B54A}"/>
                  </a:ext>
                </a:extLst>
              </p:cNvPr>
              <p:cNvSpPr/>
              <p:nvPr/>
            </p:nvSpPr>
            <p:spPr>
              <a:xfrm>
                <a:off x="5924835" y="3347010"/>
                <a:ext cx="760098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5D2D37B-C9E5-70C8-0979-F5FED467C3AA}"/>
                  </a:ext>
                </a:extLst>
              </p:cNvPr>
              <p:cNvSpPr/>
              <p:nvPr/>
            </p:nvSpPr>
            <p:spPr>
              <a:xfrm>
                <a:off x="4191001" y="402194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96F1F2-37AA-5FB4-E3AF-9285E5EBF27B}"/>
                  </a:ext>
                </a:extLst>
              </p:cNvPr>
              <p:cNvSpPr/>
              <p:nvPr/>
            </p:nvSpPr>
            <p:spPr>
              <a:xfrm>
                <a:off x="7858499" y="399357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BAA04FC-C894-AE2B-C419-87F798CE5BBF}"/>
                  </a:ext>
                </a:extLst>
              </p:cNvPr>
              <p:cNvSpPr/>
              <p:nvPr/>
            </p:nvSpPr>
            <p:spPr>
              <a:xfrm>
                <a:off x="3200401" y="472316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C29E24A-55CC-817A-A92B-8EC4DAECF297}"/>
                  </a:ext>
                </a:extLst>
              </p:cNvPr>
              <p:cNvSpPr/>
              <p:nvPr/>
            </p:nvSpPr>
            <p:spPr>
              <a:xfrm>
                <a:off x="5211206" y="476502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D32DB29-597C-C80A-6537-D2135DFBC3D6}"/>
                  </a:ext>
                </a:extLst>
              </p:cNvPr>
              <p:cNvSpPr/>
              <p:nvPr/>
            </p:nvSpPr>
            <p:spPr>
              <a:xfrm>
                <a:off x="6934201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E9E7431-D099-82A0-5F58-592D9FEF909E}"/>
                  </a:ext>
                </a:extLst>
              </p:cNvPr>
              <p:cNvSpPr/>
              <p:nvPr/>
            </p:nvSpPr>
            <p:spPr>
              <a:xfrm>
                <a:off x="8836924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65DE8E9-77A6-52AB-4AD9-049748D9482F}"/>
                  </a:ext>
                </a:extLst>
              </p:cNvPr>
              <p:cNvSpPr/>
              <p:nvPr/>
            </p:nvSpPr>
            <p:spPr>
              <a:xfrm>
                <a:off x="2590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3F84E96-FEFA-CA6A-BDA9-5374E270A188}"/>
                  </a:ext>
                </a:extLst>
              </p:cNvPr>
              <p:cNvSpPr/>
              <p:nvPr/>
            </p:nvSpPr>
            <p:spPr>
              <a:xfrm>
                <a:off x="3733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F3227B8-1A4E-F63C-F4AA-A2CBC17ABC6F}"/>
                  </a:ext>
                </a:extLst>
              </p:cNvPr>
              <p:cNvCxnSpPr>
                <a:cxnSpLocks/>
                <a:stCxn id="12" idx="2"/>
                <a:endCxn id="13" idx="7"/>
              </p:cNvCxnSpPr>
              <p:nvPr/>
            </p:nvCxnSpPr>
            <p:spPr>
              <a:xfrm flipH="1">
                <a:off x="4778312" y="3691049"/>
                <a:ext cx="1146522" cy="431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DC4C8B0-ADC1-1480-EFAE-91E55D6B043C}"/>
                  </a:ext>
                </a:extLst>
              </p:cNvPr>
              <p:cNvCxnSpPr>
                <a:cxnSpLocks/>
                <a:stCxn id="12" idx="6"/>
                <a:endCxn id="14" idx="1"/>
              </p:cNvCxnSpPr>
              <p:nvPr/>
            </p:nvCxnSpPr>
            <p:spPr>
              <a:xfrm>
                <a:off x="6684933" y="3691049"/>
                <a:ext cx="1274332" cy="4032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2D7D012-16BC-A00F-6F34-B8E8A574D4B6}"/>
                  </a:ext>
                </a:extLst>
              </p:cNvPr>
              <p:cNvCxnSpPr>
                <a:stCxn id="16" idx="1"/>
                <a:endCxn id="13" idx="5"/>
              </p:cNvCxnSpPr>
              <p:nvPr/>
            </p:nvCxnSpPr>
            <p:spPr>
              <a:xfrm flipH="1" flipV="1">
                <a:off x="4778310" y="460925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7FEB7A2-337C-DAB8-33DC-8CC6611A2834}"/>
                  </a:ext>
                </a:extLst>
              </p:cNvPr>
              <p:cNvCxnSpPr>
                <a:stCxn id="15" idx="7"/>
                <a:endCxn id="13" idx="3"/>
              </p:cNvCxnSpPr>
              <p:nvPr/>
            </p:nvCxnSpPr>
            <p:spPr>
              <a:xfrm flipV="1">
                <a:off x="3787711" y="460925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D23D4A-E177-4F93-C998-B6DACFFD29D1}"/>
                  </a:ext>
                </a:extLst>
              </p:cNvPr>
              <p:cNvCxnSpPr>
                <a:stCxn id="20" idx="0"/>
                <a:endCxn id="15" idx="5"/>
              </p:cNvCxnSpPr>
              <p:nvPr/>
            </p:nvCxnSpPr>
            <p:spPr>
              <a:xfrm flipH="1" flipV="1">
                <a:off x="3787711" y="531047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3664EA3-9B8D-131F-60A9-5C08B8B9B095}"/>
                  </a:ext>
                </a:extLst>
              </p:cNvPr>
              <p:cNvCxnSpPr>
                <a:stCxn id="19" idx="0"/>
                <a:endCxn id="15" idx="3"/>
              </p:cNvCxnSpPr>
              <p:nvPr/>
            </p:nvCxnSpPr>
            <p:spPr>
              <a:xfrm flipV="1">
                <a:off x="2934839" y="531047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348FE74-1B64-CC6A-677C-9BA94601384C}"/>
                  </a:ext>
                </a:extLst>
              </p:cNvPr>
              <p:cNvCxnSpPr>
                <a:stCxn id="17" idx="7"/>
                <a:endCxn id="14" idx="3"/>
              </p:cNvCxnSpPr>
              <p:nvPr/>
            </p:nvCxnSpPr>
            <p:spPr>
              <a:xfrm flipV="1">
                <a:off x="7521511" y="458088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3E913D6-ACF5-193D-DA69-35EEBD3D94AD}"/>
                  </a:ext>
                </a:extLst>
              </p:cNvPr>
              <p:cNvCxnSpPr>
                <a:stCxn id="18" idx="1"/>
                <a:endCxn id="14" idx="5"/>
              </p:cNvCxnSpPr>
              <p:nvPr/>
            </p:nvCxnSpPr>
            <p:spPr>
              <a:xfrm flipH="1" flipV="1">
                <a:off x="8445808" y="458088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9A0E39A-7B72-BD17-A398-9088BF8071F5}"/>
                  </a:ext>
                </a:extLst>
              </p:cNvPr>
              <p:cNvGrpSpPr/>
              <p:nvPr/>
            </p:nvGrpSpPr>
            <p:grpSpPr>
              <a:xfrm>
                <a:off x="2964445" y="2418080"/>
                <a:ext cx="5336453" cy="537341"/>
                <a:chOff x="1978924" y="2722180"/>
                <a:chExt cx="5336453" cy="537341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52B4387-1547-2B2F-F2E9-D207C97E9356}"/>
                    </a:ext>
                  </a:extLst>
                </p:cNvPr>
                <p:cNvGrpSpPr/>
                <p:nvPr/>
              </p:nvGrpSpPr>
              <p:grpSpPr>
                <a:xfrm>
                  <a:off x="1978924" y="2726121"/>
                  <a:ext cx="4802307" cy="533400"/>
                  <a:chOff x="1978924" y="2971800"/>
                  <a:chExt cx="4802307" cy="533400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E97FB2A-3FA2-2255-C93F-10DD4DE72FBF}"/>
                      </a:ext>
                    </a:extLst>
                  </p:cNvPr>
                  <p:cNvSpPr/>
                  <p:nvPr/>
                </p:nvSpPr>
                <p:spPr>
                  <a:xfrm>
                    <a:off x="1978924" y="2971800"/>
                    <a:ext cx="533400" cy="5334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CAACF8C0-7994-CE15-D529-492BED6ABFA6}"/>
                      </a:ext>
                    </a:extLst>
                  </p:cNvPr>
                  <p:cNvSpPr/>
                  <p:nvPr/>
                </p:nvSpPr>
                <p:spPr>
                  <a:xfrm>
                    <a:off x="25128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D456A2AF-3FF2-9B49-4718-F3960221C05A}"/>
                      </a:ext>
                    </a:extLst>
                  </p:cNvPr>
                  <p:cNvSpPr/>
                  <p:nvPr/>
                </p:nvSpPr>
                <p:spPr>
                  <a:xfrm>
                    <a:off x="30462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BCBFEA4C-3F52-89F4-0B7A-40CB7576F169}"/>
                      </a:ext>
                    </a:extLst>
                  </p:cNvPr>
                  <p:cNvSpPr/>
                  <p:nvPr/>
                </p:nvSpPr>
                <p:spPr>
                  <a:xfrm>
                    <a:off x="35796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3E51530B-4109-B0CE-84F8-1D6103B8D6BE}"/>
                      </a:ext>
                    </a:extLst>
                  </p:cNvPr>
                  <p:cNvSpPr/>
                  <p:nvPr/>
                </p:nvSpPr>
                <p:spPr>
                  <a:xfrm>
                    <a:off x="41136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4840CFBD-067B-5D87-6819-DC9E49DAB281}"/>
                      </a:ext>
                    </a:extLst>
                  </p:cNvPr>
                  <p:cNvSpPr/>
                  <p:nvPr/>
                </p:nvSpPr>
                <p:spPr>
                  <a:xfrm>
                    <a:off x="46470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71FA7172-5784-5D42-EA38-8A92B040FD80}"/>
                      </a:ext>
                    </a:extLst>
                  </p:cNvPr>
                  <p:cNvSpPr/>
                  <p:nvPr/>
                </p:nvSpPr>
                <p:spPr>
                  <a:xfrm>
                    <a:off x="51804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6DA5FD9A-2B8D-DF20-81BF-BD99CE559654}"/>
                      </a:ext>
                    </a:extLst>
                  </p:cNvPr>
                  <p:cNvSpPr/>
                  <p:nvPr/>
                </p:nvSpPr>
                <p:spPr>
                  <a:xfrm>
                    <a:off x="57144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A4D0632F-796E-3E46-BF35-29D81A70B16E}"/>
                      </a:ext>
                    </a:extLst>
                  </p:cNvPr>
                  <p:cNvSpPr/>
                  <p:nvPr/>
                </p:nvSpPr>
                <p:spPr>
                  <a:xfrm>
                    <a:off x="62478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1605C14-DDBA-84C6-6917-FA29FD0009E3}"/>
                    </a:ext>
                  </a:extLst>
                </p:cNvPr>
                <p:cNvSpPr/>
                <p:nvPr/>
              </p:nvSpPr>
              <p:spPr>
                <a:xfrm>
                  <a:off x="6781977" y="272218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7277F6-E70C-8DBE-E629-4B3B665596BF}"/>
                  </a:ext>
                </a:extLst>
              </p:cNvPr>
              <p:cNvSpPr txBox="1"/>
              <p:nvPr/>
            </p:nvSpPr>
            <p:spPr>
              <a:xfrm>
                <a:off x="3085382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774463-628E-AA63-B226-C8E9E0CAC509}"/>
                  </a:ext>
                </a:extLst>
              </p:cNvPr>
              <p:cNvSpPr txBox="1"/>
              <p:nvPr/>
            </p:nvSpPr>
            <p:spPr>
              <a:xfrm>
                <a:off x="3618781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52DFE88-BBB1-2345-759B-E85F3BBE72E4}"/>
                  </a:ext>
                </a:extLst>
              </p:cNvPr>
              <p:cNvSpPr txBox="1"/>
              <p:nvPr/>
            </p:nvSpPr>
            <p:spPr>
              <a:xfrm>
                <a:off x="415274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D8BAB23-0E7B-DE2C-89BA-3DAD03590C54}"/>
                  </a:ext>
                </a:extLst>
              </p:cNvPr>
              <p:cNvSpPr txBox="1"/>
              <p:nvPr/>
            </p:nvSpPr>
            <p:spPr>
              <a:xfrm>
                <a:off x="4686150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B72E5C7-F3B4-80DB-6B1F-315E6A525F51}"/>
                  </a:ext>
                </a:extLst>
              </p:cNvPr>
              <p:cNvSpPr txBox="1"/>
              <p:nvPr/>
            </p:nvSpPr>
            <p:spPr>
              <a:xfrm>
                <a:off x="521713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2FC80B0-F523-9F59-E405-BA7CE264BF5B}"/>
                  </a:ext>
                </a:extLst>
              </p:cNvPr>
              <p:cNvSpPr txBox="1"/>
              <p:nvPr/>
            </p:nvSpPr>
            <p:spPr>
              <a:xfrm>
                <a:off x="569516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BF85BF-D706-3DB5-98C5-3C797281537F}"/>
                  </a:ext>
                </a:extLst>
              </p:cNvPr>
              <p:cNvSpPr txBox="1"/>
              <p:nvPr/>
            </p:nvSpPr>
            <p:spPr>
              <a:xfrm>
                <a:off x="628691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697A18F-B36C-4212-210C-EBA1390E56E2}"/>
                  </a:ext>
                </a:extLst>
              </p:cNvPr>
              <p:cNvSpPr txBox="1"/>
              <p:nvPr/>
            </p:nvSpPr>
            <p:spPr>
              <a:xfrm>
                <a:off x="6820318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DE0472-C5E3-CC33-73F0-1799262E47A6}"/>
                  </a:ext>
                </a:extLst>
              </p:cNvPr>
              <p:cNvSpPr txBox="1"/>
              <p:nvPr/>
            </p:nvSpPr>
            <p:spPr>
              <a:xfrm>
                <a:off x="735428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118120-EA97-9D98-699D-6153C1B522AD}"/>
                  </a:ext>
                </a:extLst>
              </p:cNvPr>
              <p:cNvSpPr txBox="1"/>
              <p:nvPr/>
            </p:nvSpPr>
            <p:spPr>
              <a:xfrm>
                <a:off x="7887687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2003BA-361B-DFAE-BE45-E133579DDA57}"/>
                  </a:ext>
                </a:extLst>
              </p:cNvPr>
              <p:cNvSpPr txBox="1"/>
              <p:nvPr/>
            </p:nvSpPr>
            <p:spPr>
              <a:xfrm>
                <a:off x="6190050" y="405639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364F45-CF16-84A3-6B9A-18AF57A766F3}"/>
                  </a:ext>
                </a:extLst>
              </p:cNvPr>
              <p:cNvSpPr txBox="1"/>
              <p:nvPr/>
            </p:nvSpPr>
            <p:spPr>
              <a:xfrm>
                <a:off x="4384196" y="471675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B448C4E-F946-0FEB-0ED1-1FFD4640B8DD}"/>
                  </a:ext>
                </a:extLst>
              </p:cNvPr>
              <p:cNvSpPr txBox="1"/>
              <p:nvPr/>
            </p:nvSpPr>
            <p:spPr>
              <a:xfrm>
                <a:off x="8051692" y="465635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E1FD5F-D0B8-7D4F-FCD9-89F229219430}"/>
                  </a:ext>
                </a:extLst>
              </p:cNvPr>
              <p:cNvSpPr txBox="1"/>
              <p:nvPr/>
            </p:nvSpPr>
            <p:spPr>
              <a:xfrm>
                <a:off x="3352080" y="541123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1841F3E-C89B-F72E-5C0A-ED1C5AA9D0A0}"/>
                  </a:ext>
                </a:extLst>
              </p:cNvPr>
              <p:cNvSpPr txBox="1"/>
              <p:nvPr/>
            </p:nvSpPr>
            <p:spPr>
              <a:xfrm>
                <a:off x="7122005" y="535233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FED3D8-FF3A-5BDE-A591-CDD28933DFAA}"/>
                  </a:ext>
                </a:extLst>
              </p:cNvPr>
              <p:cNvSpPr txBox="1"/>
              <p:nvPr/>
            </p:nvSpPr>
            <p:spPr>
              <a:xfrm>
                <a:off x="5404398" y="5448563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0DEB543-6549-44F3-60BF-CFC8AE8247D6}"/>
                  </a:ext>
                </a:extLst>
              </p:cNvPr>
              <p:cNvSpPr txBox="1"/>
              <p:nvPr/>
            </p:nvSpPr>
            <p:spPr>
              <a:xfrm>
                <a:off x="9030117" y="536972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E9B435-8621-6410-EAE5-9CE7D51A2F6D}"/>
                  </a:ext>
                </a:extLst>
              </p:cNvPr>
              <p:cNvSpPr txBox="1"/>
              <p:nvPr/>
            </p:nvSpPr>
            <p:spPr>
              <a:xfrm>
                <a:off x="2783996" y="630428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B8B478B-0642-6F9E-F5D8-6EAA309EAA43}"/>
                  </a:ext>
                </a:extLst>
              </p:cNvPr>
              <p:cNvSpPr txBox="1"/>
              <p:nvPr/>
            </p:nvSpPr>
            <p:spPr>
              <a:xfrm>
                <a:off x="3920466" y="630427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</p:grpSp>
        <p:sp>
          <p:nvSpPr>
            <p:cNvPr id="66" name="Right Brace 65">
              <a:extLst>
                <a:ext uri="{FF2B5EF4-FFF2-40B4-BE49-F238E27FC236}">
                  <a16:creationId xmlns:a16="http://schemas.microsoft.com/office/drawing/2014/main" id="{7B324513-4F3B-B80A-F7EE-DCA5111F7561}"/>
                </a:ext>
              </a:extLst>
            </p:cNvPr>
            <p:cNvSpPr/>
            <p:nvPr/>
          </p:nvSpPr>
          <p:spPr>
            <a:xfrm rot="16200000">
              <a:off x="8501462" y="1415536"/>
              <a:ext cx="457048" cy="302945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3569489-02CD-EDF2-4552-AF3D07F3E76B}"/>
                </a:ext>
              </a:extLst>
            </p:cNvPr>
            <p:cNvSpPr txBox="1"/>
            <p:nvPr/>
          </p:nvSpPr>
          <p:spPr>
            <a:xfrm>
              <a:off x="8398311" y="2378931"/>
              <a:ext cx="69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Heap</a:t>
              </a:r>
            </a:p>
          </p:txBody>
        </p:sp>
        <p:sp>
          <p:nvSpPr>
            <p:cNvPr id="69" name="Right Brace 68">
              <a:extLst>
                <a:ext uri="{FF2B5EF4-FFF2-40B4-BE49-F238E27FC236}">
                  <a16:creationId xmlns:a16="http://schemas.microsoft.com/office/drawing/2014/main" id="{E17F7E06-93F6-7352-63B2-C2A554B11510}"/>
                </a:ext>
              </a:extLst>
            </p:cNvPr>
            <p:cNvSpPr/>
            <p:nvPr/>
          </p:nvSpPr>
          <p:spPr>
            <a:xfrm rot="16200000">
              <a:off x="10199097" y="2778486"/>
              <a:ext cx="457048" cy="303549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219EF8B-6B6F-8007-2291-D7C9BC07536D}"/>
                </a:ext>
              </a:extLst>
            </p:cNvPr>
            <p:cNvSpPr txBox="1"/>
            <p:nvPr/>
          </p:nvSpPr>
          <p:spPr>
            <a:xfrm>
              <a:off x="10145437" y="2400210"/>
              <a:ext cx="69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List</a:t>
              </a:r>
            </a:p>
          </p:txBody>
        </p:sp>
      </p:grp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7B9E2525-2BF4-02E1-2C72-BE75BB2F21FE}"/>
              </a:ext>
            </a:extLst>
          </p:cNvPr>
          <p:cNvSpPr/>
          <p:nvPr/>
        </p:nvSpPr>
        <p:spPr>
          <a:xfrm>
            <a:off x="5018567" y="3429000"/>
            <a:ext cx="1403498" cy="505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EEFB55-2B86-224D-FDD6-7AD6765B0F2D}"/>
                  </a:ext>
                </a:extLst>
              </p14:cNvPr>
              <p14:cNvContentPartPr/>
              <p14:nvPr/>
            </p14:nvContentPartPr>
            <p14:xfrm>
              <a:off x="8434080" y="2176920"/>
              <a:ext cx="2421720" cy="578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EEFB55-2B86-224D-FDD6-7AD6765B0F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4720" y="2167560"/>
                <a:ext cx="2440440" cy="59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5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A937-A589-3551-E3A7-A1FA08C5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0710-F381-09BF-BFE1-CB00A4D7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09E51-0D62-934E-3CFF-F309D8024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We only swap items within the given array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Running time is the same regardless of original list’s order</a:t>
                </a:r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all elements in the heap before we can start extracting</a:t>
                </a:r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Question on Exercise 6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09E51-0D62-934E-3CFF-F309D8024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D281DC-C651-03DA-6C6B-86EA95BE4B91}"/>
                  </a:ext>
                </a:extLst>
              </p14:cNvPr>
              <p14:cNvContentPartPr/>
              <p14:nvPr/>
            </p14:nvContentPartPr>
            <p14:xfrm>
              <a:off x="550080" y="2118600"/>
              <a:ext cx="8105760" cy="364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D281DC-C651-03DA-6C6B-86EA95BE4B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720" y="2109240"/>
                <a:ext cx="8124480" cy="36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26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AF56-68BF-F3D5-11B8-6D7ECED34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and Conquer:</a:t>
            </a:r>
          </a:p>
          <a:p>
            <a:pPr lvl="1"/>
            <a:r>
              <a:rPr lang="en-US" dirty="0"/>
              <a:t>Recursive algorithm design technique</a:t>
            </a:r>
          </a:p>
          <a:p>
            <a:pPr lvl="1"/>
            <a:r>
              <a:rPr lang="en-US" dirty="0"/>
              <a:t>Solve a large problem by breaking it up into smaller versions of the same problem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A9BAB8-EC6E-9CCB-F669-8A4A3E7A5818}"/>
                  </a:ext>
                </a:extLst>
              </p14:cNvPr>
              <p14:cNvContentPartPr/>
              <p14:nvPr/>
            </p14:nvContentPartPr>
            <p14:xfrm>
              <a:off x="4707360" y="1047240"/>
              <a:ext cx="7045560" cy="121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A9BAB8-EC6E-9CCB-F669-8A4A3E7A58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8000" y="1037880"/>
                <a:ext cx="7064280" cy="12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00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38588" y="1410797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problem is “small” then solve directly and return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Break the problem into subproblem(s), each smaller instances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Solve subproblem(s)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Use solutions to subproblems to solve original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BD0AC-AF6B-41D9-8112-2153A91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DF71E6-F9FB-D6A8-1E23-54C6D3C4AD9B}"/>
              </a:ext>
            </a:extLst>
          </p:cNvPr>
          <p:cNvGrpSpPr/>
          <p:nvPr/>
        </p:nvGrpSpPr>
        <p:grpSpPr>
          <a:xfrm>
            <a:off x="6837680" y="257670"/>
            <a:ext cx="2535365" cy="1245566"/>
            <a:chOff x="1828800" y="1295400"/>
            <a:chExt cx="9753600" cy="479171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AC2D07C-463A-A5C5-6448-C3934F49A2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5410200" y="1562741"/>
              <a:ext cx="6172200" cy="4524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2BDA3FC-F142-9C70-E4D6-4E5EE4158D0A}"/>
                </a:ext>
              </a:extLst>
            </p:cNvPr>
            <p:cNvSpPr/>
            <p:nvPr/>
          </p:nvSpPr>
          <p:spPr>
            <a:xfrm>
              <a:off x="1828800" y="1295400"/>
              <a:ext cx="3852820" cy="4022719"/>
            </a:xfrm>
            <a:custGeom>
              <a:avLst/>
              <a:gdLst>
                <a:gd name="connsiteX0" fmla="*/ 3613123 w 3852820"/>
                <a:gd name="connsiteY0" fmla="*/ 763480 h 4022719"/>
                <a:gd name="connsiteX1" fmla="*/ 3178117 w 3852820"/>
                <a:gd name="connsiteY1" fmla="*/ 772357 h 4022719"/>
                <a:gd name="connsiteX2" fmla="*/ 2849643 w 3852820"/>
                <a:gd name="connsiteY2" fmla="*/ 887767 h 4022719"/>
                <a:gd name="connsiteX3" fmla="*/ 2680968 w 3852820"/>
                <a:gd name="connsiteY3" fmla="*/ 967666 h 4022719"/>
                <a:gd name="connsiteX4" fmla="*/ 2601069 w 3852820"/>
                <a:gd name="connsiteY4" fmla="*/ 1145220 h 4022719"/>
                <a:gd name="connsiteX5" fmla="*/ 2583313 w 3852820"/>
                <a:gd name="connsiteY5" fmla="*/ 1384917 h 4022719"/>
                <a:gd name="connsiteX6" fmla="*/ 2609946 w 3852820"/>
                <a:gd name="connsiteY6" fmla="*/ 2130641 h 4022719"/>
                <a:gd name="connsiteX7" fmla="*/ 2751989 w 3852820"/>
                <a:gd name="connsiteY7" fmla="*/ 2547891 h 4022719"/>
                <a:gd name="connsiteX8" fmla="*/ 2672090 w 3852820"/>
                <a:gd name="connsiteY8" fmla="*/ 2849732 h 4022719"/>
                <a:gd name="connsiteX9" fmla="*/ 2316983 w 3852820"/>
                <a:gd name="connsiteY9" fmla="*/ 3053919 h 4022719"/>
                <a:gd name="connsiteX10" fmla="*/ 1846467 w 3852820"/>
                <a:gd name="connsiteY10" fmla="*/ 2982897 h 4022719"/>
                <a:gd name="connsiteX11" fmla="*/ 1526871 w 3852820"/>
                <a:gd name="connsiteY11" fmla="*/ 2769833 h 4022719"/>
                <a:gd name="connsiteX12" fmla="*/ 923189 w 3852820"/>
                <a:gd name="connsiteY12" fmla="*/ 2512381 h 4022719"/>
                <a:gd name="connsiteX13" fmla="*/ 594715 w 3852820"/>
                <a:gd name="connsiteY13" fmla="*/ 2104008 h 4022719"/>
                <a:gd name="connsiteX14" fmla="*/ 585838 w 3852820"/>
                <a:gd name="connsiteY14" fmla="*/ 2015231 h 4022719"/>
                <a:gd name="connsiteX15" fmla="*/ 1216152 w 3852820"/>
                <a:gd name="connsiteY15" fmla="*/ 1509204 h 4022719"/>
                <a:gd name="connsiteX16" fmla="*/ 1677791 w 3852820"/>
                <a:gd name="connsiteY16" fmla="*/ 1447060 h 4022719"/>
                <a:gd name="connsiteX17" fmla="*/ 2849643 w 3852820"/>
                <a:gd name="connsiteY17" fmla="*/ 1784412 h 4022719"/>
                <a:gd name="connsiteX18" fmla="*/ 2956175 w 3852820"/>
                <a:gd name="connsiteY18" fmla="*/ 1882066 h 4022719"/>
                <a:gd name="connsiteX19" fmla="*/ 3009441 w 3852820"/>
                <a:gd name="connsiteY19" fmla="*/ 2032987 h 4022719"/>
                <a:gd name="connsiteX20" fmla="*/ 2956175 w 3852820"/>
                <a:gd name="connsiteY20" fmla="*/ 2379216 h 4022719"/>
                <a:gd name="connsiteX21" fmla="*/ 2654335 w 3852820"/>
                <a:gd name="connsiteY21" fmla="*/ 2645546 h 4022719"/>
                <a:gd name="connsiteX22" fmla="*/ 2103919 w 3852820"/>
                <a:gd name="connsiteY22" fmla="*/ 3258105 h 4022719"/>
                <a:gd name="connsiteX23" fmla="*/ 1864222 w 3852820"/>
                <a:gd name="connsiteY23" fmla="*/ 3382392 h 4022719"/>
                <a:gd name="connsiteX24" fmla="*/ 1296051 w 3852820"/>
                <a:gd name="connsiteY24" fmla="*/ 3311371 h 4022719"/>
                <a:gd name="connsiteX25" fmla="*/ 1145131 w 3852820"/>
                <a:gd name="connsiteY25" fmla="*/ 3222594 h 4022719"/>
                <a:gd name="connsiteX26" fmla="*/ 1065232 w 3852820"/>
                <a:gd name="connsiteY26" fmla="*/ 3080552 h 4022719"/>
                <a:gd name="connsiteX27" fmla="*/ 994210 w 3852820"/>
                <a:gd name="connsiteY27" fmla="*/ 1890944 h 4022719"/>
                <a:gd name="connsiteX28" fmla="*/ 1038599 w 3852820"/>
                <a:gd name="connsiteY28" fmla="*/ 958788 h 4022719"/>
                <a:gd name="connsiteX29" fmla="*/ 1003088 w 3852820"/>
                <a:gd name="connsiteY29" fmla="*/ 727969 h 4022719"/>
                <a:gd name="connsiteX30" fmla="*/ 976455 w 3852820"/>
                <a:gd name="connsiteY30" fmla="*/ 648070 h 4022719"/>
                <a:gd name="connsiteX31" fmla="*/ 878801 w 3852820"/>
                <a:gd name="connsiteY31" fmla="*/ 612559 h 4022719"/>
                <a:gd name="connsiteX32" fmla="*/ 674614 w 3852820"/>
                <a:gd name="connsiteY32" fmla="*/ 701336 h 4022719"/>
                <a:gd name="connsiteX33" fmla="*/ 328385 w 3852820"/>
                <a:gd name="connsiteY33" fmla="*/ 1189608 h 4022719"/>
                <a:gd name="connsiteX34" fmla="*/ 319507 w 3852820"/>
                <a:gd name="connsiteY34" fmla="*/ 1606858 h 4022719"/>
                <a:gd name="connsiteX35" fmla="*/ 470428 w 3852820"/>
                <a:gd name="connsiteY35" fmla="*/ 1988598 h 4022719"/>
                <a:gd name="connsiteX36" fmla="*/ 807779 w 3852820"/>
                <a:gd name="connsiteY36" fmla="*/ 2379216 h 4022719"/>
                <a:gd name="connsiteX37" fmla="*/ 1402583 w 3852820"/>
                <a:gd name="connsiteY37" fmla="*/ 2494625 h 4022719"/>
                <a:gd name="connsiteX38" fmla="*/ 1633403 w 3852820"/>
                <a:gd name="connsiteY38" fmla="*/ 2467992 h 4022719"/>
                <a:gd name="connsiteX39" fmla="*/ 2059531 w 3852820"/>
                <a:gd name="connsiteY39" fmla="*/ 1731146 h 4022719"/>
                <a:gd name="connsiteX40" fmla="*/ 2015142 w 3852820"/>
                <a:gd name="connsiteY40" fmla="*/ 1056443 h 4022719"/>
                <a:gd name="connsiteX41" fmla="*/ 1846467 w 3852820"/>
                <a:gd name="connsiteY41" fmla="*/ 594804 h 4022719"/>
                <a:gd name="connsiteX42" fmla="*/ 1517993 w 3852820"/>
                <a:gd name="connsiteY42" fmla="*/ 958788 h 4022719"/>
                <a:gd name="connsiteX43" fmla="*/ 1535748 w 3852820"/>
                <a:gd name="connsiteY43" fmla="*/ 1420427 h 4022719"/>
                <a:gd name="connsiteX44" fmla="*/ 1748812 w 3852820"/>
                <a:gd name="connsiteY44" fmla="*/ 2059620 h 4022719"/>
                <a:gd name="connsiteX45" fmla="*/ 2902909 w 3852820"/>
                <a:gd name="connsiteY45" fmla="*/ 3045041 h 4022719"/>
                <a:gd name="connsiteX46" fmla="*/ 3169239 w 3852820"/>
                <a:gd name="connsiteY46" fmla="*/ 3160451 h 4022719"/>
                <a:gd name="connsiteX47" fmla="*/ 3382304 w 3852820"/>
                <a:gd name="connsiteY47" fmla="*/ 3400148 h 4022719"/>
                <a:gd name="connsiteX48" fmla="*/ 3444447 w 3852820"/>
                <a:gd name="connsiteY48" fmla="*/ 3604334 h 4022719"/>
                <a:gd name="connsiteX49" fmla="*/ 2592191 w 3852820"/>
                <a:gd name="connsiteY49" fmla="*/ 3817398 h 4022719"/>
                <a:gd name="connsiteX50" fmla="*/ 1722179 w 3852820"/>
                <a:gd name="connsiteY50" fmla="*/ 3355759 h 4022719"/>
                <a:gd name="connsiteX51" fmla="*/ 1677791 w 3852820"/>
                <a:gd name="connsiteY51" fmla="*/ 3089429 h 4022719"/>
                <a:gd name="connsiteX52" fmla="*/ 1810956 w 3852820"/>
                <a:gd name="connsiteY52" fmla="*/ 2707689 h 4022719"/>
                <a:gd name="connsiteX53" fmla="*/ 2263717 w 3852820"/>
                <a:gd name="connsiteY53" fmla="*/ 2423604 h 4022719"/>
                <a:gd name="connsiteX54" fmla="*/ 2707601 w 3852820"/>
                <a:gd name="connsiteY54" fmla="*/ 2059620 h 4022719"/>
                <a:gd name="connsiteX55" fmla="*/ 2760867 w 3852820"/>
                <a:gd name="connsiteY55" fmla="*/ 1864311 h 4022719"/>
                <a:gd name="connsiteX56" fmla="*/ 2148307 w 3852820"/>
                <a:gd name="connsiteY56" fmla="*/ 1526959 h 4022719"/>
                <a:gd name="connsiteX57" fmla="*/ 1926366 w 3852820"/>
                <a:gd name="connsiteY57" fmla="*/ 1615736 h 4022719"/>
                <a:gd name="connsiteX58" fmla="*/ 2245962 w 3852820"/>
                <a:gd name="connsiteY58" fmla="*/ 2334827 h 4022719"/>
                <a:gd name="connsiteX59" fmla="*/ 3258016 w 3852820"/>
                <a:gd name="connsiteY59" fmla="*/ 2991775 h 4022719"/>
                <a:gd name="connsiteX60" fmla="*/ 3426692 w 3852820"/>
                <a:gd name="connsiteY60" fmla="*/ 3089429 h 4022719"/>
                <a:gd name="connsiteX61" fmla="*/ 3524346 w 3852820"/>
                <a:gd name="connsiteY61" fmla="*/ 3124940 h 4022719"/>
                <a:gd name="connsiteX62" fmla="*/ 3559857 w 3852820"/>
                <a:gd name="connsiteY62" fmla="*/ 3178206 h 4022719"/>
                <a:gd name="connsiteX63" fmla="*/ 2965053 w 3852820"/>
                <a:gd name="connsiteY63" fmla="*/ 3648722 h 4022719"/>
                <a:gd name="connsiteX64" fmla="*/ 2459026 w 3852820"/>
                <a:gd name="connsiteY64" fmla="*/ 3391270 h 4022719"/>
                <a:gd name="connsiteX65" fmla="*/ 2388005 w 3852820"/>
                <a:gd name="connsiteY65" fmla="*/ 3160451 h 4022719"/>
                <a:gd name="connsiteX66" fmla="*/ 2680968 w 3852820"/>
                <a:gd name="connsiteY66" fmla="*/ 2370338 h 4022719"/>
                <a:gd name="connsiteX67" fmla="*/ 2716478 w 3852820"/>
                <a:gd name="connsiteY67" fmla="*/ 2059620 h 4022719"/>
                <a:gd name="connsiteX68" fmla="*/ 1739935 w 3852820"/>
                <a:gd name="connsiteY68" fmla="*/ 1438183 h 4022719"/>
                <a:gd name="connsiteX69" fmla="*/ 1136253 w 3852820"/>
                <a:gd name="connsiteY69" fmla="*/ 2015231 h 4022719"/>
                <a:gd name="connsiteX70" fmla="*/ 2103919 w 3852820"/>
                <a:gd name="connsiteY70" fmla="*/ 3169328 h 4022719"/>
                <a:gd name="connsiteX71" fmla="*/ 2441271 w 3852820"/>
                <a:gd name="connsiteY71" fmla="*/ 3195961 h 4022719"/>
                <a:gd name="connsiteX72" fmla="*/ 2601069 w 3852820"/>
                <a:gd name="connsiteY72" fmla="*/ 2965142 h 4022719"/>
                <a:gd name="connsiteX73" fmla="*/ 1766568 w 3852820"/>
                <a:gd name="connsiteY73" fmla="*/ 1775534 h 4022719"/>
                <a:gd name="connsiteX74" fmla="*/ 1340439 w 3852820"/>
                <a:gd name="connsiteY74" fmla="*/ 1802167 h 4022719"/>
                <a:gd name="connsiteX75" fmla="*/ 1633403 w 3852820"/>
                <a:gd name="connsiteY75" fmla="*/ 3888420 h 4022719"/>
                <a:gd name="connsiteX76" fmla="*/ 2015142 w 3852820"/>
                <a:gd name="connsiteY76" fmla="*/ 3994952 h 4022719"/>
                <a:gd name="connsiteX77" fmla="*/ 2095041 w 3852820"/>
                <a:gd name="connsiteY77" fmla="*/ 3630967 h 4022719"/>
                <a:gd name="connsiteX78" fmla="*/ 1864222 w 3852820"/>
                <a:gd name="connsiteY78" fmla="*/ 3204839 h 4022719"/>
                <a:gd name="connsiteX79" fmla="*/ 1828711 w 3852820"/>
                <a:gd name="connsiteY79" fmla="*/ 3178206 h 4022719"/>
                <a:gd name="connsiteX80" fmla="*/ 1899733 w 3852820"/>
                <a:gd name="connsiteY80" fmla="*/ 3204839 h 4022719"/>
                <a:gd name="connsiteX81" fmla="*/ 2503414 w 3852820"/>
                <a:gd name="connsiteY81" fmla="*/ 3586579 h 4022719"/>
                <a:gd name="connsiteX82" fmla="*/ 2840766 w 3852820"/>
                <a:gd name="connsiteY82" fmla="*/ 3613212 h 4022719"/>
                <a:gd name="connsiteX83" fmla="*/ 2609946 w 3852820"/>
                <a:gd name="connsiteY83" fmla="*/ 2743200 h 4022719"/>
                <a:gd name="connsiteX84" fmla="*/ 2494537 w 3852820"/>
                <a:gd name="connsiteY84" fmla="*/ 2707689 h 4022719"/>
                <a:gd name="connsiteX85" fmla="*/ 2627702 w 3852820"/>
                <a:gd name="connsiteY85" fmla="*/ 3542190 h 4022719"/>
                <a:gd name="connsiteX86" fmla="*/ 3222506 w 3852820"/>
                <a:gd name="connsiteY86" fmla="*/ 3178206 h 4022719"/>
                <a:gd name="connsiteX87" fmla="*/ 3186995 w 3852820"/>
                <a:gd name="connsiteY87" fmla="*/ 2512381 h 4022719"/>
                <a:gd name="connsiteX88" fmla="*/ 1952999 w 3852820"/>
                <a:gd name="connsiteY88" fmla="*/ 1722268 h 4022719"/>
                <a:gd name="connsiteX89" fmla="*/ 1731057 w 3852820"/>
                <a:gd name="connsiteY89" fmla="*/ 1899821 h 4022719"/>
                <a:gd name="connsiteX90" fmla="*/ 2343616 w 3852820"/>
                <a:gd name="connsiteY90" fmla="*/ 2547891 h 4022719"/>
                <a:gd name="connsiteX91" fmla="*/ 2414638 w 3852820"/>
                <a:gd name="connsiteY91" fmla="*/ 1331651 h 4022719"/>
                <a:gd name="connsiteX92" fmla="*/ 1802078 w 3852820"/>
                <a:gd name="connsiteY92" fmla="*/ 1029810 h 4022719"/>
                <a:gd name="connsiteX93" fmla="*/ 914311 w 3852820"/>
                <a:gd name="connsiteY93" fmla="*/ 1633491 h 4022719"/>
                <a:gd name="connsiteX94" fmla="*/ 923189 w 3852820"/>
                <a:gd name="connsiteY94" fmla="*/ 1819922 h 4022719"/>
                <a:gd name="connsiteX95" fmla="*/ 1589014 w 3852820"/>
                <a:gd name="connsiteY95" fmla="*/ 1944210 h 4022719"/>
                <a:gd name="connsiteX96" fmla="*/ 2041775 w 3852820"/>
                <a:gd name="connsiteY96" fmla="*/ 1695635 h 4022719"/>
                <a:gd name="connsiteX97" fmla="*/ 1287173 w 3852820"/>
                <a:gd name="connsiteY97" fmla="*/ 319596 h 4022719"/>
                <a:gd name="connsiteX98" fmla="*/ 940944 w 3852820"/>
                <a:gd name="connsiteY98" fmla="*/ 230820 h 4022719"/>
                <a:gd name="connsiteX99" fmla="*/ 603593 w 3852820"/>
                <a:gd name="connsiteY99" fmla="*/ 772357 h 4022719"/>
                <a:gd name="connsiteX100" fmla="*/ 727880 w 3852820"/>
                <a:gd name="connsiteY100" fmla="*/ 2148396 h 4022719"/>
                <a:gd name="connsiteX101" fmla="*/ 967577 w 3852820"/>
                <a:gd name="connsiteY101" fmla="*/ 2405849 h 4022719"/>
                <a:gd name="connsiteX102" fmla="*/ 1509115 w 3852820"/>
                <a:gd name="connsiteY102" fmla="*/ 2299317 h 4022719"/>
                <a:gd name="connsiteX103" fmla="*/ 1855344 w 3852820"/>
                <a:gd name="connsiteY103" fmla="*/ 656948 h 4022719"/>
                <a:gd name="connsiteX104" fmla="*/ 1331562 w 3852820"/>
                <a:gd name="connsiteY104" fmla="*/ 514905 h 4022719"/>
                <a:gd name="connsiteX105" fmla="*/ 940944 w 3852820"/>
                <a:gd name="connsiteY105" fmla="*/ 2725445 h 4022719"/>
                <a:gd name="connsiteX106" fmla="*/ 1739935 w 3852820"/>
                <a:gd name="connsiteY106" fmla="*/ 3338004 h 4022719"/>
                <a:gd name="connsiteX107" fmla="*/ 2396882 w 3852820"/>
                <a:gd name="connsiteY107" fmla="*/ 2991775 h 4022719"/>
                <a:gd name="connsiteX108" fmla="*/ 1793201 w 3852820"/>
                <a:gd name="connsiteY108" fmla="*/ 1864311 h 4022719"/>
                <a:gd name="connsiteX109" fmla="*/ 1313806 w 3852820"/>
                <a:gd name="connsiteY109" fmla="*/ 2192785 h 4022719"/>
                <a:gd name="connsiteX110" fmla="*/ 1384828 w 3852820"/>
                <a:gd name="connsiteY110" fmla="*/ 3941686 h 4022719"/>
                <a:gd name="connsiteX111" fmla="*/ 2503414 w 3852820"/>
                <a:gd name="connsiteY111" fmla="*/ 4012707 h 4022719"/>
                <a:gd name="connsiteX112" fmla="*/ 3089340 w 3852820"/>
                <a:gd name="connsiteY112" fmla="*/ 3639845 h 4022719"/>
                <a:gd name="connsiteX113" fmla="*/ 3027197 w 3852820"/>
                <a:gd name="connsiteY113" fmla="*/ 2068497 h 4022719"/>
                <a:gd name="connsiteX114" fmla="*/ 2689845 w 3852820"/>
                <a:gd name="connsiteY114" fmla="*/ 1686757 h 4022719"/>
                <a:gd name="connsiteX115" fmla="*/ 2201573 w 3852820"/>
                <a:gd name="connsiteY115" fmla="*/ 2636668 h 4022719"/>
                <a:gd name="connsiteX116" fmla="*/ 2840766 w 3852820"/>
                <a:gd name="connsiteY116" fmla="*/ 2752078 h 4022719"/>
                <a:gd name="connsiteX117" fmla="*/ 3684144 w 3852820"/>
                <a:gd name="connsiteY117" fmla="*/ 807868 h 4022719"/>
                <a:gd name="connsiteX118" fmla="*/ 3364548 w 3852820"/>
                <a:gd name="connsiteY118" fmla="*/ 417251 h 4022719"/>
                <a:gd name="connsiteX119" fmla="*/ 3062707 w 3852820"/>
                <a:gd name="connsiteY119" fmla="*/ 435006 h 4022719"/>
                <a:gd name="connsiteX120" fmla="*/ 2245962 w 3852820"/>
                <a:gd name="connsiteY120" fmla="*/ 1296140 h 4022719"/>
                <a:gd name="connsiteX121" fmla="*/ 2778622 w 3852820"/>
                <a:gd name="connsiteY121" fmla="*/ 612559 h 4022719"/>
                <a:gd name="connsiteX122" fmla="*/ 2121674 w 3852820"/>
                <a:gd name="connsiteY122" fmla="*/ 0 h 4022719"/>
                <a:gd name="connsiteX123" fmla="*/ 1509115 w 3852820"/>
                <a:gd name="connsiteY123" fmla="*/ 363985 h 4022719"/>
                <a:gd name="connsiteX124" fmla="*/ 1855344 w 3852820"/>
                <a:gd name="connsiteY124" fmla="*/ 1811045 h 4022719"/>
                <a:gd name="connsiteX125" fmla="*/ 2432393 w 3852820"/>
                <a:gd name="connsiteY125" fmla="*/ 1953088 h 4022719"/>
                <a:gd name="connsiteX126" fmla="*/ 2991686 w 3852820"/>
                <a:gd name="connsiteY126" fmla="*/ 1491449 h 4022719"/>
                <a:gd name="connsiteX127" fmla="*/ 2192696 w 3852820"/>
                <a:gd name="connsiteY127" fmla="*/ 603682 h 4022719"/>
                <a:gd name="connsiteX128" fmla="*/ 1420339 w 3852820"/>
                <a:gd name="connsiteY128" fmla="*/ 1988598 h 4022719"/>
                <a:gd name="connsiteX129" fmla="*/ 2121674 w 3852820"/>
                <a:gd name="connsiteY129" fmla="*/ 2290439 h 4022719"/>
                <a:gd name="connsiteX130" fmla="*/ 2956175 w 3852820"/>
                <a:gd name="connsiteY130" fmla="*/ 1287262 h 4022719"/>
                <a:gd name="connsiteX131" fmla="*/ 2068408 w 3852820"/>
                <a:gd name="connsiteY131" fmla="*/ 807868 h 4022719"/>
                <a:gd name="connsiteX132" fmla="*/ 1668913 w 3852820"/>
                <a:gd name="connsiteY132" fmla="*/ 2334827 h 4022719"/>
                <a:gd name="connsiteX133" fmla="*/ 2192696 w 3852820"/>
                <a:gd name="connsiteY133" fmla="*/ 2601157 h 4022719"/>
                <a:gd name="connsiteX134" fmla="*/ 3036074 w 3852820"/>
                <a:gd name="connsiteY134" fmla="*/ 1242874 h 4022719"/>
                <a:gd name="connsiteX135" fmla="*/ 2538925 w 3852820"/>
                <a:gd name="connsiteY135" fmla="*/ 976544 h 4022719"/>
                <a:gd name="connsiteX136" fmla="*/ 2219329 w 3852820"/>
                <a:gd name="connsiteY136" fmla="*/ 1677880 h 4022719"/>
                <a:gd name="connsiteX137" fmla="*/ 2290350 w 3852820"/>
                <a:gd name="connsiteY137" fmla="*/ 3355759 h 4022719"/>
                <a:gd name="connsiteX138" fmla="*/ 3417814 w 3852820"/>
                <a:gd name="connsiteY138" fmla="*/ 2707689 h 4022719"/>
                <a:gd name="connsiteX139" fmla="*/ 3408937 w 3852820"/>
                <a:gd name="connsiteY139" fmla="*/ 2370338 h 4022719"/>
                <a:gd name="connsiteX140" fmla="*/ 2707601 w 3852820"/>
                <a:gd name="connsiteY140" fmla="*/ 2015231 h 4022719"/>
                <a:gd name="connsiteX141" fmla="*/ 2272595 w 3852820"/>
                <a:gd name="connsiteY141" fmla="*/ 2175029 h 4022719"/>
                <a:gd name="connsiteX142" fmla="*/ 2574436 w 3852820"/>
                <a:gd name="connsiteY142" fmla="*/ 3249227 h 4022719"/>
                <a:gd name="connsiteX143" fmla="*/ 3062707 w 3852820"/>
                <a:gd name="connsiteY143" fmla="*/ 3151573 h 4022719"/>
                <a:gd name="connsiteX144" fmla="*/ 2902909 w 3852820"/>
                <a:gd name="connsiteY144" fmla="*/ 941033 h 4022719"/>
                <a:gd name="connsiteX145" fmla="*/ 2121674 w 3852820"/>
                <a:gd name="connsiteY145" fmla="*/ 301841 h 4022719"/>
                <a:gd name="connsiteX146" fmla="*/ 1455849 w 3852820"/>
                <a:gd name="connsiteY146" fmla="*/ 1535837 h 4022719"/>
                <a:gd name="connsiteX147" fmla="*/ 1509115 w 3852820"/>
                <a:gd name="connsiteY147" fmla="*/ 1908699 h 4022719"/>
                <a:gd name="connsiteX148" fmla="*/ 1775445 w 3852820"/>
                <a:gd name="connsiteY148" fmla="*/ 1997476 h 4022719"/>
                <a:gd name="connsiteX149" fmla="*/ 2112797 w 3852820"/>
                <a:gd name="connsiteY149" fmla="*/ 852256 h 4022719"/>
                <a:gd name="connsiteX150" fmla="*/ 1926366 w 3852820"/>
                <a:gd name="connsiteY150" fmla="*/ 381740 h 4022719"/>
                <a:gd name="connsiteX151" fmla="*/ 1402583 w 3852820"/>
                <a:gd name="connsiteY151" fmla="*/ 541538 h 4022719"/>
                <a:gd name="connsiteX152" fmla="*/ 1145131 w 3852820"/>
                <a:gd name="connsiteY152" fmla="*/ 2565647 h 4022719"/>
                <a:gd name="connsiteX153" fmla="*/ 1775445 w 3852820"/>
                <a:gd name="connsiteY153" fmla="*/ 2787588 h 4022719"/>
                <a:gd name="connsiteX154" fmla="*/ 2157185 w 3852820"/>
                <a:gd name="connsiteY154" fmla="*/ 2432482 h 4022719"/>
                <a:gd name="connsiteX155" fmla="*/ 1464727 w 3852820"/>
                <a:gd name="connsiteY155" fmla="*/ 1873188 h 4022719"/>
                <a:gd name="connsiteX156" fmla="*/ 1269418 w 3852820"/>
                <a:gd name="connsiteY156" fmla="*/ 3462291 h 4022719"/>
                <a:gd name="connsiteX157" fmla="*/ 1908610 w 3852820"/>
                <a:gd name="connsiteY157" fmla="*/ 3728621 h 4022719"/>
                <a:gd name="connsiteX158" fmla="*/ 3089340 w 3852820"/>
                <a:gd name="connsiteY158" fmla="*/ 2601157 h 4022719"/>
                <a:gd name="connsiteX159" fmla="*/ 2716478 w 3852820"/>
                <a:gd name="connsiteY159" fmla="*/ 2024109 h 4022719"/>
                <a:gd name="connsiteX160" fmla="*/ 2574436 w 3852820"/>
                <a:gd name="connsiteY160" fmla="*/ 3355759 h 4022719"/>
                <a:gd name="connsiteX161" fmla="*/ 3000564 w 3852820"/>
                <a:gd name="connsiteY161" fmla="*/ 3204839 h 4022719"/>
                <a:gd name="connsiteX162" fmla="*/ 3293527 w 3852820"/>
                <a:gd name="connsiteY162" fmla="*/ 994299 h 4022719"/>
                <a:gd name="connsiteX163" fmla="*/ 2858521 w 3852820"/>
                <a:gd name="connsiteY163" fmla="*/ 692458 h 4022719"/>
                <a:gd name="connsiteX164" fmla="*/ 2228206 w 3852820"/>
                <a:gd name="connsiteY164" fmla="*/ 2139519 h 4022719"/>
                <a:gd name="connsiteX165" fmla="*/ 2316983 w 3852820"/>
                <a:gd name="connsiteY165" fmla="*/ 2183907 h 4022719"/>
                <a:gd name="connsiteX166" fmla="*/ 2743111 w 3852820"/>
                <a:gd name="connsiteY166" fmla="*/ 1438183 h 4022719"/>
                <a:gd name="connsiteX167" fmla="*/ 1455849 w 3852820"/>
                <a:gd name="connsiteY167" fmla="*/ 648070 h 4022719"/>
                <a:gd name="connsiteX168" fmla="*/ 763391 w 3852820"/>
                <a:gd name="connsiteY168" fmla="*/ 2583402 h 4022719"/>
                <a:gd name="connsiteX169" fmla="*/ 1065232 w 3852820"/>
                <a:gd name="connsiteY169" fmla="*/ 2974020 h 4022719"/>
                <a:gd name="connsiteX170" fmla="*/ 1597892 w 3852820"/>
                <a:gd name="connsiteY170" fmla="*/ 2849732 h 4022719"/>
                <a:gd name="connsiteX171" fmla="*/ 1402583 w 3852820"/>
                <a:gd name="connsiteY171" fmla="*/ 2006354 h 4022719"/>
                <a:gd name="connsiteX172" fmla="*/ 1074109 w 3852820"/>
                <a:gd name="connsiteY172" fmla="*/ 1970843 h 4022719"/>
                <a:gd name="connsiteX173" fmla="*/ 1020843 w 3852820"/>
                <a:gd name="connsiteY173" fmla="*/ 3551068 h 4022719"/>
                <a:gd name="connsiteX174" fmla="*/ 1855344 w 3852820"/>
                <a:gd name="connsiteY174" fmla="*/ 3542190 h 4022719"/>
                <a:gd name="connsiteX175" fmla="*/ 2601069 w 3852820"/>
                <a:gd name="connsiteY175" fmla="*/ 2325950 h 4022719"/>
                <a:gd name="connsiteX176" fmla="*/ 1722179 w 3852820"/>
                <a:gd name="connsiteY176" fmla="*/ 1766656 h 4022719"/>
                <a:gd name="connsiteX177" fmla="*/ 1198397 w 3852820"/>
                <a:gd name="connsiteY177" fmla="*/ 1793289 h 4022719"/>
                <a:gd name="connsiteX178" fmla="*/ 710125 w 3852820"/>
                <a:gd name="connsiteY178" fmla="*/ 3435658 h 4022719"/>
                <a:gd name="connsiteX179" fmla="*/ 1704424 w 3852820"/>
                <a:gd name="connsiteY179" fmla="*/ 3684233 h 4022719"/>
                <a:gd name="connsiteX180" fmla="*/ 2902909 w 3852820"/>
                <a:gd name="connsiteY180" fmla="*/ 3053919 h 4022719"/>
                <a:gd name="connsiteX181" fmla="*/ 3435570 w 3852820"/>
                <a:gd name="connsiteY181" fmla="*/ 2201662 h 4022719"/>
                <a:gd name="connsiteX182" fmla="*/ 3071585 w 3852820"/>
                <a:gd name="connsiteY182" fmla="*/ 1296140 h 4022719"/>
                <a:gd name="connsiteX183" fmla="*/ 1589014 w 3852820"/>
                <a:gd name="connsiteY183" fmla="*/ 257453 h 4022719"/>
                <a:gd name="connsiteX184" fmla="*/ 861045 w 3852820"/>
                <a:gd name="connsiteY184" fmla="*/ 2077375 h 4022719"/>
                <a:gd name="connsiteX185" fmla="*/ 949822 w 3852820"/>
                <a:gd name="connsiteY185" fmla="*/ 2618913 h 4022719"/>
                <a:gd name="connsiteX186" fmla="*/ 1411461 w 3852820"/>
                <a:gd name="connsiteY186" fmla="*/ 2876365 h 4022719"/>
                <a:gd name="connsiteX187" fmla="*/ 2379127 w 3852820"/>
                <a:gd name="connsiteY187" fmla="*/ 2592280 h 4022719"/>
                <a:gd name="connsiteX188" fmla="*/ 2459026 w 3852820"/>
                <a:gd name="connsiteY188" fmla="*/ 958788 h 4022719"/>
                <a:gd name="connsiteX189" fmla="*/ 1260540 w 3852820"/>
                <a:gd name="connsiteY189" fmla="*/ 443884 h 4022719"/>
                <a:gd name="connsiteX190" fmla="*/ 568082 w 3852820"/>
                <a:gd name="connsiteY190" fmla="*/ 861134 h 4022719"/>
                <a:gd name="connsiteX191" fmla="*/ 816657 w 3852820"/>
                <a:gd name="connsiteY191" fmla="*/ 2743200 h 4022719"/>
                <a:gd name="connsiteX192" fmla="*/ 1606770 w 3852820"/>
                <a:gd name="connsiteY192" fmla="*/ 2725445 h 4022719"/>
                <a:gd name="connsiteX193" fmla="*/ 1597892 w 3852820"/>
                <a:gd name="connsiteY193" fmla="*/ 1322773 h 4022719"/>
                <a:gd name="connsiteX194" fmla="*/ 683492 w 3852820"/>
                <a:gd name="connsiteY194" fmla="*/ 1012055 h 4022719"/>
                <a:gd name="connsiteX195" fmla="*/ 35422 w 3852820"/>
                <a:gd name="connsiteY195" fmla="*/ 2601157 h 4022719"/>
                <a:gd name="connsiteX196" fmla="*/ 514816 w 3852820"/>
                <a:gd name="connsiteY196" fmla="*/ 3151573 h 4022719"/>
                <a:gd name="connsiteX197" fmla="*/ 1544626 w 3852820"/>
                <a:gd name="connsiteY197" fmla="*/ 3107185 h 4022719"/>
                <a:gd name="connsiteX198" fmla="*/ 2086164 w 3852820"/>
                <a:gd name="connsiteY198" fmla="*/ 2902998 h 4022719"/>
                <a:gd name="connsiteX199" fmla="*/ 1970754 w 3852820"/>
                <a:gd name="connsiteY199" fmla="*/ 3551068 h 4022719"/>
                <a:gd name="connsiteX200" fmla="*/ 2538925 w 3852820"/>
                <a:gd name="connsiteY200" fmla="*/ 3923930 h 4022719"/>
                <a:gd name="connsiteX201" fmla="*/ 3852820 w 3852820"/>
                <a:gd name="connsiteY201" fmla="*/ 2858610 h 4022719"/>
                <a:gd name="connsiteX202" fmla="*/ 3746288 w 3852820"/>
                <a:gd name="connsiteY202" fmla="*/ 2192785 h 4022719"/>
                <a:gd name="connsiteX203" fmla="*/ 3479958 w 3852820"/>
                <a:gd name="connsiteY203" fmla="*/ 1970843 h 4022719"/>
                <a:gd name="connsiteX204" fmla="*/ 3178117 w 3852820"/>
                <a:gd name="connsiteY204" fmla="*/ 2396971 h 4022719"/>
                <a:gd name="connsiteX205" fmla="*/ 3124851 w 3852820"/>
                <a:gd name="connsiteY205" fmla="*/ 2769833 h 4022719"/>
                <a:gd name="connsiteX206" fmla="*/ 3169239 w 3852820"/>
                <a:gd name="connsiteY206" fmla="*/ 1305018 h 4022719"/>
                <a:gd name="connsiteX207" fmla="*/ 2547803 w 3852820"/>
                <a:gd name="connsiteY207" fmla="*/ 1189608 h 4022719"/>
                <a:gd name="connsiteX208" fmla="*/ 1935243 w 3852820"/>
                <a:gd name="connsiteY208" fmla="*/ 1722268 h 4022719"/>
                <a:gd name="connsiteX209" fmla="*/ 1837589 w 3852820"/>
                <a:gd name="connsiteY209" fmla="*/ 301841 h 4022719"/>
                <a:gd name="connsiteX210" fmla="*/ 1571259 w 3852820"/>
                <a:gd name="connsiteY210" fmla="*/ 124288 h 4022719"/>
                <a:gd name="connsiteX211" fmla="*/ 1091865 w 3852820"/>
                <a:gd name="connsiteY211" fmla="*/ 497150 h 4022719"/>
                <a:gd name="connsiteX212" fmla="*/ 949822 w 3852820"/>
                <a:gd name="connsiteY212" fmla="*/ 1367161 h 4022719"/>
                <a:gd name="connsiteX213" fmla="*/ 1296051 w 3852820"/>
                <a:gd name="connsiteY213" fmla="*/ 1500326 h 4022719"/>
                <a:gd name="connsiteX214" fmla="*/ 1890855 w 3852820"/>
                <a:gd name="connsiteY214" fmla="*/ 1100831 h 4022719"/>
                <a:gd name="connsiteX215" fmla="*/ 2077286 w 3852820"/>
                <a:gd name="connsiteY215" fmla="*/ 710214 h 4022719"/>
                <a:gd name="connsiteX216" fmla="*/ 861045 w 3852820"/>
                <a:gd name="connsiteY216" fmla="*/ 337352 h 4022719"/>
                <a:gd name="connsiteX217" fmla="*/ 1047476 w 3852820"/>
                <a:gd name="connsiteY217" fmla="*/ 2104008 h 4022719"/>
                <a:gd name="connsiteX218" fmla="*/ 1757690 w 3852820"/>
                <a:gd name="connsiteY218" fmla="*/ 2139519 h 4022719"/>
                <a:gd name="connsiteX219" fmla="*/ 2237084 w 3852820"/>
                <a:gd name="connsiteY219" fmla="*/ 976544 h 4022719"/>
                <a:gd name="connsiteX220" fmla="*/ 1695546 w 3852820"/>
                <a:gd name="connsiteY220" fmla="*/ 781235 h 4022719"/>
                <a:gd name="connsiteX221" fmla="*/ 1517993 w 3852820"/>
                <a:gd name="connsiteY221" fmla="*/ 1695635 h 4022719"/>
                <a:gd name="connsiteX222" fmla="*/ 1500238 w 3852820"/>
                <a:gd name="connsiteY222" fmla="*/ 2148396 h 4022719"/>
                <a:gd name="connsiteX223" fmla="*/ 1544626 w 3852820"/>
                <a:gd name="connsiteY223" fmla="*/ 2210540 h 4022719"/>
                <a:gd name="connsiteX224" fmla="*/ 1633403 w 3852820"/>
                <a:gd name="connsiteY224" fmla="*/ 2237173 h 402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3852820" h="4022719">
                  <a:moveTo>
                    <a:pt x="3613123" y="763480"/>
                  </a:moveTo>
                  <a:lnTo>
                    <a:pt x="3178117" y="772357"/>
                  </a:lnTo>
                  <a:cubicBezTo>
                    <a:pt x="3013286" y="786485"/>
                    <a:pt x="2988249" y="823414"/>
                    <a:pt x="2849643" y="887767"/>
                  </a:cubicBezTo>
                  <a:cubicBezTo>
                    <a:pt x="2663961" y="973976"/>
                    <a:pt x="2811941" y="892823"/>
                    <a:pt x="2680968" y="967666"/>
                  </a:cubicBezTo>
                  <a:cubicBezTo>
                    <a:pt x="2654335" y="1026851"/>
                    <a:pt x="2615859" y="1082027"/>
                    <a:pt x="2601069" y="1145220"/>
                  </a:cubicBezTo>
                  <a:cubicBezTo>
                    <a:pt x="2582811" y="1223230"/>
                    <a:pt x="2582591" y="1304802"/>
                    <a:pt x="2583313" y="1384917"/>
                  </a:cubicBezTo>
                  <a:cubicBezTo>
                    <a:pt x="2585554" y="1633640"/>
                    <a:pt x="2574244" y="1884483"/>
                    <a:pt x="2609946" y="2130641"/>
                  </a:cubicBezTo>
                  <a:cubicBezTo>
                    <a:pt x="2631035" y="2276041"/>
                    <a:pt x="2751989" y="2547891"/>
                    <a:pt x="2751989" y="2547891"/>
                  </a:cubicBezTo>
                  <a:cubicBezTo>
                    <a:pt x="2725356" y="2648505"/>
                    <a:pt x="2723116" y="2759019"/>
                    <a:pt x="2672090" y="2849732"/>
                  </a:cubicBezTo>
                  <a:cubicBezTo>
                    <a:pt x="2614088" y="2952847"/>
                    <a:pt x="2410764" y="3015554"/>
                    <a:pt x="2316983" y="3053919"/>
                  </a:cubicBezTo>
                  <a:cubicBezTo>
                    <a:pt x="2131551" y="3048124"/>
                    <a:pt x="2009299" y="3071455"/>
                    <a:pt x="1846467" y="2982897"/>
                  </a:cubicBezTo>
                  <a:cubicBezTo>
                    <a:pt x="1733990" y="2921725"/>
                    <a:pt x="1640947" y="2827968"/>
                    <a:pt x="1526871" y="2769833"/>
                  </a:cubicBezTo>
                  <a:cubicBezTo>
                    <a:pt x="1331959" y="2670503"/>
                    <a:pt x="923189" y="2512381"/>
                    <a:pt x="923189" y="2512381"/>
                  </a:cubicBezTo>
                  <a:cubicBezTo>
                    <a:pt x="718357" y="2323305"/>
                    <a:pt x="683953" y="2341976"/>
                    <a:pt x="594715" y="2104008"/>
                  </a:cubicBezTo>
                  <a:cubicBezTo>
                    <a:pt x="584273" y="2076162"/>
                    <a:pt x="588797" y="2044823"/>
                    <a:pt x="585838" y="2015231"/>
                  </a:cubicBezTo>
                  <a:cubicBezTo>
                    <a:pt x="779496" y="1814895"/>
                    <a:pt x="938649" y="1609577"/>
                    <a:pt x="1216152" y="1509204"/>
                  </a:cubicBezTo>
                  <a:cubicBezTo>
                    <a:pt x="1362162" y="1456392"/>
                    <a:pt x="1523911" y="1467775"/>
                    <a:pt x="1677791" y="1447060"/>
                  </a:cubicBezTo>
                  <a:cubicBezTo>
                    <a:pt x="2623806" y="1535749"/>
                    <a:pt x="2328193" y="1349870"/>
                    <a:pt x="2849643" y="1784412"/>
                  </a:cubicBezTo>
                  <a:cubicBezTo>
                    <a:pt x="2886650" y="1815251"/>
                    <a:pt x="2920664" y="1849515"/>
                    <a:pt x="2956175" y="1882066"/>
                  </a:cubicBezTo>
                  <a:cubicBezTo>
                    <a:pt x="2973930" y="1932373"/>
                    <a:pt x="2998451" y="1980783"/>
                    <a:pt x="3009441" y="2032987"/>
                  </a:cubicBezTo>
                  <a:cubicBezTo>
                    <a:pt x="3036049" y="2159376"/>
                    <a:pt x="3049445" y="2272622"/>
                    <a:pt x="2956175" y="2379216"/>
                  </a:cubicBezTo>
                  <a:cubicBezTo>
                    <a:pt x="2867817" y="2480197"/>
                    <a:pt x="2742167" y="2544107"/>
                    <a:pt x="2654335" y="2645546"/>
                  </a:cubicBezTo>
                  <a:cubicBezTo>
                    <a:pt x="2223274" y="3143392"/>
                    <a:pt x="2506059" y="3018368"/>
                    <a:pt x="2103919" y="3258105"/>
                  </a:cubicBezTo>
                  <a:cubicBezTo>
                    <a:pt x="2026613" y="3304191"/>
                    <a:pt x="1944121" y="3340963"/>
                    <a:pt x="1864222" y="3382392"/>
                  </a:cubicBezTo>
                  <a:cubicBezTo>
                    <a:pt x="1721830" y="3372221"/>
                    <a:pt x="1453698" y="3372005"/>
                    <a:pt x="1296051" y="3311371"/>
                  </a:cubicBezTo>
                  <a:cubicBezTo>
                    <a:pt x="1241576" y="3290419"/>
                    <a:pt x="1195438" y="3252186"/>
                    <a:pt x="1145131" y="3222594"/>
                  </a:cubicBezTo>
                  <a:cubicBezTo>
                    <a:pt x="1118498" y="3175247"/>
                    <a:pt x="1077447" y="3133485"/>
                    <a:pt x="1065232" y="3080552"/>
                  </a:cubicBezTo>
                  <a:cubicBezTo>
                    <a:pt x="989807" y="2753712"/>
                    <a:pt x="1000898" y="2175168"/>
                    <a:pt x="994210" y="1890944"/>
                  </a:cubicBezTo>
                  <a:cubicBezTo>
                    <a:pt x="1013380" y="1628949"/>
                    <a:pt x="1068983" y="1256551"/>
                    <a:pt x="1038599" y="958788"/>
                  </a:cubicBezTo>
                  <a:cubicBezTo>
                    <a:pt x="1030697" y="881345"/>
                    <a:pt x="1018355" y="804302"/>
                    <a:pt x="1003088" y="727969"/>
                  </a:cubicBezTo>
                  <a:cubicBezTo>
                    <a:pt x="997582" y="700441"/>
                    <a:pt x="997027" y="667173"/>
                    <a:pt x="976455" y="648070"/>
                  </a:cubicBezTo>
                  <a:cubicBezTo>
                    <a:pt x="951073" y="624501"/>
                    <a:pt x="911352" y="624396"/>
                    <a:pt x="878801" y="612559"/>
                  </a:cubicBezTo>
                  <a:cubicBezTo>
                    <a:pt x="810739" y="642151"/>
                    <a:pt x="732445" y="654820"/>
                    <a:pt x="674614" y="701336"/>
                  </a:cubicBezTo>
                  <a:cubicBezTo>
                    <a:pt x="512526" y="831711"/>
                    <a:pt x="427957" y="1015356"/>
                    <a:pt x="328385" y="1189608"/>
                  </a:cubicBezTo>
                  <a:cubicBezTo>
                    <a:pt x="325426" y="1328691"/>
                    <a:pt x="295157" y="1469891"/>
                    <a:pt x="319507" y="1606858"/>
                  </a:cubicBezTo>
                  <a:cubicBezTo>
                    <a:pt x="343457" y="1741576"/>
                    <a:pt x="415198" y="1863410"/>
                    <a:pt x="470428" y="1988598"/>
                  </a:cubicBezTo>
                  <a:cubicBezTo>
                    <a:pt x="544787" y="2157145"/>
                    <a:pt x="612968" y="2311456"/>
                    <a:pt x="807779" y="2379216"/>
                  </a:cubicBezTo>
                  <a:cubicBezTo>
                    <a:pt x="998535" y="2445566"/>
                    <a:pt x="1204315" y="2456155"/>
                    <a:pt x="1402583" y="2494625"/>
                  </a:cubicBezTo>
                  <a:cubicBezTo>
                    <a:pt x="1479523" y="2485747"/>
                    <a:pt x="1572721" y="2516119"/>
                    <a:pt x="1633403" y="2467992"/>
                  </a:cubicBezTo>
                  <a:cubicBezTo>
                    <a:pt x="1877399" y="2274478"/>
                    <a:pt x="1951976" y="2000034"/>
                    <a:pt x="2059531" y="1731146"/>
                  </a:cubicBezTo>
                  <a:cubicBezTo>
                    <a:pt x="2074728" y="1427184"/>
                    <a:pt x="2080353" y="1499874"/>
                    <a:pt x="2015142" y="1056443"/>
                  </a:cubicBezTo>
                  <a:cubicBezTo>
                    <a:pt x="1952186" y="628344"/>
                    <a:pt x="2048317" y="715915"/>
                    <a:pt x="1846467" y="594804"/>
                  </a:cubicBezTo>
                  <a:cubicBezTo>
                    <a:pt x="1742166" y="678245"/>
                    <a:pt x="1540433" y="794976"/>
                    <a:pt x="1517993" y="958788"/>
                  </a:cubicBezTo>
                  <a:cubicBezTo>
                    <a:pt x="1497093" y="1111357"/>
                    <a:pt x="1522806" y="1266978"/>
                    <a:pt x="1535748" y="1420427"/>
                  </a:cubicBezTo>
                  <a:cubicBezTo>
                    <a:pt x="1553813" y="1634620"/>
                    <a:pt x="1609594" y="1889117"/>
                    <a:pt x="1748812" y="2059620"/>
                  </a:cubicBezTo>
                  <a:cubicBezTo>
                    <a:pt x="2040773" y="2417190"/>
                    <a:pt x="2503242" y="2796359"/>
                    <a:pt x="2902909" y="3045041"/>
                  </a:cubicBezTo>
                  <a:cubicBezTo>
                    <a:pt x="2985058" y="3096156"/>
                    <a:pt x="3080462" y="3121981"/>
                    <a:pt x="3169239" y="3160451"/>
                  </a:cubicBezTo>
                  <a:cubicBezTo>
                    <a:pt x="3240261" y="3240350"/>
                    <a:pt x="3325973" y="3309292"/>
                    <a:pt x="3382304" y="3400148"/>
                  </a:cubicBezTo>
                  <a:cubicBezTo>
                    <a:pt x="3419793" y="3460614"/>
                    <a:pt x="3469590" y="3537780"/>
                    <a:pt x="3444447" y="3604334"/>
                  </a:cubicBezTo>
                  <a:cubicBezTo>
                    <a:pt x="3318819" y="3936878"/>
                    <a:pt x="2786654" y="3811996"/>
                    <a:pt x="2592191" y="3817398"/>
                  </a:cubicBezTo>
                  <a:cubicBezTo>
                    <a:pt x="2126217" y="3724204"/>
                    <a:pt x="2017802" y="3793035"/>
                    <a:pt x="1722179" y="3355759"/>
                  </a:cubicBezTo>
                  <a:cubicBezTo>
                    <a:pt x="1671772" y="3281198"/>
                    <a:pt x="1692587" y="3178206"/>
                    <a:pt x="1677791" y="3089429"/>
                  </a:cubicBezTo>
                  <a:cubicBezTo>
                    <a:pt x="1722179" y="2962182"/>
                    <a:pt x="1721925" y="2808860"/>
                    <a:pt x="1810956" y="2707689"/>
                  </a:cubicBezTo>
                  <a:cubicBezTo>
                    <a:pt x="1928659" y="2573935"/>
                    <a:pt x="2114658" y="2521202"/>
                    <a:pt x="2263717" y="2423604"/>
                  </a:cubicBezTo>
                  <a:cubicBezTo>
                    <a:pt x="2579907" y="2216575"/>
                    <a:pt x="2497650" y="2281920"/>
                    <a:pt x="2707601" y="2059620"/>
                  </a:cubicBezTo>
                  <a:cubicBezTo>
                    <a:pt x="2725356" y="1994517"/>
                    <a:pt x="2780131" y="1928984"/>
                    <a:pt x="2760867" y="1864311"/>
                  </a:cubicBezTo>
                  <a:cubicBezTo>
                    <a:pt x="2674472" y="1574273"/>
                    <a:pt x="2382146" y="1588998"/>
                    <a:pt x="2148307" y="1526959"/>
                  </a:cubicBezTo>
                  <a:cubicBezTo>
                    <a:pt x="2074327" y="1556551"/>
                    <a:pt x="1988417" y="1565751"/>
                    <a:pt x="1926366" y="1615736"/>
                  </a:cubicBezTo>
                  <a:cubicBezTo>
                    <a:pt x="1631421" y="1853331"/>
                    <a:pt x="2079822" y="2194485"/>
                    <a:pt x="2245962" y="2334827"/>
                  </a:cubicBezTo>
                  <a:cubicBezTo>
                    <a:pt x="2553208" y="2594364"/>
                    <a:pt x="2909947" y="2790262"/>
                    <a:pt x="3258016" y="2991775"/>
                  </a:cubicBezTo>
                  <a:cubicBezTo>
                    <a:pt x="3314241" y="3024326"/>
                    <a:pt x="3368583" y="3060374"/>
                    <a:pt x="3426692" y="3089429"/>
                  </a:cubicBezTo>
                  <a:cubicBezTo>
                    <a:pt x="3457672" y="3104919"/>
                    <a:pt x="3491795" y="3113103"/>
                    <a:pt x="3524346" y="3124940"/>
                  </a:cubicBezTo>
                  <a:cubicBezTo>
                    <a:pt x="3536183" y="3142695"/>
                    <a:pt x="3570763" y="3159864"/>
                    <a:pt x="3559857" y="3178206"/>
                  </a:cubicBezTo>
                  <a:cubicBezTo>
                    <a:pt x="3377036" y="3485679"/>
                    <a:pt x="3277585" y="3481023"/>
                    <a:pt x="2965053" y="3648722"/>
                  </a:cubicBezTo>
                  <a:cubicBezTo>
                    <a:pt x="2796377" y="3562905"/>
                    <a:pt x="2603498" y="3513515"/>
                    <a:pt x="2459026" y="3391270"/>
                  </a:cubicBezTo>
                  <a:cubicBezTo>
                    <a:pt x="2397574" y="3339272"/>
                    <a:pt x="2378599" y="3240399"/>
                    <a:pt x="2388005" y="3160451"/>
                  </a:cubicBezTo>
                  <a:cubicBezTo>
                    <a:pt x="2425112" y="2845041"/>
                    <a:pt x="2548631" y="2635012"/>
                    <a:pt x="2680968" y="2370338"/>
                  </a:cubicBezTo>
                  <a:cubicBezTo>
                    <a:pt x="2692805" y="2266765"/>
                    <a:pt x="2765159" y="2151802"/>
                    <a:pt x="2716478" y="2059620"/>
                  </a:cubicBezTo>
                  <a:cubicBezTo>
                    <a:pt x="2436376" y="1529215"/>
                    <a:pt x="2231527" y="1571496"/>
                    <a:pt x="1739935" y="1438183"/>
                  </a:cubicBezTo>
                  <a:cubicBezTo>
                    <a:pt x="1555069" y="1535017"/>
                    <a:pt x="1100824" y="1690916"/>
                    <a:pt x="1136253" y="2015231"/>
                  </a:cubicBezTo>
                  <a:cubicBezTo>
                    <a:pt x="1190539" y="2512155"/>
                    <a:pt x="1708097" y="2960422"/>
                    <a:pt x="2103919" y="3169328"/>
                  </a:cubicBezTo>
                  <a:cubicBezTo>
                    <a:pt x="2203678" y="3221979"/>
                    <a:pt x="2328820" y="3187083"/>
                    <a:pt x="2441271" y="3195961"/>
                  </a:cubicBezTo>
                  <a:cubicBezTo>
                    <a:pt x="2494537" y="3119021"/>
                    <a:pt x="2615664" y="3057576"/>
                    <a:pt x="2601069" y="2965142"/>
                  </a:cubicBezTo>
                  <a:cubicBezTo>
                    <a:pt x="2481086" y="2205253"/>
                    <a:pt x="2281921" y="2184263"/>
                    <a:pt x="1766568" y="1775534"/>
                  </a:cubicBezTo>
                  <a:cubicBezTo>
                    <a:pt x="1624525" y="1784412"/>
                    <a:pt x="1443786" y="1704318"/>
                    <a:pt x="1340439" y="1802167"/>
                  </a:cubicBezTo>
                  <a:cubicBezTo>
                    <a:pt x="555483" y="2545371"/>
                    <a:pt x="1041033" y="3106686"/>
                    <a:pt x="1633403" y="3888420"/>
                  </a:cubicBezTo>
                  <a:cubicBezTo>
                    <a:pt x="1713190" y="3993713"/>
                    <a:pt x="1887896" y="3959441"/>
                    <a:pt x="2015142" y="3994952"/>
                  </a:cubicBezTo>
                  <a:cubicBezTo>
                    <a:pt x="2194011" y="3892741"/>
                    <a:pt x="2211106" y="3934234"/>
                    <a:pt x="2095041" y="3630967"/>
                  </a:cubicBezTo>
                  <a:cubicBezTo>
                    <a:pt x="2037300" y="3480097"/>
                    <a:pt x="1946127" y="3344078"/>
                    <a:pt x="1864222" y="3204839"/>
                  </a:cubicBezTo>
                  <a:cubicBezTo>
                    <a:pt x="1856720" y="3192086"/>
                    <a:pt x="1813915" y="3178206"/>
                    <a:pt x="1828711" y="3178206"/>
                  </a:cubicBezTo>
                  <a:cubicBezTo>
                    <a:pt x="1853995" y="3178206"/>
                    <a:pt x="1878103" y="3191747"/>
                    <a:pt x="1899733" y="3204839"/>
                  </a:cubicBezTo>
                  <a:cubicBezTo>
                    <a:pt x="2103414" y="3328120"/>
                    <a:pt x="2285009" y="3491799"/>
                    <a:pt x="2503414" y="3586579"/>
                  </a:cubicBezTo>
                  <a:cubicBezTo>
                    <a:pt x="2606891" y="3631484"/>
                    <a:pt x="2728315" y="3604334"/>
                    <a:pt x="2840766" y="3613212"/>
                  </a:cubicBezTo>
                  <a:cubicBezTo>
                    <a:pt x="3057267" y="2974533"/>
                    <a:pt x="3176695" y="3156255"/>
                    <a:pt x="2609946" y="2743200"/>
                  </a:cubicBezTo>
                  <a:cubicBezTo>
                    <a:pt x="2577419" y="2719494"/>
                    <a:pt x="2533007" y="2719526"/>
                    <a:pt x="2494537" y="2707689"/>
                  </a:cubicBezTo>
                  <a:cubicBezTo>
                    <a:pt x="2478211" y="2774249"/>
                    <a:pt x="2166064" y="3542190"/>
                    <a:pt x="2627702" y="3542190"/>
                  </a:cubicBezTo>
                  <a:cubicBezTo>
                    <a:pt x="2860147" y="3542190"/>
                    <a:pt x="3024238" y="3299534"/>
                    <a:pt x="3222506" y="3178206"/>
                  </a:cubicBezTo>
                  <a:cubicBezTo>
                    <a:pt x="3210669" y="2956264"/>
                    <a:pt x="3290510" y="2709060"/>
                    <a:pt x="3186995" y="2512381"/>
                  </a:cubicBezTo>
                  <a:cubicBezTo>
                    <a:pt x="2798148" y="1773571"/>
                    <a:pt x="2578318" y="1841376"/>
                    <a:pt x="1952999" y="1722268"/>
                  </a:cubicBezTo>
                  <a:cubicBezTo>
                    <a:pt x="1879018" y="1781452"/>
                    <a:pt x="1759013" y="1809298"/>
                    <a:pt x="1731057" y="1899821"/>
                  </a:cubicBezTo>
                  <a:cubicBezTo>
                    <a:pt x="1562326" y="2446187"/>
                    <a:pt x="1953583" y="2397879"/>
                    <a:pt x="2343616" y="2547891"/>
                  </a:cubicBezTo>
                  <a:cubicBezTo>
                    <a:pt x="2603663" y="2094907"/>
                    <a:pt x="2864522" y="1903786"/>
                    <a:pt x="2414638" y="1331651"/>
                  </a:cubicBezTo>
                  <a:cubicBezTo>
                    <a:pt x="2273936" y="1152715"/>
                    <a:pt x="2006265" y="1130424"/>
                    <a:pt x="1802078" y="1029810"/>
                  </a:cubicBezTo>
                  <a:cubicBezTo>
                    <a:pt x="1253694" y="1148089"/>
                    <a:pt x="1274466" y="1048239"/>
                    <a:pt x="914311" y="1633491"/>
                  </a:cubicBezTo>
                  <a:cubicBezTo>
                    <a:pt x="881705" y="1686476"/>
                    <a:pt x="866679" y="1793898"/>
                    <a:pt x="923189" y="1819922"/>
                  </a:cubicBezTo>
                  <a:cubicBezTo>
                    <a:pt x="1128263" y="1914364"/>
                    <a:pt x="1367072" y="1902781"/>
                    <a:pt x="1589014" y="1944210"/>
                  </a:cubicBezTo>
                  <a:cubicBezTo>
                    <a:pt x="1739934" y="1861352"/>
                    <a:pt x="1973404" y="1853647"/>
                    <a:pt x="2041775" y="1695635"/>
                  </a:cubicBezTo>
                  <a:cubicBezTo>
                    <a:pt x="2302797" y="1092385"/>
                    <a:pt x="1649320" y="592740"/>
                    <a:pt x="1287173" y="319596"/>
                  </a:cubicBezTo>
                  <a:cubicBezTo>
                    <a:pt x="1192052" y="247852"/>
                    <a:pt x="1056354" y="260412"/>
                    <a:pt x="940944" y="230820"/>
                  </a:cubicBezTo>
                  <a:cubicBezTo>
                    <a:pt x="828494" y="411332"/>
                    <a:pt x="665946" y="569030"/>
                    <a:pt x="603593" y="772357"/>
                  </a:cubicBezTo>
                  <a:cubicBezTo>
                    <a:pt x="451971" y="1266777"/>
                    <a:pt x="497353" y="1701456"/>
                    <a:pt x="727880" y="2148396"/>
                  </a:cubicBezTo>
                  <a:cubicBezTo>
                    <a:pt x="781630" y="2252605"/>
                    <a:pt x="887678" y="2320031"/>
                    <a:pt x="967577" y="2405849"/>
                  </a:cubicBezTo>
                  <a:cubicBezTo>
                    <a:pt x="1148090" y="2370338"/>
                    <a:pt x="1381091" y="2431437"/>
                    <a:pt x="1509115" y="2299317"/>
                  </a:cubicBezTo>
                  <a:cubicBezTo>
                    <a:pt x="1885109" y="1911291"/>
                    <a:pt x="2373763" y="1175367"/>
                    <a:pt x="1855344" y="656948"/>
                  </a:cubicBezTo>
                  <a:cubicBezTo>
                    <a:pt x="1727428" y="529032"/>
                    <a:pt x="1506156" y="562253"/>
                    <a:pt x="1331562" y="514905"/>
                  </a:cubicBezTo>
                  <a:cubicBezTo>
                    <a:pt x="1036708" y="1201110"/>
                    <a:pt x="513494" y="1921332"/>
                    <a:pt x="940944" y="2725445"/>
                  </a:cubicBezTo>
                  <a:cubicBezTo>
                    <a:pt x="1098466" y="3021774"/>
                    <a:pt x="1473605" y="3133818"/>
                    <a:pt x="1739935" y="3338004"/>
                  </a:cubicBezTo>
                  <a:cubicBezTo>
                    <a:pt x="1958917" y="3222594"/>
                    <a:pt x="2257494" y="3196332"/>
                    <a:pt x="2396882" y="2991775"/>
                  </a:cubicBezTo>
                  <a:cubicBezTo>
                    <a:pt x="2824490" y="2364246"/>
                    <a:pt x="2132154" y="2117332"/>
                    <a:pt x="1793201" y="1864311"/>
                  </a:cubicBezTo>
                  <a:cubicBezTo>
                    <a:pt x="1633403" y="1973802"/>
                    <a:pt x="1408727" y="2023925"/>
                    <a:pt x="1313806" y="2192785"/>
                  </a:cubicBezTo>
                  <a:cubicBezTo>
                    <a:pt x="1071739" y="2623409"/>
                    <a:pt x="589725" y="3610014"/>
                    <a:pt x="1384828" y="3941686"/>
                  </a:cubicBezTo>
                  <a:cubicBezTo>
                    <a:pt x="1729643" y="4085523"/>
                    <a:pt x="2130552" y="3989033"/>
                    <a:pt x="2503414" y="4012707"/>
                  </a:cubicBezTo>
                  <a:cubicBezTo>
                    <a:pt x="2698723" y="3888420"/>
                    <a:pt x="2967150" y="3836473"/>
                    <a:pt x="3089340" y="3639845"/>
                  </a:cubicBezTo>
                  <a:cubicBezTo>
                    <a:pt x="3472606" y="3023096"/>
                    <a:pt x="3253706" y="2634769"/>
                    <a:pt x="3027197" y="2068497"/>
                  </a:cubicBezTo>
                  <a:cubicBezTo>
                    <a:pt x="2901809" y="1755027"/>
                    <a:pt x="2939386" y="1822870"/>
                    <a:pt x="2689845" y="1686757"/>
                  </a:cubicBezTo>
                  <a:cubicBezTo>
                    <a:pt x="2512684" y="1827830"/>
                    <a:pt x="1795998" y="2196819"/>
                    <a:pt x="2201573" y="2636668"/>
                  </a:cubicBezTo>
                  <a:cubicBezTo>
                    <a:pt x="2348341" y="2795839"/>
                    <a:pt x="2627702" y="2713608"/>
                    <a:pt x="2840766" y="2752078"/>
                  </a:cubicBezTo>
                  <a:cubicBezTo>
                    <a:pt x="3569922" y="1979519"/>
                    <a:pt x="3856117" y="2004798"/>
                    <a:pt x="3684144" y="807868"/>
                  </a:cubicBezTo>
                  <a:cubicBezTo>
                    <a:pt x="3660218" y="641344"/>
                    <a:pt x="3471080" y="547457"/>
                    <a:pt x="3364548" y="417251"/>
                  </a:cubicBezTo>
                  <a:cubicBezTo>
                    <a:pt x="3263934" y="423169"/>
                    <a:pt x="3141958" y="372737"/>
                    <a:pt x="3062707" y="435006"/>
                  </a:cubicBezTo>
                  <a:cubicBezTo>
                    <a:pt x="2751625" y="679427"/>
                    <a:pt x="2245962" y="1296140"/>
                    <a:pt x="2245962" y="1296140"/>
                  </a:cubicBezTo>
                  <a:cubicBezTo>
                    <a:pt x="2441783" y="1557238"/>
                    <a:pt x="2396189" y="1519899"/>
                    <a:pt x="2778622" y="612559"/>
                  </a:cubicBezTo>
                  <a:cubicBezTo>
                    <a:pt x="2969722" y="159165"/>
                    <a:pt x="2329516" y="88639"/>
                    <a:pt x="2121674" y="0"/>
                  </a:cubicBezTo>
                  <a:cubicBezTo>
                    <a:pt x="1917488" y="121328"/>
                    <a:pt x="1639052" y="165166"/>
                    <a:pt x="1509115" y="363985"/>
                  </a:cubicBezTo>
                  <a:cubicBezTo>
                    <a:pt x="1169467" y="883688"/>
                    <a:pt x="1421997" y="1469509"/>
                    <a:pt x="1855344" y="1811045"/>
                  </a:cubicBezTo>
                  <a:cubicBezTo>
                    <a:pt x="2010924" y="1933663"/>
                    <a:pt x="2240043" y="1905740"/>
                    <a:pt x="2432393" y="1953088"/>
                  </a:cubicBezTo>
                  <a:cubicBezTo>
                    <a:pt x="2618824" y="1799208"/>
                    <a:pt x="2855640" y="1691266"/>
                    <a:pt x="2991686" y="1491449"/>
                  </a:cubicBezTo>
                  <a:cubicBezTo>
                    <a:pt x="3325291" y="1001466"/>
                    <a:pt x="2290831" y="666229"/>
                    <a:pt x="2192696" y="603682"/>
                  </a:cubicBezTo>
                  <a:cubicBezTo>
                    <a:pt x="1702693" y="914794"/>
                    <a:pt x="1098413" y="1110617"/>
                    <a:pt x="1420339" y="1988598"/>
                  </a:cubicBezTo>
                  <a:cubicBezTo>
                    <a:pt x="1507955" y="2227552"/>
                    <a:pt x="1887896" y="2189825"/>
                    <a:pt x="2121674" y="2290439"/>
                  </a:cubicBezTo>
                  <a:cubicBezTo>
                    <a:pt x="2315634" y="2190972"/>
                    <a:pt x="3351357" y="1884739"/>
                    <a:pt x="2956175" y="1287262"/>
                  </a:cubicBezTo>
                  <a:cubicBezTo>
                    <a:pt x="2770643" y="1006756"/>
                    <a:pt x="2364330" y="967666"/>
                    <a:pt x="2068408" y="807868"/>
                  </a:cubicBezTo>
                  <a:cubicBezTo>
                    <a:pt x="1601669" y="1347033"/>
                    <a:pt x="1219122" y="1491469"/>
                    <a:pt x="1668913" y="2334827"/>
                  </a:cubicBezTo>
                  <a:cubicBezTo>
                    <a:pt x="1761086" y="2507652"/>
                    <a:pt x="2018102" y="2512380"/>
                    <a:pt x="2192696" y="2601157"/>
                  </a:cubicBezTo>
                  <a:cubicBezTo>
                    <a:pt x="2631312" y="2258137"/>
                    <a:pt x="3277803" y="1999054"/>
                    <a:pt x="3036074" y="1242874"/>
                  </a:cubicBezTo>
                  <a:cubicBezTo>
                    <a:pt x="2978830" y="1063803"/>
                    <a:pt x="2704641" y="1065321"/>
                    <a:pt x="2538925" y="976544"/>
                  </a:cubicBezTo>
                  <a:cubicBezTo>
                    <a:pt x="2432393" y="1210323"/>
                    <a:pt x="2267762" y="1425579"/>
                    <a:pt x="2219329" y="1677880"/>
                  </a:cubicBezTo>
                  <a:cubicBezTo>
                    <a:pt x="2019589" y="2718388"/>
                    <a:pt x="2060506" y="2681550"/>
                    <a:pt x="2290350" y="3355759"/>
                  </a:cubicBezTo>
                  <a:cubicBezTo>
                    <a:pt x="2993818" y="3298721"/>
                    <a:pt x="3047403" y="3455633"/>
                    <a:pt x="3417814" y="2707689"/>
                  </a:cubicBezTo>
                  <a:cubicBezTo>
                    <a:pt x="3467736" y="2606884"/>
                    <a:pt x="3489479" y="2448867"/>
                    <a:pt x="3408937" y="2370338"/>
                  </a:cubicBezTo>
                  <a:cubicBezTo>
                    <a:pt x="3221318" y="2187409"/>
                    <a:pt x="2941380" y="2133600"/>
                    <a:pt x="2707601" y="2015231"/>
                  </a:cubicBezTo>
                  <a:cubicBezTo>
                    <a:pt x="2562599" y="2068497"/>
                    <a:pt x="2350918" y="2041881"/>
                    <a:pt x="2272595" y="2175029"/>
                  </a:cubicBezTo>
                  <a:cubicBezTo>
                    <a:pt x="1870027" y="2859394"/>
                    <a:pt x="2175582" y="2921282"/>
                    <a:pt x="2574436" y="3249227"/>
                  </a:cubicBezTo>
                  <a:cubicBezTo>
                    <a:pt x="2737193" y="3216676"/>
                    <a:pt x="2952570" y="3275747"/>
                    <a:pt x="3062707" y="3151573"/>
                  </a:cubicBezTo>
                  <a:cubicBezTo>
                    <a:pt x="3770113" y="2354007"/>
                    <a:pt x="3483741" y="1764827"/>
                    <a:pt x="2902909" y="941033"/>
                  </a:cubicBezTo>
                  <a:cubicBezTo>
                    <a:pt x="2709023" y="666044"/>
                    <a:pt x="2382086" y="514905"/>
                    <a:pt x="2121674" y="301841"/>
                  </a:cubicBezTo>
                  <a:cubicBezTo>
                    <a:pt x="1507367" y="400131"/>
                    <a:pt x="1764843" y="292841"/>
                    <a:pt x="1455849" y="1535837"/>
                  </a:cubicBezTo>
                  <a:cubicBezTo>
                    <a:pt x="1425561" y="1657678"/>
                    <a:pt x="1437651" y="1805473"/>
                    <a:pt x="1509115" y="1908699"/>
                  </a:cubicBezTo>
                  <a:cubicBezTo>
                    <a:pt x="1562381" y="1985639"/>
                    <a:pt x="1686668" y="1967884"/>
                    <a:pt x="1775445" y="1997476"/>
                  </a:cubicBezTo>
                  <a:cubicBezTo>
                    <a:pt x="1887896" y="1615736"/>
                    <a:pt x="2075786" y="1248489"/>
                    <a:pt x="2112797" y="852256"/>
                  </a:cubicBezTo>
                  <a:cubicBezTo>
                    <a:pt x="2128487" y="684286"/>
                    <a:pt x="2080923" y="449359"/>
                    <a:pt x="1926366" y="381740"/>
                  </a:cubicBezTo>
                  <a:cubicBezTo>
                    <a:pt x="1759132" y="308575"/>
                    <a:pt x="1577177" y="488272"/>
                    <a:pt x="1402583" y="541538"/>
                  </a:cubicBezTo>
                  <a:cubicBezTo>
                    <a:pt x="1361431" y="710987"/>
                    <a:pt x="879407" y="2170558"/>
                    <a:pt x="1145131" y="2565647"/>
                  </a:cubicBezTo>
                  <a:cubicBezTo>
                    <a:pt x="1269444" y="2750480"/>
                    <a:pt x="1565340" y="2713608"/>
                    <a:pt x="1775445" y="2787588"/>
                  </a:cubicBezTo>
                  <a:cubicBezTo>
                    <a:pt x="1902692" y="2669219"/>
                    <a:pt x="2096378" y="2595287"/>
                    <a:pt x="2157185" y="2432482"/>
                  </a:cubicBezTo>
                  <a:cubicBezTo>
                    <a:pt x="2334810" y="1956905"/>
                    <a:pt x="1653382" y="1930357"/>
                    <a:pt x="1464727" y="1873188"/>
                  </a:cubicBezTo>
                  <a:cubicBezTo>
                    <a:pt x="1195552" y="2402255"/>
                    <a:pt x="905504" y="2762102"/>
                    <a:pt x="1269418" y="3462291"/>
                  </a:cubicBezTo>
                  <a:cubicBezTo>
                    <a:pt x="1375865" y="3667100"/>
                    <a:pt x="1695546" y="3639844"/>
                    <a:pt x="1908610" y="3728621"/>
                  </a:cubicBezTo>
                  <a:cubicBezTo>
                    <a:pt x="2521305" y="3483543"/>
                    <a:pt x="3141857" y="3488110"/>
                    <a:pt x="3089340" y="2601157"/>
                  </a:cubicBezTo>
                  <a:cubicBezTo>
                    <a:pt x="3075804" y="2372547"/>
                    <a:pt x="2840765" y="2216458"/>
                    <a:pt x="2716478" y="2024109"/>
                  </a:cubicBezTo>
                  <a:cubicBezTo>
                    <a:pt x="2514061" y="2371656"/>
                    <a:pt x="1834508" y="2990148"/>
                    <a:pt x="2574436" y="3355759"/>
                  </a:cubicBezTo>
                  <a:cubicBezTo>
                    <a:pt x="2709532" y="3422512"/>
                    <a:pt x="2858521" y="3255146"/>
                    <a:pt x="3000564" y="3204839"/>
                  </a:cubicBezTo>
                  <a:cubicBezTo>
                    <a:pt x="3438629" y="2206627"/>
                    <a:pt x="3831218" y="1999851"/>
                    <a:pt x="3293527" y="994299"/>
                  </a:cubicBezTo>
                  <a:cubicBezTo>
                    <a:pt x="3210305" y="838662"/>
                    <a:pt x="3003523" y="793072"/>
                    <a:pt x="2858521" y="692458"/>
                  </a:cubicBezTo>
                  <a:cubicBezTo>
                    <a:pt x="2280101" y="1408598"/>
                    <a:pt x="2208144" y="1236710"/>
                    <a:pt x="2228206" y="2139519"/>
                  </a:cubicBezTo>
                  <a:cubicBezTo>
                    <a:pt x="2228941" y="2172596"/>
                    <a:pt x="2287391" y="2169111"/>
                    <a:pt x="2316983" y="2183907"/>
                  </a:cubicBezTo>
                  <a:cubicBezTo>
                    <a:pt x="2459026" y="1935332"/>
                    <a:pt x="2748798" y="1724423"/>
                    <a:pt x="2743111" y="1438183"/>
                  </a:cubicBezTo>
                  <a:cubicBezTo>
                    <a:pt x="2729625" y="759366"/>
                    <a:pt x="1830937" y="735857"/>
                    <a:pt x="1455849" y="648070"/>
                  </a:cubicBezTo>
                  <a:cubicBezTo>
                    <a:pt x="1165541" y="1213407"/>
                    <a:pt x="703616" y="1889090"/>
                    <a:pt x="763391" y="2583402"/>
                  </a:cubicBezTo>
                  <a:cubicBezTo>
                    <a:pt x="777505" y="2747346"/>
                    <a:pt x="964618" y="2843814"/>
                    <a:pt x="1065232" y="2974020"/>
                  </a:cubicBezTo>
                  <a:cubicBezTo>
                    <a:pt x="1242785" y="2932591"/>
                    <a:pt x="1459013" y="2967859"/>
                    <a:pt x="1597892" y="2849732"/>
                  </a:cubicBezTo>
                  <a:cubicBezTo>
                    <a:pt x="2110070" y="2414086"/>
                    <a:pt x="1813572" y="2192733"/>
                    <a:pt x="1402583" y="2006354"/>
                  </a:cubicBezTo>
                  <a:cubicBezTo>
                    <a:pt x="1302285" y="1960870"/>
                    <a:pt x="1183600" y="1982680"/>
                    <a:pt x="1074109" y="1970843"/>
                  </a:cubicBezTo>
                  <a:cubicBezTo>
                    <a:pt x="850123" y="2428997"/>
                    <a:pt x="287327" y="3067615"/>
                    <a:pt x="1020843" y="3551068"/>
                  </a:cubicBezTo>
                  <a:cubicBezTo>
                    <a:pt x="1253114" y="3704156"/>
                    <a:pt x="1577177" y="3545149"/>
                    <a:pt x="1855344" y="3542190"/>
                  </a:cubicBezTo>
                  <a:cubicBezTo>
                    <a:pt x="2011835" y="3390514"/>
                    <a:pt x="2857750" y="2765516"/>
                    <a:pt x="2601069" y="2325950"/>
                  </a:cubicBezTo>
                  <a:cubicBezTo>
                    <a:pt x="2425963" y="2026080"/>
                    <a:pt x="2015142" y="1953087"/>
                    <a:pt x="1722179" y="1766656"/>
                  </a:cubicBezTo>
                  <a:cubicBezTo>
                    <a:pt x="1547585" y="1775534"/>
                    <a:pt x="1331930" y="1680458"/>
                    <a:pt x="1198397" y="1793289"/>
                  </a:cubicBezTo>
                  <a:cubicBezTo>
                    <a:pt x="989269" y="1969994"/>
                    <a:pt x="162830" y="2974551"/>
                    <a:pt x="710125" y="3435658"/>
                  </a:cubicBezTo>
                  <a:cubicBezTo>
                    <a:pt x="971391" y="3655780"/>
                    <a:pt x="1372991" y="3601375"/>
                    <a:pt x="1704424" y="3684233"/>
                  </a:cubicBezTo>
                  <a:cubicBezTo>
                    <a:pt x="2103919" y="3474128"/>
                    <a:pt x="2560075" y="3347526"/>
                    <a:pt x="2902909" y="3053919"/>
                  </a:cubicBezTo>
                  <a:cubicBezTo>
                    <a:pt x="3157358" y="2836007"/>
                    <a:pt x="3403570" y="2535138"/>
                    <a:pt x="3435570" y="2201662"/>
                  </a:cubicBezTo>
                  <a:cubicBezTo>
                    <a:pt x="3466644" y="1877837"/>
                    <a:pt x="3266773" y="1556390"/>
                    <a:pt x="3071585" y="1296140"/>
                  </a:cubicBezTo>
                  <a:cubicBezTo>
                    <a:pt x="2590871" y="655188"/>
                    <a:pt x="2217497" y="548243"/>
                    <a:pt x="1589014" y="257453"/>
                  </a:cubicBezTo>
                  <a:cubicBezTo>
                    <a:pt x="1002914" y="1011009"/>
                    <a:pt x="999669" y="853868"/>
                    <a:pt x="861045" y="2077375"/>
                  </a:cubicBezTo>
                  <a:cubicBezTo>
                    <a:pt x="840452" y="2259134"/>
                    <a:pt x="846049" y="2468275"/>
                    <a:pt x="949822" y="2618913"/>
                  </a:cubicBezTo>
                  <a:cubicBezTo>
                    <a:pt x="1049777" y="2764008"/>
                    <a:pt x="1257581" y="2790548"/>
                    <a:pt x="1411461" y="2876365"/>
                  </a:cubicBezTo>
                  <a:cubicBezTo>
                    <a:pt x="1734016" y="2781670"/>
                    <a:pt x="2104836" y="2786635"/>
                    <a:pt x="2379127" y="2592280"/>
                  </a:cubicBezTo>
                  <a:cubicBezTo>
                    <a:pt x="3108043" y="2075791"/>
                    <a:pt x="3183287" y="1524616"/>
                    <a:pt x="2459026" y="958788"/>
                  </a:cubicBezTo>
                  <a:cubicBezTo>
                    <a:pt x="2116389" y="691103"/>
                    <a:pt x="1660035" y="615519"/>
                    <a:pt x="1260540" y="443884"/>
                  </a:cubicBezTo>
                  <a:cubicBezTo>
                    <a:pt x="1029721" y="582967"/>
                    <a:pt x="684224" y="617962"/>
                    <a:pt x="568082" y="861134"/>
                  </a:cubicBezTo>
                  <a:cubicBezTo>
                    <a:pt x="26055" y="1996002"/>
                    <a:pt x="293525" y="2083599"/>
                    <a:pt x="816657" y="2743200"/>
                  </a:cubicBezTo>
                  <a:cubicBezTo>
                    <a:pt x="1080028" y="2737282"/>
                    <a:pt x="1378747" y="2857372"/>
                    <a:pt x="1606770" y="2725445"/>
                  </a:cubicBezTo>
                  <a:cubicBezTo>
                    <a:pt x="2293333" y="2328219"/>
                    <a:pt x="2130040" y="1714159"/>
                    <a:pt x="1597892" y="1322773"/>
                  </a:cubicBezTo>
                  <a:cubicBezTo>
                    <a:pt x="1338563" y="1132041"/>
                    <a:pt x="988292" y="1115628"/>
                    <a:pt x="683492" y="1012055"/>
                  </a:cubicBezTo>
                  <a:cubicBezTo>
                    <a:pt x="348662" y="1483086"/>
                    <a:pt x="-135283" y="1926872"/>
                    <a:pt x="35422" y="2601157"/>
                  </a:cubicBezTo>
                  <a:cubicBezTo>
                    <a:pt x="95134" y="2837021"/>
                    <a:pt x="355018" y="2968101"/>
                    <a:pt x="514816" y="3151573"/>
                  </a:cubicBezTo>
                  <a:cubicBezTo>
                    <a:pt x="858086" y="3136777"/>
                    <a:pt x="1205257" y="3160870"/>
                    <a:pt x="1544626" y="3107185"/>
                  </a:cubicBezTo>
                  <a:cubicBezTo>
                    <a:pt x="1735174" y="3077042"/>
                    <a:pt x="1952562" y="2763830"/>
                    <a:pt x="2086164" y="2902998"/>
                  </a:cubicBezTo>
                  <a:cubicBezTo>
                    <a:pt x="2238121" y="3061286"/>
                    <a:pt x="2009224" y="3335045"/>
                    <a:pt x="1970754" y="3551068"/>
                  </a:cubicBezTo>
                  <a:cubicBezTo>
                    <a:pt x="2160144" y="3675355"/>
                    <a:pt x="2313312" y="3903562"/>
                    <a:pt x="2538925" y="3923930"/>
                  </a:cubicBezTo>
                  <a:cubicBezTo>
                    <a:pt x="3239904" y="3987213"/>
                    <a:pt x="3532653" y="3287070"/>
                    <a:pt x="3852820" y="2858610"/>
                  </a:cubicBezTo>
                  <a:cubicBezTo>
                    <a:pt x="3817309" y="2636668"/>
                    <a:pt x="3833324" y="2400014"/>
                    <a:pt x="3746288" y="2192785"/>
                  </a:cubicBezTo>
                  <a:cubicBezTo>
                    <a:pt x="3701539" y="2086239"/>
                    <a:pt x="3588710" y="1931760"/>
                    <a:pt x="3479958" y="1970843"/>
                  </a:cubicBezTo>
                  <a:cubicBezTo>
                    <a:pt x="3316148" y="2029712"/>
                    <a:pt x="3278731" y="2254928"/>
                    <a:pt x="3178117" y="2396971"/>
                  </a:cubicBezTo>
                  <a:cubicBezTo>
                    <a:pt x="3160362" y="2521258"/>
                    <a:pt x="3034958" y="2857479"/>
                    <a:pt x="3124851" y="2769833"/>
                  </a:cubicBezTo>
                  <a:cubicBezTo>
                    <a:pt x="3594381" y="2312041"/>
                    <a:pt x="3729832" y="1794906"/>
                    <a:pt x="3169239" y="1305018"/>
                  </a:cubicBezTo>
                  <a:cubicBezTo>
                    <a:pt x="3010592" y="1166381"/>
                    <a:pt x="2754948" y="1228078"/>
                    <a:pt x="2547803" y="1189608"/>
                  </a:cubicBezTo>
                  <a:cubicBezTo>
                    <a:pt x="1741719" y="2083099"/>
                    <a:pt x="1663989" y="2342281"/>
                    <a:pt x="1935243" y="1722268"/>
                  </a:cubicBezTo>
                  <a:cubicBezTo>
                    <a:pt x="1902692" y="1248792"/>
                    <a:pt x="1942991" y="764582"/>
                    <a:pt x="1837589" y="301841"/>
                  </a:cubicBezTo>
                  <a:cubicBezTo>
                    <a:pt x="1813893" y="197809"/>
                    <a:pt x="1674474" y="97255"/>
                    <a:pt x="1571259" y="124288"/>
                  </a:cubicBezTo>
                  <a:cubicBezTo>
                    <a:pt x="1375422" y="175579"/>
                    <a:pt x="1251663" y="372863"/>
                    <a:pt x="1091865" y="497150"/>
                  </a:cubicBezTo>
                  <a:cubicBezTo>
                    <a:pt x="1044517" y="787154"/>
                    <a:pt x="891215" y="1079222"/>
                    <a:pt x="949822" y="1367161"/>
                  </a:cubicBezTo>
                  <a:cubicBezTo>
                    <a:pt x="974484" y="1488328"/>
                    <a:pt x="1177073" y="1533999"/>
                    <a:pt x="1296051" y="1500326"/>
                  </a:cubicBezTo>
                  <a:cubicBezTo>
                    <a:pt x="1525861" y="1435285"/>
                    <a:pt x="1692587" y="1233996"/>
                    <a:pt x="1890855" y="1100831"/>
                  </a:cubicBezTo>
                  <a:cubicBezTo>
                    <a:pt x="1952999" y="970625"/>
                    <a:pt x="2142373" y="838973"/>
                    <a:pt x="2077286" y="710214"/>
                  </a:cubicBezTo>
                  <a:cubicBezTo>
                    <a:pt x="1788879" y="139670"/>
                    <a:pt x="1315535" y="304888"/>
                    <a:pt x="861045" y="337352"/>
                  </a:cubicBezTo>
                  <a:cubicBezTo>
                    <a:pt x="714385" y="974567"/>
                    <a:pt x="271374" y="1644317"/>
                    <a:pt x="1047476" y="2104008"/>
                  </a:cubicBezTo>
                  <a:cubicBezTo>
                    <a:pt x="1251420" y="2224805"/>
                    <a:pt x="1520952" y="2127682"/>
                    <a:pt x="1757690" y="2139519"/>
                  </a:cubicBezTo>
                  <a:cubicBezTo>
                    <a:pt x="2086670" y="1831100"/>
                    <a:pt x="2684077" y="1562041"/>
                    <a:pt x="2237084" y="976544"/>
                  </a:cubicBezTo>
                  <a:cubicBezTo>
                    <a:pt x="2120640" y="824019"/>
                    <a:pt x="1876059" y="846338"/>
                    <a:pt x="1695546" y="781235"/>
                  </a:cubicBezTo>
                  <a:cubicBezTo>
                    <a:pt x="1636362" y="1086035"/>
                    <a:pt x="1561903" y="1388263"/>
                    <a:pt x="1517993" y="1695635"/>
                  </a:cubicBezTo>
                  <a:cubicBezTo>
                    <a:pt x="1496633" y="1845153"/>
                    <a:pt x="1492436" y="1997561"/>
                    <a:pt x="1500238" y="2148396"/>
                  </a:cubicBezTo>
                  <a:cubicBezTo>
                    <a:pt x="1501553" y="2173818"/>
                    <a:pt x="1523911" y="2195744"/>
                    <a:pt x="1544626" y="2210540"/>
                  </a:cubicBezTo>
                  <a:cubicBezTo>
                    <a:pt x="1583222" y="2238109"/>
                    <a:pt x="1601101" y="2237173"/>
                    <a:pt x="1633403" y="2237173"/>
                  </a:cubicBezTo>
                </a:path>
              </a:pathLst>
            </a:custGeom>
            <a:noFill/>
            <a:ln w="28575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FDEAF6E4-A614-E805-EA09-1F12061D6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/>
          <a:stretch/>
        </p:blipFill>
        <p:spPr bwMode="auto">
          <a:xfrm>
            <a:off x="1504731" y="1216324"/>
            <a:ext cx="1397841" cy="102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CC82D1E-2533-ECC2-B62E-317DC3B93625}"/>
              </a:ext>
            </a:extLst>
          </p:cNvPr>
          <p:cNvGrpSpPr/>
          <p:nvPr/>
        </p:nvGrpSpPr>
        <p:grpSpPr>
          <a:xfrm>
            <a:off x="37568" y="2335914"/>
            <a:ext cx="2844845" cy="1048732"/>
            <a:chOff x="8234658" y="3789922"/>
            <a:chExt cx="3957342" cy="1458846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E10924C-B1C5-4455-DCE9-5F1998DBD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10201827" y="3789922"/>
              <a:ext cx="1990173" cy="145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7B0E59-A4F9-1851-A061-37C342E5728B}"/>
                </a:ext>
              </a:extLst>
            </p:cNvPr>
            <p:cNvSpPr/>
            <p:nvPr/>
          </p:nvSpPr>
          <p:spPr>
            <a:xfrm>
              <a:off x="8234658" y="3938416"/>
              <a:ext cx="1976142" cy="1106424"/>
            </a:xfrm>
            <a:custGeom>
              <a:avLst/>
              <a:gdLst>
                <a:gd name="connsiteX0" fmla="*/ 1976142 w 1976142"/>
                <a:gd name="connsiteY0" fmla="*/ 0 h 1106424"/>
                <a:gd name="connsiteX1" fmla="*/ 1793262 w 1976142"/>
                <a:gd name="connsiteY1" fmla="*/ 9144 h 1106424"/>
                <a:gd name="connsiteX2" fmla="*/ 1729254 w 1976142"/>
                <a:gd name="connsiteY2" fmla="*/ 18288 h 1106424"/>
                <a:gd name="connsiteX3" fmla="*/ 1619526 w 1976142"/>
                <a:gd name="connsiteY3" fmla="*/ 91440 h 1106424"/>
                <a:gd name="connsiteX4" fmla="*/ 1546374 w 1976142"/>
                <a:gd name="connsiteY4" fmla="*/ 192024 h 1106424"/>
                <a:gd name="connsiteX5" fmla="*/ 1509798 w 1976142"/>
                <a:gd name="connsiteY5" fmla="*/ 329184 h 1106424"/>
                <a:gd name="connsiteX6" fmla="*/ 1592094 w 1976142"/>
                <a:gd name="connsiteY6" fmla="*/ 384048 h 1106424"/>
                <a:gd name="connsiteX7" fmla="*/ 1756686 w 1976142"/>
                <a:gd name="connsiteY7" fmla="*/ 365760 h 1106424"/>
                <a:gd name="connsiteX8" fmla="*/ 1774974 w 1976142"/>
                <a:gd name="connsiteY8" fmla="*/ 292608 h 1106424"/>
                <a:gd name="connsiteX9" fmla="*/ 1537230 w 1976142"/>
                <a:gd name="connsiteY9" fmla="*/ 201168 h 1106424"/>
                <a:gd name="connsiteX10" fmla="*/ 1409214 w 1976142"/>
                <a:gd name="connsiteY10" fmla="*/ 265176 h 1106424"/>
                <a:gd name="connsiteX11" fmla="*/ 1436646 w 1976142"/>
                <a:gd name="connsiteY11" fmla="*/ 384048 h 1106424"/>
                <a:gd name="connsiteX12" fmla="*/ 1582950 w 1976142"/>
                <a:gd name="connsiteY12" fmla="*/ 411480 h 1106424"/>
                <a:gd name="connsiteX13" fmla="*/ 1610382 w 1976142"/>
                <a:gd name="connsiteY13" fmla="*/ 393192 h 1106424"/>
                <a:gd name="connsiteX14" fmla="*/ 1436646 w 1976142"/>
                <a:gd name="connsiteY14" fmla="*/ 292608 h 1106424"/>
                <a:gd name="connsiteX15" fmla="*/ 1445790 w 1976142"/>
                <a:gd name="connsiteY15" fmla="*/ 694944 h 1106424"/>
                <a:gd name="connsiteX16" fmla="*/ 1729254 w 1976142"/>
                <a:gd name="connsiteY16" fmla="*/ 722376 h 1106424"/>
                <a:gd name="connsiteX17" fmla="*/ 1811550 w 1976142"/>
                <a:gd name="connsiteY17" fmla="*/ 393192 h 1106424"/>
                <a:gd name="connsiteX18" fmla="*/ 1656102 w 1976142"/>
                <a:gd name="connsiteY18" fmla="*/ 347472 h 1106424"/>
                <a:gd name="connsiteX19" fmla="*/ 1683534 w 1976142"/>
                <a:gd name="connsiteY19" fmla="*/ 539496 h 1106424"/>
                <a:gd name="connsiteX20" fmla="*/ 1784118 w 1976142"/>
                <a:gd name="connsiteY20" fmla="*/ 585216 h 1106424"/>
                <a:gd name="connsiteX21" fmla="*/ 1774974 w 1976142"/>
                <a:gd name="connsiteY21" fmla="*/ 448056 h 1106424"/>
                <a:gd name="connsiteX22" fmla="*/ 1464078 w 1976142"/>
                <a:gd name="connsiteY22" fmla="*/ 384048 h 1106424"/>
                <a:gd name="connsiteX23" fmla="*/ 1509798 w 1976142"/>
                <a:gd name="connsiteY23" fmla="*/ 466344 h 1106424"/>
                <a:gd name="connsiteX24" fmla="*/ 1564662 w 1976142"/>
                <a:gd name="connsiteY24" fmla="*/ 475488 h 1106424"/>
                <a:gd name="connsiteX25" fmla="*/ 1473222 w 1976142"/>
                <a:gd name="connsiteY25" fmla="*/ 402336 h 1106424"/>
                <a:gd name="connsiteX26" fmla="*/ 1390926 w 1976142"/>
                <a:gd name="connsiteY26" fmla="*/ 658368 h 1106424"/>
                <a:gd name="connsiteX27" fmla="*/ 1528086 w 1976142"/>
                <a:gd name="connsiteY27" fmla="*/ 676656 h 1106424"/>
                <a:gd name="connsiteX28" fmla="*/ 1573806 w 1976142"/>
                <a:gd name="connsiteY28" fmla="*/ 557784 h 1106424"/>
                <a:gd name="connsiteX29" fmla="*/ 1345206 w 1976142"/>
                <a:gd name="connsiteY29" fmla="*/ 612648 h 1106424"/>
                <a:gd name="connsiteX30" fmla="*/ 1546374 w 1976142"/>
                <a:gd name="connsiteY30" fmla="*/ 841248 h 1106424"/>
                <a:gd name="connsiteX31" fmla="*/ 1665246 w 1976142"/>
                <a:gd name="connsiteY31" fmla="*/ 658368 h 1106424"/>
                <a:gd name="connsiteX32" fmla="*/ 1601238 w 1976142"/>
                <a:gd name="connsiteY32" fmla="*/ 493776 h 1106424"/>
                <a:gd name="connsiteX33" fmla="*/ 1500654 w 1976142"/>
                <a:gd name="connsiteY33" fmla="*/ 448056 h 1106424"/>
                <a:gd name="connsiteX34" fmla="*/ 1464078 w 1976142"/>
                <a:gd name="connsiteY34" fmla="*/ 621792 h 1106424"/>
                <a:gd name="connsiteX35" fmla="*/ 1582950 w 1976142"/>
                <a:gd name="connsiteY35" fmla="*/ 667512 h 1106424"/>
                <a:gd name="connsiteX36" fmla="*/ 1582950 w 1976142"/>
                <a:gd name="connsiteY36" fmla="*/ 411480 h 1106424"/>
                <a:gd name="connsiteX37" fmla="*/ 1445790 w 1976142"/>
                <a:gd name="connsiteY37" fmla="*/ 402336 h 1106424"/>
                <a:gd name="connsiteX38" fmla="*/ 1363494 w 1976142"/>
                <a:gd name="connsiteY38" fmla="*/ 466344 h 1106424"/>
                <a:gd name="connsiteX39" fmla="*/ 1528086 w 1976142"/>
                <a:gd name="connsiteY39" fmla="*/ 813816 h 1106424"/>
                <a:gd name="connsiteX40" fmla="*/ 1765830 w 1976142"/>
                <a:gd name="connsiteY40" fmla="*/ 749808 h 1106424"/>
                <a:gd name="connsiteX41" fmla="*/ 1820694 w 1976142"/>
                <a:gd name="connsiteY41" fmla="*/ 402336 h 1106424"/>
                <a:gd name="connsiteX42" fmla="*/ 1720110 w 1976142"/>
                <a:gd name="connsiteY42" fmla="*/ 384048 h 1106424"/>
                <a:gd name="connsiteX43" fmla="*/ 1692678 w 1976142"/>
                <a:gd name="connsiteY43" fmla="*/ 676656 h 1106424"/>
                <a:gd name="connsiteX44" fmla="*/ 1857270 w 1976142"/>
                <a:gd name="connsiteY44" fmla="*/ 758952 h 1106424"/>
                <a:gd name="connsiteX45" fmla="*/ 1902990 w 1976142"/>
                <a:gd name="connsiteY45" fmla="*/ 640080 h 1106424"/>
                <a:gd name="connsiteX46" fmla="*/ 1592094 w 1976142"/>
                <a:gd name="connsiteY46" fmla="*/ 438912 h 1106424"/>
                <a:gd name="connsiteX47" fmla="*/ 1482366 w 1976142"/>
                <a:gd name="connsiteY47" fmla="*/ 740664 h 1106424"/>
                <a:gd name="connsiteX48" fmla="*/ 1546374 w 1976142"/>
                <a:gd name="connsiteY48" fmla="*/ 786384 h 1106424"/>
                <a:gd name="connsiteX49" fmla="*/ 1619526 w 1976142"/>
                <a:gd name="connsiteY49" fmla="*/ 685800 h 1106424"/>
                <a:gd name="connsiteX50" fmla="*/ 1354350 w 1976142"/>
                <a:gd name="connsiteY50" fmla="*/ 484632 h 1106424"/>
                <a:gd name="connsiteX51" fmla="*/ 1354350 w 1976142"/>
                <a:gd name="connsiteY51" fmla="*/ 832104 h 1106424"/>
                <a:gd name="connsiteX52" fmla="*/ 1482366 w 1976142"/>
                <a:gd name="connsiteY52" fmla="*/ 877824 h 1106424"/>
                <a:gd name="connsiteX53" fmla="*/ 1573806 w 1976142"/>
                <a:gd name="connsiteY53" fmla="*/ 758952 h 1106424"/>
                <a:gd name="connsiteX54" fmla="*/ 1509798 w 1976142"/>
                <a:gd name="connsiteY54" fmla="*/ 530352 h 1106424"/>
                <a:gd name="connsiteX55" fmla="*/ 1445790 w 1976142"/>
                <a:gd name="connsiteY55" fmla="*/ 804672 h 1106424"/>
                <a:gd name="connsiteX56" fmla="*/ 1546374 w 1976142"/>
                <a:gd name="connsiteY56" fmla="*/ 822960 h 1106424"/>
                <a:gd name="connsiteX57" fmla="*/ 1555518 w 1976142"/>
                <a:gd name="connsiteY57" fmla="*/ 640080 h 1106424"/>
                <a:gd name="connsiteX58" fmla="*/ 1189758 w 1976142"/>
                <a:gd name="connsiteY58" fmla="*/ 576072 h 1106424"/>
                <a:gd name="connsiteX59" fmla="*/ 1125750 w 1976142"/>
                <a:gd name="connsiteY59" fmla="*/ 603504 h 1106424"/>
                <a:gd name="connsiteX60" fmla="*/ 1061742 w 1976142"/>
                <a:gd name="connsiteY60" fmla="*/ 612648 h 1106424"/>
                <a:gd name="connsiteX61" fmla="*/ 503958 w 1976142"/>
                <a:gd name="connsiteY61" fmla="*/ 621792 h 1106424"/>
                <a:gd name="connsiteX62" fmla="*/ 339366 w 1976142"/>
                <a:gd name="connsiteY62" fmla="*/ 694944 h 1106424"/>
                <a:gd name="connsiteX63" fmla="*/ 302790 w 1976142"/>
                <a:gd name="connsiteY63" fmla="*/ 722376 h 1106424"/>
                <a:gd name="connsiteX64" fmla="*/ 513102 w 1976142"/>
                <a:gd name="connsiteY64" fmla="*/ 822960 h 1106424"/>
                <a:gd name="connsiteX65" fmla="*/ 394230 w 1976142"/>
                <a:gd name="connsiteY65" fmla="*/ 649224 h 1106424"/>
                <a:gd name="connsiteX66" fmla="*/ 348510 w 1976142"/>
                <a:gd name="connsiteY66" fmla="*/ 694944 h 1106424"/>
                <a:gd name="connsiteX67" fmla="*/ 476526 w 1976142"/>
                <a:gd name="connsiteY67" fmla="*/ 640080 h 1106424"/>
                <a:gd name="connsiteX68" fmla="*/ 366798 w 1976142"/>
                <a:gd name="connsiteY68" fmla="*/ 484632 h 1106424"/>
                <a:gd name="connsiteX69" fmla="*/ 238782 w 1976142"/>
                <a:gd name="connsiteY69" fmla="*/ 475488 h 1106424"/>
                <a:gd name="connsiteX70" fmla="*/ 220494 w 1976142"/>
                <a:gd name="connsiteY70" fmla="*/ 685800 h 1106424"/>
                <a:gd name="connsiteX71" fmla="*/ 321078 w 1976142"/>
                <a:gd name="connsiteY71" fmla="*/ 704088 h 1106424"/>
                <a:gd name="connsiteX72" fmla="*/ 366798 w 1976142"/>
                <a:gd name="connsiteY72" fmla="*/ 530352 h 1106424"/>
                <a:gd name="connsiteX73" fmla="*/ 211350 w 1976142"/>
                <a:gd name="connsiteY73" fmla="*/ 457200 h 1106424"/>
                <a:gd name="connsiteX74" fmla="*/ 129054 w 1976142"/>
                <a:gd name="connsiteY74" fmla="*/ 676656 h 1106424"/>
                <a:gd name="connsiteX75" fmla="*/ 339366 w 1976142"/>
                <a:gd name="connsiteY75" fmla="*/ 813816 h 1106424"/>
                <a:gd name="connsiteX76" fmla="*/ 394230 w 1976142"/>
                <a:gd name="connsiteY76" fmla="*/ 786384 h 1106424"/>
                <a:gd name="connsiteX77" fmla="*/ 348510 w 1976142"/>
                <a:gd name="connsiteY77" fmla="*/ 603504 h 1106424"/>
                <a:gd name="connsiteX78" fmla="*/ 238782 w 1976142"/>
                <a:gd name="connsiteY78" fmla="*/ 585216 h 1106424"/>
                <a:gd name="connsiteX79" fmla="*/ 357654 w 1976142"/>
                <a:gd name="connsiteY79" fmla="*/ 804672 h 1106424"/>
                <a:gd name="connsiteX80" fmla="*/ 467382 w 1976142"/>
                <a:gd name="connsiteY80" fmla="*/ 731520 h 1106424"/>
                <a:gd name="connsiteX81" fmla="*/ 330222 w 1976142"/>
                <a:gd name="connsiteY81" fmla="*/ 530352 h 1106424"/>
                <a:gd name="connsiteX82" fmla="*/ 302790 w 1976142"/>
                <a:gd name="connsiteY82" fmla="*/ 868680 h 1106424"/>
                <a:gd name="connsiteX83" fmla="*/ 394230 w 1976142"/>
                <a:gd name="connsiteY83" fmla="*/ 758952 h 1106424"/>
                <a:gd name="connsiteX84" fmla="*/ 403374 w 1976142"/>
                <a:gd name="connsiteY84" fmla="*/ 795528 h 1106424"/>
                <a:gd name="connsiteX85" fmla="*/ 449094 w 1976142"/>
                <a:gd name="connsiteY85" fmla="*/ 777240 h 1106424"/>
                <a:gd name="connsiteX86" fmla="*/ 412518 w 1976142"/>
                <a:gd name="connsiteY86" fmla="*/ 731520 h 1106424"/>
                <a:gd name="connsiteX87" fmla="*/ 385086 w 1976142"/>
                <a:gd name="connsiteY87" fmla="*/ 804672 h 1106424"/>
                <a:gd name="connsiteX88" fmla="*/ 439950 w 1976142"/>
                <a:gd name="connsiteY88" fmla="*/ 841248 h 1106424"/>
                <a:gd name="connsiteX89" fmla="*/ 449094 w 1976142"/>
                <a:gd name="connsiteY89" fmla="*/ 566928 h 1106424"/>
                <a:gd name="connsiteX90" fmla="*/ 513102 w 1976142"/>
                <a:gd name="connsiteY90" fmla="*/ 466344 h 1106424"/>
                <a:gd name="connsiteX91" fmla="*/ 1016022 w 1976142"/>
                <a:gd name="connsiteY91" fmla="*/ 329184 h 1106424"/>
                <a:gd name="connsiteX92" fmla="*/ 1363494 w 1976142"/>
                <a:gd name="connsiteY92" fmla="*/ 265176 h 1106424"/>
                <a:gd name="connsiteX93" fmla="*/ 1528086 w 1976142"/>
                <a:gd name="connsiteY93" fmla="*/ 274320 h 1106424"/>
                <a:gd name="connsiteX94" fmla="*/ 1518942 w 1976142"/>
                <a:gd name="connsiteY94" fmla="*/ 338328 h 1106424"/>
                <a:gd name="connsiteX95" fmla="*/ 1528086 w 1976142"/>
                <a:gd name="connsiteY95" fmla="*/ 411480 h 1106424"/>
                <a:gd name="connsiteX96" fmla="*/ 1573806 w 1976142"/>
                <a:gd name="connsiteY96" fmla="*/ 576072 h 1106424"/>
                <a:gd name="connsiteX97" fmla="*/ 1592094 w 1976142"/>
                <a:gd name="connsiteY97" fmla="*/ 612648 h 1106424"/>
                <a:gd name="connsiteX98" fmla="*/ 1619526 w 1976142"/>
                <a:gd name="connsiteY98" fmla="*/ 621792 h 1106424"/>
                <a:gd name="connsiteX99" fmla="*/ 1656102 w 1976142"/>
                <a:gd name="connsiteY99" fmla="*/ 685800 h 1106424"/>
                <a:gd name="connsiteX100" fmla="*/ 1710966 w 1976142"/>
                <a:gd name="connsiteY100" fmla="*/ 694944 h 1106424"/>
                <a:gd name="connsiteX101" fmla="*/ 1692678 w 1976142"/>
                <a:gd name="connsiteY101" fmla="*/ 740664 h 1106424"/>
                <a:gd name="connsiteX102" fmla="*/ 1637814 w 1976142"/>
                <a:gd name="connsiteY102" fmla="*/ 758952 h 1106424"/>
                <a:gd name="connsiteX103" fmla="*/ 1564662 w 1976142"/>
                <a:gd name="connsiteY103" fmla="*/ 795528 h 1106424"/>
                <a:gd name="connsiteX104" fmla="*/ 1326918 w 1976142"/>
                <a:gd name="connsiteY104" fmla="*/ 941832 h 1106424"/>
                <a:gd name="connsiteX105" fmla="*/ 1208046 w 1976142"/>
                <a:gd name="connsiteY105" fmla="*/ 969264 h 1106424"/>
                <a:gd name="connsiteX106" fmla="*/ 1052598 w 1976142"/>
                <a:gd name="connsiteY106" fmla="*/ 1033272 h 1106424"/>
                <a:gd name="connsiteX107" fmla="*/ 897150 w 1976142"/>
                <a:gd name="connsiteY107" fmla="*/ 1051560 h 1106424"/>
                <a:gd name="connsiteX108" fmla="*/ 650262 w 1976142"/>
                <a:gd name="connsiteY108" fmla="*/ 1005840 h 1106424"/>
                <a:gd name="connsiteX109" fmla="*/ 522246 w 1976142"/>
                <a:gd name="connsiteY109" fmla="*/ 896112 h 1106424"/>
                <a:gd name="connsiteX110" fmla="*/ 494814 w 1976142"/>
                <a:gd name="connsiteY110" fmla="*/ 859536 h 1106424"/>
                <a:gd name="connsiteX111" fmla="*/ 458238 w 1976142"/>
                <a:gd name="connsiteY111" fmla="*/ 841248 h 1106424"/>
                <a:gd name="connsiteX112" fmla="*/ 275358 w 1976142"/>
                <a:gd name="connsiteY112" fmla="*/ 722376 h 1106424"/>
                <a:gd name="connsiteX113" fmla="*/ 202206 w 1976142"/>
                <a:gd name="connsiteY113" fmla="*/ 694944 h 1106424"/>
                <a:gd name="connsiteX114" fmla="*/ 92478 w 1976142"/>
                <a:gd name="connsiteY114" fmla="*/ 804672 h 1106424"/>
                <a:gd name="connsiteX115" fmla="*/ 174774 w 1976142"/>
                <a:gd name="connsiteY115" fmla="*/ 868680 h 1106424"/>
                <a:gd name="connsiteX116" fmla="*/ 458238 w 1976142"/>
                <a:gd name="connsiteY116" fmla="*/ 795528 h 1106424"/>
                <a:gd name="connsiteX117" fmla="*/ 220494 w 1976142"/>
                <a:gd name="connsiteY117" fmla="*/ 685800 h 1106424"/>
                <a:gd name="connsiteX118" fmla="*/ 247926 w 1976142"/>
                <a:gd name="connsiteY118" fmla="*/ 1014984 h 1106424"/>
                <a:gd name="connsiteX119" fmla="*/ 385086 w 1976142"/>
                <a:gd name="connsiteY119" fmla="*/ 987552 h 1106424"/>
                <a:gd name="connsiteX120" fmla="*/ 412518 w 1976142"/>
                <a:gd name="connsiteY120" fmla="*/ 832104 h 1106424"/>
                <a:gd name="connsiteX121" fmla="*/ 110766 w 1976142"/>
                <a:gd name="connsiteY121" fmla="*/ 658368 h 1106424"/>
                <a:gd name="connsiteX122" fmla="*/ 101622 w 1976142"/>
                <a:gd name="connsiteY122" fmla="*/ 886968 h 1106424"/>
                <a:gd name="connsiteX123" fmla="*/ 211350 w 1976142"/>
                <a:gd name="connsiteY123" fmla="*/ 740664 h 1106424"/>
                <a:gd name="connsiteX124" fmla="*/ 83334 w 1976142"/>
                <a:gd name="connsiteY124" fmla="*/ 923544 h 1106424"/>
                <a:gd name="connsiteX125" fmla="*/ 238782 w 1976142"/>
                <a:gd name="connsiteY125" fmla="*/ 1106424 h 1106424"/>
                <a:gd name="connsiteX126" fmla="*/ 476526 w 1976142"/>
                <a:gd name="connsiteY126" fmla="*/ 960120 h 1106424"/>
                <a:gd name="connsiteX127" fmla="*/ 247926 w 1976142"/>
                <a:gd name="connsiteY127" fmla="*/ 630936 h 1106424"/>
                <a:gd name="connsiteX128" fmla="*/ 202206 w 1976142"/>
                <a:gd name="connsiteY128" fmla="*/ 612648 h 1106424"/>
                <a:gd name="connsiteX129" fmla="*/ 220494 w 1976142"/>
                <a:gd name="connsiteY129" fmla="*/ 941832 h 1106424"/>
                <a:gd name="connsiteX130" fmla="*/ 293646 w 1976142"/>
                <a:gd name="connsiteY130" fmla="*/ 950976 h 1106424"/>
                <a:gd name="connsiteX131" fmla="*/ 330222 w 1976142"/>
                <a:gd name="connsiteY131" fmla="*/ 795528 h 1106424"/>
                <a:gd name="connsiteX132" fmla="*/ 275358 w 1976142"/>
                <a:gd name="connsiteY132" fmla="*/ 795528 h 1106424"/>
                <a:gd name="connsiteX133" fmla="*/ 403374 w 1976142"/>
                <a:gd name="connsiteY133" fmla="*/ 786384 h 1106424"/>
                <a:gd name="connsiteX134" fmla="*/ 485670 w 1976142"/>
                <a:gd name="connsiteY134" fmla="*/ 777240 h 1106424"/>
                <a:gd name="connsiteX135" fmla="*/ 558822 w 1976142"/>
                <a:gd name="connsiteY135" fmla="*/ 768096 h 1106424"/>
                <a:gd name="connsiteX136" fmla="*/ 769134 w 1976142"/>
                <a:gd name="connsiteY136" fmla="*/ 758952 h 1106424"/>
                <a:gd name="connsiteX137" fmla="*/ 906294 w 1976142"/>
                <a:gd name="connsiteY137" fmla="*/ 740664 h 1106424"/>
                <a:gd name="connsiteX138" fmla="*/ 1153182 w 1976142"/>
                <a:gd name="connsiteY138" fmla="*/ 731520 h 1106424"/>
                <a:gd name="connsiteX139" fmla="*/ 1345206 w 1976142"/>
                <a:gd name="connsiteY139" fmla="*/ 713232 h 1106424"/>
                <a:gd name="connsiteX140" fmla="*/ 1436646 w 1976142"/>
                <a:gd name="connsiteY140" fmla="*/ 685800 h 1106424"/>
                <a:gd name="connsiteX141" fmla="*/ 1500654 w 1976142"/>
                <a:gd name="connsiteY141" fmla="*/ 676656 h 1106424"/>
                <a:gd name="connsiteX142" fmla="*/ 1555518 w 1976142"/>
                <a:gd name="connsiteY142" fmla="*/ 658368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976142" h="1106424">
                  <a:moveTo>
                    <a:pt x="1976142" y="0"/>
                  </a:moveTo>
                  <a:cubicBezTo>
                    <a:pt x="1915182" y="3048"/>
                    <a:pt x="1854131" y="4635"/>
                    <a:pt x="1793262" y="9144"/>
                  </a:cubicBezTo>
                  <a:cubicBezTo>
                    <a:pt x="1771768" y="10736"/>
                    <a:pt x="1749701" y="11472"/>
                    <a:pt x="1729254" y="18288"/>
                  </a:cubicBezTo>
                  <a:cubicBezTo>
                    <a:pt x="1711411" y="24236"/>
                    <a:pt x="1623701" y="86987"/>
                    <a:pt x="1619526" y="91440"/>
                  </a:cubicBezTo>
                  <a:cubicBezTo>
                    <a:pt x="1591172" y="121685"/>
                    <a:pt x="1570758" y="158496"/>
                    <a:pt x="1546374" y="192024"/>
                  </a:cubicBezTo>
                  <a:cubicBezTo>
                    <a:pt x="1516604" y="311103"/>
                    <a:pt x="1530864" y="265985"/>
                    <a:pt x="1509798" y="329184"/>
                  </a:cubicBezTo>
                  <a:cubicBezTo>
                    <a:pt x="1537230" y="347472"/>
                    <a:pt x="1561608" y="371495"/>
                    <a:pt x="1592094" y="384048"/>
                  </a:cubicBezTo>
                  <a:cubicBezTo>
                    <a:pt x="1654628" y="409797"/>
                    <a:pt x="1696349" y="383861"/>
                    <a:pt x="1756686" y="365760"/>
                  </a:cubicBezTo>
                  <a:cubicBezTo>
                    <a:pt x="1762782" y="341376"/>
                    <a:pt x="1787296" y="314515"/>
                    <a:pt x="1774974" y="292608"/>
                  </a:cubicBezTo>
                  <a:cubicBezTo>
                    <a:pt x="1725172" y="204071"/>
                    <a:pt x="1617482" y="211868"/>
                    <a:pt x="1537230" y="201168"/>
                  </a:cubicBezTo>
                  <a:cubicBezTo>
                    <a:pt x="1494558" y="222504"/>
                    <a:pt x="1446468" y="235373"/>
                    <a:pt x="1409214" y="265176"/>
                  </a:cubicBezTo>
                  <a:cubicBezTo>
                    <a:pt x="1376294" y="291512"/>
                    <a:pt x="1425447" y="377889"/>
                    <a:pt x="1436646" y="384048"/>
                  </a:cubicBezTo>
                  <a:cubicBezTo>
                    <a:pt x="1480122" y="407960"/>
                    <a:pt x="1534182" y="402336"/>
                    <a:pt x="1582950" y="411480"/>
                  </a:cubicBezTo>
                  <a:cubicBezTo>
                    <a:pt x="1592094" y="405384"/>
                    <a:pt x="1614138" y="403520"/>
                    <a:pt x="1610382" y="393192"/>
                  </a:cubicBezTo>
                  <a:cubicBezTo>
                    <a:pt x="1572794" y="289824"/>
                    <a:pt x="1528174" y="307863"/>
                    <a:pt x="1436646" y="292608"/>
                  </a:cubicBezTo>
                  <a:cubicBezTo>
                    <a:pt x="1410348" y="392539"/>
                    <a:pt x="1325437" y="603866"/>
                    <a:pt x="1445790" y="694944"/>
                  </a:cubicBezTo>
                  <a:cubicBezTo>
                    <a:pt x="1521487" y="752228"/>
                    <a:pt x="1634766" y="713232"/>
                    <a:pt x="1729254" y="722376"/>
                  </a:cubicBezTo>
                  <a:cubicBezTo>
                    <a:pt x="1788776" y="621933"/>
                    <a:pt x="1972251" y="486934"/>
                    <a:pt x="1811550" y="393192"/>
                  </a:cubicBezTo>
                  <a:cubicBezTo>
                    <a:pt x="1764897" y="365978"/>
                    <a:pt x="1707918" y="362712"/>
                    <a:pt x="1656102" y="347472"/>
                  </a:cubicBezTo>
                  <a:cubicBezTo>
                    <a:pt x="1568750" y="369310"/>
                    <a:pt x="1554311" y="360020"/>
                    <a:pt x="1683534" y="539496"/>
                  </a:cubicBezTo>
                  <a:cubicBezTo>
                    <a:pt x="1705053" y="569384"/>
                    <a:pt x="1750590" y="569976"/>
                    <a:pt x="1784118" y="585216"/>
                  </a:cubicBezTo>
                  <a:cubicBezTo>
                    <a:pt x="1781070" y="539496"/>
                    <a:pt x="1809764" y="477876"/>
                    <a:pt x="1774974" y="448056"/>
                  </a:cubicBezTo>
                  <a:cubicBezTo>
                    <a:pt x="1629840" y="323656"/>
                    <a:pt x="1580083" y="350904"/>
                    <a:pt x="1464078" y="384048"/>
                  </a:cubicBezTo>
                  <a:cubicBezTo>
                    <a:pt x="1479318" y="411480"/>
                    <a:pt x="1486578" y="445235"/>
                    <a:pt x="1509798" y="466344"/>
                  </a:cubicBezTo>
                  <a:cubicBezTo>
                    <a:pt x="1523517" y="478816"/>
                    <a:pt x="1573861" y="491585"/>
                    <a:pt x="1564662" y="475488"/>
                  </a:cubicBezTo>
                  <a:cubicBezTo>
                    <a:pt x="1545296" y="441597"/>
                    <a:pt x="1503702" y="426720"/>
                    <a:pt x="1473222" y="402336"/>
                  </a:cubicBezTo>
                  <a:cubicBezTo>
                    <a:pt x="1372225" y="436002"/>
                    <a:pt x="1298296" y="442231"/>
                    <a:pt x="1390926" y="658368"/>
                  </a:cubicBezTo>
                  <a:cubicBezTo>
                    <a:pt x="1409095" y="700763"/>
                    <a:pt x="1482366" y="670560"/>
                    <a:pt x="1528086" y="676656"/>
                  </a:cubicBezTo>
                  <a:cubicBezTo>
                    <a:pt x="1543326" y="637032"/>
                    <a:pt x="1586590" y="598267"/>
                    <a:pt x="1573806" y="557784"/>
                  </a:cubicBezTo>
                  <a:cubicBezTo>
                    <a:pt x="1521546" y="392295"/>
                    <a:pt x="1358496" y="601256"/>
                    <a:pt x="1345206" y="612648"/>
                  </a:cubicBezTo>
                  <a:cubicBezTo>
                    <a:pt x="1350351" y="705259"/>
                    <a:pt x="1311727" y="930966"/>
                    <a:pt x="1546374" y="841248"/>
                  </a:cubicBezTo>
                  <a:cubicBezTo>
                    <a:pt x="1614285" y="815282"/>
                    <a:pt x="1625622" y="719328"/>
                    <a:pt x="1665246" y="658368"/>
                  </a:cubicBezTo>
                  <a:cubicBezTo>
                    <a:pt x="1643910" y="603504"/>
                    <a:pt x="1637518" y="540134"/>
                    <a:pt x="1601238" y="493776"/>
                  </a:cubicBezTo>
                  <a:cubicBezTo>
                    <a:pt x="1578540" y="464773"/>
                    <a:pt x="1527578" y="422927"/>
                    <a:pt x="1500654" y="448056"/>
                  </a:cubicBezTo>
                  <a:cubicBezTo>
                    <a:pt x="1457389" y="488437"/>
                    <a:pt x="1476270" y="563880"/>
                    <a:pt x="1464078" y="621792"/>
                  </a:cubicBezTo>
                  <a:cubicBezTo>
                    <a:pt x="1503702" y="637032"/>
                    <a:pt x="1541764" y="677809"/>
                    <a:pt x="1582950" y="667512"/>
                  </a:cubicBezTo>
                  <a:cubicBezTo>
                    <a:pt x="1804811" y="612047"/>
                    <a:pt x="1723047" y="490868"/>
                    <a:pt x="1582950" y="411480"/>
                  </a:cubicBezTo>
                  <a:cubicBezTo>
                    <a:pt x="1543084" y="388889"/>
                    <a:pt x="1491510" y="405384"/>
                    <a:pt x="1445790" y="402336"/>
                  </a:cubicBezTo>
                  <a:cubicBezTo>
                    <a:pt x="1418358" y="423672"/>
                    <a:pt x="1369898" y="432187"/>
                    <a:pt x="1363494" y="466344"/>
                  </a:cubicBezTo>
                  <a:cubicBezTo>
                    <a:pt x="1321777" y="688837"/>
                    <a:pt x="1393124" y="696849"/>
                    <a:pt x="1528086" y="813816"/>
                  </a:cubicBezTo>
                  <a:cubicBezTo>
                    <a:pt x="1607334" y="792480"/>
                    <a:pt x="1701133" y="800303"/>
                    <a:pt x="1765830" y="749808"/>
                  </a:cubicBezTo>
                  <a:cubicBezTo>
                    <a:pt x="1910387" y="636983"/>
                    <a:pt x="1963008" y="509071"/>
                    <a:pt x="1820694" y="402336"/>
                  </a:cubicBezTo>
                  <a:cubicBezTo>
                    <a:pt x="1793432" y="381889"/>
                    <a:pt x="1753638" y="390144"/>
                    <a:pt x="1720110" y="384048"/>
                  </a:cubicBezTo>
                  <a:cubicBezTo>
                    <a:pt x="1631412" y="472746"/>
                    <a:pt x="1574924" y="494672"/>
                    <a:pt x="1692678" y="676656"/>
                  </a:cubicBezTo>
                  <a:cubicBezTo>
                    <a:pt x="1726001" y="728155"/>
                    <a:pt x="1802406" y="731520"/>
                    <a:pt x="1857270" y="758952"/>
                  </a:cubicBezTo>
                  <a:cubicBezTo>
                    <a:pt x="1872510" y="719328"/>
                    <a:pt x="1921976" y="678052"/>
                    <a:pt x="1902990" y="640080"/>
                  </a:cubicBezTo>
                  <a:cubicBezTo>
                    <a:pt x="1799482" y="433064"/>
                    <a:pt x="1745025" y="451656"/>
                    <a:pt x="1592094" y="438912"/>
                  </a:cubicBezTo>
                  <a:cubicBezTo>
                    <a:pt x="1556536" y="503563"/>
                    <a:pt x="1448762" y="639851"/>
                    <a:pt x="1482366" y="740664"/>
                  </a:cubicBezTo>
                  <a:cubicBezTo>
                    <a:pt x="1490657" y="765538"/>
                    <a:pt x="1525038" y="771144"/>
                    <a:pt x="1546374" y="786384"/>
                  </a:cubicBezTo>
                  <a:cubicBezTo>
                    <a:pt x="1570758" y="752856"/>
                    <a:pt x="1623792" y="727037"/>
                    <a:pt x="1619526" y="685800"/>
                  </a:cubicBezTo>
                  <a:cubicBezTo>
                    <a:pt x="1600077" y="497794"/>
                    <a:pt x="1485172" y="513703"/>
                    <a:pt x="1354350" y="484632"/>
                  </a:cubicBezTo>
                  <a:cubicBezTo>
                    <a:pt x="1286163" y="629528"/>
                    <a:pt x="1219989" y="673313"/>
                    <a:pt x="1354350" y="832104"/>
                  </a:cubicBezTo>
                  <a:cubicBezTo>
                    <a:pt x="1383619" y="866694"/>
                    <a:pt x="1439694" y="862584"/>
                    <a:pt x="1482366" y="877824"/>
                  </a:cubicBezTo>
                  <a:cubicBezTo>
                    <a:pt x="1512846" y="838200"/>
                    <a:pt x="1561681" y="807450"/>
                    <a:pt x="1573806" y="758952"/>
                  </a:cubicBezTo>
                  <a:cubicBezTo>
                    <a:pt x="1606974" y="626279"/>
                    <a:pt x="1570743" y="603486"/>
                    <a:pt x="1509798" y="530352"/>
                  </a:cubicBezTo>
                  <a:cubicBezTo>
                    <a:pt x="1424848" y="628372"/>
                    <a:pt x="1314599" y="673481"/>
                    <a:pt x="1445790" y="804672"/>
                  </a:cubicBezTo>
                  <a:cubicBezTo>
                    <a:pt x="1469887" y="828769"/>
                    <a:pt x="1512846" y="816864"/>
                    <a:pt x="1546374" y="822960"/>
                  </a:cubicBezTo>
                  <a:cubicBezTo>
                    <a:pt x="1549422" y="762000"/>
                    <a:pt x="1584341" y="693882"/>
                    <a:pt x="1555518" y="640080"/>
                  </a:cubicBezTo>
                  <a:cubicBezTo>
                    <a:pt x="1495403" y="527865"/>
                    <a:pt x="1260021" y="573144"/>
                    <a:pt x="1189758" y="576072"/>
                  </a:cubicBezTo>
                  <a:cubicBezTo>
                    <a:pt x="1168422" y="585216"/>
                    <a:pt x="1148070" y="597127"/>
                    <a:pt x="1125750" y="603504"/>
                  </a:cubicBezTo>
                  <a:cubicBezTo>
                    <a:pt x="1105027" y="609425"/>
                    <a:pt x="1083285" y="612014"/>
                    <a:pt x="1061742" y="612648"/>
                  </a:cubicBezTo>
                  <a:cubicBezTo>
                    <a:pt x="875869" y="618115"/>
                    <a:pt x="689886" y="618744"/>
                    <a:pt x="503958" y="621792"/>
                  </a:cubicBezTo>
                  <a:cubicBezTo>
                    <a:pt x="449094" y="646176"/>
                    <a:pt x="393066" y="668094"/>
                    <a:pt x="339366" y="694944"/>
                  </a:cubicBezTo>
                  <a:cubicBezTo>
                    <a:pt x="325735" y="701760"/>
                    <a:pt x="295974" y="708745"/>
                    <a:pt x="302790" y="722376"/>
                  </a:cubicBezTo>
                  <a:cubicBezTo>
                    <a:pt x="351791" y="820377"/>
                    <a:pt x="424324" y="809302"/>
                    <a:pt x="513102" y="822960"/>
                  </a:cubicBezTo>
                  <a:cubicBezTo>
                    <a:pt x="543887" y="730606"/>
                    <a:pt x="566783" y="718245"/>
                    <a:pt x="394230" y="649224"/>
                  </a:cubicBezTo>
                  <a:cubicBezTo>
                    <a:pt x="374219" y="641220"/>
                    <a:pt x="363750" y="679704"/>
                    <a:pt x="348510" y="694944"/>
                  </a:cubicBezTo>
                  <a:cubicBezTo>
                    <a:pt x="367255" y="710565"/>
                    <a:pt x="507736" y="858553"/>
                    <a:pt x="476526" y="640080"/>
                  </a:cubicBezTo>
                  <a:cubicBezTo>
                    <a:pt x="467556" y="577293"/>
                    <a:pt x="418945" y="520734"/>
                    <a:pt x="366798" y="484632"/>
                  </a:cubicBezTo>
                  <a:cubicBezTo>
                    <a:pt x="331624" y="460281"/>
                    <a:pt x="281454" y="478536"/>
                    <a:pt x="238782" y="475488"/>
                  </a:cubicBezTo>
                  <a:cubicBezTo>
                    <a:pt x="227488" y="512193"/>
                    <a:pt x="168266" y="637589"/>
                    <a:pt x="220494" y="685800"/>
                  </a:cubicBezTo>
                  <a:cubicBezTo>
                    <a:pt x="245534" y="708914"/>
                    <a:pt x="287550" y="697992"/>
                    <a:pt x="321078" y="704088"/>
                  </a:cubicBezTo>
                  <a:cubicBezTo>
                    <a:pt x="336318" y="646176"/>
                    <a:pt x="391119" y="585074"/>
                    <a:pt x="366798" y="530352"/>
                  </a:cubicBezTo>
                  <a:cubicBezTo>
                    <a:pt x="343540" y="478021"/>
                    <a:pt x="260122" y="427187"/>
                    <a:pt x="211350" y="457200"/>
                  </a:cubicBezTo>
                  <a:cubicBezTo>
                    <a:pt x="144813" y="498146"/>
                    <a:pt x="156486" y="603504"/>
                    <a:pt x="129054" y="676656"/>
                  </a:cubicBezTo>
                  <a:cubicBezTo>
                    <a:pt x="199158" y="722376"/>
                    <a:pt x="262030" y="781815"/>
                    <a:pt x="339366" y="813816"/>
                  </a:cubicBezTo>
                  <a:cubicBezTo>
                    <a:pt x="358259" y="821634"/>
                    <a:pt x="393342" y="806811"/>
                    <a:pt x="394230" y="786384"/>
                  </a:cubicBezTo>
                  <a:cubicBezTo>
                    <a:pt x="396959" y="723607"/>
                    <a:pt x="386931" y="653225"/>
                    <a:pt x="348510" y="603504"/>
                  </a:cubicBezTo>
                  <a:cubicBezTo>
                    <a:pt x="325837" y="574163"/>
                    <a:pt x="275358" y="591312"/>
                    <a:pt x="238782" y="585216"/>
                  </a:cubicBezTo>
                  <a:cubicBezTo>
                    <a:pt x="228340" y="679190"/>
                    <a:pt x="198097" y="761714"/>
                    <a:pt x="357654" y="804672"/>
                  </a:cubicBezTo>
                  <a:cubicBezTo>
                    <a:pt x="400101" y="816100"/>
                    <a:pt x="430806" y="755904"/>
                    <a:pt x="467382" y="731520"/>
                  </a:cubicBezTo>
                  <a:cubicBezTo>
                    <a:pt x="421662" y="664464"/>
                    <a:pt x="409529" y="513111"/>
                    <a:pt x="330222" y="530352"/>
                  </a:cubicBezTo>
                  <a:cubicBezTo>
                    <a:pt x="129433" y="574002"/>
                    <a:pt x="265516" y="794132"/>
                    <a:pt x="302790" y="868680"/>
                  </a:cubicBezTo>
                  <a:cubicBezTo>
                    <a:pt x="333270" y="832104"/>
                    <a:pt x="355725" y="786956"/>
                    <a:pt x="394230" y="758952"/>
                  </a:cubicBezTo>
                  <a:cubicBezTo>
                    <a:pt x="404394" y="751560"/>
                    <a:pt x="391452" y="791554"/>
                    <a:pt x="403374" y="795528"/>
                  </a:cubicBezTo>
                  <a:cubicBezTo>
                    <a:pt x="418946" y="800719"/>
                    <a:pt x="433854" y="783336"/>
                    <a:pt x="449094" y="777240"/>
                  </a:cubicBezTo>
                  <a:cubicBezTo>
                    <a:pt x="547245" y="949004"/>
                    <a:pt x="428167" y="737211"/>
                    <a:pt x="412518" y="731520"/>
                  </a:cubicBezTo>
                  <a:cubicBezTo>
                    <a:pt x="388044" y="722620"/>
                    <a:pt x="394230" y="780288"/>
                    <a:pt x="385086" y="804672"/>
                  </a:cubicBezTo>
                  <a:cubicBezTo>
                    <a:pt x="403374" y="816864"/>
                    <a:pt x="431628" y="861591"/>
                    <a:pt x="439950" y="841248"/>
                  </a:cubicBezTo>
                  <a:cubicBezTo>
                    <a:pt x="509537" y="671147"/>
                    <a:pt x="496122" y="660984"/>
                    <a:pt x="449094" y="566928"/>
                  </a:cubicBezTo>
                  <a:cubicBezTo>
                    <a:pt x="470430" y="533400"/>
                    <a:pt x="479528" y="487608"/>
                    <a:pt x="513102" y="466344"/>
                  </a:cubicBezTo>
                  <a:cubicBezTo>
                    <a:pt x="603198" y="409283"/>
                    <a:pt x="939463" y="343287"/>
                    <a:pt x="1016022" y="329184"/>
                  </a:cubicBezTo>
                  <a:lnTo>
                    <a:pt x="1363494" y="265176"/>
                  </a:lnTo>
                  <a:cubicBezTo>
                    <a:pt x="1418358" y="268224"/>
                    <a:pt x="1478367" y="250923"/>
                    <a:pt x="1528086" y="274320"/>
                  </a:cubicBezTo>
                  <a:cubicBezTo>
                    <a:pt x="1547587" y="283497"/>
                    <a:pt x="1518942" y="316775"/>
                    <a:pt x="1518942" y="338328"/>
                  </a:cubicBezTo>
                  <a:cubicBezTo>
                    <a:pt x="1518942" y="362902"/>
                    <a:pt x="1524046" y="387241"/>
                    <a:pt x="1528086" y="411480"/>
                  </a:cubicBezTo>
                  <a:cubicBezTo>
                    <a:pt x="1541592" y="492517"/>
                    <a:pt x="1543745" y="503925"/>
                    <a:pt x="1573806" y="576072"/>
                  </a:cubicBezTo>
                  <a:cubicBezTo>
                    <a:pt x="1579049" y="588655"/>
                    <a:pt x="1582455" y="603009"/>
                    <a:pt x="1592094" y="612648"/>
                  </a:cubicBezTo>
                  <a:cubicBezTo>
                    <a:pt x="1598910" y="619464"/>
                    <a:pt x="1610382" y="618744"/>
                    <a:pt x="1619526" y="621792"/>
                  </a:cubicBezTo>
                  <a:cubicBezTo>
                    <a:pt x="1631718" y="643128"/>
                    <a:pt x="1636913" y="670449"/>
                    <a:pt x="1656102" y="685800"/>
                  </a:cubicBezTo>
                  <a:cubicBezTo>
                    <a:pt x="1670580" y="697382"/>
                    <a:pt x="1700682" y="679518"/>
                    <a:pt x="1710966" y="694944"/>
                  </a:cubicBezTo>
                  <a:cubicBezTo>
                    <a:pt x="1720071" y="708601"/>
                    <a:pt x="1705031" y="729855"/>
                    <a:pt x="1692678" y="740664"/>
                  </a:cubicBezTo>
                  <a:cubicBezTo>
                    <a:pt x="1678170" y="753358"/>
                    <a:pt x="1655533" y="751358"/>
                    <a:pt x="1637814" y="758952"/>
                  </a:cubicBezTo>
                  <a:cubicBezTo>
                    <a:pt x="1612756" y="769691"/>
                    <a:pt x="1586472" y="779171"/>
                    <a:pt x="1564662" y="795528"/>
                  </a:cubicBezTo>
                  <a:cubicBezTo>
                    <a:pt x="1451099" y="880700"/>
                    <a:pt x="1443184" y="906447"/>
                    <a:pt x="1326918" y="941832"/>
                  </a:cubicBezTo>
                  <a:cubicBezTo>
                    <a:pt x="1288014" y="953672"/>
                    <a:pt x="1247670" y="960120"/>
                    <a:pt x="1208046" y="969264"/>
                  </a:cubicBezTo>
                  <a:cubicBezTo>
                    <a:pt x="1155769" y="995403"/>
                    <a:pt x="1111184" y="1022005"/>
                    <a:pt x="1052598" y="1033272"/>
                  </a:cubicBezTo>
                  <a:cubicBezTo>
                    <a:pt x="1001363" y="1043125"/>
                    <a:pt x="948966" y="1045464"/>
                    <a:pt x="897150" y="1051560"/>
                  </a:cubicBezTo>
                  <a:cubicBezTo>
                    <a:pt x="824326" y="1043468"/>
                    <a:pt x="721803" y="1043714"/>
                    <a:pt x="650262" y="1005840"/>
                  </a:cubicBezTo>
                  <a:cubicBezTo>
                    <a:pt x="609208" y="984105"/>
                    <a:pt x="553870" y="931250"/>
                    <a:pt x="522246" y="896112"/>
                  </a:cubicBezTo>
                  <a:cubicBezTo>
                    <a:pt x="512051" y="884784"/>
                    <a:pt x="506385" y="869454"/>
                    <a:pt x="494814" y="859536"/>
                  </a:cubicBezTo>
                  <a:cubicBezTo>
                    <a:pt x="484465" y="850665"/>
                    <a:pt x="469704" y="848619"/>
                    <a:pt x="458238" y="841248"/>
                  </a:cubicBezTo>
                  <a:cubicBezTo>
                    <a:pt x="420406" y="816927"/>
                    <a:pt x="319665" y="738991"/>
                    <a:pt x="275358" y="722376"/>
                  </a:cubicBezTo>
                  <a:lnTo>
                    <a:pt x="202206" y="694944"/>
                  </a:lnTo>
                  <a:cubicBezTo>
                    <a:pt x="156561" y="710159"/>
                    <a:pt x="78082" y="723095"/>
                    <a:pt x="92478" y="804672"/>
                  </a:cubicBezTo>
                  <a:cubicBezTo>
                    <a:pt x="98517" y="838896"/>
                    <a:pt x="147342" y="847344"/>
                    <a:pt x="174774" y="868680"/>
                  </a:cubicBezTo>
                  <a:cubicBezTo>
                    <a:pt x="269262" y="844296"/>
                    <a:pt x="404108" y="876722"/>
                    <a:pt x="458238" y="795528"/>
                  </a:cubicBezTo>
                  <a:cubicBezTo>
                    <a:pt x="570087" y="627754"/>
                    <a:pt x="245242" y="683050"/>
                    <a:pt x="220494" y="685800"/>
                  </a:cubicBezTo>
                  <a:cubicBezTo>
                    <a:pt x="185488" y="790818"/>
                    <a:pt x="81289" y="934998"/>
                    <a:pt x="247926" y="1014984"/>
                  </a:cubicBezTo>
                  <a:cubicBezTo>
                    <a:pt x="289960" y="1035160"/>
                    <a:pt x="339366" y="996696"/>
                    <a:pt x="385086" y="987552"/>
                  </a:cubicBezTo>
                  <a:cubicBezTo>
                    <a:pt x="394230" y="935736"/>
                    <a:pt x="439196" y="877456"/>
                    <a:pt x="412518" y="832104"/>
                  </a:cubicBezTo>
                  <a:cubicBezTo>
                    <a:pt x="327943" y="688327"/>
                    <a:pt x="233941" y="683003"/>
                    <a:pt x="110766" y="658368"/>
                  </a:cubicBezTo>
                  <a:cubicBezTo>
                    <a:pt x="60088" y="696377"/>
                    <a:pt x="-105671" y="804051"/>
                    <a:pt x="101622" y="886968"/>
                  </a:cubicBezTo>
                  <a:cubicBezTo>
                    <a:pt x="158222" y="909608"/>
                    <a:pt x="174774" y="789432"/>
                    <a:pt x="211350" y="740664"/>
                  </a:cubicBezTo>
                  <a:cubicBezTo>
                    <a:pt x="139272" y="678883"/>
                    <a:pt x="-3767" y="522882"/>
                    <a:pt x="83334" y="923544"/>
                  </a:cubicBezTo>
                  <a:cubicBezTo>
                    <a:pt x="100330" y="1001724"/>
                    <a:pt x="186966" y="1045464"/>
                    <a:pt x="238782" y="1106424"/>
                  </a:cubicBezTo>
                  <a:cubicBezTo>
                    <a:pt x="318030" y="1057656"/>
                    <a:pt x="420695" y="1034561"/>
                    <a:pt x="476526" y="960120"/>
                  </a:cubicBezTo>
                  <a:cubicBezTo>
                    <a:pt x="621366" y="767000"/>
                    <a:pt x="337863" y="683158"/>
                    <a:pt x="247926" y="630936"/>
                  </a:cubicBezTo>
                  <a:cubicBezTo>
                    <a:pt x="233731" y="622694"/>
                    <a:pt x="217446" y="618744"/>
                    <a:pt x="202206" y="612648"/>
                  </a:cubicBezTo>
                  <a:cubicBezTo>
                    <a:pt x="169272" y="750971"/>
                    <a:pt x="109896" y="823861"/>
                    <a:pt x="220494" y="941832"/>
                  </a:cubicBezTo>
                  <a:cubicBezTo>
                    <a:pt x="237301" y="959759"/>
                    <a:pt x="269262" y="947928"/>
                    <a:pt x="293646" y="950976"/>
                  </a:cubicBezTo>
                  <a:cubicBezTo>
                    <a:pt x="305838" y="899160"/>
                    <a:pt x="327424" y="848685"/>
                    <a:pt x="330222" y="795528"/>
                  </a:cubicBezTo>
                  <a:cubicBezTo>
                    <a:pt x="332777" y="746992"/>
                    <a:pt x="272803" y="795296"/>
                    <a:pt x="275358" y="795528"/>
                  </a:cubicBezTo>
                  <a:cubicBezTo>
                    <a:pt x="317963" y="799401"/>
                    <a:pt x="360754" y="790090"/>
                    <a:pt x="403374" y="786384"/>
                  </a:cubicBezTo>
                  <a:cubicBezTo>
                    <a:pt x="430871" y="783993"/>
                    <a:pt x="458258" y="780465"/>
                    <a:pt x="485670" y="777240"/>
                  </a:cubicBezTo>
                  <a:cubicBezTo>
                    <a:pt x="510075" y="774369"/>
                    <a:pt x="534299" y="769678"/>
                    <a:pt x="558822" y="768096"/>
                  </a:cubicBezTo>
                  <a:cubicBezTo>
                    <a:pt x="628847" y="763578"/>
                    <a:pt x="699030" y="762000"/>
                    <a:pt x="769134" y="758952"/>
                  </a:cubicBezTo>
                  <a:cubicBezTo>
                    <a:pt x="814854" y="752856"/>
                    <a:pt x="860287" y="743950"/>
                    <a:pt x="906294" y="740664"/>
                  </a:cubicBezTo>
                  <a:cubicBezTo>
                    <a:pt x="988437" y="734797"/>
                    <a:pt x="1070932" y="735632"/>
                    <a:pt x="1153182" y="731520"/>
                  </a:cubicBezTo>
                  <a:cubicBezTo>
                    <a:pt x="1245088" y="726925"/>
                    <a:pt x="1264445" y="723327"/>
                    <a:pt x="1345206" y="713232"/>
                  </a:cubicBezTo>
                  <a:cubicBezTo>
                    <a:pt x="1373836" y="703689"/>
                    <a:pt x="1406243" y="691328"/>
                    <a:pt x="1436646" y="685800"/>
                  </a:cubicBezTo>
                  <a:cubicBezTo>
                    <a:pt x="1457851" y="681945"/>
                    <a:pt x="1479318" y="679704"/>
                    <a:pt x="1500654" y="676656"/>
                  </a:cubicBezTo>
                  <a:lnTo>
                    <a:pt x="1555518" y="658368"/>
                  </a:lnTo>
                </a:path>
              </a:pathLst>
            </a:custGeom>
            <a:noFill/>
            <a:ln w="19050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51DDBC-58E7-4C71-EBF0-DBD7FB74D394}"/>
              </a:ext>
            </a:extLst>
          </p:cNvPr>
          <p:cNvGrpSpPr/>
          <p:nvPr/>
        </p:nvGrpSpPr>
        <p:grpSpPr>
          <a:xfrm>
            <a:off x="-76292" y="3619954"/>
            <a:ext cx="3334976" cy="1155246"/>
            <a:chOff x="-878932" y="3619954"/>
            <a:chExt cx="4211412" cy="145884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BF0906-4FE4-F100-2C24-281830D90350}"/>
                </a:ext>
              </a:extLst>
            </p:cNvPr>
            <p:cNvGrpSpPr/>
            <p:nvPr/>
          </p:nvGrpSpPr>
          <p:grpSpPr>
            <a:xfrm>
              <a:off x="-624862" y="3619954"/>
              <a:ext cx="3957342" cy="1458846"/>
              <a:chOff x="8234658" y="3789922"/>
              <a:chExt cx="3957342" cy="1458846"/>
            </a:xfrm>
          </p:grpSpPr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2247E5CC-152D-743A-6124-D5F3B6961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00"/>
              <a:stretch/>
            </p:blipFill>
            <p:spPr bwMode="auto">
              <a:xfrm>
                <a:off x="10201827" y="3789922"/>
                <a:ext cx="1990173" cy="1458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A4B5CD5-17D3-5951-BFAE-B25192D1575A}"/>
                  </a:ext>
                </a:extLst>
              </p:cNvPr>
              <p:cNvSpPr/>
              <p:nvPr/>
            </p:nvSpPr>
            <p:spPr>
              <a:xfrm>
                <a:off x="8234658" y="3938416"/>
                <a:ext cx="1976142" cy="1106424"/>
              </a:xfrm>
              <a:custGeom>
                <a:avLst/>
                <a:gdLst>
                  <a:gd name="connsiteX0" fmla="*/ 1976142 w 1976142"/>
                  <a:gd name="connsiteY0" fmla="*/ 0 h 1106424"/>
                  <a:gd name="connsiteX1" fmla="*/ 1793262 w 1976142"/>
                  <a:gd name="connsiteY1" fmla="*/ 9144 h 1106424"/>
                  <a:gd name="connsiteX2" fmla="*/ 1729254 w 1976142"/>
                  <a:gd name="connsiteY2" fmla="*/ 18288 h 1106424"/>
                  <a:gd name="connsiteX3" fmla="*/ 1619526 w 1976142"/>
                  <a:gd name="connsiteY3" fmla="*/ 91440 h 1106424"/>
                  <a:gd name="connsiteX4" fmla="*/ 1546374 w 1976142"/>
                  <a:gd name="connsiteY4" fmla="*/ 192024 h 1106424"/>
                  <a:gd name="connsiteX5" fmla="*/ 1509798 w 1976142"/>
                  <a:gd name="connsiteY5" fmla="*/ 329184 h 1106424"/>
                  <a:gd name="connsiteX6" fmla="*/ 1592094 w 1976142"/>
                  <a:gd name="connsiteY6" fmla="*/ 384048 h 1106424"/>
                  <a:gd name="connsiteX7" fmla="*/ 1756686 w 1976142"/>
                  <a:gd name="connsiteY7" fmla="*/ 365760 h 1106424"/>
                  <a:gd name="connsiteX8" fmla="*/ 1774974 w 1976142"/>
                  <a:gd name="connsiteY8" fmla="*/ 292608 h 1106424"/>
                  <a:gd name="connsiteX9" fmla="*/ 1537230 w 1976142"/>
                  <a:gd name="connsiteY9" fmla="*/ 201168 h 1106424"/>
                  <a:gd name="connsiteX10" fmla="*/ 1409214 w 1976142"/>
                  <a:gd name="connsiteY10" fmla="*/ 265176 h 1106424"/>
                  <a:gd name="connsiteX11" fmla="*/ 1436646 w 1976142"/>
                  <a:gd name="connsiteY11" fmla="*/ 384048 h 1106424"/>
                  <a:gd name="connsiteX12" fmla="*/ 1582950 w 1976142"/>
                  <a:gd name="connsiteY12" fmla="*/ 411480 h 1106424"/>
                  <a:gd name="connsiteX13" fmla="*/ 1610382 w 1976142"/>
                  <a:gd name="connsiteY13" fmla="*/ 393192 h 1106424"/>
                  <a:gd name="connsiteX14" fmla="*/ 1436646 w 1976142"/>
                  <a:gd name="connsiteY14" fmla="*/ 292608 h 1106424"/>
                  <a:gd name="connsiteX15" fmla="*/ 1445790 w 1976142"/>
                  <a:gd name="connsiteY15" fmla="*/ 694944 h 1106424"/>
                  <a:gd name="connsiteX16" fmla="*/ 1729254 w 1976142"/>
                  <a:gd name="connsiteY16" fmla="*/ 722376 h 1106424"/>
                  <a:gd name="connsiteX17" fmla="*/ 1811550 w 1976142"/>
                  <a:gd name="connsiteY17" fmla="*/ 393192 h 1106424"/>
                  <a:gd name="connsiteX18" fmla="*/ 1656102 w 1976142"/>
                  <a:gd name="connsiteY18" fmla="*/ 347472 h 1106424"/>
                  <a:gd name="connsiteX19" fmla="*/ 1683534 w 1976142"/>
                  <a:gd name="connsiteY19" fmla="*/ 539496 h 1106424"/>
                  <a:gd name="connsiteX20" fmla="*/ 1784118 w 1976142"/>
                  <a:gd name="connsiteY20" fmla="*/ 585216 h 1106424"/>
                  <a:gd name="connsiteX21" fmla="*/ 1774974 w 1976142"/>
                  <a:gd name="connsiteY21" fmla="*/ 448056 h 1106424"/>
                  <a:gd name="connsiteX22" fmla="*/ 1464078 w 1976142"/>
                  <a:gd name="connsiteY22" fmla="*/ 384048 h 1106424"/>
                  <a:gd name="connsiteX23" fmla="*/ 1509798 w 1976142"/>
                  <a:gd name="connsiteY23" fmla="*/ 466344 h 1106424"/>
                  <a:gd name="connsiteX24" fmla="*/ 1564662 w 1976142"/>
                  <a:gd name="connsiteY24" fmla="*/ 475488 h 1106424"/>
                  <a:gd name="connsiteX25" fmla="*/ 1473222 w 1976142"/>
                  <a:gd name="connsiteY25" fmla="*/ 402336 h 1106424"/>
                  <a:gd name="connsiteX26" fmla="*/ 1390926 w 1976142"/>
                  <a:gd name="connsiteY26" fmla="*/ 658368 h 1106424"/>
                  <a:gd name="connsiteX27" fmla="*/ 1528086 w 1976142"/>
                  <a:gd name="connsiteY27" fmla="*/ 676656 h 1106424"/>
                  <a:gd name="connsiteX28" fmla="*/ 1573806 w 1976142"/>
                  <a:gd name="connsiteY28" fmla="*/ 557784 h 1106424"/>
                  <a:gd name="connsiteX29" fmla="*/ 1345206 w 1976142"/>
                  <a:gd name="connsiteY29" fmla="*/ 612648 h 1106424"/>
                  <a:gd name="connsiteX30" fmla="*/ 1546374 w 1976142"/>
                  <a:gd name="connsiteY30" fmla="*/ 841248 h 1106424"/>
                  <a:gd name="connsiteX31" fmla="*/ 1665246 w 1976142"/>
                  <a:gd name="connsiteY31" fmla="*/ 658368 h 1106424"/>
                  <a:gd name="connsiteX32" fmla="*/ 1601238 w 1976142"/>
                  <a:gd name="connsiteY32" fmla="*/ 493776 h 1106424"/>
                  <a:gd name="connsiteX33" fmla="*/ 1500654 w 1976142"/>
                  <a:gd name="connsiteY33" fmla="*/ 448056 h 1106424"/>
                  <a:gd name="connsiteX34" fmla="*/ 1464078 w 1976142"/>
                  <a:gd name="connsiteY34" fmla="*/ 621792 h 1106424"/>
                  <a:gd name="connsiteX35" fmla="*/ 1582950 w 1976142"/>
                  <a:gd name="connsiteY35" fmla="*/ 667512 h 1106424"/>
                  <a:gd name="connsiteX36" fmla="*/ 1582950 w 1976142"/>
                  <a:gd name="connsiteY36" fmla="*/ 411480 h 1106424"/>
                  <a:gd name="connsiteX37" fmla="*/ 1445790 w 1976142"/>
                  <a:gd name="connsiteY37" fmla="*/ 402336 h 1106424"/>
                  <a:gd name="connsiteX38" fmla="*/ 1363494 w 1976142"/>
                  <a:gd name="connsiteY38" fmla="*/ 466344 h 1106424"/>
                  <a:gd name="connsiteX39" fmla="*/ 1528086 w 1976142"/>
                  <a:gd name="connsiteY39" fmla="*/ 813816 h 1106424"/>
                  <a:gd name="connsiteX40" fmla="*/ 1765830 w 1976142"/>
                  <a:gd name="connsiteY40" fmla="*/ 749808 h 1106424"/>
                  <a:gd name="connsiteX41" fmla="*/ 1820694 w 1976142"/>
                  <a:gd name="connsiteY41" fmla="*/ 402336 h 1106424"/>
                  <a:gd name="connsiteX42" fmla="*/ 1720110 w 1976142"/>
                  <a:gd name="connsiteY42" fmla="*/ 384048 h 1106424"/>
                  <a:gd name="connsiteX43" fmla="*/ 1692678 w 1976142"/>
                  <a:gd name="connsiteY43" fmla="*/ 676656 h 1106424"/>
                  <a:gd name="connsiteX44" fmla="*/ 1857270 w 1976142"/>
                  <a:gd name="connsiteY44" fmla="*/ 758952 h 1106424"/>
                  <a:gd name="connsiteX45" fmla="*/ 1902990 w 1976142"/>
                  <a:gd name="connsiteY45" fmla="*/ 640080 h 1106424"/>
                  <a:gd name="connsiteX46" fmla="*/ 1592094 w 1976142"/>
                  <a:gd name="connsiteY46" fmla="*/ 438912 h 1106424"/>
                  <a:gd name="connsiteX47" fmla="*/ 1482366 w 1976142"/>
                  <a:gd name="connsiteY47" fmla="*/ 740664 h 1106424"/>
                  <a:gd name="connsiteX48" fmla="*/ 1546374 w 1976142"/>
                  <a:gd name="connsiteY48" fmla="*/ 786384 h 1106424"/>
                  <a:gd name="connsiteX49" fmla="*/ 1619526 w 1976142"/>
                  <a:gd name="connsiteY49" fmla="*/ 685800 h 1106424"/>
                  <a:gd name="connsiteX50" fmla="*/ 1354350 w 1976142"/>
                  <a:gd name="connsiteY50" fmla="*/ 484632 h 1106424"/>
                  <a:gd name="connsiteX51" fmla="*/ 1354350 w 1976142"/>
                  <a:gd name="connsiteY51" fmla="*/ 832104 h 1106424"/>
                  <a:gd name="connsiteX52" fmla="*/ 1482366 w 1976142"/>
                  <a:gd name="connsiteY52" fmla="*/ 877824 h 1106424"/>
                  <a:gd name="connsiteX53" fmla="*/ 1573806 w 1976142"/>
                  <a:gd name="connsiteY53" fmla="*/ 758952 h 1106424"/>
                  <a:gd name="connsiteX54" fmla="*/ 1509798 w 1976142"/>
                  <a:gd name="connsiteY54" fmla="*/ 530352 h 1106424"/>
                  <a:gd name="connsiteX55" fmla="*/ 1445790 w 1976142"/>
                  <a:gd name="connsiteY55" fmla="*/ 804672 h 1106424"/>
                  <a:gd name="connsiteX56" fmla="*/ 1546374 w 1976142"/>
                  <a:gd name="connsiteY56" fmla="*/ 822960 h 1106424"/>
                  <a:gd name="connsiteX57" fmla="*/ 1555518 w 1976142"/>
                  <a:gd name="connsiteY57" fmla="*/ 640080 h 1106424"/>
                  <a:gd name="connsiteX58" fmla="*/ 1189758 w 1976142"/>
                  <a:gd name="connsiteY58" fmla="*/ 576072 h 1106424"/>
                  <a:gd name="connsiteX59" fmla="*/ 1125750 w 1976142"/>
                  <a:gd name="connsiteY59" fmla="*/ 603504 h 1106424"/>
                  <a:gd name="connsiteX60" fmla="*/ 1061742 w 1976142"/>
                  <a:gd name="connsiteY60" fmla="*/ 612648 h 1106424"/>
                  <a:gd name="connsiteX61" fmla="*/ 503958 w 1976142"/>
                  <a:gd name="connsiteY61" fmla="*/ 621792 h 1106424"/>
                  <a:gd name="connsiteX62" fmla="*/ 339366 w 1976142"/>
                  <a:gd name="connsiteY62" fmla="*/ 694944 h 1106424"/>
                  <a:gd name="connsiteX63" fmla="*/ 302790 w 1976142"/>
                  <a:gd name="connsiteY63" fmla="*/ 722376 h 1106424"/>
                  <a:gd name="connsiteX64" fmla="*/ 513102 w 1976142"/>
                  <a:gd name="connsiteY64" fmla="*/ 822960 h 1106424"/>
                  <a:gd name="connsiteX65" fmla="*/ 394230 w 1976142"/>
                  <a:gd name="connsiteY65" fmla="*/ 649224 h 1106424"/>
                  <a:gd name="connsiteX66" fmla="*/ 348510 w 1976142"/>
                  <a:gd name="connsiteY66" fmla="*/ 694944 h 1106424"/>
                  <a:gd name="connsiteX67" fmla="*/ 476526 w 1976142"/>
                  <a:gd name="connsiteY67" fmla="*/ 640080 h 1106424"/>
                  <a:gd name="connsiteX68" fmla="*/ 366798 w 1976142"/>
                  <a:gd name="connsiteY68" fmla="*/ 484632 h 1106424"/>
                  <a:gd name="connsiteX69" fmla="*/ 238782 w 1976142"/>
                  <a:gd name="connsiteY69" fmla="*/ 475488 h 1106424"/>
                  <a:gd name="connsiteX70" fmla="*/ 220494 w 1976142"/>
                  <a:gd name="connsiteY70" fmla="*/ 685800 h 1106424"/>
                  <a:gd name="connsiteX71" fmla="*/ 321078 w 1976142"/>
                  <a:gd name="connsiteY71" fmla="*/ 704088 h 1106424"/>
                  <a:gd name="connsiteX72" fmla="*/ 366798 w 1976142"/>
                  <a:gd name="connsiteY72" fmla="*/ 530352 h 1106424"/>
                  <a:gd name="connsiteX73" fmla="*/ 211350 w 1976142"/>
                  <a:gd name="connsiteY73" fmla="*/ 457200 h 1106424"/>
                  <a:gd name="connsiteX74" fmla="*/ 129054 w 1976142"/>
                  <a:gd name="connsiteY74" fmla="*/ 676656 h 1106424"/>
                  <a:gd name="connsiteX75" fmla="*/ 339366 w 1976142"/>
                  <a:gd name="connsiteY75" fmla="*/ 813816 h 1106424"/>
                  <a:gd name="connsiteX76" fmla="*/ 394230 w 1976142"/>
                  <a:gd name="connsiteY76" fmla="*/ 786384 h 1106424"/>
                  <a:gd name="connsiteX77" fmla="*/ 348510 w 1976142"/>
                  <a:gd name="connsiteY77" fmla="*/ 603504 h 1106424"/>
                  <a:gd name="connsiteX78" fmla="*/ 238782 w 1976142"/>
                  <a:gd name="connsiteY78" fmla="*/ 585216 h 1106424"/>
                  <a:gd name="connsiteX79" fmla="*/ 357654 w 1976142"/>
                  <a:gd name="connsiteY79" fmla="*/ 804672 h 1106424"/>
                  <a:gd name="connsiteX80" fmla="*/ 467382 w 1976142"/>
                  <a:gd name="connsiteY80" fmla="*/ 731520 h 1106424"/>
                  <a:gd name="connsiteX81" fmla="*/ 330222 w 1976142"/>
                  <a:gd name="connsiteY81" fmla="*/ 530352 h 1106424"/>
                  <a:gd name="connsiteX82" fmla="*/ 302790 w 1976142"/>
                  <a:gd name="connsiteY82" fmla="*/ 868680 h 1106424"/>
                  <a:gd name="connsiteX83" fmla="*/ 394230 w 1976142"/>
                  <a:gd name="connsiteY83" fmla="*/ 758952 h 1106424"/>
                  <a:gd name="connsiteX84" fmla="*/ 403374 w 1976142"/>
                  <a:gd name="connsiteY84" fmla="*/ 795528 h 1106424"/>
                  <a:gd name="connsiteX85" fmla="*/ 449094 w 1976142"/>
                  <a:gd name="connsiteY85" fmla="*/ 777240 h 1106424"/>
                  <a:gd name="connsiteX86" fmla="*/ 412518 w 1976142"/>
                  <a:gd name="connsiteY86" fmla="*/ 731520 h 1106424"/>
                  <a:gd name="connsiteX87" fmla="*/ 385086 w 1976142"/>
                  <a:gd name="connsiteY87" fmla="*/ 804672 h 1106424"/>
                  <a:gd name="connsiteX88" fmla="*/ 439950 w 1976142"/>
                  <a:gd name="connsiteY88" fmla="*/ 841248 h 1106424"/>
                  <a:gd name="connsiteX89" fmla="*/ 449094 w 1976142"/>
                  <a:gd name="connsiteY89" fmla="*/ 566928 h 1106424"/>
                  <a:gd name="connsiteX90" fmla="*/ 513102 w 1976142"/>
                  <a:gd name="connsiteY90" fmla="*/ 466344 h 1106424"/>
                  <a:gd name="connsiteX91" fmla="*/ 1016022 w 1976142"/>
                  <a:gd name="connsiteY91" fmla="*/ 329184 h 1106424"/>
                  <a:gd name="connsiteX92" fmla="*/ 1363494 w 1976142"/>
                  <a:gd name="connsiteY92" fmla="*/ 265176 h 1106424"/>
                  <a:gd name="connsiteX93" fmla="*/ 1528086 w 1976142"/>
                  <a:gd name="connsiteY93" fmla="*/ 274320 h 1106424"/>
                  <a:gd name="connsiteX94" fmla="*/ 1518942 w 1976142"/>
                  <a:gd name="connsiteY94" fmla="*/ 338328 h 1106424"/>
                  <a:gd name="connsiteX95" fmla="*/ 1528086 w 1976142"/>
                  <a:gd name="connsiteY95" fmla="*/ 411480 h 1106424"/>
                  <a:gd name="connsiteX96" fmla="*/ 1573806 w 1976142"/>
                  <a:gd name="connsiteY96" fmla="*/ 576072 h 1106424"/>
                  <a:gd name="connsiteX97" fmla="*/ 1592094 w 1976142"/>
                  <a:gd name="connsiteY97" fmla="*/ 612648 h 1106424"/>
                  <a:gd name="connsiteX98" fmla="*/ 1619526 w 1976142"/>
                  <a:gd name="connsiteY98" fmla="*/ 621792 h 1106424"/>
                  <a:gd name="connsiteX99" fmla="*/ 1656102 w 1976142"/>
                  <a:gd name="connsiteY99" fmla="*/ 685800 h 1106424"/>
                  <a:gd name="connsiteX100" fmla="*/ 1710966 w 1976142"/>
                  <a:gd name="connsiteY100" fmla="*/ 694944 h 1106424"/>
                  <a:gd name="connsiteX101" fmla="*/ 1692678 w 1976142"/>
                  <a:gd name="connsiteY101" fmla="*/ 740664 h 1106424"/>
                  <a:gd name="connsiteX102" fmla="*/ 1637814 w 1976142"/>
                  <a:gd name="connsiteY102" fmla="*/ 758952 h 1106424"/>
                  <a:gd name="connsiteX103" fmla="*/ 1564662 w 1976142"/>
                  <a:gd name="connsiteY103" fmla="*/ 795528 h 1106424"/>
                  <a:gd name="connsiteX104" fmla="*/ 1326918 w 1976142"/>
                  <a:gd name="connsiteY104" fmla="*/ 941832 h 1106424"/>
                  <a:gd name="connsiteX105" fmla="*/ 1208046 w 1976142"/>
                  <a:gd name="connsiteY105" fmla="*/ 969264 h 1106424"/>
                  <a:gd name="connsiteX106" fmla="*/ 1052598 w 1976142"/>
                  <a:gd name="connsiteY106" fmla="*/ 1033272 h 1106424"/>
                  <a:gd name="connsiteX107" fmla="*/ 897150 w 1976142"/>
                  <a:gd name="connsiteY107" fmla="*/ 1051560 h 1106424"/>
                  <a:gd name="connsiteX108" fmla="*/ 650262 w 1976142"/>
                  <a:gd name="connsiteY108" fmla="*/ 1005840 h 1106424"/>
                  <a:gd name="connsiteX109" fmla="*/ 522246 w 1976142"/>
                  <a:gd name="connsiteY109" fmla="*/ 896112 h 1106424"/>
                  <a:gd name="connsiteX110" fmla="*/ 494814 w 1976142"/>
                  <a:gd name="connsiteY110" fmla="*/ 859536 h 1106424"/>
                  <a:gd name="connsiteX111" fmla="*/ 458238 w 1976142"/>
                  <a:gd name="connsiteY111" fmla="*/ 841248 h 1106424"/>
                  <a:gd name="connsiteX112" fmla="*/ 275358 w 1976142"/>
                  <a:gd name="connsiteY112" fmla="*/ 722376 h 1106424"/>
                  <a:gd name="connsiteX113" fmla="*/ 202206 w 1976142"/>
                  <a:gd name="connsiteY113" fmla="*/ 694944 h 1106424"/>
                  <a:gd name="connsiteX114" fmla="*/ 92478 w 1976142"/>
                  <a:gd name="connsiteY114" fmla="*/ 804672 h 1106424"/>
                  <a:gd name="connsiteX115" fmla="*/ 174774 w 1976142"/>
                  <a:gd name="connsiteY115" fmla="*/ 868680 h 1106424"/>
                  <a:gd name="connsiteX116" fmla="*/ 458238 w 1976142"/>
                  <a:gd name="connsiteY116" fmla="*/ 795528 h 1106424"/>
                  <a:gd name="connsiteX117" fmla="*/ 220494 w 1976142"/>
                  <a:gd name="connsiteY117" fmla="*/ 685800 h 1106424"/>
                  <a:gd name="connsiteX118" fmla="*/ 247926 w 1976142"/>
                  <a:gd name="connsiteY118" fmla="*/ 1014984 h 1106424"/>
                  <a:gd name="connsiteX119" fmla="*/ 385086 w 1976142"/>
                  <a:gd name="connsiteY119" fmla="*/ 987552 h 1106424"/>
                  <a:gd name="connsiteX120" fmla="*/ 412518 w 1976142"/>
                  <a:gd name="connsiteY120" fmla="*/ 832104 h 1106424"/>
                  <a:gd name="connsiteX121" fmla="*/ 110766 w 1976142"/>
                  <a:gd name="connsiteY121" fmla="*/ 658368 h 1106424"/>
                  <a:gd name="connsiteX122" fmla="*/ 101622 w 1976142"/>
                  <a:gd name="connsiteY122" fmla="*/ 886968 h 1106424"/>
                  <a:gd name="connsiteX123" fmla="*/ 211350 w 1976142"/>
                  <a:gd name="connsiteY123" fmla="*/ 740664 h 1106424"/>
                  <a:gd name="connsiteX124" fmla="*/ 83334 w 1976142"/>
                  <a:gd name="connsiteY124" fmla="*/ 923544 h 1106424"/>
                  <a:gd name="connsiteX125" fmla="*/ 238782 w 1976142"/>
                  <a:gd name="connsiteY125" fmla="*/ 1106424 h 1106424"/>
                  <a:gd name="connsiteX126" fmla="*/ 476526 w 1976142"/>
                  <a:gd name="connsiteY126" fmla="*/ 960120 h 1106424"/>
                  <a:gd name="connsiteX127" fmla="*/ 247926 w 1976142"/>
                  <a:gd name="connsiteY127" fmla="*/ 630936 h 1106424"/>
                  <a:gd name="connsiteX128" fmla="*/ 202206 w 1976142"/>
                  <a:gd name="connsiteY128" fmla="*/ 612648 h 1106424"/>
                  <a:gd name="connsiteX129" fmla="*/ 220494 w 1976142"/>
                  <a:gd name="connsiteY129" fmla="*/ 941832 h 1106424"/>
                  <a:gd name="connsiteX130" fmla="*/ 293646 w 1976142"/>
                  <a:gd name="connsiteY130" fmla="*/ 950976 h 1106424"/>
                  <a:gd name="connsiteX131" fmla="*/ 330222 w 1976142"/>
                  <a:gd name="connsiteY131" fmla="*/ 795528 h 1106424"/>
                  <a:gd name="connsiteX132" fmla="*/ 275358 w 1976142"/>
                  <a:gd name="connsiteY132" fmla="*/ 795528 h 1106424"/>
                  <a:gd name="connsiteX133" fmla="*/ 403374 w 1976142"/>
                  <a:gd name="connsiteY133" fmla="*/ 786384 h 1106424"/>
                  <a:gd name="connsiteX134" fmla="*/ 485670 w 1976142"/>
                  <a:gd name="connsiteY134" fmla="*/ 777240 h 1106424"/>
                  <a:gd name="connsiteX135" fmla="*/ 558822 w 1976142"/>
                  <a:gd name="connsiteY135" fmla="*/ 768096 h 1106424"/>
                  <a:gd name="connsiteX136" fmla="*/ 769134 w 1976142"/>
                  <a:gd name="connsiteY136" fmla="*/ 758952 h 1106424"/>
                  <a:gd name="connsiteX137" fmla="*/ 906294 w 1976142"/>
                  <a:gd name="connsiteY137" fmla="*/ 740664 h 1106424"/>
                  <a:gd name="connsiteX138" fmla="*/ 1153182 w 1976142"/>
                  <a:gd name="connsiteY138" fmla="*/ 731520 h 1106424"/>
                  <a:gd name="connsiteX139" fmla="*/ 1345206 w 1976142"/>
                  <a:gd name="connsiteY139" fmla="*/ 713232 h 1106424"/>
                  <a:gd name="connsiteX140" fmla="*/ 1436646 w 1976142"/>
                  <a:gd name="connsiteY140" fmla="*/ 685800 h 1106424"/>
                  <a:gd name="connsiteX141" fmla="*/ 1500654 w 1976142"/>
                  <a:gd name="connsiteY141" fmla="*/ 676656 h 1106424"/>
                  <a:gd name="connsiteX142" fmla="*/ 1555518 w 1976142"/>
                  <a:gd name="connsiteY142" fmla="*/ 658368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976142" h="1106424">
                    <a:moveTo>
                      <a:pt x="1976142" y="0"/>
                    </a:moveTo>
                    <a:cubicBezTo>
                      <a:pt x="1915182" y="3048"/>
                      <a:pt x="1854131" y="4635"/>
                      <a:pt x="1793262" y="9144"/>
                    </a:cubicBezTo>
                    <a:cubicBezTo>
                      <a:pt x="1771768" y="10736"/>
                      <a:pt x="1749701" y="11472"/>
                      <a:pt x="1729254" y="18288"/>
                    </a:cubicBezTo>
                    <a:cubicBezTo>
                      <a:pt x="1711411" y="24236"/>
                      <a:pt x="1623701" y="86987"/>
                      <a:pt x="1619526" y="91440"/>
                    </a:cubicBezTo>
                    <a:cubicBezTo>
                      <a:pt x="1591172" y="121685"/>
                      <a:pt x="1570758" y="158496"/>
                      <a:pt x="1546374" y="192024"/>
                    </a:cubicBezTo>
                    <a:cubicBezTo>
                      <a:pt x="1516604" y="311103"/>
                      <a:pt x="1530864" y="265985"/>
                      <a:pt x="1509798" y="329184"/>
                    </a:cubicBezTo>
                    <a:cubicBezTo>
                      <a:pt x="1537230" y="347472"/>
                      <a:pt x="1561608" y="371495"/>
                      <a:pt x="1592094" y="384048"/>
                    </a:cubicBezTo>
                    <a:cubicBezTo>
                      <a:pt x="1654628" y="409797"/>
                      <a:pt x="1696349" y="383861"/>
                      <a:pt x="1756686" y="365760"/>
                    </a:cubicBezTo>
                    <a:cubicBezTo>
                      <a:pt x="1762782" y="341376"/>
                      <a:pt x="1787296" y="314515"/>
                      <a:pt x="1774974" y="292608"/>
                    </a:cubicBezTo>
                    <a:cubicBezTo>
                      <a:pt x="1725172" y="204071"/>
                      <a:pt x="1617482" y="211868"/>
                      <a:pt x="1537230" y="201168"/>
                    </a:cubicBezTo>
                    <a:cubicBezTo>
                      <a:pt x="1494558" y="222504"/>
                      <a:pt x="1446468" y="235373"/>
                      <a:pt x="1409214" y="265176"/>
                    </a:cubicBezTo>
                    <a:cubicBezTo>
                      <a:pt x="1376294" y="291512"/>
                      <a:pt x="1425447" y="377889"/>
                      <a:pt x="1436646" y="384048"/>
                    </a:cubicBezTo>
                    <a:cubicBezTo>
                      <a:pt x="1480122" y="407960"/>
                      <a:pt x="1534182" y="402336"/>
                      <a:pt x="1582950" y="411480"/>
                    </a:cubicBezTo>
                    <a:cubicBezTo>
                      <a:pt x="1592094" y="405384"/>
                      <a:pt x="1614138" y="403520"/>
                      <a:pt x="1610382" y="393192"/>
                    </a:cubicBezTo>
                    <a:cubicBezTo>
                      <a:pt x="1572794" y="289824"/>
                      <a:pt x="1528174" y="307863"/>
                      <a:pt x="1436646" y="292608"/>
                    </a:cubicBezTo>
                    <a:cubicBezTo>
                      <a:pt x="1410348" y="392539"/>
                      <a:pt x="1325437" y="603866"/>
                      <a:pt x="1445790" y="694944"/>
                    </a:cubicBezTo>
                    <a:cubicBezTo>
                      <a:pt x="1521487" y="752228"/>
                      <a:pt x="1634766" y="713232"/>
                      <a:pt x="1729254" y="722376"/>
                    </a:cubicBezTo>
                    <a:cubicBezTo>
                      <a:pt x="1788776" y="621933"/>
                      <a:pt x="1972251" y="486934"/>
                      <a:pt x="1811550" y="393192"/>
                    </a:cubicBezTo>
                    <a:cubicBezTo>
                      <a:pt x="1764897" y="365978"/>
                      <a:pt x="1707918" y="362712"/>
                      <a:pt x="1656102" y="347472"/>
                    </a:cubicBezTo>
                    <a:cubicBezTo>
                      <a:pt x="1568750" y="369310"/>
                      <a:pt x="1554311" y="360020"/>
                      <a:pt x="1683534" y="539496"/>
                    </a:cubicBezTo>
                    <a:cubicBezTo>
                      <a:pt x="1705053" y="569384"/>
                      <a:pt x="1750590" y="569976"/>
                      <a:pt x="1784118" y="585216"/>
                    </a:cubicBezTo>
                    <a:cubicBezTo>
                      <a:pt x="1781070" y="539496"/>
                      <a:pt x="1809764" y="477876"/>
                      <a:pt x="1774974" y="448056"/>
                    </a:cubicBezTo>
                    <a:cubicBezTo>
                      <a:pt x="1629840" y="323656"/>
                      <a:pt x="1580083" y="350904"/>
                      <a:pt x="1464078" y="384048"/>
                    </a:cubicBezTo>
                    <a:cubicBezTo>
                      <a:pt x="1479318" y="411480"/>
                      <a:pt x="1486578" y="445235"/>
                      <a:pt x="1509798" y="466344"/>
                    </a:cubicBezTo>
                    <a:cubicBezTo>
                      <a:pt x="1523517" y="478816"/>
                      <a:pt x="1573861" y="491585"/>
                      <a:pt x="1564662" y="475488"/>
                    </a:cubicBezTo>
                    <a:cubicBezTo>
                      <a:pt x="1545296" y="441597"/>
                      <a:pt x="1503702" y="426720"/>
                      <a:pt x="1473222" y="402336"/>
                    </a:cubicBezTo>
                    <a:cubicBezTo>
                      <a:pt x="1372225" y="436002"/>
                      <a:pt x="1298296" y="442231"/>
                      <a:pt x="1390926" y="658368"/>
                    </a:cubicBezTo>
                    <a:cubicBezTo>
                      <a:pt x="1409095" y="700763"/>
                      <a:pt x="1482366" y="670560"/>
                      <a:pt x="1528086" y="676656"/>
                    </a:cubicBezTo>
                    <a:cubicBezTo>
                      <a:pt x="1543326" y="637032"/>
                      <a:pt x="1586590" y="598267"/>
                      <a:pt x="1573806" y="557784"/>
                    </a:cubicBezTo>
                    <a:cubicBezTo>
                      <a:pt x="1521546" y="392295"/>
                      <a:pt x="1358496" y="601256"/>
                      <a:pt x="1345206" y="612648"/>
                    </a:cubicBezTo>
                    <a:cubicBezTo>
                      <a:pt x="1350351" y="705259"/>
                      <a:pt x="1311727" y="930966"/>
                      <a:pt x="1546374" y="841248"/>
                    </a:cubicBezTo>
                    <a:cubicBezTo>
                      <a:pt x="1614285" y="815282"/>
                      <a:pt x="1625622" y="719328"/>
                      <a:pt x="1665246" y="658368"/>
                    </a:cubicBezTo>
                    <a:cubicBezTo>
                      <a:pt x="1643910" y="603504"/>
                      <a:pt x="1637518" y="540134"/>
                      <a:pt x="1601238" y="493776"/>
                    </a:cubicBezTo>
                    <a:cubicBezTo>
                      <a:pt x="1578540" y="464773"/>
                      <a:pt x="1527578" y="422927"/>
                      <a:pt x="1500654" y="448056"/>
                    </a:cubicBezTo>
                    <a:cubicBezTo>
                      <a:pt x="1457389" y="488437"/>
                      <a:pt x="1476270" y="563880"/>
                      <a:pt x="1464078" y="621792"/>
                    </a:cubicBezTo>
                    <a:cubicBezTo>
                      <a:pt x="1503702" y="637032"/>
                      <a:pt x="1541764" y="677809"/>
                      <a:pt x="1582950" y="667512"/>
                    </a:cubicBezTo>
                    <a:cubicBezTo>
                      <a:pt x="1804811" y="612047"/>
                      <a:pt x="1723047" y="490868"/>
                      <a:pt x="1582950" y="411480"/>
                    </a:cubicBezTo>
                    <a:cubicBezTo>
                      <a:pt x="1543084" y="388889"/>
                      <a:pt x="1491510" y="405384"/>
                      <a:pt x="1445790" y="402336"/>
                    </a:cubicBezTo>
                    <a:cubicBezTo>
                      <a:pt x="1418358" y="423672"/>
                      <a:pt x="1369898" y="432187"/>
                      <a:pt x="1363494" y="466344"/>
                    </a:cubicBezTo>
                    <a:cubicBezTo>
                      <a:pt x="1321777" y="688837"/>
                      <a:pt x="1393124" y="696849"/>
                      <a:pt x="1528086" y="813816"/>
                    </a:cubicBezTo>
                    <a:cubicBezTo>
                      <a:pt x="1607334" y="792480"/>
                      <a:pt x="1701133" y="800303"/>
                      <a:pt x="1765830" y="749808"/>
                    </a:cubicBezTo>
                    <a:cubicBezTo>
                      <a:pt x="1910387" y="636983"/>
                      <a:pt x="1963008" y="509071"/>
                      <a:pt x="1820694" y="402336"/>
                    </a:cubicBezTo>
                    <a:cubicBezTo>
                      <a:pt x="1793432" y="381889"/>
                      <a:pt x="1753638" y="390144"/>
                      <a:pt x="1720110" y="384048"/>
                    </a:cubicBezTo>
                    <a:cubicBezTo>
                      <a:pt x="1631412" y="472746"/>
                      <a:pt x="1574924" y="494672"/>
                      <a:pt x="1692678" y="676656"/>
                    </a:cubicBezTo>
                    <a:cubicBezTo>
                      <a:pt x="1726001" y="728155"/>
                      <a:pt x="1802406" y="731520"/>
                      <a:pt x="1857270" y="758952"/>
                    </a:cubicBezTo>
                    <a:cubicBezTo>
                      <a:pt x="1872510" y="719328"/>
                      <a:pt x="1921976" y="678052"/>
                      <a:pt x="1902990" y="640080"/>
                    </a:cubicBezTo>
                    <a:cubicBezTo>
                      <a:pt x="1799482" y="433064"/>
                      <a:pt x="1745025" y="451656"/>
                      <a:pt x="1592094" y="438912"/>
                    </a:cubicBezTo>
                    <a:cubicBezTo>
                      <a:pt x="1556536" y="503563"/>
                      <a:pt x="1448762" y="639851"/>
                      <a:pt x="1482366" y="740664"/>
                    </a:cubicBezTo>
                    <a:cubicBezTo>
                      <a:pt x="1490657" y="765538"/>
                      <a:pt x="1525038" y="771144"/>
                      <a:pt x="1546374" y="786384"/>
                    </a:cubicBezTo>
                    <a:cubicBezTo>
                      <a:pt x="1570758" y="752856"/>
                      <a:pt x="1623792" y="727037"/>
                      <a:pt x="1619526" y="685800"/>
                    </a:cubicBezTo>
                    <a:cubicBezTo>
                      <a:pt x="1600077" y="497794"/>
                      <a:pt x="1485172" y="513703"/>
                      <a:pt x="1354350" y="484632"/>
                    </a:cubicBezTo>
                    <a:cubicBezTo>
                      <a:pt x="1286163" y="629528"/>
                      <a:pt x="1219989" y="673313"/>
                      <a:pt x="1354350" y="832104"/>
                    </a:cubicBezTo>
                    <a:cubicBezTo>
                      <a:pt x="1383619" y="866694"/>
                      <a:pt x="1439694" y="862584"/>
                      <a:pt x="1482366" y="877824"/>
                    </a:cubicBezTo>
                    <a:cubicBezTo>
                      <a:pt x="1512846" y="838200"/>
                      <a:pt x="1561681" y="807450"/>
                      <a:pt x="1573806" y="758952"/>
                    </a:cubicBezTo>
                    <a:cubicBezTo>
                      <a:pt x="1606974" y="626279"/>
                      <a:pt x="1570743" y="603486"/>
                      <a:pt x="1509798" y="530352"/>
                    </a:cubicBezTo>
                    <a:cubicBezTo>
                      <a:pt x="1424848" y="628372"/>
                      <a:pt x="1314599" y="673481"/>
                      <a:pt x="1445790" y="804672"/>
                    </a:cubicBezTo>
                    <a:cubicBezTo>
                      <a:pt x="1469887" y="828769"/>
                      <a:pt x="1512846" y="816864"/>
                      <a:pt x="1546374" y="822960"/>
                    </a:cubicBezTo>
                    <a:cubicBezTo>
                      <a:pt x="1549422" y="762000"/>
                      <a:pt x="1584341" y="693882"/>
                      <a:pt x="1555518" y="640080"/>
                    </a:cubicBezTo>
                    <a:cubicBezTo>
                      <a:pt x="1495403" y="527865"/>
                      <a:pt x="1260021" y="573144"/>
                      <a:pt x="1189758" y="576072"/>
                    </a:cubicBezTo>
                    <a:cubicBezTo>
                      <a:pt x="1168422" y="585216"/>
                      <a:pt x="1148070" y="597127"/>
                      <a:pt x="1125750" y="603504"/>
                    </a:cubicBezTo>
                    <a:cubicBezTo>
                      <a:pt x="1105027" y="609425"/>
                      <a:pt x="1083285" y="612014"/>
                      <a:pt x="1061742" y="612648"/>
                    </a:cubicBezTo>
                    <a:cubicBezTo>
                      <a:pt x="875869" y="618115"/>
                      <a:pt x="689886" y="618744"/>
                      <a:pt x="503958" y="621792"/>
                    </a:cubicBezTo>
                    <a:cubicBezTo>
                      <a:pt x="449094" y="646176"/>
                      <a:pt x="393066" y="668094"/>
                      <a:pt x="339366" y="694944"/>
                    </a:cubicBezTo>
                    <a:cubicBezTo>
                      <a:pt x="325735" y="701760"/>
                      <a:pt x="295974" y="708745"/>
                      <a:pt x="302790" y="722376"/>
                    </a:cubicBezTo>
                    <a:cubicBezTo>
                      <a:pt x="351791" y="820377"/>
                      <a:pt x="424324" y="809302"/>
                      <a:pt x="513102" y="822960"/>
                    </a:cubicBezTo>
                    <a:cubicBezTo>
                      <a:pt x="543887" y="730606"/>
                      <a:pt x="566783" y="718245"/>
                      <a:pt x="394230" y="649224"/>
                    </a:cubicBezTo>
                    <a:cubicBezTo>
                      <a:pt x="374219" y="641220"/>
                      <a:pt x="363750" y="679704"/>
                      <a:pt x="348510" y="694944"/>
                    </a:cubicBezTo>
                    <a:cubicBezTo>
                      <a:pt x="367255" y="710565"/>
                      <a:pt x="507736" y="858553"/>
                      <a:pt x="476526" y="640080"/>
                    </a:cubicBezTo>
                    <a:cubicBezTo>
                      <a:pt x="467556" y="577293"/>
                      <a:pt x="418945" y="520734"/>
                      <a:pt x="366798" y="484632"/>
                    </a:cubicBezTo>
                    <a:cubicBezTo>
                      <a:pt x="331624" y="460281"/>
                      <a:pt x="281454" y="478536"/>
                      <a:pt x="238782" y="475488"/>
                    </a:cubicBezTo>
                    <a:cubicBezTo>
                      <a:pt x="227488" y="512193"/>
                      <a:pt x="168266" y="637589"/>
                      <a:pt x="220494" y="685800"/>
                    </a:cubicBezTo>
                    <a:cubicBezTo>
                      <a:pt x="245534" y="708914"/>
                      <a:pt x="287550" y="697992"/>
                      <a:pt x="321078" y="704088"/>
                    </a:cubicBezTo>
                    <a:cubicBezTo>
                      <a:pt x="336318" y="646176"/>
                      <a:pt x="391119" y="585074"/>
                      <a:pt x="366798" y="530352"/>
                    </a:cubicBezTo>
                    <a:cubicBezTo>
                      <a:pt x="343540" y="478021"/>
                      <a:pt x="260122" y="427187"/>
                      <a:pt x="211350" y="457200"/>
                    </a:cubicBezTo>
                    <a:cubicBezTo>
                      <a:pt x="144813" y="498146"/>
                      <a:pt x="156486" y="603504"/>
                      <a:pt x="129054" y="676656"/>
                    </a:cubicBezTo>
                    <a:cubicBezTo>
                      <a:pt x="199158" y="722376"/>
                      <a:pt x="262030" y="781815"/>
                      <a:pt x="339366" y="813816"/>
                    </a:cubicBezTo>
                    <a:cubicBezTo>
                      <a:pt x="358259" y="821634"/>
                      <a:pt x="393342" y="806811"/>
                      <a:pt x="394230" y="786384"/>
                    </a:cubicBezTo>
                    <a:cubicBezTo>
                      <a:pt x="396959" y="723607"/>
                      <a:pt x="386931" y="653225"/>
                      <a:pt x="348510" y="603504"/>
                    </a:cubicBezTo>
                    <a:cubicBezTo>
                      <a:pt x="325837" y="574163"/>
                      <a:pt x="275358" y="591312"/>
                      <a:pt x="238782" y="585216"/>
                    </a:cubicBezTo>
                    <a:cubicBezTo>
                      <a:pt x="228340" y="679190"/>
                      <a:pt x="198097" y="761714"/>
                      <a:pt x="357654" y="804672"/>
                    </a:cubicBezTo>
                    <a:cubicBezTo>
                      <a:pt x="400101" y="816100"/>
                      <a:pt x="430806" y="755904"/>
                      <a:pt x="467382" y="731520"/>
                    </a:cubicBezTo>
                    <a:cubicBezTo>
                      <a:pt x="421662" y="664464"/>
                      <a:pt x="409529" y="513111"/>
                      <a:pt x="330222" y="530352"/>
                    </a:cubicBezTo>
                    <a:cubicBezTo>
                      <a:pt x="129433" y="574002"/>
                      <a:pt x="265516" y="794132"/>
                      <a:pt x="302790" y="868680"/>
                    </a:cubicBezTo>
                    <a:cubicBezTo>
                      <a:pt x="333270" y="832104"/>
                      <a:pt x="355725" y="786956"/>
                      <a:pt x="394230" y="758952"/>
                    </a:cubicBezTo>
                    <a:cubicBezTo>
                      <a:pt x="404394" y="751560"/>
                      <a:pt x="391452" y="791554"/>
                      <a:pt x="403374" y="795528"/>
                    </a:cubicBezTo>
                    <a:cubicBezTo>
                      <a:pt x="418946" y="800719"/>
                      <a:pt x="433854" y="783336"/>
                      <a:pt x="449094" y="777240"/>
                    </a:cubicBezTo>
                    <a:cubicBezTo>
                      <a:pt x="547245" y="949004"/>
                      <a:pt x="428167" y="737211"/>
                      <a:pt x="412518" y="731520"/>
                    </a:cubicBezTo>
                    <a:cubicBezTo>
                      <a:pt x="388044" y="722620"/>
                      <a:pt x="394230" y="780288"/>
                      <a:pt x="385086" y="804672"/>
                    </a:cubicBezTo>
                    <a:cubicBezTo>
                      <a:pt x="403374" y="816864"/>
                      <a:pt x="431628" y="861591"/>
                      <a:pt x="439950" y="841248"/>
                    </a:cubicBezTo>
                    <a:cubicBezTo>
                      <a:pt x="509537" y="671147"/>
                      <a:pt x="496122" y="660984"/>
                      <a:pt x="449094" y="566928"/>
                    </a:cubicBezTo>
                    <a:cubicBezTo>
                      <a:pt x="470430" y="533400"/>
                      <a:pt x="479528" y="487608"/>
                      <a:pt x="513102" y="466344"/>
                    </a:cubicBezTo>
                    <a:cubicBezTo>
                      <a:pt x="603198" y="409283"/>
                      <a:pt x="939463" y="343287"/>
                      <a:pt x="1016022" y="329184"/>
                    </a:cubicBezTo>
                    <a:lnTo>
                      <a:pt x="1363494" y="265176"/>
                    </a:lnTo>
                    <a:cubicBezTo>
                      <a:pt x="1418358" y="268224"/>
                      <a:pt x="1478367" y="250923"/>
                      <a:pt x="1528086" y="274320"/>
                    </a:cubicBezTo>
                    <a:cubicBezTo>
                      <a:pt x="1547587" y="283497"/>
                      <a:pt x="1518942" y="316775"/>
                      <a:pt x="1518942" y="338328"/>
                    </a:cubicBezTo>
                    <a:cubicBezTo>
                      <a:pt x="1518942" y="362902"/>
                      <a:pt x="1524046" y="387241"/>
                      <a:pt x="1528086" y="411480"/>
                    </a:cubicBezTo>
                    <a:cubicBezTo>
                      <a:pt x="1541592" y="492517"/>
                      <a:pt x="1543745" y="503925"/>
                      <a:pt x="1573806" y="576072"/>
                    </a:cubicBezTo>
                    <a:cubicBezTo>
                      <a:pt x="1579049" y="588655"/>
                      <a:pt x="1582455" y="603009"/>
                      <a:pt x="1592094" y="612648"/>
                    </a:cubicBezTo>
                    <a:cubicBezTo>
                      <a:pt x="1598910" y="619464"/>
                      <a:pt x="1610382" y="618744"/>
                      <a:pt x="1619526" y="621792"/>
                    </a:cubicBezTo>
                    <a:cubicBezTo>
                      <a:pt x="1631718" y="643128"/>
                      <a:pt x="1636913" y="670449"/>
                      <a:pt x="1656102" y="685800"/>
                    </a:cubicBezTo>
                    <a:cubicBezTo>
                      <a:pt x="1670580" y="697382"/>
                      <a:pt x="1700682" y="679518"/>
                      <a:pt x="1710966" y="694944"/>
                    </a:cubicBezTo>
                    <a:cubicBezTo>
                      <a:pt x="1720071" y="708601"/>
                      <a:pt x="1705031" y="729855"/>
                      <a:pt x="1692678" y="740664"/>
                    </a:cubicBezTo>
                    <a:cubicBezTo>
                      <a:pt x="1678170" y="753358"/>
                      <a:pt x="1655533" y="751358"/>
                      <a:pt x="1637814" y="758952"/>
                    </a:cubicBezTo>
                    <a:cubicBezTo>
                      <a:pt x="1612756" y="769691"/>
                      <a:pt x="1586472" y="779171"/>
                      <a:pt x="1564662" y="795528"/>
                    </a:cubicBezTo>
                    <a:cubicBezTo>
                      <a:pt x="1451099" y="880700"/>
                      <a:pt x="1443184" y="906447"/>
                      <a:pt x="1326918" y="941832"/>
                    </a:cubicBezTo>
                    <a:cubicBezTo>
                      <a:pt x="1288014" y="953672"/>
                      <a:pt x="1247670" y="960120"/>
                      <a:pt x="1208046" y="969264"/>
                    </a:cubicBezTo>
                    <a:cubicBezTo>
                      <a:pt x="1155769" y="995403"/>
                      <a:pt x="1111184" y="1022005"/>
                      <a:pt x="1052598" y="1033272"/>
                    </a:cubicBezTo>
                    <a:cubicBezTo>
                      <a:pt x="1001363" y="1043125"/>
                      <a:pt x="948966" y="1045464"/>
                      <a:pt x="897150" y="1051560"/>
                    </a:cubicBezTo>
                    <a:cubicBezTo>
                      <a:pt x="824326" y="1043468"/>
                      <a:pt x="721803" y="1043714"/>
                      <a:pt x="650262" y="1005840"/>
                    </a:cubicBezTo>
                    <a:cubicBezTo>
                      <a:pt x="609208" y="984105"/>
                      <a:pt x="553870" y="931250"/>
                      <a:pt x="522246" y="896112"/>
                    </a:cubicBezTo>
                    <a:cubicBezTo>
                      <a:pt x="512051" y="884784"/>
                      <a:pt x="506385" y="869454"/>
                      <a:pt x="494814" y="859536"/>
                    </a:cubicBezTo>
                    <a:cubicBezTo>
                      <a:pt x="484465" y="850665"/>
                      <a:pt x="469704" y="848619"/>
                      <a:pt x="458238" y="841248"/>
                    </a:cubicBezTo>
                    <a:cubicBezTo>
                      <a:pt x="420406" y="816927"/>
                      <a:pt x="319665" y="738991"/>
                      <a:pt x="275358" y="722376"/>
                    </a:cubicBezTo>
                    <a:lnTo>
                      <a:pt x="202206" y="694944"/>
                    </a:lnTo>
                    <a:cubicBezTo>
                      <a:pt x="156561" y="710159"/>
                      <a:pt x="78082" y="723095"/>
                      <a:pt x="92478" y="804672"/>
                    </a:cubicBezTo>
                    <a:cubicBezTo>
                      <a:pt x="98517" y="838896"/>
                      <a:pt x="147342" y="847344"/>
                      <a:pt x="174774" y="868680"/>
                    </a:cubicBezTo>
                    <a:cubicBezTo>
                      <a:pt x="269262" y="844296"/>
                      <a:pt x="404108" y="876722"/>
                      <a:pt x="458238" y="795528"/>
                    </a:cubicBezTo>
                    <a:cubicBezTo>
                      <a:pt x="570087" y="627754"/>
                      <a:pt x="245242" y="683050"/>
                      <a:pt x="220494" y="685800"/>
                    </a:cubicBezTo>
                    <a:cubicBezTo>
                      <a:pt x="185488" y="790818"/>
                      <a:pt x="81289" y="934998"/>
                      <a:pt x="247926" y="1014984"/>
                    </a:cubicBezTo>
                    <a:cubicBezTo>
                      <a:pt x="289960" y="1035160"/>
                      <a:pt x="339366" y="996696"/>
                      <a:pt x="385086" y="987552"/>
                    </a:cubicBezTo>
                    <a:cubicBezTo>
                      <a:pt x="394230" y="935736"/>
                      <a:pt x="439196" y="877456"/>
                      <a:pt x="412518" y="832104"/>
                    </a:cubicBezTo>
                    <a:cubicBezTo>
                      <a:pt x="327943" y="688327"/>
                      <a:pt x="233941" y="683003"/>
                      <a:pt x="110766" y="658368"/>
                    </a:cubicBezTo>
                    <a:cubicBezTo>
                      <a:pt x="60088" y="696377"/>
                      <a:pt x="-105671" y="804051"/>
                      <a:pt x="101622" y="886968"/>
                    </a:cubicBezTo>
                    <a:cubicBezTo>
                      <a:pt x="158222" y="909608"/>
                      <a:pt x="174774" y="789432"/>
                      <a:pt x="211350" y="740664"/>
                    </a:cubicBezTo>
                    <a:cubicBezTo>
                      <a:pt x="139272" y="678883"/>
                      <a:pt x="-3767" y="522882"/>
                      <a:pt x="83334" y="923544"/>
                    </a:cubicBezTo>
                    <a:cubicBezTo>
                      <a:pt x="100330" y="1001724"/>
                      <a:pt x="186966" y="1045464"/>
                      <a:pt x="238782" y="1106424"/>
                    </a:cubicBezTo>
                    <a:cubicBezTo>
                      <a:pt x="318030" y="1057656"/>
                      <a:pt x="420695" y="1034561"/>
                      <a:pt x="476526" y="960120"/>
                    </a:cubicBezTo>
                    <a:cubicBezTo>
                      <a:pt x="621366" y="767000"/>
                      <a:pt x="337863" y="683158"/>
                      <a:pt x="247926" y="630936"/>
                    </a:cubicBezTo>
                    <a:cubicBezTo>
                      <a:pt x="233731" y="622694"/>
                      <a:pt x="217446" y="618744"/>
                      <a:pt x="202206" y="612648"/>
                    </a:cubicBezTo>
                    <a:cubicBezTo>
                      <a:pt x="169272" y="750971"/>
                      <a:pt x="109896" y="823861"/>
                      <a:pt x="220494" y="941832"/>
                    </a:cubicBezTo>
                    <a:cubicBezTo>
                      <a:pt x="237301" y="959759"/>
                      <a:pt x="269262" y="947928"/>
                      <a:pt x="293646" y="950976"/>
                    </a:cubicBezTo>
                    <a:cubicBezTo>
                      <a:pt x="305838" y="899160"/>
                      <a:pt x="327424" y="848685"/>
                      <a:pt x="330222" y="795528"/>
                    </a:cubicBezTo>
                    <a:cubicBezTo>
                      <a:pt x="332777" y="746992"/>
                      <a:pt x="272803" y="795296"/>
                      <a:pt x="275358" y="795528"/>
                    </a:cubicBezTo>
                    <a:cubicBezTo>
                      <a:pt x="317963" y="799401"/>
                      <a:pt x="360754" y="790090"/>
                      <a:pt x="403374" y="786384"/>
                    </a:cubicBezTo>
                    <a:cubicBezTo>
                      <a:pt x="430871" y="783993"/>
                      <a:pt x="458258" y="780465"/>
                      <a:pt x="485670" y="777240"/>
                    </a:cubicBezTo>
                    <a:cubicBezTo>
                      <a:pt x="510075" y="774369"/>
                      <a:pt x="534299" y="769678"/>
                      <a:pt x="558822" y="768096"/>
                    </a:cubicBezTo>
                    <a:cubicBezTo>
                      <a:pt x="628847" y="763578"/>
                      <a:pt x="699030" y="762000"/>
                      <a:pt x="769134" y="758952"/>
                    </a:cubicBezTo>
                    <a:cubicBezTo>
                      <a:pt x="814854" y="752856"/>
                      <a:pt x="860287" y="743950"/>
                      <a:pt x="906294" y="740664"/>
                    </a:cubicBezTo>
                    <a:cubicBezTo>
                      <a:pt x="988437" y="734797"/>
                      <a:pt x="1070932" y="735632"/>
                      <a:pt x="1153182" y="731520"/>
                    </a:cubicBezTo>
                    <a:cubicBezTo>
                      <a:pt x="1245088" y="726925"/>
                      <a:pt x="1264445" y="723327"/>
                      <a:pt x="1345206" y="713232"/>
                    </a:cubicBezTo>
                    <a:cubicBezTo>
                      <a:pt x="1373836" y="703689"/>
                      <a:pt x="1406243" y="691328"/>
                      <a:pt x="1436646" y="685800"/>
                    </a:cubicBezTo>
                    <a:cubicBezTo>
                      <a:pt x="1457851" y="681945"/>
                      <a:pt x="1479318" y="679704"/>
                      <a:pt x="1500654" y="676656"/>
                    </a:cubicBezTo>
                    <a:lnTo>
                      <a:pt x="1555518" y="658368"/>
                    </a:lnTo>
                  </a:path>
                </a:pathLst>
              </a:custGeom>
              <a:noFill/>
              <a:ln w="19050">
                <a:solidFill>
                  <a:srgbClr val="DC4C6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0C5F3E-E2EF-A94A-4566-EAD49787C1D6}"/>
                </a:ext>
              </a:extLst>
            </p:cNvPr>
            <p:cNvSpPr/>
            <p:nvPr/>
          </p:nvSpPr>
          <p:spPr>
            <a:xfrm>
              <a:off x="261370" y="3663634"/>
              <a:ext cx="1242309" cy="13279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5EEE48-1627-4A86-E86F-372008B163E3}"/>
                </a:ext>
              </a:extLst>
            </p:cNvPr>
            <p:cNvSpPr txBox="1"/>
            <p:nvPr/>
          </p:nvSpPr>
          <p:spPr>
            <a:xfrm>
              <a:off x="1134472" y="3768448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AC0440-CFB6-04CF-F283-03E190AD1723}"/>
                </a:ext>
              </a:extLst>
            </p:cNvPr>
            <p:cNvSpPr txBox="1"/>
            <p:nvPr/>
          </p:nvSpPr>
          <p:spPr>
            <a:xfrm>
              <a:off x="-878932" y="4103467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B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B07424F-2567-A475-98AB-EA7C76990827}"/>
                  </a:ext>
                </a:extLst>
              </p14:cNvPr>
              <p14:cNvContentPartPr/>
              <p14:nvPr/>
            </p14:nvContentPartPr>
            <p14:xfrm>
              <a:off x="2790000" y="2568600"/>
              <a:ext cx="765360" cy="3135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B07424F-2567-A475-98AB-EA7C769908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0640" y="2559240"/>
                <a:ext cx="784080" cy="31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113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Template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240"/>
            <a:ext cx="10972800" cy="54457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def my_DandC(problem){</a:t>
            </a:r>
            <a:br>
              <a:rPr lang="en-US" dirty="0"/>
            </a:br>
            <a:r>
              <a:rPr lang="en-US" dirty="0"/>
              <a:t>    // Base Case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problem.size</a:t>
            </a:r>
            <a:r>
              <a:rPr lang="en-US" dirty="0"/>
              <a:t>() &lt;= </a:t>
            </a:r>
            <a:r>
              <a:rPr lang="en-US" dirty="0" err="1"/>
              <a:t>small_value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    return solve(problem);  // directly solve (e.g., brute force)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Divide</a:t>
            </a:r>
          </a:p>
          <a:p>
            <a:pPr marL="0" indent="0">
              <a:buNone/>
            </a:pPr>
            <a:r>
              <a:rPr lang="en-US" dirty="0"/>
              <a:t>    List subproblems = divide(problem);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Conquer</a:t>
            </a:r>
          </a:p>
          <a:p>
            <a:pPr marL="0" indent="0">
              <a:buNone/>
            </a:pPr>
            <a:r>
              <a:rPr lang="en-US" dirty="0"/>
              <a:t>    solutions = new List();</a:t>
            </a:r>
          </a:p>
          <a:p>
            <a:pPr marL="0" indent="0">
              <a:buNone/>
            </a:pPr>
            <a:r>
              <a:rPr lang="en-US" dirty="0"/>
              <a:t>    for (sub : subproblems){</a:t>
            </a:r>
          </a:p>
          <a:p>
            <a:pPr marL="0" indent="0">
              <a:buNone/>
            </a:pPr>
            <a:r>
              <a:rPr lang="en-US" dirty="0"/>
              <a:t>        subsolution = my_DandC(sub);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solutions.add</a:t>
            </a:r>
            <a:r>
              <a:rPr lang="en-US" dirty="0"/>
              <a:t>(</a:t>
            </a:r>
            <a:r>
              <a:rPr lang="en-US" dirty="0" err="1"/>
              <a:t>subsolution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Combine</a:t>
            </a:r>
          </a:p>
          <a:p>
            <a:pPr marL="0" indent="0">
              <a:buNone/>
            </a:pPr>
            <a:r>
              <a:rPr lang="en-US" dirty="0"/>
              <a:t>    return combine(solutions);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53B9F-2FEB-4029-B061-C90B385A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3F8ABB-A01E-AC7D-218B-065769B1D5C7}"/>
                  </a:ext>
                </a:extLst>
              </p14:cNvPr>
              <p14:cNvContentPartPr/>
              <p14:nvPr/>
            </p14:nvContentPartPr>
            <p14:xfrm>
              <a:off x="340920" y="1362240"/>
              <a:ext cx="5610960" cy="487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3F8ABB-A01E-AC7D-218B-065769B1D5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560" y="1352880"/>
                <a:ext cx="5629680" cy="489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27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9680" y="1298448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 is of length 1 or 0, it’s already sorted, so just return it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Sort both lists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 sorted sublists into one sorted list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11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581660" y="1502728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35895E0-AEA0-0940-5D39-646A13B54670}"/>
              </a:ext>
            </a:extLst>
          </p:cNvPr>
          <p:cNvGrpSpPr/>
          <p:nvPr/>
        </p:nvGrpSpPr>
        <p:grpSpPr>
          <a:xfrm>
            <a:off x="143510" y="2620011"/>
            <a:ext cx="2359660" cy="375920"/>
            <a:chOff x="7866380" y="4321811"/>
            <a:chExt cx="235966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9E74BD3-16BD-405D-B960-A8F2C73ADA12}"/>
              </a:ext>
            </a:extLst>
          </p:cNvPr>
          <p:cNvGrpSpPr/>
          <p:nvPr/>
        </p:nvGrpSpPr>
        <p:grpSpPr>
          <a:xfrm>
            <a:off x="143510" y="3929254"/>
            <a:ext cx="2359660" cy="375920"/>
            <a:chOff x="7866380" y="4321811"/>
            <a:chExt cx="2359660" cy="3759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C224A1-B18F-E6A5-748F-A75B1F455D67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CEEEE7-FC40-57CE-4C6B-E3C2648A6C3D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FE4E47-C824-4651-08D3-308F39FAFA47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962A4A-98DB-B15A-FE92-B6E41220439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6CC13B-3743-C67D-1189-37D1268C051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0576FB-AFD1-4D3B-05F0-A0B70A599B7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405945E-100C-6B39-5FD1-BBBE0566368B}"/>
              </a:ext>
            </a:extLst>
          </p:cNvPr>
          <p:cNvGrpSpPr/>
          <p:nvPr/>
        </p:nvGrpSpPr>
        <p:grpSpPr>
          <a:xfrm>
            <a:off x="143510" y="6074982"/>
            <a:ext cx="2258060" cy="375920"/>
            <a:chOff x="7967980" y="4321811"/>
            <a:chExt cx="2258060" cy="3759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3690BB-76CB-BAFE-26B3-260B537AE2D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23CC625-C6EE-939F-59C6-8FDBF827024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4D7055-02F7-A906-4A01-24889BAD2921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6CC5D9E-F542-E42E-4C24-9E7DC23692C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B29DFD-1138-7F9E-DB14-8EC859E21220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A2089A-AFB5-4C8F-9B13-2BCC0A93AEA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9760A4B-C884-D45E-2DBC-75690FDA2811}"/>
              </a:ext>
            </a:extLst>
          </p:cNvPr>
          <p:cNvCxnSpPr>
            <a:cxnSpLocks/>
            <a:stCxn id="101" idx="2"/>
            <a:endCxn id="86" idx="0"/>
          </p:cNvCxnSpPr>
          <p:nvPr/>
        </p:nvCxnSpPr>
        <p:spPr>
          <a:xfrm flipH="1">
            <a:off x="331470" y="5628831"/>
            <a:ext cx="12306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329B-B184-BF44-2E73-57E81568BE4A}"/>
              </a:ext>
            </a:extLst>
          </p:cNvPr>
          <p:cNvGrpSpPr/>
          <p:nvPr/>
        </p:nvGrpSpPr>
        <p:grpSpPr>
          <a:xfrm>
            <a:off x="142240" y="5252911"/>
            <a:ext cx="2359660" cy="375920"/>
            <a:chOff x="7866380" y="4321811"/>
            <a:chExt cx="2359660" cy="37592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9926A6-DCE4-B48F-A5CB-5F011A4C0C72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D879902-45E2-374E-6352-92BEFC1772DA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AC80FF-CC9B-8C57-D4EB-B9F52B08CF79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F991359-E10F-1CEE-641D-4D6B0901C70B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42204-CC9B-292C-960C-FB3A9E83AD73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38750F-0C93-3541-CBB6-23133514AD7D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02132B9-9C9F-E2DC-3604-45581B49A1B6}"/>
              </a:ext>
            </a:extLst>
          </p:cNvPr>
          <p:cNvCxnSpPr>
            <a:cxnSpLocks/>
            <a:stCxn id="97" idx="2"/>
            <a:endCxn id="87" idx="0"/>
          </p:cNvCxnSpPr>
          <p:nvPr/>
        </p:nvCxnSpPr>
        <p:spPr>
          <a:xfrm>
            <a:off x="330200" y="5628831"/>
            <a:ext cx="37719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8AB2DD9-25E5-A2C3-5B30-1A2098D2A7B5}"/>
              </a:ext>
            </a:extLst>
          </p:cNvPr>
          <p:cNvCxnSpPr>
            <a:cxnSpLocks/>
            <a:stCxn id="102" idx="2"/>
            <a:endCxn id="88" idx="0"/>
          </p:cNvCxnSpPr>
          <p:nvPr/>
        </p:nvCxnSpPr>
        <p:spPr>
          <a:xfrm flipH="1">
            <a:off x="1085850" y="5628831"/>
            <a:ext cx="85217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4C6B2E-65E1-999F-AE4C-0C9B90029F04}"/>
              </a:ext>
            </a:extLst>
          </p:cNvPr>
          <p:cNvCxnSpPr>
            <a:cxnSpLocks/>
            <a:stCxn id="99" idx="2"/>
            <a:endCxn id="89" idx="0"/>
          </p:cNvCxnSpPr>
          <p:nvPr/>
        </p:nvCxnSpPr>
        <p:spPr>
          <a:xfrm>
            <a:off x="706120" y="5628831"/>
            <a:ext cx="75565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BF20938-E610-9740-E5E4-C2A73A8D0BB5}"/>
              </a:ext>
            </a:extLst>
          </p:cNvPr>
          <p:cNvCxnSpPr>
            <a:cxnSpLocks/>
            <a:stCxn id="100" idx="2"/>
            <a:endCxn id="90" idx="0"/>
          </p:cNvCxnSpPr>
          <p:nvPr/>
        </p:nvCxnSpPr>
        <p:spPr>
          <a:xfrm>
            <a:off x="1084580" y="5628831"/>
            <a:ext cx="75311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660D801-269E-358E-2F73-D1FECEE60AAA}"/>
              </a:ext>
            </a:extLst>
          </p:cNvPr>
          <p:cNvCxnSpPr>
            <a:cxnSpLocks/>
            <a:stCxn id="103" idx="2"/>
            <a:endCxn id="91" idx="0"/>
          </p:cNvCxnSpPr>
          <p:nvPr/>
        </p:nvCxnSpPr>
        <p:spPr>
          <a:xfrm flipH="1">
            <a:off x="2213610" y="5628831"/>
            <a:ext cx="1003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6D3F6B-1482-3506-6B0A-22C61746A099}"/>
                  </a:ext>
                </a:extLst>
              </p14:cNvPr>
              <p14:cNvContentPartPr/>
              <p14:nvPr/>
            </p14:nvContentPartPr>
            <p14:xfrm>
              <a:off x="639000" y="1494000"/>
              <a:ext cx="6256080" cy="343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6D3F6B-1482-3506-6B0A-22C61746A0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640" y="1484640"/>
                <a:ext cx="6274800" cy="345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5342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In Action!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4DCCF6-BB83-4EE3-BC80-0BFBFF244782}"/>
              </a:ext>
            </a:extLst>
          </p:cNvPr>
          <p:cNvGrpSpPr/>
          <p:nvPr/>
        </p:nvGrpSpPr>
        <p:grpSpPr>
          <a:xfrm>
            <a:off x="2876550" y="2056448"/>
            <a:ext cx="5862824" cy="732853"/>
            <a:chOff x="641350" y="2386266"/>
            <a:chExt cx="5862824" cy="7328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88C230-FD3C-EA40-210A-BFFCADEDCFB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8F41F6-3204-607E-164A-DCA6BA90C383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076EE9-0D45-1598-39E4-88A91E3187FC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F75015-E664-CC9C-4594-D28BA01E463F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7EF827-6599-548F-5C3D-8292DB144B00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9FB8D4-ECC1-E1AB-E075-8F7CCE064CB4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B24EE8-88B6-5BE1-2240-D58005BAE911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96B498-5386-7132-97CB-04CACDCC3646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/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Sort between indices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blipFill>
                <a:blip r:embed="rId2"/>
                <a:stretch>
                  <a:fillRect l="-112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/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/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/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Base Case: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==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then that range is already sorted!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blipFill>
                <a:blip r:embed="rId5"/>
                <a:stretch>
                  <a:fillRect l="-68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/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Divide and Conquer: Otherwise call </a:t>
                </a:r>
                <a:r>
                  <a:rPr lang="en-US" sz="2000" dirty="0" err="1"/>
                  <a:t>mergesort</a:t>
                </a:r>
                <a:r>
                  <a:rPr lang="en-US" sz="2000" dirty="0"/>
                  <a:t> on ranges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blipFill>
                <a:blip r:embed="rId6"/>
                <a:stretch>
                  <a:fillRect l="-55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C4954-18C7-146E-6B7E-0D9D212CA13A}"/>
              </a:ext>
            </a:extLst>
          </p:cNvPr>
          <p:cNvGrpSpPr/>
          <p:nvPr/>
        </p:nvGrpSpPr>
        <p:grpSpPr>
          <a:xfrm>
            <a:off x="2653030" y="4199677"/>
            <a:ext cx="5862824" cy="732853"/>
            <a:chOff x="641350" y="2386266"/>
            <a:chExt cx="5862824" cy="7328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3E3FFF-3C3A-E76C-6E22-3C2489A65651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AB53C9-518C-D320-CF21-4B4CD17CFE26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232457-E7F3-9FA4-E6AF-0C289F508761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C181DA-77E2-6D0D-BF2D-D935A61F7614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CBE20-1325-540C-60C6-0FE22059A639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A68CC84-471E-C966-DB8A-1C5F1B77A5AB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6BC1D1-46F1-7544-E4DA-77766CBBE52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03EE08D-8601-013B-E0A7-546F75941260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/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/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/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/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F4245F-E847-1743-85A7-9C67FC224BB0}"/>
              </a:ext>
            </a:extLst>
          </p:cNvPr>
          <p:cNvCxnSpPr>
            <a:cxnSpLocks/>
          </p:cNvCxnSpPr>
          <p:nvPr/>
        </p:nvCxnSpPr>
        <p:spPr>
          <a:xfrm>
            <a:off x="5584442" y="4002150"/>
            <a:ext cx="0" cy="150457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963E52-A4AF-852A-B21B-7A42B4E5386D}"/>
              </a:ext>
            </a:extLst>
          </p:cNvPr>
          <p:cNvGrpSpPr/>
          <p:nvPr/>
        </p:nvGrpSpPr>
        <p:grpSpPr>
          <a:xfrm>
            <a:off x="2653030" y="5672099"/>
            <a:ext cx="5862824" cy="732853"/>
            <a:chOff x="641350" y="2386266"/>
            <a:chExt cx="5862824" cy="73285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3B02481-CF61-EF96-5453-7FB12E7F13A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FBB41E-AADC-E1A6-BE95-E0C85FDAB6B1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B7869A1-7679-DE17-3E60-8B50A6C4B0A2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04867C-4660-98C8-256D-C98F0EC9A42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952717D-A7A0-6046-1A59-D0F84BB09A6B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E4CCB4-9A64-FBB8-098E-EB736A9DC5E9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588CFB-6886-B3E4-F149-27A460466F7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3A6B9B3-683B-B245-2120-B6C97C6C0119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/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/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14B858A-911D-26ED-6F2B-0FF5014A4F19}"/>
              </a:ext>
            </a:extLst>
          </p:cNvPr>
          <p:cNvSpPr txBox="1"/>
          <p:nvPr/>
        </p:nvSpPr>
        <p:spPr>
          <a:xfrm>
            <a:off x="312257" y="5763351"/>
            <a:ext cx="1099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Recursion: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87B624-54A3-4103-E77B-E13A16C57D1B}"/>
                  </a:ext>
                </a:extLst>
              </p14:cNvPr>
              <p14:cNvContentPartPr/>
              <p14:nvPr/>
            </p14:nvContentPartPr>
            <p14:xfrm>
              <a:off x="543960" y="1613520"/>
              <a:ext cx="8277840" cy="407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87B624-54A3-4103-E77B-E13A16C57D1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4600" y="1604160"/>
                <a:ext cx="8296560" cy="40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213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F328-04B6-E91F-1000-0492DC56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(the combine part)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FF776E-9504-C0D2-67B4-434D98EAE99C}"/>
              </a:ext>
            </a:extLst>
          </p:cNvPr>
          <p:cNvGrpSpPr/>
          <p:nvPr/>
        </p:nvGrpSpPr>
        <p:grpSpPr>
          <a:xfrm>
            <a:off x="2957830" y="1516659"/>
            <a:ext cx="5862824" cy="732853"/>
            <a:chOff x="641350" y="2386266"/>
            <a:chExt cx="5862824" cy="7328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6EB25A-86A2-872F-96C0-79FF2C7F32DE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142F12-2080-CB61-8D64-C197A6CB325F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2AFA11-63FF-C162-E977-EAE405F3B96B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7859EA-E4DB-A2C3-44F9-06E320A8401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2363DB-D76A-72A7-ABE8-0D90E1ACB543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CD79CE-539B-7DD5-551C-9E0EE3379200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963F99-4075-ED57-903C-7E402901C503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B90353-0F02-1988-D3A5-C06BC70A33DC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/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/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A0072-DA42-358D-2313-C589B2C2A62B}"/>
              </a:ext>
            </a:extLst>
          </p:cNvPr>
          <p:cNvGrpSpPr/>
          <p:nvPr/>
        </p:nvGrpSpPr>
        <p:grpSpPr>
          <a:xfrm>
            <a:off x="2957830" y="3015897"/>
            <a:ext cx="5862824" cy="732853"/>
            <a:chOff x="641350" y="2386266"/>
            <a:chExt cx="5862824" cy="73285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85D454-719B-702F-2281-4A10415E7000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EF5804-408E-6879-D613-7044DEA0BF49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D21588-F912-24DA-B6A5-5E6B9C42EEE5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C151A5-A2A2-1312-39BF-4FADA5F73B4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B5ADAB-0AAF-740B-A52A-771577FB164D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3AD86E-0BE4-0ED4-ABD9-55F9BA416BC8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3FE899-1FCC-9493-9EA2-45ABB23DF07B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47FEB0-46B7-71E2-6A76-89C06FCA5695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/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/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>
            <a:extLst>
              <a:ext uri="{FF2B5EF4-FFF2-40B4-BE49-F238E27FC236}">
                <a16:creationId xmlns:a16="http://schemas.microsoft.com/office/drawing/2014/main" id="{C4B62DBB-53B8-EA2D-12CE-AAFE2075A980}"/>
              </a:ext>
            </a:extLst>
          </p:cNvPr>
          <p:cNvSpPr/>
          <p:nvPr/>
        </p:nvSpPr>
        <p:spPr>
          <a:xfrm rot="18941864">
            <a:off x="224668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 next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1982206-BF5B-A2CF-DE7D-8C5F945BC8DA}"/>
              </a:ext>
            </a:extLst>
          </p:cNvPr>
          <p:cNvSpPr/>
          <p:nvPr/>
        </p:nvSpPr>
        <p:spPr>
          <a:xfrm rot="18941864">
            <a:off x="525721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 next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66399B5-9CA7-FF10-921D-A115ADA6102E}"/>
              </a:ext>
            </a:extLst>
          </p:cNvPr>
          <p:cNvSpPr/>
          <p:nvPr/>
        </p:nvSpPr>
        <p:spPr>
          <a:xfrm rot="18941864">
            <a:off x="2218888" y="3763798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next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0C5B3-F308-4ACC-3D1F-6D7C299211BC}"/>
              </a:ext>
            </a:extLst>
          </p:cNvPr>
          <p:cNvSpPr txBox="1"/>
          <p:nvPr/>
        </p:nvSpPr>
        <p:spPr>
          <a:xfrm>
            <a:off x="49304" y="4568149"/>
            <a:ext cx="76720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a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new array to merge into</a:t>
            </a:r>
            <a:r>
              <a:rPr lang="en-US" sz="2000" dirty="0"/>
              <a:t>, and 3 pointers/indices: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/>
              <a:t>: the smallest “unmerged” thing on the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/>
              <a:t>: the smallest “unmerged” thing on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: where the next smallest thing goes in the merged array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73BD5-9BD6-6F1A-701B-4FB3D2049E9F}"/>
              </a:ext>
            </a:extLst>
          </p:cNvPr>
          <p:cNvSpPr txBox="1"/>
          <p:nvPr/>
        </p:nvSpPr>
        <p:spPr>
          <a:xfrm>
            <a:off x="1" y="6046003"/>
            <a:ext cx="695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One-by-one: put the smallest of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into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, then advance both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whichever of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L/R </a:t>
            </a:r>
            <a:r>
              <a:rPr lang="en-US" sz="2000" dirty="0"/>
              <a:t>was used.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99DB91-B6C7-A715-4CC9-C61EDB35F000}"/>
                  </a:ext>
                </a:extLst>
              </p14:cNvPr>
              <p14:cNvContentPartPr/>
              <p14:nvPr/>
            </p14:nvContentPartPr>
            <p14:xfrm>
              <a:off x="1994040" y="2164680"/>
              <a:ext cx="7939800" cy="231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699DB91-B6C7-A715-4CC9-C61EDB35F0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84680" y="2155320"/>
                <a:ext cx="7958520" cy="23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918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1120"/>
            <a:ext cx="10972800" cy="5516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mergesort(</a:t>
            </a:r>
            <a:r>
              <a:rPr lang="en-US" dirty="0" err="1"/>
              <a:t>myArray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0, </a:t>
            </a:r>
            <a:r>
              <a:rPr lang="en-US" dirty="0" err="1"/>
              <a:t>myArray.length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mshelper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low, high){</a:t>
            </a:r>
          </a:p>
          <a:p>
            <a:pPr marL="0" indent="0">
              <a:buNone/>
            </a:pPr>
            <a:r>
              <a:rPr lang="en-US" dirty="0"/>
              <a:t>	if (low == high){return;}  // Base Case</a:t>
            </a:r>
          </a:p>
          <a:p>
            <a:pPr marL="0" indent="0">
              <a:buNone/>
            </a:pPr>
            <a:r>
              <a:rPr lang="en-US" dirty="0"/>
              <a:t>	mid = (</a:t>
            </a:r>
            <a:r>
              <a:rPr lang="en-US" dirty="0" err="1"/>
              <a:t>low+high</a:t>
            </a:r>
            <a:r>
              <a:rPr lang="en-US" dirty="0"/>
              <a:t>)/2;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(low, mid);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(mid+1, high);</a:t>
            </a:r>
          </a:p>
          <a:p>
            <a:pPr marL="0" indent="0">
              <a:buNone/>
            </a:pPr>
            <a:r>
              <a:rPr lang="en-US" dirty="0"/>
              <a:t>	merge(</a:t>
            </a:r>
            <a:r>
              <a:rPr lang="en-US" dirty="0" err="1"/>
              <a:t>myArray</a:t>
            </a:r>
            <a:r>
              <a:rPr lang="en-US" dirty="0"/>
              <a:t>, low, mid, high);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27835-8A41-4D7F-A2BA-C58F37B1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2C2141-2909-32B8-2360-3F01D061CB09}"/>
                  </a:ext>
                </a:extLst>
              </p14:cNvPr>
              <p14:cNvContentPartPr/>
              <p14:nvPr/>
            </p14:nvContentPartPr>
            <p14:xfrm>
              <a:off x="528480" y="1194120"/>
              <a:ext cx="492120" cy="508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2C2141-2909-32B8-2360-3F01D061CB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120" y="1184760"/>
                <a:ext cx="510840" cy="510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72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55B0-6D93-98AC-8022-6107AB6D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6235"/>
            <a:ext cx="10515600" cy="1325563"/>
          </a:xfrm>
        </p:spPr>
        <p:txBody>
          <a:bodyPr/>
          <a:lstStyle/>
          <a:p>
            <a:r>
              <a:rPr lang="en-US" dirty="0"/>
              <a:t>Merge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CFEC-8CB0-8275-D534-1D938B3A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280"/>
            <a:ext cx="10515600" cy="62687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merge(</a:t>
            </a:r>
            <a:r>
              <a:rPr lang="en-US" dirty="0" err="1"/>
              <a:t>myArray</a:t>
            </a:r>
            <a:r>
              <a:rPr lang="en-US" dirty="0"/>
              <a:t>, low, mid, high){</a:t>
            </a:r>
          </a:p>
          <a:p>
            <a:pPr marL="0" indent="0">
              <a:buNone/>
            </a:pPr>
            <a:r>
              <a:rPr lang="en-US" dirty="0"/>
              <a:t>	merged = new int[high-low+1]; // or whatever type is in </a:t>
            </a:r>
            <a:r>
              <a:rPr lang="en-US" dirty="0" err="1"/>
              <a:t>myArray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l_next</a:t>
            </a:r>
            <a:r>
              <a:rPr lang="en-US" dirty="0"/>
              <a:t> = low;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r_next</a:t>
            </a:r>
            <a:r>
              <a:rPr lang="en-US" dirty="0"/>
              <a:t> = high;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m_next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 &amp;&amp; </a:t>
            </a:r>
            <a:r>
              <a:rPr lang="en-US" dirty="0" err="1"/>
              <a:t>r_next</a:t>
            </a:r>
            <a:r>
              <a:rPr lang="en-US" dirty="0"/>
              <a:t> &lt;= high){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] &lt;=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]){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mid){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 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r_next</a:t>
            </a:r>
            <a:r>
              <a:rPr lang="en-US" dirty="0"/>
              <a:t> &lt;= high){ 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 } 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&lt;=</a:t>
            </a:r>
            <a:r>
              <a:rPr lang="en-US" dirty="0" err="1"/>
              <a:t>merged.length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i+low</a:t>
            </a:r>
            <a:r>
              <a:rPr lang="en-US" dirty="0"/>
              <a:t>] = merged[</a:t>
            </a:r>
            <a:r>
              <a:rPr lang="en-US" dirty="0" err="1"/>
              <a:t>i</a:t>
            </a:r>
            <a:r>
              <a:rPr lang="en-US" dirty="0"/>
              <a:t>];}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0148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time required to Divide and Combine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all subproblems and their sizes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recurrence relation to express recursive running time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Solve and express running time asymptotically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Divide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comparisons 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Conquer</a:t>
                </a:r>
                <a:r>
                  <a:rPr lang="en-US" b="1" dirty="0"/>
                  <a:t>: </a:t>
                </a:r>
                <a:r>
                  <a:rPr lang="en-US" dirty="0"/>
                  <a:t>recursively sort two lists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Combine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comparisons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/>
                  <a:t>Recurrence: </a:t>
                </a:r>
                <a:endParaRPr lang="en-US" b="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  <a:blipFill>
                <a:blip r:embed="rId2"/>
                <a:stretch>
                  <a:fillRect l="-1000" t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1EEF7-A61B-43A8-8DFB-C2332B28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0ECFAA-079A-AB0D-7D71-A9948FDFE966}"/>
                  </a:ext>
                </a:extLst>
              </p14:cNvPr>
              <p14:cNvContentPartPr/>
              <p14:nvPr/>
            </p14:nvContentPartPr>
            <p14:xfrm>
              <a:off x="1047600" y="6040440"/>
              <a:ext cx="593640" cy="31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0ECFAA-079A-AB0D-7D71-A9948FDFE9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8240" y="6031080"/>
                <a:ext cx="612360" cy="3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69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accent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comparisons /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blipFill>
                <a:blip r:embed="rId2"/>
                <a:stretch>
                  <a:fillRect t="-15000" b="-325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r>
                        <a:rPr lang="en-US" sz="2400" i="1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 )+</m:t>
                      </m:r>
                      <m:r>
                        <a:rPr lang="en-US" sz="24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  <a:blipFill>
                <a:blip r:embed="rId6"/>
                <a:stretch>
                  <a:fillRect t="-96104" b="-150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27463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94101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336-958B-F73C-23DD-A712A1D0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BF59-DF2A-6E9B-261C-F8C2142E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95523-78E6-BC2B-D426-8B9B63399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 second array to merge into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Running time is the same regardless of original list’s order</a:t>
                </a:r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all elements before we can divide</a:t>
                </a:r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When merging, and there’s a tie, choose the element from the left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95523-78E6-BC2B-D426-8B9B63399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0F635C-B227-E7F5-6A7C-0F2FEFFF2BAD}"/>
                  </a:ext>
                </a:extLst>
              </p14:cNvPr>
              <p14:cNvContentPartPr/>
              <p14:nvPr/>
            </p14:nvContentPartPr>
            <p14:xfrm>
              <a:off x="436320" y="2014560"/>
              <a:ext cx="857520" cy="4011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0F635C-B227-E7F5-6A7C-0F2FEFFF2B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960" y="2005200"/>
                <a:ext cx="876240" cy="402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952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Like </a:t>
                </a:r>
                <a:r>
                  <a:rPr lang="en-US" b="0" dirty="0" err="1"/>
                  <a:t>Mergesort</a:t>
                </a:r>
                <a:r>
                  <a:rPr lang="en-US" b="0" dirty="0"/>
                  <a:t>:</a:t>
                </a:r>
              </a:p>
              <a:p>
                <a:pPr lvl="1"/>
                <a:r>
                  <a:rPr lang="en-US" dirty="0"/>
                  <a:t>Divide and conquer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run time (kind of…)</a:t>
                </a:r>
              </a:p>
              <a:p>
                <a:r>
                  <a:rPr lang="en-US" dirty="0"/>
                  <a:t>Unlike </a:t>
                </a:r>
                <a:r>
                  <a:rPr lang="en-US" dirty="0" err="1"/>
                  <a:t>Mergesort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Divide step is the “hard” part</a:t>
                </a:r>
              </a:p>
              <a:p>
                <a:pPr lvl="1"/>
                <a:r>
                  <a:rPr lang="en-US" i="1" dirty="0"/>
                  <a:t>Typically</a:t>
                </a:r>
                <a:r>
                  <a:rPr lang="en-US" dirty="0"/>
                  <a:t> faster than </a:t>
                </a:r>
                <a:r>
                  <a:rPr lang="en-US" dirty="0" err="1"/>
                  <a:t>Mergesort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C0DFDE-AE15-97E3-645E-5FA504434BCF}"/>
                  </a:ext>
                </a:extLst>
              </p14:cNvPr>
              <p14:cNvContentPartPr/>
              <p14:nvPr/>
            </p14:nvContentPartPr>
            <p14:xfrm>
              <a:off x="1468800" y="2363400"/>
              <a:ext cx="4145040" cy="2051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C0DFDE-AE15-97E3-645E-5FA504434B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9440" y="2354040"/>
                <a:ext cx="4163760" cy="20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491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Idea: pick a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element, recursively sort two </a:t>
                </a:r>
                <a:r>
                  <a:rPr lang="en-US" dirty="0" err="1"/>
                  <a:t>sublists</a:t>
                </a:r>
                <a:r>
                  <a:rPr lang="en-US" dirty="0"/>
                  <a:t> around that element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Divide: </a:t>
                </a:r>
                <a:r>
                  <a:rPr lang="en-US" dirty="0"/>
                  <a:t>select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FF33CC"/>
                    </a:solidFill>
                  </a:rPr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Conquer: </a:t>
                </a:r>
                <a:r>
                  <a:rPr lang="en-US" dirty="0"/>
                  <a:t>recursively sort left and right </a:t>
                </a:r>
                <a:r>
                  <a:rPr lang="en-US" dirty="0" err="1"/>
                  <a:t>sublists</a:t>
                </a:r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Combine: </a:t>
                </a:r>
                <a:r>
                  <a:rPr lang="en-US" dirty="0"/>
                  <a:t>Nothing!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60CEAA-CAA1-C622-9FF6-C81A254A5CCF}"/>
                  </a:ext>
                </a:extLst>
              </p14:cNvPr>
              <p14:cNvContentPartPr/>
              <p14:nvPr/>
            </p14:nvContentPartPr>
            <p14:xfrm>
              <a:off x="1060200" y="2553480"/>
              <a:ext cx="6440400" cy="1858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60CEAA-CAA1-C622-9FF6-C81A254A5C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0840" y="2544120"/>
                <a:ext cx="6459120" cy="18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3612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(Divide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Given: a list, </a:t>
                </a:r>
                <a:r>
                  <a:rPr lang="en-US" dirty="0">
                    <a:solidFill>
                      <a:srgbClr val="FF33CC"/>
                    </a:solidFill>
                  </a:rPr>
                  <a:t>a pivot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FF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  <a:blipFill>
                <a:blip r:embed="rId2"/>
                <a:stretch>
                  <a:fillRect l="-2526" t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09800" y="30480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71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5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9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79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13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47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87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21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55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476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 txBox="1">
                <a:spLocks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Goal: All elements</a:t>
                </a:r>
                <a:r>
                  <a:rPr lang="en-US" dirty="0">
                    <a:solidFill>
                      <a:srgbClr val="FFCC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on left, all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on right</a:t>
                </a: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  <a:blipFill>
                <a:blip r:embed="rId3"/>
                <a:stretch>
                  <a:fillRect l="-1821" t="-1111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/>
          <p:cNvSpPr txBox="1">
            <a:spLocks/>
          </p:cNvSpPr>
          <p:nvPr/>
        </p:nvSpPr>
        <p:spPr>
          <a:xfrm>
            <a:off x="1905000" y="2362200"/>
            <a:ext cx="6019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Start: unordered list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098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71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5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9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79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13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4738" y="54102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87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121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55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9476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5C7FB3B-1E36-1D87-7B5E-669D9DA07B65}"/>
                  </a:ext>
                </a:extLst>
              </p14:cNvPr>
              <p14:cNvContentPartPr/>
              <p14:nvPr/>
            </p14:nvContentPartPr>
            <p14:xfrm>
              <a:off x="534600" y="2158560"/>
              <a:ext cx="5795280" cy="3459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5C7FB3B-1E36-1D87-7B5E-669D9DA07B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240" y="2149200"/>
                <a:ext cx="5814000" cy="34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6780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969524" y="2743200"/>
            <a:ext cx="6403076" cy="533400"/>
            <a:chOff x="1445524" y="2895600"/>
            <a:chExt cx="6403076" cy="533400"/>
          </a:xfrm>
        </p:grpSpPr>
        <p:sp>
          <p:nvSpPr>
            <p:cNvPr id="5" name="Rectangle 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17" name="Down Arrow 16"/>
          <p:cNvSpPr/>
          <p:nvPr/>
        </p:nvSpPr>
        <p:spPr>
          <a:xfrm>
            <a:off x="3636274" y="23241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972550" y="2328649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971513" y="3843551"/>
            <a:ext cx="6403076" cy="533400"/>
            <a:chOff x="1445524" y="2895600"/>
            <a:chExt cx="6403076" cy="533400"/>
          </a:xfrm>
        </p:grpSpPr>
        <p:sp>
          <p:nvSpPr>
            <p:cNvPr id="22" name="Rectangle 2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34" name="Down Arrow 33"/>
          <p:cNvSpPr/>
          <p:nvPr/>
        </p:nvSpPr>
        <p:spPr>
          <a:xfrm>
            <a:off x="4170243" y="346255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8974539" y="3429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2990563" y="4910351"/>
            <a:ext cx="6403076" cy="533400"/>
            <a:chOff x="1445524" y="2895600"/>
            <a:chExt cx="6403076" cy="533400"/>
          </a:xfrm>
        </p:grpSpPr>
        <p:sp>
          <p:nvSpPr>
            <p:cNvPr id="37" name="Rectangle 3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9" name="Down Arrow 48"/>
          <p:cNvSpPr/>
          <p:nvPr/>
        </p:nvSpPr>
        <p:spPr>
          <a:xfrm>
            <a:off x="5237043" y="454470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>
            <a:off x="8993589" y="44958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969524" y="6073824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5216004" y="5708179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459620" y="5692824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40CBE7-7662-9A43-8FFB-1919AA0B6D4A}"/>
                  </a:ext>
                </a:extLst>
              </p14:cNvPr>
              <p14:cNvContentPartPr/>
              <p14:nvPr/>
            </p14:nvContentPartPr>
            <p14:xfrm>
              <a:off x="2083320" y="2063520"/>
              <a:ext cx="7466760" cy="141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40CBE7-7662-9A43-8FFB-1919AA0B6D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3960" y="2054160"/>
                <a:ext cx="7485480" cy="143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87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49" grpId="0" animBg="1"/>
      <p:bldP spid="50" grpId="0" animBg="1"/>
      <p:bldP spid="64" grpId="0" animBg="1"/>
      <p:bldP spid="6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649938" y="2667000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4896418" y="2301355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140034" y="2286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2649938" y="3758821"/>
            <a:ext cx="6403076" cy="533400"/>
            <a:chOff x="1445524" y="2895600"/>
            <a:chExt cx="6403076" cy="533400"/>
          </a:xfrm>
        </p:grpSpPr>
        <p:sp>
          <p:nvSpPr>
            <p:cNvPr id="67" name="Rectangle 6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79" name="Down Arrow 78"/>
          <p:cNvSpPr/>
          <p:nvPr/>
        </p:nvSpPr>
        <p:spPr>
          <a:xfrm>
            <a:off x="4896418" y="33931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Down Arrow 79"/>
          <p:cNvSpPr/>
          <p:nvPr/>
        </p:nvSpPr>
        <p:spPr>
          <a:xfrm>
            <a:off x="7585595" y="337782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/>
          <p:cNvGrpSpPr/>
          <p:nvPr/>
        </p:nvGrpSpPr>
        <p:grpSpPr>
          <a:xfrm>
            <a:off x="2649938" y="4825621"/>
            <a:ext cx="6403076" cy="533400"/>
            <a:chOff x="1445524" y="2895600"/>
            <a:chExt cx="6403076" cy="533400"/>
          </a:xfrm>
        </p:grpSpPr>
        <p:sp>
          <p:nvSpPr>
            <p:cNvPr id="82" name="Rectangle 8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94" name="Down Arrow 93"/>
          <p:cNvSpPr/>
          <p:nvPr/>
        </p:nvSpPr>
        <p:spPr>
          <a:xfrm>
            <a:off x="4896418" y="44599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/>
          <p:cNvSpPr/>
          <p:nvPr/>
        </p:nvSpPr>
        <p:spPr>
          <a:xfrm>
            <a:off x="7585595" y="4459976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2649938" y="5867400"/>
            <a:ext cx="6403076" cy="533400"/>
            <a:chOff x="1445524" y="2895600"/>
            <a:chExt cx="6403076" cy="533400"/>
          </a:xfrm>
        </p:grpSpPr>
        <p:sp>
          <p:nvSpPr>
            <p:cNvPr id="97" name="Rectangle 9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09" name="Down Arrow 108"/>
          <p:cNvSpPr/>
          <p:nvPr/>
        </p:nvSpPr>
        <p:spPr>
          <a:xfrm>
            <a:off x="5451426" y="548583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/>
          <p:cNvSpPr/>
          <p:nvPr/>
        </p:nvSpPr>
        <p:spPr>
          <a:xfrm>
            <a:off x="7585595" y="548583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C0086E7-8C2F-FA6D-FBEB-411A8519EB2F}"/>
              </a:ext>
            </a:extLst>
          </p:cNvPr>
          <p:cNvSpPr txBox="1">
            <a:spLocks/>
          </p:cNvSpPr>
          <p:nvPr/>
        </p:nvSpPr>
        <p:spPr>
          <a:xfrm>
            <a:off x="37929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Partition, Procedure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85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94" grpId="0" animBg="1"/>
      <p:bldP spid="95" grpId="0" animBg="1"/>
      <p:bldP spid="109" grpId="0" animBg="1"/>
      <p:bldP spid="1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7930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400227" y="244181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6526186" y="244693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1: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4000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416723" y="494788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6542682" y="4953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D196EAA-752A-A93B-2999-105C81B2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59E298-141D-FF3D-5A4E-DFCA6436E3DF}"/>
                  </a:ext>
                </a:extLst>
              </p14:cNvPr>
              <p14:cNvContentPartPr/>
              <p14:nvPr/>
            </p14:nvContentPartPr>
            <p14:xfrm>
              <a:off x="2765160" y="2115720"/>
              <a:ext cx="3853440" cy="63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59E298-141D-FF3D-5A4E-DFCA6436E3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5800" y="2106360"/>
                <a:ext cx="3872160" cy="65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611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4518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926236" y="24384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7052195" y="244351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2: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0588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915718" y="494447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7041677" y="494958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FDFDB077-B10F-EDCC-4F41-BD481BF3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96964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 </a:t>
                </a:r>
                <a:r>
                  <a:rPr lang="en-US" dirty="0"/>
                  <a:t>at beginning of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a pointer (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) just after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and a pointer (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) at the end of the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While </a:t>
                </a:r>
                <a:r>
                  <a:rPr lang="en-US" dirty="0">
                    <a:solidFill>
                      <a:srgbClr val="FFC000"/>
                    </a:solidFill>
                  </a:rPr>
                  <a:t>Begin </a:t>
                </a:r>
                <a:r>
                  <a:rPr lang="en-US" dirty="0"/>
                  <a:t>&lt; </a:t>
                </a:r>
                <a:r>
                  <a:rPr lang="en-US" dirty="0">
                    <a:solidFill>
                      <a:srgbClr val="0070C0"/>
                    </a:solidFill>
                  </a:rPr>
                  <a:t>End: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&lt;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pointers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: 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Else If pointers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: 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153400" y="6015693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Run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blipFill>
                <a:blip r:embed="rId3"/>
                <a:stretch>
                  <a:fillRect r="-243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49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Conquer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2514600" y="5229710"/>
            <a:ext cx="8229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Recursively sort </a:t>
            </a:r>
            <a:r>
              <a:rPr lang="en-US" dirty="0">
                <a:solidFill>
                  <a:srgbClr val="FFC000"/>
                </a:solidFill>
              </a:rPr>
              <a:t>Left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</a:t>
            </a:r>
            <a:r>
              <a:rPr lang="en-US" dirty="0" err="1"/>
              <a:t>sublists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04910" y="14478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8" name="Right Brace 17"/>
          <p:cNvSpPr/>
          <p:nvPr/>
        </p:nvSpPr>
        <p:spPr>
          <a:xfrm rot="5400000">
            <a:off x="4246480" y="339634"/>
            <a:ext cx="451798" cy="3734939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&lt;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blipFill>
                <a:blip r:embed="rId2"/>
                <a:stretch>
                  <a:fillRect l="-4306" t="-14634" b="-29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/>
          <p:cNvSpPr/>
          <p:nvPr/>
        </p:nvSpPr>
        <p:spPr>
          <a:xfrm rot="5400000">
            <a:off x="7720885" y="1145894"/>
            <a:ext cx="451797" cy="2122410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/>
                      </a:rPr>
                      <m:t>&gt;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blipFill>
                <a:blip r:embed="rId3"/>
                <a:stretch>
                  <a:fillRect l="-4306" t="-9302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742915" y="3264090"/>
            <a:ext cx="381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Exactly where it belongs!</a:t>
            </a:r>
          </a:p>
        </p:txBody>
      </p:sp>
      <p:cxnSp>
        <p:nvCxnSpPr>
          <p:cNvPr id="24" name="Straight Arrow Connector 23"/>
          <p:cNvCxnSpPr>
            <a:stCxn id="22" idx="0"/>
            <a:endCxn id="13" idx="2"/>
          </p:cNvCxnSpPr>
          <p:nvPr/>
        </p:nvCxnSpPr>
        <p:spPr>
          <a:xfrm flipH="1" flipV="1">
            <a:off x="6606548" y="1981200"/>
            <a:ext cx="45704" cy="128289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21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43434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divide in half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=2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 b="-3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</a:t>
            </a:r>
            <a:r>
              <a:rPr lang="en-US" dirty="0">
                <a:solidFill>
                  <a:srgbClr val="FF33CC"/>
                </a:solidFill>
              </a:rPr>
              <a:t>pivot</a:t>
            </a:r>
            <a:r>
              <a:rPr lang="en-US" dirty="0"/>
              <a:t> is always the median: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A879FE4-A58E-2A65-904A-380689832F14}"/>
                  </a:ext>
                </a:extLst>
              </p14:cNvPr>
              <p14:cNvContentPartPr/>
              <p14:nvPr/>
            </p14:nvContentPartPr>
            <p14:xfrm>
              <a:off x="3459600" y="5155920"/>
              <a:ext cx="946800" cy="425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A879FE4-A58E-2A65-904A-380689832F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0240" y="5146560"/>
                <a:ext cx="96552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659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66" y="43053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pivot is always at the extreme: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14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 rot="16200000">
            <a:off x="2208366" y="4104544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35" idx="2"/>
            <a:endCxn id="37" idx="0"/>
          </p:cNvCxnSpPr>
          <p:nvPr/>
        </p:nvCxnSpPr>
        <p:spPr>
          <a:xfrm>
            <a:off x="2580024" y="2590803"/>
            <a:ext cx="0" cy="41542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Box 41"/>
              <p:cNvSpPr txBox="1">
                <a:spLocks noChangeArrowheads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/>
          <p:cNvCxnSpPr>
            <a:stCxn id="37" idx="2"/>
            <a:endCxn id="68" idx="0"/>
          </p:cNvCxnSpPr>
          <p:nvPr/>
        </p:nvCxnSpPr>
        <p:spPr>
          <a:xfrm flipH="1">
            <a:off x="2571750" y="3463429"/>
            <a:ext cx="8274" cy="4249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Brace 75"/>
          <p:cNvSpPr/>
          <p:nvPr/>
        </p:nvSpPr>
        <p:spPr>
          <a:xfrm>
            <a:off x="3810000" y="1981200"/>
            <a:ext cx="533400" cy="3505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ontent Placeholder 2"/>
              <p:cNvSpPr txBox="1">
                <a:spLocks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=1+2+3+…+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2"/>
              <p:cNvSpPr txBox="1">
                <a:spLocks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  <a:blipFill>
                <a:blip r:embed="rId13"/>
                <a:stretch>
                  <a:fillRect b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1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7" grpId="0" animBg="1"/>
      <p:bldP spid="43" grpId="0"/>
      <p:bldP spid="48" grpId="0" animBg="1"/>
      <p:bldP spid="68" grpId="0" animBg="1"/>
      <p:bldP spid="72" grpId="0"/>
      <p:bldP spid="73" grpId="0"/>
      <p:bldP spid="74" grpId="0"/>
      <p:bldP spid="75" grpId="0"/>
      <p:bldP spid="76" grpId="0" animBg="1"/>
      <p:bldP spid="77" grpId="0"/>
      <p:bldP spid="7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on a (nearly)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5676" y="4260851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First element always yields unbalanced pivot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823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makes a good Pivot?</a:t>
            </a:r>
          </a:p>
          <a:p>
            <a:pPr lvl="1"/>
            <a:r>
              <a:rPr lang="en-US" dirty="0"/>
              <a:t>Roughly even split between left and right</a:t>
            </a:r>
          </a:p>
          <a:p>
            <a:pPr lvl="1"/>
            <a:r>
              <a:rPr lang="en-US" dirty="0"/>
              <a:t>Ideally: median</a:t>
            </a:r>
          </a:p>
          <a:p>
            <a:r>
              <a:rPr lang="en-US" dirty="0"/>
              <a:t>There are ways to find the median in linear time, but it’s complicated and slow and you’re better off using </a:t>
            </a:r>
            <a:r>
              <a:rPr lang="en-US" dirty="0" err="1"/>
              <a:t>mergesort</a:t>
            </a:r>
            <a:endParaRPr lang="en-US" dirty="0"/>
          </a:p>
          <a:p>
            <a:r>
              <a:rPr lang="en-US" dirty="0"/>
              <a:t>In Practice:</a:t>
            </a:r>
          </a:p>
          <a:p>
            <a:pPr lvl="1"/>
            <a:r>
              <a:rPr lang="en-US" dirty="0"/>
              <a:t>Pick a random value as a pivot</a:t>
            </a:r>
          </a:p>
          <a:p>
            <a:pPr lvl="1"/>
            <a:r>
              <a:rPr lang="en-US" dirty="0"/>
              <a:t>Pick the middle of 3 random values as the pivot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ED7E740-B3E8-C49F-E4FF-B03E247B0113}"/>
                  </a:ext>
                </a:extLst>
              </p14:cNvPr>
              <p14:cNvContentPartPr/>
              <p14:nvPr/>
            </p14:nvContentPartPr>
            <p14:xfrm>
              <a:off x="1689840" y="2308320"/>
              <a:ext cx="6486480" cy="3105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ED7E740-B3E8-C49F-E4FF-B03E247B01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0480" y="2298960"/>
                <a:ext cx="6505200" cy="312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6666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8608-2504-743C-86F1-72C30861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A42D7-01D6-CE56-F5A1-3744AC65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D3322-3F80-5D45-0053-1B26325A3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but “almost always”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practice </a:t>
                </a:r>
              </a:p>
              <a:p>
                <a:pPr lvl="1"/>
                <a:r>
                  <a:rPr lang="en-US" dirty="0"/>
                  <a:t>Better constants than merge sort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Kinda…</a:t>
                </a:r>
              </a:p>
              <a:p>
                <a:pPr lvl="1"/>
                <a:r>
                  <a:rPr lang="en-US" dirty="0"/>
                  <a:t>We swap within the given array, but do so using recursion, so we need space for the stack frames</a:t>
                </a:r>
              </a:p>
              <a:p>
                <a:pPr lvl="1"/>
                <a:r>
                  <a:rPr lang="en-US" dirty="0"/>
                  <a:t>Different textbooks disagree on whether call-stack space “counts” 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NO! </a:t>
                </a:r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all elements before we can divide</a:t>
                </a:r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Partition procedure may rearrange tied elements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D3322-3F80-5D45-0053-1B26325A3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CDB9A9-B4C3-69A0-29B5-66AC18399C16}"/>
                  </a:ext>
                </a:extLst>
              </p14:cNvPr>
              <p14:cNvContentPartPr/>
              <p14:nvPr/>
            </p14:nvContentPartPr>
            <p14:xfrm>
              <a:off x="405720" y="2143080"/>
              <a:ext cx="6197760" cy="349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CDB9A9-B4C3-69A0-29B5-66AC18399C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360" y="2133720"/>
                <a:ext cx="6216480" cy="35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7902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2805-7B6A-7120-068C-6B36E196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 our definition of the sorting problem:</a:t>
                </a:r>
              </a:p>
              <a:p>
                <a:pPr lvl="1"/>
                <a:r>
                  <a:rPr lang="en-US" dirty="0"/>
                  <a:t>Input:</a:t>
                </a:r>
              </a:p>
              <a:p>
                <a:pPr lvl="2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2"/>
                <a:r>
                  <a:rPr lang="en-US" dirty="0"/>
                  <a:t>A comparison function for these items</a:t>
                </a:r>
              </a:p>
              <a:p>
                <a:pPr lvl="3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</a:t>
                </a:r>
              </a:p>
              <a:p>
                <a:pPr lvl="2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Under this definition, it is impossible to write an algorithm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asymptotically.</a:t>
                </a:r>
              </a:p>
              <a:p>
                <a:r>
                  <a:rPr lang="en-US" dirty="0"/>
                  <a:t>Observation:</a:t>
                </a:r>
              </a:p>
              <a:p>
                <a:pPr lvl="1"/>
                <a:r>
                  <a:rPr lang="en-US" dirty="0"/>
                  <a:t>Sometimes there might be ways to determine the position of values without comparisons!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6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07A800-D6C1-E834-C09B-BC7BF39E345D}"/>
                  </a:ext>
                </a:extLst>
              </p14:cNvPr>
              <p14:cNvContentPartPr/>
              <p14:nvPr/>
            </p14:nvContentPartPr>
            <p14:xfrm>
              <a:off x="7448040" y="3058560"/>
              <a:ext cx="1336680" cy="2783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07A800-D6C1-E834-C09B-BC7BF39E34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8680" y="3049200"/>
                <a:ext cx="1355400" cy="28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7405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443D-CC80-4223-4973-783A2799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“Linear Time” Sorting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Useable when you are able to make additional assumptions about the contents of your list (beyond the ability to compare)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The list contains only positive integers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number of distinct values in the list is much smaller than the length of the list</a:t>
                </a:r>
              </a:p>
              <a:p>
                <a:r>
                  <a:rPr lang="en-US" dirty="0"/>
                  <a:t>The running time expression will always have a term other than the list’s length to account for this assumption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Running time might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range/count of values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B93890-88BC-939F-C65C-7855FC0E36D7}"/>
                  </a:ext>
                </a:extLst>
              </p14:cNvPr>
              <p14:cNvContentPartPr/>
              <p14:nvPr/>
            </p14:nvContentPartPr>
            <p14:xfrm>
              <a:off x="949320" y="891000"/>
              <a:ext cx="8637480" cy="4623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B93890-88BC-939F-C65C-7855FC0E36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960" y="881640"/>
                <a:ext cx="8656200" cy="46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4117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Assumes the array contains integers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(or some other small range)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Use each value as an index into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the item into the “bucket” at that index (e.g. linked list)</a:t>
                </a:r>
              </a:p>
              <a:p>
                <a:pPr lvl="1"/>
                <a:r>
                  <a:rPr lang="en-US" dirty="0"/>
                  <a:t>Get sorted array by “appending” all the buckets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7AF8E09-4807-2868-A48C-6127E71A25DA}"/>
              </a:ext>
            </a:extLst>
          </p:cNvPr>
          <p:cNvGrpSpPr/>
          <p:nvPr/>
        </p:nvGrpSpPr>
        <p:grpSpPr>
          <a:xfrm>
            <a:off x="5029200" y="4971363"/>
            <a:ext cx="2133600" cy="1817195"/>
            <a:chOff x="4876800" y="4493526"/>
            <a:chExt cx="2133600" cy="18171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195B6B-8F20-1E06-FD24-55448A14BC22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CDDC84-F1EE-993E-EAE5-3B0A4221D133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DC5BF-A788-9BB0-473D-1600DF77A3F1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D68542-BB28-5946-6762-7C4484D3871E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F4183B-2334-683F-82D4-12D377A07121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C120CA-55FF-AB22-BBE5-BF9068E1A49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4C3E8-9EFE-C9A8-7B7A-F47C950A259C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62214D-E46D-80EC-D18F-6101DF8377CD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D2429C-A2C3-D78D-86E9-11CE8E41D125}"/>
              </a:ext>
            </a:extLst>
          </p:cNvPr>
          <p:cNvGrpSpPr/>
          <p:nvPr/>
        </p:nvGrpSpPr>
        <p:grpSpPr>
          <a:xfrm>
            <a:off x="11911" y="551457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991133-53D2-21F2-29C3-E98E7709EE01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0D66B8-A5F7-07FF-D312-C7AC75751DF1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9E219E-11BF-685D-A6D4-EF356E8C2FA7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D87A812-EAA0-D443-7950-C573364609A0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1707F78-BE73-72CA-F6DC-1515ECE148EE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1E9614-6CC2-15BD-1F3E-2BE8C9109E3A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2D61F4-D525-E70B-DDA3-1CA9C95D238A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D0A8A3-E471-716C-E1E2-84F388209D08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E38520-A7FB-159F-9CCA-D3E7AF2DAAAB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A47277-D855-F580-7023-1EC9C825E2D6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71D4AD6-315C-B84D-7071-065DA90CB2D5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60F3EF-76FE-B40C-1312-CAA6D43CD06D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37DF3F-683D-C0A4-0917-907B958B84E0}"/>
              </a:ext>
            </a:extLst>
          </p:cNvPr>
          <p:cNvGrpSpPr/>
          <p:nvPr/>
        </p:nvGrpSpPr>
        <p:grpSpPr>
          <a:xfrm>
            <a:off x="7782872" y="552788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8E7DD3-EF08-978F-A4CC-F110D4874DFC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B22446-6F01-32A0-2BB0-AEAB907E04D5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2ABD29-384B-723C-6187-14C726F98BDC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E9E328F-376B-9281-6918-22FBE538C2AE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29300FB-CEAE-D3F3-1EEE-A6D4FA6E9460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4D1EB2-7C2B-B887-349D-881E6E9E1109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1EB973-F099-2F63-CFFA-6B4FE1504307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16FC5AC-9509-45B7-F650-CED6211C8830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5304CE-B1AA-C3A7-6873-7110DE44C16E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7EFFBC-9B46-C790-EF65-9D92153F102F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624E2DD-4DD7-4825-D30E-BEAB32059351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EDECB3-6B8A-6D9C-D63C-0945F37563C3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1DC3E660-9E6E-B53B-EBBB-B31CCC11C4A0}"/>
              </a:ext>
            </a:extLst>
          </p:cNvPr>
          <p:cNvSpPr/>
          <p:nvPr/>
        </p:nvSpPr>
        <p:spPr>
          <a:xfrm>
            <a:off x="4520023" y="5341155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13A20324-3B66-FEF7-4AD8-FE7A0460A6BD}"/>
              </a:ext>
            </a:extLst>
          </p:cNvPr>
          <p:cNvSpPr/>
          <p:nvPr/>
        </p:nvSpPr>
        <p:spPr>
          <a:xfrm>
            <a:off x="7219147" y="5404803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450ED7-84CF-436A-9644-E599ACC08D69}"/>
                  </a:ext>
                </a:extLst>
              </p14:cNvPr>
              <p14:cNvContentPartPr/>
              <p14:nvPr/>
            </p14:nvContentPartPr>
            <p14:xfrm>
              <a:off x="393120" y="1791000"/>
              <a:ext cx="9083160" cy="3747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450ED7-84CF-436A-9644-E599ACC08D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760" y="1781640"/>
                <a:ext cx="9101880" cy="376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338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Create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depending on some things…</a:t>
                </a:r>
              </a:p>
              <a:p>
                <a:r>
                  <a:rPr lang="en-US" dirty="0"/>
                  <a:t>Insert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into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Empty buckets into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4303C7-8BF2-E3E6-D539-F6A92189970C}"/>
                  </a:ext>
                </a:extLst>
              </p14:cNvPr>
              <p14:cNvContentPartPr/>
              <p14:nvPr/>
            </p14:nvContentPartPr>
            <p14:xfrm>
              <a:off x="1431720" y="4846680"/>
              <a:ext cx="1589040" cy="75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4303C7-8BF2-E3E6-D539-F6A9218997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2360" y="4837320"/>
                <a:ext cx="1607760" cy="76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997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BucketSort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C77C-A95B-025D-AC30-30085921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In-Place?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Adaptive?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Stable?</a:t>
            </a:r>
          </a:p>
          <a:p>
            <a:pPr lvl="1"/>
            <a:r>
              <a:rPr lang="en-US" dirty="0"/>
              <a:t>Yes! </a:t>
            </a:r>
          </a:p>
        </p:txBody>
      </p:sp>
    </p:spTree>
    <p:extLst>
      <p:ext uri="{BB962C8B-B14F-4D97-AF65-F5344CB8AC3E}">
        <p14:creationId xmlns:p14="http://schemas.microsoft.com/office/powerpoint/2010/main" val="3028115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293363" y="5249289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1’s place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506CD8-5A21-1B48-F376-2B0346B1442F}"/>
              </a:ext>
            </a:extLst>
          </p:cNvPr>
          <p:cNvGrpSpPr/>
          <p:nvPr/>
        </p:nvGrpSpPr>
        <p:grpSpPr>
          <a:xfrm>
            <a:off x="503842" y="3666399"/>
            <a:ext cx="8561464" cy="849868"/>
            <a:chOff x="1752600" y="2743200"/>
            <a:chExt cx="8561464" cy="8498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8EBC18-C202-3D7E-B926-33134979DB44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07EEFA4-C5F7-5449-AE1D-C9DCD31AEE37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72C34B-AE61-051B-E7C0-BD7A0E92C08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A76D77E-9B08-5B17-CAB0-434AA7692468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4E195B0-311A-9164-AE6C-6CC2E9E46C9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E96D355-24F5-F191-E3B1-402061B50FD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B07A61B-7381-B0A9-3D0B-7C9945E1349D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DB9E96C-7F87-6C59-7CAB-3D0C04C4A4B9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9CFBAD-84A8-D35F-518F-ACA2E84658C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D65DD80-C4D2-3900-188B-E4A300D3349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35E1F1-0254-0DDD-5734-F8739BDEB8E2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8B4C1-48B3-8D43-57B3-DF798D570F2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E153C-97D2-2FDC-4F4B-FEDFBB49AE98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625EF-4B40-86AC-DBF7-AEC4DBAC7920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37B8A-61E0-DCA9-F6F9-F99C03E50FC5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485CC-79A7-5233-BFC5-0C022EE87F6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272925-512C-C00B-7B35-8DB56343F758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30E54D-BCBB-11D5-CD6E-F0AA8FE92BD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CAA4EA5-FE3D-8D40-0A90-42A1D5AC8ECF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028159C-F314-68E3-297B-5DE73893EACE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954409E-4BAF-A95F-544D-B8DF8CE93CEE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45B0D8C-0166-3B37-5CF9-01E6616C1DC7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8757A04-74EC-52A0-17F3-20B1DEECB0C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9D5D8644-3F22-4B90-4575-591E69E6DD1D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0FB66AC-257C-A3A7-72A2-9BAA64032154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B64146E2-4504-A8F1-99F9-D44753821034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24994ADB-06A8-D4BC-7DB5-3CC06E91FA0C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A8740905-608B-1F49-6E88-49046DEDE13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ED3AF-CE5A-B2A9-1793-8C8C2A1B881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116F0-E2BC-4A94-3A2F-68B14E3D9D6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B4907-B83A-178C-0854-3A1D1D6D8064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29C78F-1BB3-E0F4-23B0-F89C42A85941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155CF0-8F3F-B2B6-B4CE-818EC30457F9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BAEC95-3AA8-1977-949A-53F10027BAC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7C5BDB-74C7-EEA9-FD7A-108150ED3D0B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38C609-4A48-7161-25E6-18F44C5174A4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6639080" y="4886764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443829" y="4592010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10’s place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452562" y="3381872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6401447" y="468376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6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100’s place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184190" y="341844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6390963" y="4659805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23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7438723" y="4078344"/>
            <a:ext cx="350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 back into an array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flipV="1">
            <a:off x="6027125" y="3877228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34961" y="3418440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8934FF-C8AB-D781-D815-713828A58097}"/>
              </a:ext>
            </a:extLst>
          </p:cNvPr>
          <p:cNvGrpSpPr/>
          <p:nvPr/>
        </p:nvGrpSpPr>
        <p:grpSpPr>
          <a:xfrm>
            <a:off x="503842" y="5962559"/>
            <a:ext cx="8561464" cy="849868"/>
            <a:chOff x="1752600" y="2743200"/>
            <a:chExt cx="8561464" cy="8498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6C8016D-7B0B-A436-E8B1-2B87C5834C4D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755D94F-2867-A4B9-F6AC-E9F1886F37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514DDEF-0799-B04F-5B56-64D468AAAEE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AB3906E-2D52-9AD8-0556-772ABCB5C5D9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811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F0407A3-97AC-D294-9073-A3C5C3C52C0D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B1E89E9-CD9C-EDED-9F75-F613D3AB91A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4CEFA199-8AEF-A65C-B1DF-DB1BD53B7D4B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2314B16-133A-0F38-E912-090D0B52981D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F53B560-510C-CE26-6FD0-9126FC5E6EE5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6B9D8C3-45D5-97A3-0477-A8C14C88AA95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59D340-F86D-62B2-AE74-933A408B6C2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4369803-FF3D-71C4-321A-534AEA695271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CF6890-2735-7463-9DA0-D55F9D0A85CA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DE0E5BC-B5BB-CFC8-BC80-B3CEBD2B4439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A6340E6-115E-DFF8-F7E4-8EBA440A3683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B0F7F2-8B83-8BD0-81C0-AA08A21A6314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3C70A-1F9D-1759-D960-6B5816CDF9D2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49A2D-6D5E-1096-7255-84F4793E32CE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D413D70-40DF-D119-7511-B9F9F3C5A188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04D5F06-57C0-9561-8DFB-97B7133278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50AB95D-A4E6-71A1-23FE-1422E35E9DB0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244BB98-1673-3E2D-1F18-41CA51F31C20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F048AD2-88EF-B37F-B639-FCDFE3693E59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999EC23D-1356-7C68-7368-D59878A983F4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497E028-C52E-675E-3CD6-CCD3F28302F7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3F32CD9-19E1-834C-26B7-A8F3D2CEE006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675C80F-5B7A-BBA8-130A-B3CF5AD7FC8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19F6413-A167-1DFB-2A37-A3D51542BA28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3F22D5-36EF-BD52-DD4A-012D7F9C3B19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8AE7A7-92D6-4BF5-76F1-0BA807B9981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441F66-DC45-EE7B-7A4B-9574148133B9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9A5E20-A9BA-2C6A-A149-F0F458A67F9C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419C7F8-2A62-E3D0-DAE0-473ABBD1B157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3815E93-ACC1-5FFF-BD91-42D18964DD18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9515A-5AB2-AE1D-CB3B-DA3BB84E0EBD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D7BE6C-86B0-F51C-9E53-5ED83D0CFDA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05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largest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radix (base of representation)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BucketSort</a:t>
                </a:r>
                <a:r>
                  <a:rPr lang="en-US" dirty="0"/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Repeat once per each digit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practice, you can select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optimize running time</a:t>
                </a:r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97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38062</TotalTime>
  <Words>3317</Words>
  <Application>Microsoft Office PowerPoint</Application>
  <PresentationFormat>Widescreen</PresentationFormat>
  <Paragraphs>1139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Calibri Light</vt:lpstr>
      <vt:lpstr>Calibri</vt:lpstr>
      <vt:lpstr>Cambria Math</vt:lpstr>
      <vt:lpstr>Aptos</vt:lpstr>
      <vt:lpstr>Symbol</vt:lpstr>
      <vt:lpstr>Arial</vt:lpstr>
      <vt:lpstr>Office Theme</vt:lpstr>
      <vt:lpstr>CSE 332 Winter 2026 Lecture 13: Sorting 2</vt:lpstr>
      <vt:lpstr>Sorting Definition</vt:lpstr>
      <vt:lpstr>Properties To Consider</vt:lpstr>
      <vt:lpstr>Insertion Sort</vt:lpstr>
      <vt:lpstr>Insertion Sort Properties</vt:lpstr>
      <vt:lpstr>Heap Sort</vt:lpstr>
      <vt:lpstr>Heap Sort Properties</vt:lpstr>
      <vt:lpstr>Divide And Conquer Sorting</vt:lpstr>
      <vt:lpstr>Divide and Conquer</vt:lpstr>
      <vt:lpstr>Divide and Conquer Template Pseudocode</vt:lpstr>
      <vt:lpstr>Merge Sort</vt:lpstr>
      <vt:lpstr>Merge Sort In Action!</vt:lpstr>
      <vt:lpstr>Merge (the combine part)</vt:lpstr>
      <vt:lpstr>Merge Sort Pseudocode</vt:lpstr>
      <vt:lpstr>Merge Pseudocode</vt:lpstr>
      <vt:lpstr>Analyzing Merge Sort</vt:lpstr>
      <vt:lpstr>PowerPoint Presentation</vt:lpstr>
      <vt:lpstr>Merge Sort Properties</vt:lpstr>
      <vt:lpstr>Quicksort</vt:lpstr>
      <vt:lpstr>Quicksort</vt:lpstr>
      <vt:lpstr>Partition (Divide step)</vt:lpstr>
      <vt:lpstr>Partition, Procedure</vt:lpstr>
      <vt:lpstr>PowerPoint Presentation</vt:lpstr>
      <vt:lpstr>Partition, Procedure</vt:lpstr>
      <vt:lpstr>Partition, Procedure</vt:lpstr>
      <vt:lpstr>Partition Summary</vt:lpstr>
      <vt:lpstr>Conquer</vt:lpstr>
      <vt:lpstr>Quicksort Run Time (Best)</vt:lpstr>
      <vt:lpstr>Quicksort Run Time (Worst)</vt:lpstr>
      <vt:lpstr>Quicksort Run Time (Worst)</vt:lpstr>
      <vt:lpstr>Quicksort on a (nearly) Sorted List</vt:lpstr>
      <vt:lpstr>Good Pivot</vt:lpstr>
      <vt:lpstr>Quick Sort Properties</vt:lpstr>
      <vt:lpstr>Improving Running time</vt:lpstr>
      <vt:lpstr>“Linear Time” Sorting Algorithms</vt:lpstr>
      <vt:lpstr>BucketSort</vt:lpstr>
      <vt:lpstr>BucketSort Running Time</vt:lpstr>
      <vt:lpstr>Properties of BucketSort</vt:lpstr>
      <vt:lpstr>RadixSort</vt:lpstr>
      <vt:lpstr>RadixSort</vt:lpstr>
      <vt:lpstr>RadixSort</vt:lpstr>
      <vt:lpstr>RadixSort</vt:lpstr>
      <vt:lpstr>RadixSort Running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135</cp:revision>
  <dcterms:created xsi:type="dcterms:W3CDTF">2023-09-26T20:08:20Z</dcterms:created>
  <dcterms:modified xsi:type="dcterms:W3CDTF">2026-02-06T14:24:22Z</dcterms:modified>
</cp:coreProperties>
</file>