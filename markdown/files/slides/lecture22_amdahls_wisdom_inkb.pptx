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7" r:id="rId2"/>
    <p:sldId id="399" r:id="rId3"/>
    <p:sldId id="402" r:id="rId4"/>
    <p:sldId id="403" r:id="rId5"/>
    <p:sldId id="409" r:id="rId6"/>
    <p:sldId id="405" r:id="rId7"/>
    <p:sldId id="406" r:id="rId8"/>
    <p:sldId id="410" r:id="rId9"/>
    <p:sldId id="408" r:id="rId10"/>
    <p:sldId id="302" r:id="rId11"/>
    <p:sldId id="262" r:id="rId12"/>
    <p:sldId id="303" r:id="rId13"/>
    <p:sldId id="304" r:id="rId14"/>
    <p:sldId id="305" r:id="rId15"/>
    <p:sldId id="306" r:id="rId16"/>
    <p:sldId id="307" r:id="rId17"/>
    <p:sldId id="308" r:id="rId18"/>
    <p:sldId id="309" r:id="rId19"/>
    <p:sldId id="411" r:id="rId20"/>
    <p:sldId id="311" r:id="rId21"/>
    <p:sldId id="310" r:id="rId22"/>
    <p:sldId id="312" r:id="rId23"/>
    <p:sldId id="313" r:id="rId24"/>
  </p:sldIdLst>
  <p:sldSz cx="12192000" cy="6858000"/>
  <p:notesSz cx="6858000" cy="9144000"/>
  <p:embeddedFontLst>
    <p:embeddedFont>
      <p:font typeface="Cambria Math" panose="02040503050406030204" pitchFamily="18"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01" autoAdjust="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35:12.601"/>
    </inkml:context>
    <inkml:brush xml:id="br0">
      <inkml:brushProperty name="width" value="0.05292" units="cm"/>
      <inkml:brushProperty name="height" value="0.05292" units="cm"/>
      <inkml:brushProperty name="color" value="#FF0000"/>
    </inkml:brush>
  </inkml:definitions>
  <inkml:trace contextRef="#ctx0" brushRef="#br0">19801 8266 0,'0'0'0,"0"0"15,0 0-15,0 0 16,0 0-16,9 17 16,-1 0-1,1 0 1,-1 17-16,1 0 15,-9 0-15,0 9 16,0-1 0,0 1-16,0-9 15,0 0 1,0 0-16,0-8 16,8-1-1,9 1 1,9-9-16,17 0 15,8 0-15,-8-9 16,8 1 0,26 8-16,8-9 15,17 9 1,9-8 0,17-1-16,34 9 15,18 0 1,-18 9-16,17 8 15,34 17-15,-25-9 16,-34 1 0,8-18-1,-42 1-15,-52-1 16,-8-8-16,-18 9 16,-8-18-1,-8 1 1,-9-1-16,-8 1 15,-1-1 1,-8-16-16,0-26 16,-8-34-16,8-43 15,8-50 1,9-26-16,0 8 16,-17 9-1,-17-111 1</inkml:trace>
  <inkml:trace contextRef="#ctx0" brushRef="#br0" timeOffset="6402.78">20578 9244 0,'-9'0'0,"1"0"0,-18 0 16,0 0 0,9 0-16,0-8 15,0-1-15,0 1 31,0 8-31,9 0 16,8 0-16,0 0 16,0 0-1,0 0-15,0 0 16,34 0 0,25-9-16,27 1 15,8-1 1,-43 9-16</inkml:trace>
  <inkml:trace contextRef="#ctx0" brushRef="#br0" timeOffset="40463.57">27175 12442 0,'0'0'0,"0"0"0,0 0 0,-17 0 0,17 26 16,0 25-16,0 51 15,9 17 1,-9-34-16,0-43 15,0-8 1,0-8-16,0-1 16,0-8-16,8-8 15,1-1 1,-9-8-16,25 0 16,18 0-1,17 9 1,0-9-1,16 0-15,1 0 16,-26 0-16,1-9 16,24 1-16,18 8 15,9 0 1,16-9 0,-16 9-16,16 0 15,35 9-15,-9-1 16,-34 1-1,-9-9 1,18 0-16,-26 0 16,8 0-1,-17 0-15,-25-9 16,0 1-16,-17-9 16,-9 0-1,-9-9-15,9-8 16,-8-25-1,0-26 1,-18-17-16,-16-17 16,-52-162-1</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36:39.152"/>
    </inkml:context>
    <inkml:brush xml:id="br0">
      <inkml:brushProperty name="width" value="0.05292" units="cm"/>
      <inkml:brushProperty name="height" value="0.05292" units="cm"/>
      <inkml:brushProperty name="color" value="#FF0000"/>
    </inkml:brush>
  </inkml:definitions>
  <inkml:trace contextRef="#ctx0" brushRef="#br0">8672 5936 0,'0'0'0,"0"0"0,0 0 0,0 0 16,0 0-16,0 17 16,-9 34-1,0 34-15,-16 17 16,-9 9-1,8-18-15,9-25 16,0-8 0,0-18-1,8-16 1,1-1-16,8-16 0,0-1 16,0 1-1,0-1-15,0-8 16,0 0-16,0 0 15,25 0 1,18 0 0,8-8-1,26-1-15,8-8 16,9 9 0,0-1-16,17 1 15,26-9 1,8 0-16,8-9 15,18-8 1,-9 0-16,0 9 16,1-9-1,-18 17-15,-9 0 16,-16 17 0,8 0-16,0 17 15,8 0 1,-8 0-16,-8-9 15,-18 1 1,-25-1-16,-9 1 16,-25-1-1,-9 1-15,-8-1 16,-18-8 0,1 0-1,-9 0-15,0-8 16,-9-9-16,-8-26 15,-8-16 1,-9-35-16,25 43 16</inkml:trace>
  <inkml:trace contextRef="#ctx0" brushRef="#br0" timeOffset="4141.97">7442 5732 0,'0'0'0,"0"0"0,0 0 16,0 17-16,0 0 15,0 9-15,9 8 32,0 0-32,-9 0 15,0 8 1,0 26-16,-9 26 16,0-1-1,9-8-15,0-17 16,0-17-1,9-17-15,8-8 16,0-1 0,17-8-16,0 0 15,9-8 1,17-1-16,8 1 0,-8-1 16,0 1-1,-1-1 1,1 1-1,0-1-15,-17 1 16,-9-1-16,-9 1 16,1-9-16,-9 0 31,0 0-31,-8 0 16,-1 0-1,1-9-15,8-8 16,17-51-1,9-51-15,8-25 16,0-1 0,17-33-16,60-112 15</inkml:trace>
  <inkml:trace contextRef="#ctx0" brushRef="#br0" timeOffset="6632.69">12529 5485 0,'0'0'0,"0"0"0,0 0 15,0 17 1,0 26-16,9 16 16,-9 35-16,-9 25 15,-8-8 1,-8-9 0,-1 0-16,9-34 15,0-9 1,8-16-16,9-9 15,0-9 1,0 1-16,9-9 16,8 0-16,17-9 15,9 9 1,17-8 0,8-1-16,9 1 15,25-1 1,18 1-16,-1-9 15,0 8 1,27-8 0,-1-8-16,-9-9 15,-16 0 1,-18 0-16,-42 0 16,-26 8-16,-8 1 15,-18-1 1,1 1-1,-18-9-15,-16-60 16,7 9 0</inkml:trace>
  <inkml:trace contextRef="#ctx0" brushRef="#br0" timeOffset="44276.28">19135 2662 0,'0'0'0,"-8"17"0,-1 25 0,-25 324 0,26-289 0,-1-35 0,1-8 16,-1 0-16,9-8 16,0-18-1,0-8-15</inkml:trace>
  <inkml:trace contextRef="#ctx0" brushRef="#br0" timeOffset="44559.26">18683 2356 0,'9'8'0,"25"43"0,60 26 15,-1-26-15,1-26 16,34-8 0,17-34-16,-17-17 15,-25-8 1,16-9-16,-8 0 16,-17 8-1,-43 26-15</inkml:trace>
  <inkml:trace contextRef="#ctx0" brushRef="#br0" timeOffset="45206.97">19946 3172 0,'0'0'0,"-8"9"0,-1 16 16,-8 9-16,-51 43 15,-9 33 1,17 9 0,0-8-16,1-35 0,-1-33 31,0-9-31,9-8 16,0-1-16,17-16 15,17-1-15,0-25 16,8-60 15,35-76-31,59 0 16,17 9-16,43-26 15,26 34 1,-43 51-16,0 34 16,0 17-1,-51 16 1,-26 10-16,-25 8 15,-9 0-15,-17 0 16,-34 26 0,-60 25-1,-34-9-15,0-8 16,17-34 0,34-17-16,26-25 0,34 16 31</inkml:trace>
  <inkml:trace contextRef="#ctx0" brushRef="#br0" timeOffset="45748.93">21295 2228 0,'0'0'0,"17"0"0,51 17 16,43 0-16,-9 0 16,-8-8-16,0-9 15,-26-9 1,-16 1-1,-27-1 1,-16 1-16,-9 8 16</inkml:trace>
  <inkml:trace contextRef="#ctx0" brushRef="#br0" timeOffset="45937.02">21252 2772 0,'9'0'0,"59"26"0,85 8 15,10-17-15,7-17 16,18-17 0,-60 0-16,-85 8 15</inkml:trace>
  <inkml:trace contextRef="#ctx0" brushRef="#br0" timeOffset="46368.15">24273 1267 0,'0'0'0,"0"0"15,0 0-15,0 0 16,-8 26-16,-9 33 16,-17 26-1,-18 17-15,-7-8 16,7-18-16,10-8 16,-1 9-1,9-17 1,8-26-16,9-17 15,-8-17-15,16 0 16</inkml:trace>
  <inkml:trace contextRef="#ctx0" brushRef="#br0" timeOffset="46627.79">23676 1012 0,'8'17'0,"69"0"0,85 43 16,18 8-1,-18-26-15,9-8 16,-26-17-16,-26-8 15,-34-9 1,-25-9-16,-26 1 16</inkml:trace>
  <inkml:trace contextRef="#ctx0" brushRef="#br0" timeOffset="46949.99">24982 2415 0,'0'9'0,"-9"67"0,1 35 16,-1-35-16,1 1 15,-1-26-15,1-8 16,-1-18 0,-8-16-1,8-1-15</inkml:trace>
  <inkml:trace contextRef="#ctx0" brushRef="#br0" timeOffset="47367.38">23113 3002 0,'0'0'0,"34"26"0,77 33 16,59 18-16,18-1 16,34-16-1,0-18-15,0-16 16,25-1 0,1-16-16,-26-1 15,-34-16 1,-26-9-1,-51-17-15,-69 25 16</inkml:trace>
  <inkml:trace contextRef="#ctx0" brushRef="#br0" timeOffset="47965.15">24000 4329 0,'-8'8'0,"-1"43"0,-25 85 16,-17 26-1,-9-34-15,-34 16 16,-25 35-16,8-43 16,17-60-1,9-16 1,-1-9-16,26-17 16,18-26-16,33 1 15,9-18-15,17-50 16,35-86-1,41-33 1,27 8 0,25 0-16,9 25 15,8 26 1,17 8-16,-8 26 16,8 26-1,-25 25-15,-18 25 16,-16 18-1,-18 16-15,-17 18 16,-16 16 0,-35 1-16,-17-1 15,-26 1-15,-33-9 16,-61 8 0,-59-33-1,-34-60 1,-103-60-16</inkml:trace>
  <inkml:trace contextRef="#ctx0" brushRef="#br0" timeOffset="66138.88">18546 3419 0,'0'0'0,"0"0"0,0 0 16,0 0 0,-8 17-16,-1 8 15,-16 26-15,-18 26 0,-8 8 31,8 0-15,9 17-16,0 34 16,17 0-1,0-8-15,8 8 16,1 25 0,8-33-16,8-52 0,9-24 31,17 7-31,18-8 15,24 9 1,61-9-16,51 8 16,17-8-1,8-8-15,26 8 16,34 8 0,17-8-16,9-8 15,34 8 1,-17 17-16,59 17 15,26 25 1,-34 10-16,43 16 16,-9-9-1,0 1-15,-34-18 16,0-8 0,26-25-16,0-18 15,-52-16 1,-17 8-16,-42-17 15,-52-8 1,-33-9-16,-69-17 16,-34-9-1,-35 1-15,-16-1 16,-17 1 0,-1-9-16,9-26 15,0-34 1,1-16-16,-1-26 15,8-17-15,-7 8 16,-27-42 0,-16-153-1</inkml:trace>
  <inkml:trace contextRef="#ctx0" brushRef="#br0" timeOffset="71121.46">21457 1531 0,'0'0'0,"0"17"0,0 25 15,0 9-15,0-8 16,0-1 0,8-8-16,1 0 15,8 0 1,9 9-16,25 8 16,9-8-1,-1-9 1,18 17-16,8-17 15,-8-17 1,17-9-16,-34-8 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38:07.646"/>
    </inkml:context>
    <inkml:brush xml:id="br0">
      <inkml:brushProperty name="width" value="0.05292" units="cm"/>
      <inkml:brushProperty name="height" value="0.05292" units="cm"/>
      <inkml:brushProperty name="color" value="#FF0000"/>
    </inkml:brush>
  </inkml:definitions>
  <inkml:trace contextRef="#ctx0" brushRef="#br0">2945 6685 0,'0'0'0,"0"0"0,0 0 0,0 0 16,8 0-16,9 0 15,0 0 1,26 0-16,34 8 16,8-8-16,69-25 15,68-10 1,-35 1-1,18 9 1,145-1-16</inkml:trace>
  <inkml:trace contextRef="#ctx0" brushRef="#br0" timeOffset="891.67">12188 6999 0,'0'0'0,"8"0"31,35 17-31,51 9 0,68-18 31,86-8-31,-61-8 16,-24 8-16,76 8 16,93 1-1</inkml:trace>
  <inkml:trace contextRef="#ctx0" brushRef="#br0" timeOffset="9560.24">13238 4899 0,'0'0'0,"0"0"0,0 0 0,0 0 15,0 0 1,0 0-16,0 0 16,0 0-1,0 0-15,0 0 16,-9-9-1,1 9-15,-1 0 16,-17 0-16,-16 9 16,-1-1-1,-8 1 1,0-1-16,8-8 16,-8 0-1,-9 17-15,-8 9 16,8 8-16,0 25 15,1 26 1,-18 0 0,17-17-16,9 0 15,8 26 1,-8 25-16,17-9 16,8-7-1,1-1-15,-1 25 16,17 18-1,18-35-15,8-33 16,26-1-16,34 9 16,25-8-1,26-9 1,17 0-16,-17-17 16,-17-8-1,-9-1-15,26-8 16,18-8-16,-18-9 15,0-26 1,25-16-16,1-9 31,-35-17-31,-8-9 16,9-8-16,-35 0 16,-8-26-1,0-33-15,-17-18 16,-9 1-16,-9-18 15,-16-8 1,-17 8 0,-9 1-16,-17 8 15,-9 8 1,-8 9-16,-35 9 16,-33-10-1,-26 18-15,-43 26 16,-59 25-16,-26 42 47,0 52-47,-17 42 15,42 17 1,61 25-16,101-50 0</inkml:trace>
  <inkml:trace contextRef="#ctx0" brushRef="#br0" timeOffset="16075.49">13673 7569 0,'0'0'0,"0"0"0,0 0 15,0 0 1,0 0-16,-9 0 16,1 8-1,-18 1-15,1-1 16,-18 1-1,0 8-15,-25 0 16,-17 17 0,-1 17-1,10 17-15,-27 34 16,1-17 0,33-25-16,-16 8 15,0 17-15,25 0 16,17 25-1,9-8 1,0-8-16,0 17 16,17 33-16,17-16 15,0-43 1,17-26-16,17-16 16,34-1-1,52 1-15,-9-26 16,8-9-1,26-16-15,26-18 16,-26-8 0,-8-17-16,8-25 15,-26-1 1,-42 1-16,-17 8 16,-17 0-1,-26-17-15,-26-35 16,-34-16-1,-16 0-15,-44-17 16,1-8 0,-18 16-1,-42 9-15,0 42 16,-94-33-16</inkml:trace>
  <inkml:trace contextRef="#ctx0" brushRef="#br0" timeOffset="28622.79">13425 8862 0,'0'0'0,"0"0"16,0 0-16,0 0 15,-8 0-15,-1 8 16,1 9 0,-1 9-1,9 8-15,17 17 16,43-9-16,25-8 15,-33-25 1</inkml:trace>
  <inkml:trace contextRef="#ctx0" brushRef="#br0" timeOffset="30920.01">3081 9091 0,'0'0'0,"0"0"0,0 0 16,26 0-1,42 9-15,51-1 16,35 1 0,17-9-16,34-9 15,59-33-15,86-35 16</inkml:trace>
  <inkml:trace contextRef="#ctx0" brushRef="#br0" timeOffset="48853.84">8270 12323 0,'0'0'0,"0"0"0,0 17 16,0 0 0,0 0-16,0 0 15,-8 26 1,-1 42-16,1 42 16,-18-8-16,9-51 15,0-25-15,0 8 31,0 8-31,0-8 16,8-17 0,9-8-16,0-9 15,0-9-15,0 1 16,0-1 0,0 1-1,0-1-15,0-8 16,17 9-1,0-1-15,26-8 16,34 0 0,0 9-16,17-9 15,-1 0 1,-24 8-16,16-8 16,26 0-1,17-8-15,0 8 0,-8-9 31,8 1-15,0-1-16,0-8 16,0 9-1,8-9-15,18 0 16,0 8 0,25 1-16,-9-1 15,1 9 1,25-8-16,-8 8 15,0 0 1,0 0-16,0 0 16,-18 0-1,27 8-15,7 1 16,-33-1 0,-9-8-16,-8 0 15,-35 0-15,-33 0 16,-35 0-1,-25 0-15,-1 0 16,-16 0 0,-1 0-16,1 0 15,-9 0 1,-9-8 0,1-1-16,-18-8 15,0-42 1,9-86-16,-8-169 15</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39:56.805"/>
    </inkml:context>
    <inkml:brush xml:id="br0">
      <inkml:brushProperty name="width" value="0.05292" units="cm"/>
      <inkml:brushProperty name="height" value="0.05292" units="cm"/>
      <inkml:brushProperty name="color" value="#FF0000"/>
    </inkml:brush>
  </inkml:definitions>
  <inkml:trace contextRef="#ctx0" brushRef="#br0">3371 5732 0,'17'-17'15,"111"-43"-15,60-8 0,34 26 16,26 16-16,16 26 16,1 17-1,33 34-15</inkml:trace>
  <inkml:trace contextRef="#ctx0" brushRef="#br0" timeOffset="773.67">3098 13003 0,'0'0'0,"0"0"0,26-8 16,34-18-1,-1-8-15,18 9 16,34 8-16,34 34 16,0 17-16,77 17 31,145 42-31</inkml:trace>
  <inkml:trace contextRef="#ctx0" brushRef="#br0" timeOffset="10199.77">5539 3861 0,'0'0'0,"0"0"0,0 0 0,0 0 16,0 0-1,0 0 1,0 9-1,0 16-15,0 43 16,-8 43 0,-18 16-16,-17-8 15,-16 17 1,16-25-16,9-35 16,17-33-16,0-18 15,17-8 1,0-17-16</inkml:trace>
  <inkml:trace contextRef="#ctx0" brushRef="#br0" timeOffset="10533.84">4993 4439 0,'0'0'0,"0"0"0,0 0 15,0 0-15,0 0 32,0 9-32,0 16 15,0 18-15,0 33 16,0 9 0,8 9-1,1-26-15,8-8 16,0-1-1,9-16-15,-1-18 16,-8 1-16,9-18 16,25-25-1,35-17 1,-1-17-16,26-42 16,153-78-16</inkml:trace>
  <inkml:trace contextRef="#ctx0" brushRef="#br0" timeOffset="20180.04">4174 8581 0,'0'0'0,"-9"0"0,1 17 15,-1 0-15,0 9 16,-8 16-16,0 18 15,0 8-15,0 8 32,17-16-32,0-18 15,9 1-15,-1-9 16,9-9 0,0 1-1,9-1-15,8 1 16,17-18-16,-8 1 15,0-1 1,33-8-16,18 17 16,9-8-1,16-1 1,1 1-16,16-18 16,9 1-1,-17-1-15,-34-8 16,-25 0-16,-1 9 15,-8-1 1,-18 9 0,-16 0-16,-18 0 15,1 0-15,8-8 16,0-26 0,9-17-1,-1-43-15,-8 35 16</inkml:trace>
  <inkml:trace contextRef="#ctx0" brushRef="#br0" timeOffset="21254.67">6538 8709 0,'0'0'0,"0"0"0,0 0 0,-9 0 16,1 8-1,-1 9-15,1 17 16,8 17-16,0 0 16,0 0-1,0-8-15,0-1 32,0-16-32,0-1 15,0-8-15,0-8 16,0-1-1,0 9-15,8-8 0,1-1 32,-1 1-32,1-1 15,8-8 1,17-8-16,26-9 16,25-9-1,17 1 1,1 8-16,-18 0 15,26 8 1,17-8-16,0 9 16,-8 8-16,-26 0 15,17 0 1,-9 8 0,-17-8-16,-33 9 15,-18-9-15,-9 0 16,-16 0-16,-1-9 31,1-8-31,-9-34 16,0-59-1,26-120-15,16-136 16</inkml:trace>
  <inkml:trace contextRef="#ctx0" brushRef="#br0" timeOffset="38822.57">3457 9721 0,'0'0'0,"0"0"0,0 0 0,0 0 16,0 0-1,-9 0 1,9 0 0,0 0-16,0 0 15,0 0 1,0 0-16,0 0 15,0 0-15,0 0 16,0 0 0,0 0-16,0 0 15,9 0 1,8 0 0,0 0-16,0 0 15,17-9 1,9 9-16,25-8 15,0-1 1,-17 9-16,1-8 16,33-1-1,26 1-15,26-1 16,-18 1 0,26-1-1,77 1-15,-43-1 16,0 1-16,43-1 15,9 9 1,42-8 0,-17 16-16,17 1 15,34-1 1,18-8-16,67 17 16,-16 9-16,-26 8 15,51 8 1,43-16-16,-43-18 15</inkml:trace>
  <inkml:trace contextRef="#ctx0" brushRef="#br0" timeOffset="44654.19">4122 11923 0,'0'0'0,"0"0"0,17 0 15,35 17 1,24 9-16,61 8 0,102 0 31,43-43-31,102-25 16,85-17 0,-68 17-16</inkml:trace>
  <inkml:trace contextRef="#ctx0" brushRef="#br0" timeOffset="66997.22">8791 11302 0,'0'0'0,"0"0"0,0 0 16,0 0-16,0 0 16,0 0-1,-9 0-15,-16 17 16,-35 0-1,0-8-15,-16-1 16,-10 9 0,26-8-1,18-9-15,-44 0 16,-25-9-16,-42-8 16,33 9-1,26-1-15,-25 1 16,25-1-1,17 1-15,26-9 16,0-9-16,25 18 16</inkml:trace>
  <inkml:trace contextRef="#ctx0" brushRef="#br0" timeOffset="67414.58">7690 10605 0,'0'0'0,"-9"0"0,1 17 0,-26 17 16,-9 17-16,-17 9 31,-8 33-31,-17 1 16,16-18 0,27-8-16,8-8 15,17-1-15,-1-8 0,10-8 31,8-18-31,0-8 0,17 0 32,34 0-17,43 17-15,17-8 16,34 17 0,77 16-16,111 43 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43:08.553"/>
    </inkml:context>
    <inkml:brush xml:id="br0">
      <inkml:brushProperty name="width" value="0.05292" units="cm"/>
      <inkml:brushProperty name="height" value="0.05292" units="cm"/>
      <inkml:brushProperty name="color" value="#FF0000"/>
    </inkml:brush>
  </inkml:definitions>
  <inkml:trace contextRef="#ctx0" brushRef="#br0">15849 6140 0,'0'0'0,"0"0"0,17 9 16,1 8 0,-1 0-16,0 0 15,-9 0-15,1 8 16,-1 1 0,-8-1-1,0 1 1,0-1-16,0 1 15,0-9 1,0 0-16,9 0 16,-1 0-16,9 8 15,9 1 1,8-1-16,17 1 16,9-18-1,8 1-15,18-1 16,33 1-16,1 8 15,8 0 1,34 0 0,26 0-1,-35-9-15,9 1 16,18 0-16,-18 8 16,26 0-16,25 0 15,-34 0 1,18 0-1,7 8-15,-41-8 16,7-8 0,-16-1-1,-43 1-15,-9-9 0,-25-9 16,-17 1 0,17-1-1,-1-8 1,1-8-16,-17-1 15,-17 1 1,-1-27-16,-16-16 16,-26-17-1,0 34-15</inkml:trace>
  <inkml:trace contextRef="#ctx0" brushRef="#br0" timeOffset="4810.47">8253 7280 0,'0'0'0,"0"0"0,17 8 0,35 9 0,67 0 15,1-8-15,-44-1 16,61 1-1,85 8-15,-17 0 16,68-9-16,17 1 16,-8-1-1,76 9-15,1 9 16,8-1 0,17 1-1</inkml:trace>
  <inkml:trace contextRef="#ctx0" brushRef="#br0" timeOffset="8359.42">6068 8581 0,'0'0'0,"0"-9"0,43 1 16,59-26-1,35 0-15,-35 17 16,1 17-16,59-9 15,9 9 1,-35 0 0,-76 9-16</inkml:trace>
  <inkml:trace contextRef="#ctx0" brushRef="#br0" timeOffset="8885.2">8219 8164 0,'0'0'0,"0"0"0,0 0 16,0 0-1,0 0-15,0 0 16,9 9-1,33 8-15,61-9 16,33 1 0,-8-18-1,9 1-15,162-9 16</inkml:trace>
  <inkml:trace contextRef="#ctx0" brushRef="#br0" timeOffset="9412.98">10413 8343 0,'0'0'0,"0"0"0,0 0 16,0 0-1,25 0 1,52-9-16,51 9 16,-8-8-1,50-18-15,78-16 16,76-9 0</inkml:trace>
  <inkml:trace contextRef="#ctx0" brushRef="#br0" timeOffset="12059.93">8800 9355 0,'0'0'0,"17"-9"16,25 1-16,27-9 15,16 0-15,26 0 32,77-9-32,170-8 0,112-8 15,-69 8 1</inkml:trace>
  <inkml:trace contextRef="#ctx0" brushRef="#br0" timeOffset="18185">15849 10384 0,'0'0'0,"0"0"0,35 8 16,41 9-16,52 17 15,-34-8 1,51-9-16,103-17 16,8-34-1,26-17-15,67-17 16</inkml:trace>
  <inkml:trace contextRef="#ctx0" brushRef="#br0" timeOffset="26607.58">9875 11387 0,'0'0'0,"8"-8"0,27-1 16,16 1-16,26-1 16,17 1-1,-9-1-15,26 9 16,119-8 0,35 8-16,34 0 15,33 0 1,18 8-16,43 9 15,-9 17 1</inkml:trace>
  <inkml:trace contextRef="#ctx0" brushRef="#br0" timeOffset="37432.62">11812 11889 0,'0'0'16,"0"0"-16,0 0 0,0 0 16,0 0-1,0 0-15,0 0 0,-8 9 16,-1 8 15,1 8-31,-1 9 16,-8 17-16,9 0 15,-9 9 1,8-1 0,9-16-16,0-18 15,0 1 1,9-9-16,8 0 16,0 0-1,17-9-15,9 1 16,33-18-1,18-8-15,9-8 16,16-9 0,1 0-16,-1 8 15,9 9 1,-8 17-16,25 0 16,8 0-1,18 17-15,17-8 16,8-1-16,-8-8 15,8 0 1,-17 0-16,-8 0 16,-9 0-1,-17 0-15,-17 0 16,-17 0 0,-25-8-1,-9-1-15,-18 1 16,-8-1-1,-8 1-15,-17-1 16,-1 1 0,1-1-16,-9 1 15,0-9 1,0-9-16,0-16 16,9-9-1,-9 0-15,-9 34 16</inkml:trace>
  <inkml:trace contextRef="#ctx0" brushRef="#br0" timeOffset="46079.35">16157 12263 0,'0'0'0,"0"0"0,0 0 0,0 0 16,0 0-1,0 0 1,0 0-16,0 0 16,0 0-1,25 17-15,9 0 16,1-8 0,24-18-1,61-8-15,50-17 16,-42 0-16,1 9 15,92-9-15,-58 8 16,33 18 0,60 8-1,85 25-15,60 9 16,-68 0-16,120-8 16,84-9-1,10 8-15,-138-8 16</inkml:trace>
  <inkml:trace contextRef="#ctx0" brushRef="#br0" timeOffset="55784.48">10396 13063 0,'0'0'0,"0"0"0,17 8 0,51 9 15,86 9 1,85-26 0,34-9-16,25-16 0,18 8 15,85-9 1,0 9 0</inkml:trace>
  <inkml:trace contextRef="#ctx0" brushRef="#br0" timeOffset="75015.17">6085 14594 0,'0'0'0,"0"0"0,0 0 16,9-9-1,34 1-15,68-9 16,34-9 0,51-16-16,60 8 15,43 8 1,59 43-16,35 26 15,76 8 1,52 8-16,51-50 16,-154-9-16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45:46.670"/>
    </inkml:context>
    <inkml:brush xml:id="br0">
      <inkml:brushProperty name="width" value="0.05292" units="cm"/>
      <inkml:brushProperty name="height" value="0.05292" units="cm"/>
      <inkml:brushProperty name="color" value="#FF0000"/>
    </inkml:brush>
  </inkml:definitions>
  <inkml:trace contextRef="#ctx0" brushRef="#br0">5881 8368 0,'0'0'0,"0"0"0,0 0 16,0 0-16,0 0 0,0 9 15,0 25 1,8 34-1,1 43 1,-1 16 0,-16 26-16,-9-8 15,0-18-15,-1-50 16,1-26-16,9-26 16,8 1-16,0-9 31,0-9-31,0 1 15,0-9 1,0-9-16,17 1 16,9-18-1,25-25-15,26 0 16,-1 9-16,1-9 16,0 17-1,-17 17 1,-1 0-16,10 17 15,-1 0 1,-8 8-16,-18 1 16,-7-1-1,-10 1-15,-16-9 16,-1 0 0,1 0-16,-9 0 15,0-17 1,8-26-16,9-67 15,0-52 1,-25-136-16</inkml:trace>
  <inkml:trace contextRef="#ctx0" brushRef="#br0" timeOffset="2079.28">7477 8368 0,'0'0'0,"0"0"0,0 0 16,0 0-16,0 26 0,0 16 31,-9 18-31,1 16 16,-1 1-16,-8 0 15,0-18 1,8-16-16,9-1 16,0 1-1,0-9 1,9 0-16,8 0 16,9-9-1,16 1-15,35-1 16,17-16-1,8-18-15,18-8 16,51-8-16,8-1 16,-9 9-1,44 0 1,-1 17-16,18 9 16,-18 8-1,-59 0-15,-1 8 16,-16 1-1,-26-9 1,-17-9-16,-26 1 16,-17-1-1,-8-8-15,-18-8 16,1-1 0,-9-8-16,0-17 15,0-34 1,0-8-16,0 42 15</inkml:trace>
  <inkml:trace contextRef="#ctx0" brushRef="#br0" timeOffset="9836.49">9499 10358 0,'0'0'0,"0"0"0,0 0 15,0 0 1,9 9-16,8-1 15,26 1-15,25-1 16,9 1 0,42-1-16,26 1 15,9-9 1,17 8 0,25-8-16,-8 0 15,59 0 1,35 0-16,0 0 15,33 9 1,18-9-16,43 8 16,33 1-16,1-1 15,8 10 1,35 16-16,16 0 16,-25-17-1,8 0 1,-8-9-16,-51-16 15</inkml:trace>
  <inkml:trace contextRef="#ctx0" brushRef="#br0" timeOffset="20547.93">4071 11345 0,'0'0'0,"0"0"16,0 0-1,0 0-15,26 0 16,8 8 0,43 1-16,25-9 15,18-9 1,-1 1-16,9-1 16,-17-8-1,-60 17-15</inkml:trace>
  <inkml:trace contextRef="#ctx0" brushRef="#br0" timeOffset="21927.6">5923 11217 0,'0'0'0,"0"0"15,0 0-15,0 0 16,0 9 0,0-1-16,0 9 15,0 0 1,-8 0 0,-1 9-16,1 8 15,-1 0-15,-8 8 16,9-16-1,-1 8 1,0-8-16,9-1 16,0 1-1,0-9-15,0-9 16,0 1 0,9-1-16,8 1 15,17 8 1,17 0-16,1 0 15,-1 0 1,17 0-16,9 17 16,-9-9-16,-8 1 15,-9-1 1,0-8 0,-8-8-16,0-1 15,-18 1-15,1-1 16,-18 1-1,1-9 1,8 0-16,0-9 16,0-8-1,9-17-15,-1-34 16,1-17 0,-9 9-16,-8 42 15</inkml:trace>
  <inkml:trace contextRef="#ctx0" brushRef="#br0" timeOffset="32593.38">7528 11064 0,'0'0'0,"0"0"0,0 0 16,0 0-16,0 0 15,-9 0-15,1 17 16,-1 9-16,-8 8 31,0 0-31,0 8 16,0-16-16,8-1 31,1 1-31,-1-1 16,1 1-16,-1-9 15,9 8 1,0-8-16,0 0 16,0 1-1,9-1-15,8 0 16,8 0-16,10 0 16,7 0-1,9 8-15,9-16 16,9-1-1,16 9 1,0 0-16,9 0 0,17 0 16,0 9-1,0-1-15,-17-8 32,0 9-32,-9-1 15,-8-16 1,-17 8-16,-9-9 15,-26 1 1,1-1-16,-9 1 16,-8-9-1,-1 0-15,1 0 16,8-9 0,0-25-16,0-25 15,9-43 1,-9 42-16</inkml:trace>
  <inkml:trace contextRef="#ctx0" brushRef="#br0" timeOffset="63106.19">3892 13088 0,'0'0'0,"0"0"0,-9 9 0,1 16 15,-26 35 1,-26 33 0,-17 18-16,-34 34 15,9 25-15,51-34 31,34-60-31,-1-16 16,10-1 0,8-8-16,17 0 15,34-8-15,35-1 16,16-16-16,-17-18 16,-8-8-1,51 0-15,17 0 31,-17 0-31,-34 0 16,34 17 0,68 1-16,-42-1 15,-9-9-15,77 9 16,-51 0 0,0 9-16,67 16 15,-41 1 1,8-1-1,8-8-15,26 0 16,17-8 0,0-9-16,9 8 15,-43 9 1,17 0-16,-52 0 16,-25-8-16,43-9 31,-60-9-31,-59 1 15,-35-9-15,0 8 16,-8 1 0,-9-9-16,-8 0 15,-18 0 1,1-9-16,-1-8 16,1-34-1,-18-34-15,-8-59 16,9-18-1,16-8-15,35-85 16,25-102 0</inkml:trace>
  <inkml:trace contextRef="#ctx0" brushRef="#br0" timeOffset="70055.67">3764 16167 0,'0'0'0,"0"0"0,0 0 15,0 0-15,0 0 0,-9 0 31,1 25-31,-1 35 16,-8 25 0,9 17-16,-1-8 15,9-18 1,0-16-16,9-1 16,-1 9-1,1 0-15,-1-8 16,1-9-1,8 0-15,0-9 16,0 1-16,0-18 0,0 1 31,0 0-15,9-9-16,8 0 16,0-9-1,9 1-15,8-1 16,9-8-1,8 0-15,9-8 16,8-9 0,18 0-16,-1 0 15,9-9 1,17 0-16,17-8 16,-8 0-1,-9 17-15,17 9 16,17 16-1,-17 9-15,9 9 16,-1 8 0,-8 9-16,-8-9 15,0-9 1,-9-8 0,-9-8-16,-17-9 15,-16-9-15,-9 1 16,-9-1-1,-8 1-15,-18-9 16,-16 8-16,0 1 16,-9-18-1,8-34 1,9-33-16,9-9 16,0-17-1,-26 51-15</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48:52.852"/>
    </inkml:context>
    <inkml:brush xml:id="br0">
      <inkml:brushProperty name="width" value="0.05292" units="cm"/>
      <inkml:brushProperty name="height" value="0.05292" units="cm"/>
      <inkml:brushProperty name="color" value="#FF0000"/>
    </inkml:brush>
  </inkml:definitions>
  <inkml:trace contextRef="#ctx0" brushRef="#br0">2432 12884 0,'0'0'0,"0"0"0,-8 0 0,-18 0 0,18 0 0,-1 0 0,1 0 15,-1 0-15,9 0 16,0 0 0,0 0-1,0 0-15,0 0 16,0 0-1,0 0-15,0 0 16,9-8 0,33-1-16,52-16 15,9 8 1,-44 0-16,-7 0 16,33-9-1,26-16-15,-17 8 16,0 17-1,-26 0-15,-17 8 16,-25 1 0,-9 8-16,-9 0 15,1 0 1,-1-9 0,1 1-16,0 8 15</inkml:trace>
  <inkml:trace contextRef="#ctx0" brushRef="#br0" timeOffset="372.47">3115 12476 0,'0'0'0,"0"0"0,0 0 0,0 0 16,0 0-1,0 0-15,0 0 16,0 0-1,17 0-15,17 17 16,9-8 0,-17-1-16,-1 1 15,-8-1 1,-8 1 0,8-1-16,0 1 15,-8-1 1,-1 1-16,1-9 15,-9 0 1,0 0-16,0 17 16,-26 42-1,-68 52 1,-51 8-16,43-34 16,59-34-16,34-26 15</inkml:trace>
  <inkml:trace contextRef="#ctx0" brushRef="#br0" timeOffset="36728.1">2492 13854 0,'9'0'0,"42"-9"0,26 1 0,256-1 0,-205 9 0,-43 0 16,-25 0-16,-9-8 15,0-1 1,-34-33 0,-8 8-16</inkml:trace>
  <inkml:trace contextRef="#ctx0" brushRef="#br0" timeOffset="37043.65">3013 13344 0,'0'0'0,"0"0"0,0 0 16,8 0 0,18 0-1,34 17 1,8 8-16,-8 9 15,8 9 1,0-1-16,1 1 16,-18-1-16,-9-8 15,-16 0 1,0 0-16,-9 0 16,-17 9-16,-26 16 15,-25 9 1,0-8-1,0-26 1,33-17-16</inkml:trace>
  <inkml:trace contextRef="#ctx0" brushRef="#br0" timeOffset="63297.82">2287 15631 0,'0'0'0,"0"0"0,0 0 15,0 0 1,0 0 0,0 0-16,0-8 15,0-1 1,0 1-16,0-1 15,0 1-15,0 8 16,9-9-16,25 1 31,26-18-31,34-16 0,8-1 32,-25 9-32,42-17 15,26-8-15,-8 8 16,-26 16-1,8-7 1,10 8-16,-44 8 16,-8 1-1,-26 8-15,-17 0 0,-17 8 16,-8 1 0,-1-1-1,-8 9 1,-8-8-16,-1-1 15,-8 1-15,-9-1 16,-8 1 0,0-1-16,17 9 15,0 0 1,8 0 0,9 0-16,0 0 15,9 0 1,25 17-16,43 0 15,0 9-15,-26-18 16,17 1 0,-8-1-1,-17 1-15,-18-1 16,-16 1 0,-9 8-16,-26 25 0,1 18 31,-18 8-31,-8 9 15,34-26 1</inkml:trace>
  <inkml:trace contextRef="#ctx0" brushRef="#br0" timeOffset="172294.65">13204 7841 0,'0'0'15,"0"0"-15,0 0 0,0 0 16,0 0-16,0 0 15,0 0-15,-9 0 16,0 0 0,-8 17-1,-51 34-15,-26 17 16,-34 26 0,9 16-16,42 1 15,17-1-15,9-8 16,0-25-1,17-9 1,-1 0-16,18 26 16,26 8-1,17 0-15,8 8 16,-9 9-16,9 9 16,18-1-1,7-16-15,-7-9 16,-10 0-1,-16-17-15,-9-8 16,-9-9 0,-16 0-1,-43 17-15,-9 8 16,0-16 0,-17-1-16,1-16 15,24-26-15,18-8 16,17-18-1,0 1 1,17-9-16,0 0 16,0-9-1,26 1-15,8-1 16,-9 1 0,1-1-16,-9 9 15,17 9 1,9 16-16,0 9 15,-18 26 1,-33 33-16,-9 43 16,-9 17-1,-8-8-15,-26 8 16,0 9 0,35-9-16,42-26 15,34-16 1,77 25-16,85 0 15,154-43 1,35-16-16</inkml:trace>
  <inkml:trace contextRef="#ctx0" brushRef="#br0" timeOffset="181059.25">29924 8147 0,'0'0'0,"0"0"0,0 0 31,0 0-31,0 0 16,0 0-1,0 0-15,0 0 16,-9-8 0,0-1-16,1 9 15,-1-8 1,1 8-16,-1 0 16,9 0-1,0 0-15,0 0 16,0 0-1</inkml:trace>
  <inkml:trace contextRef="#ctx0" brushRef="#br0" timeOffset="181836.37">29386 8020 0,'0'0'0,"0"0"0,0 0 15,0 0-15,0 0 16,0 0-16,0 0 16,0 8-1,0 1 1,0 8-16,17 0 0,17 0 15,9 8 1,-1 1 0,-7-1-16,7 9 15,-16 0 1,-9 9-16,-17 8 16,-17 8-1,-34-8-15,-9-8 16,0-9-16,-34 0 15,0-17 1,35-9 0,16-8-1,9 0-15,17 0 16,17 0-16,8-8 16,26-18-16,18 1 31,-10 8-31,-16 0 0,-9 8 15,0 9 1,17 9 0,9 8-1,-9 17-15,-8 0 16,-1 17-16,-16 0 16,-9 9-16,-9-1 15,-8-16 1,9-9-1,-10-9 1,10 9-16,-26-8 0,-34-1 16,-95-33-1,-152-43 1</inkml:trace>
  <inkml:trace contextRef="#ctx0" brushRef="#br0" timeOffset="193247.66">11010 14619 0,'0'0'0,"0"0"0,0 0 15,0 0-15,0 0 16,0 0 0,-8 0-16,8 9 31,-9-9-31,0 17 16,-25 0-1,-25 17-15,-27 25 16,-25 18-16,0 8 15,26-17 1,17-17-16,8-17 16,17-17-1,18-9 1,8 1-16,8-18 16,9-33-1,9-35-15,8-8 16,-9 26-16,1 16 15,-1 18 1,-16 8-16,-1 0 16,1 0-1,-18 17 1,-8 0-16,-9 17 16,-16 17-1,7 0-15,18 0 16,9 0-1,7 8-15,1 1 16,17-9-16,0-9 16,17 9-1,1 0 1,24 0-16,44 9 16,-10-18-1,-50-16-15</inkml:trace>
  <inkml:trace contextRef="#ctx0" brushRef="#br0" timeOffset="204323.6">15559 14976 0,'0'0'0,"0"0"0,0 0 0,0 0 16,0 0-16,0 0 31,26-8-31,8-1 16,0 1-16,0-9 15,-8 0 1,-9 0 0,0 8-16,-8 1 15,-1-1-15,9 9 16,17 0-1,17 0-15,18 0 16,8 0 0,16 0-16,-16 9 15,0-18 1,25 1-16,18-9 16,-1 0-1,-16 0-15,-1 0 16,18 8-1,-1 1-15,9 8 16,-25 0 0,16 0-16,18 8 15,-1-8 1,-16 0 0,8 17-16,17-8 15,9 8-15,-26 0 16,8 17-1,1-9-15,-1 9 16,-8-8 0,9 8-1,16 8-15,1-8 16,8-8-16,-8-9 16,8 0-1,-8-9-15,8-8 16,-9 9-1,-7 8 1,7 0-16,1 0 16,-9 0-1,-8-9-15,16 10 16,18-10 0,-26 1-16,-9-9 15,18 0 1,-17-9-16,-9 9 15,8-8-15,18 8 16,-18-9 0,10 9-1,16 0-15,8 0 16,-7 0-16,16-9 16,0 1-1,-17-1-15,-8-8 16,17-8-1,-9 16 1,17 1-16,34-9 16,9 8-1,103 1-15</inkml:trace>
  <inkml:trace contextRef="#ctx0" brushRef="#br0" timeOffset="209196.82">25588 15793 0,'8'0'0,"26"17"0,35 0 16,33 8-1,9 1-15,0-1 16,60 1-1,17-1-15,68-8 16,51 0 0,94-25-16,9-9 0</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52:42.500"/>
    </inkml:context>
    <inkml:brush xml:id="br0">
      <inkml:brushProperty name="width" value="0.05292" units="cm"/>
      <inkml:brushProperty name="height" value="0.05292" units="cm"/>
      <inkml:brushProperty name="color" value="#FF0000"/>
    </inkml:brush>
  </inkml:definitions>
  <inkml:trace contextRef="#ctx0" brushRef="#br0">7562 5494 0,'0'0'0,"0"0"0,0 0 31,-9 8-31,1 35 16,-18 42 0,-8 34-16,0 17 15,0-17 1,8 0-16,9-8 16,0-26-1,17-9-15,0-8 0,0-8 31,9-18-31,8-8 16,8 0 0,9-8-16,18-9 15,7-8 1,18-9-16,9 0 16,16-9-1,0-8-15,9 0 16,34-9-1,1 9-15,7 9 16,44-9 0,7 0-16,1 8 15,9-8 1,-1 9-16,17-1 16,-8 9-1,17-8-15,-8-1 16,-1 1-1,18-9-15,16 8 16,-8 1 0,-8-9-16,16-9 15,1 1 1,-9 8-16,0 8 16,0 1-1,9 8-15,-1-17 16,1 8-1,17-8-15,-9-8 16,-17-1 0,-17 9-16,-9 0 15,-8 9 1,-26 8-16,-25 0 16,0 0-1,-43 17-15,-34-9 16,-26 1-1,-17-1-15,-17 1 16,-8-9 0,-9 0-16,-9-9 15,1 1 1,0-35-16,-18-59 16,0-59-1,-25-146-15</inkml:trace>
  <inkml:trace contextRef="#ctx0" brushRef="#br0" timeOffset="2723.53">18794 6557 0,'0'0'0,"0"0"0,0 0 0,0 0 15,8 0 1,86-17-16,103-17 16,136-17-1,119-9-15,77 18 16,26 33 0,8 35-16,-153 8 15</inkml:trace>
  <inkml:trace contextRef="#ctx0" brushRef="#br0" timeOffset="21117.84">14689 8555 0,'0'0'0,"0"0"0,0 0 16,8 0-1,43 17-15,77 9 16,43-9 0,136-34-1,26-51-15,-26-68 16</inkml:trace>
  <inkml:trace contextRef="#ctx0" brushRef="#br0" timeOffset="66503.22">24734 9006 0,'0'0'0,"0"0"0,0 0 0,9 0 15,33-8-15,27-9 16,-1-17 0,137-26-16,25 9 15,95 43 1,-10-1-16,-246 1 15</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55:32.361"/>
    </inkml:context>
    <inkml:brush xml:id="br0">
      <inkml:brushProperty name="width" value="0.05292" units="cm"/>
      <inkml:brushProperty name="height" value="0.05292" units="cm"/>
      <inkml:brushProperty name="color" value="#FF0000"/>
    </inkml:brush>
  </inkml:definitions>
  <inkml:trace contextRef="#ctx0" brushRef="#br0">2987 5502 0,'0'0'0,"0"0"0,9 17 0,8 17 16,0 0-1,0 9-15,0 25 16,-8 0 0,-1 0-1,-8-25-15,0-1 16,0 1-16,0-18 16,0 1-1,0-18-15,0 1 16,0-1-1,0 1-15,0-9 16,0 0 0,9 0-1,8 0-15,8 0 16,18 8 0,0 1-16,16-18 15,44 9-15,16 0 16,9 0-16,0-8 31,9-1-31,51 9 16,-1 9-1,1-9-15,26 17 0,8-9 16,17 9 0,-26-8-1,34-9-15,-16 8 16,16 9-1,1-8 1,16-1-16,10 1 16,16-18-1,26-8-15,-18 9 16,35-1 0,-34-8-16,25 9 15,-17-1-15,1 9 16,33 0-1,-25 9-15,-9-1 16,-34 1 0,-17-1-1,-8 1-15,-43-9 16,-26 0 0,-25 0-16,-44 0 15,-7-9-15,-18-8 16,-16 0-1,-18 0-15,-26 9 16,1-1 0,0 1-16,-1-1 15,9-25 1,18-17 0,24-42-16,-24 33 15</inkml:trace>
  <inkml:trace contextRef="#ctx0" brushRef="#br0" timeOffset="54600.1">2287 7365 0,'0'0'0,"0"0"0,0 0 15,0 0-15,17-9 16,60-16 0,60-9-1,-26 0-15,-51 8 16,50-25-1,70 9-15,-44 16 16,-50-8 0,-44 0-16,1 0 15,-17 9 1,-18-1-16,1 1 16,-1 16-16</inkml:trace>
  <inkml:trace contextRef="#ctx0" brushRef="#br0" timeOffset="54876.12">3098 7084 0,'0'0'0,"17"0"0,26 9 0,8-1 16,17 1-16,35-9 15,-18 0 1,-8 0-1,8 0-15,-16 0 16,-18 0-16,-17 8 16,-8 9-1,-1 9-15,-25 33 16,-42 60 0,-61 0-16,35-68 15</inkml:trace>
  <inkml:trace contextRef="#ctx0" brushRef="#br0" timeOffset="57840">1212 10784 0,'0'0'0,"0"0"0</inkml:trace>
  <inkml:trace contextRef="#ctx0" brushRef="#br0" timeOffset="58449.13">1212 10375 0,'0'0'0,"0"0"0,0 0 16,0 0-16,0 0 16,0 0-16,17 9 0,43-1 31,25-8-16,26-8-15,-26-9 16,35-9-16,-1-8 0,-16 9 31,16-9-15,-33 0-16,-35 0 16,-17 8-1,9-16-15,-1-1 0,-16 1 16,-17-1-1,-18 9 1,0 9 0,1-9-16,-1 0 15,9 8 1,-34 1-16,9-1 16,-10 1-1,18 8-15,9 0 16,-18 8-1,26 9-15,0 0 16,0 0 0,26 17-16,-9 0 15,51 26 1,26 8-16,-17-9 16,-9 1-1,-17-18-15,-16 1 16,-10 8-1,-25 17-15,-51 51 16,-43 34 0,9-17-16,42-34 15,35-51 1</inkml:trace>
  <inkml:trace contextRef="#ctx0" brushRef="#br0" timeOffset="125148.39">1767 14823 0,'0'0'0,"0"0"0,0 0 0,0 0 16,0 0-16,0 0 16,0 0-1,0 0-15,0 0 16,0 0-1,0 0-15,0 0 16,0 0 0,8-8-16,26-18 15,1-8 1,16-17-16,34-25 16,18-26-1,-1-17-15,17 0 16,35-1-1,-17 18-15,-18 26 16,1 8 0,-27 8-1,-24 26-15,-35 17 16,-8 0 0,-18 17-16,-8 0 15,-26 9-15,-33 8 16,-18 8-1,-17 1-15,17-18 16,26 1 0,17-18-16,0 1 15,0-18 1,16 1-16,1-1 16,0 1-1,17-9-15,9-9 16,16 1-1,35-1-15,0 9 16,-9 9-16,0 16 16,-16 9-1,-10 17 1,1 0-16,-9 26 16,-9 25-1,-25 59-15,0 9 16,0-51-16,17-51 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2T23:59:53.785"/>
    </inkml:context>
    <inkml:brush xml:id="br0">
      <inkml:brushProperty name="width" value="0.05292" units="cm"/>
      <inkml:brushProperty name="height" value="0.05292" units="cm"/>
      <inkml:brushProperty name="color" value="#FF0000"/>
    </inkml:brush>
  </inkml:definitions>
  <inkml:trace contextRef="#ctx0" brushRef="#br0">2211 7322 0,'0'0'0,"0"9"0,-9 8 0,9 17 16,0 0-16,-9 8 16,1 1-1,-1 16 1,-16 10-16,-1 16 16,9-9-16,0-16 15,17-18 1,0 1-1,17-18-15,17 1 16,-8-18 0,-1-8-16,35-8 15,34-9 1,34-9-16,-8 1 16,-9-1-1,25 1-15,43 8 16,-34 0-1,18 8-15,67 9 16,-34 9-16,1-9 16,8 8-1,-1 1-15,44-1 16,-43 1 0,8-9-16,18 0 15,50-17-15,18-9 31,-17 1-31,8 8 16,-9-9 0,1 1-1,-17-1-15,-9 9 16,-9 0 0,9-8-16,0-1 15,-17 0-15,-17 9 16,-17 9-16,-51-1 15,-35 9-15,-16 0 32,-35 0-32,-25 9 15,-18-1 1,1 1-16,-18-1 16,1-8-1,-1 0-15,9 0 0,0 9 31,1-9-15,-10 0-16,9-9 16,0 1-1,0-1-15,-8-16 16,-1-9 0,1-26-16,-9 1 15,-9-9 1,1-9-16,-9-8 15,0 9-15,0-9 16,8 17 0,1 0-1,-1 8-15,0 9 16,1 0 0,-9 0-16,0 0 15,-9 8 1,-8 1-16,0 8 15,-9 0-15,1 0 16,-10 8 0,-7-8-16,-18 17 15,-17-8 1,-9 8-16,18 0 16,-9 8-1,-8 1 1,-26-1-16,-9-8 15,-16 17 1,-10 0-16,-16 0 16,-9 9-16,-8-1 15,-9 1 1,-8-1 0,-35 1-16,1-1 15,-9 1 1,0-1-16,8 1 15,9-1-15,9 1 16,-9-1 0,-9 1-1,1-9-15,8-26 16,0 1 0,17-1-16,34 9 15,-8 0-15,25 9 16,35 8-1,-9-9-15,8 9 16,35 0 0,8 9-16,8-1 15,35-8 1,17 0-16,0 0 16,17 0-1,0 0 1,8 0-16,-8 0 15,17 0-15,-8 0 16,8 0 0,0 0-16,0 0 15,0 0 1,-9 9 0,1 16-16,-10 26 15,-24 60-15,-1 25 16,18 17-1,7 9 1,10-1-16,8 1 16,8 144-16</inkml:trace>
  <inkml:trace contextRef="#ctx0" brushRef="#br0" timeOffset="28780.55">3730 8258 0,'0'0'0,"-9"0"0,1 25 0,-1 9 15,1 17-15,-1 0 16,1 0 0,-1 9-1,0 8-15,1 17 0,-9 0 16,17-8-1,17-9 1,0-9-16,17 1 16,9-26-1,0-26 1,25-8-16,34-17 16,9-17-1,0 0-15,-17 0 16,0-8-16,34 8 15,-9 8 1,-8 18-16,-25 8 16,8 0-16,25 8 31,18 1-31,-9-9 16,0 0-1,25 0-15,9 17 16,-33 0-1,-10 0-15,26 17 0,-8 0 32,-18 0-32,-34-9 15,-8 9 1,0-8-16,-9-1 16,-8 1-1,-17-9-15,-9 0 16,-8-9-16,-1 1 15,-8-1 1,-8 1-16,-1-1 16,1 1-1,-9-9 1,0 0-16,0 0 0,0-9 31,0-8-31,0-25 16,0-35-1,8-25-15,9 0 16,1-8 0,7-1-16,1-8 15,-1 8 1,-8 18-16,0 8 16,1 8-1,-10 9-15,1 17 16,-1 17-1,-8 0-15,0 17 16,0 0 0,0 9-1,-8-1-15,-1 1 16,-17-1-16,-16 1 16,-26 8-1,-26 0-15,8 0 16,-8 17-1,-17-9 1,0 1-16,-8-9 16,0-9-16,-1-8 0,-17-8 31,-8-1-31,0 1 16,17 8-1,-17-9-15,-17 18 16,8 8-1,-8 0-15,-9 8 16,26-8 0,34 0-16,-8 0 15,8 0 1,9 9-16,16-1 16,44 1-1,7-9-15,18 0 16,0 0-1,9 0-15,-1 0 16,9 0 0,0 0-16,0 0 15,0 0 1,0 0-16,-8 0 16,-1 17-1,-8 34-15,-9 51 16,-8 34-16,-8 8 15,8 1 1,25-52 0,18-67-1</inkml:trace>
  <inkml:trace contextRef="#ctx0" brushRef="#br0" timeOffset="32403.53">9004 9134 0,'0'0'0,"0"0"0,17 0 0,43 0 16,17 0-1,25 8 1,61 1-16,16 8 15,77 17 1,77 0-16,42-17 16,120-17-1,77-43-15,-162 1 16</inkml:trace>
  <inkml:trace contextRef="#ctx0" brushRef="#br0" timeOffset="61543.77">18922 9414 0,'-9'0'0,"-16"0"16,-1 0-16,9 0 15,17 0-15,0-8 16,43-9-1,51-26-15,111-16 16,51 8 0,76 34-16,129 17 15,0 17 1,9 0 0,-69-17-16</inkml:trace>
  <inkml:trace contextRef="#ctx0" brushRef="#br0" timeOffset="64110.52">4455 9976 0,'0'0'0,"0"0"31,0 0-31,0 0 15,0 0-15,0 17 16,0 17 0,17 17-16,35 8 15,76 9 1,85-8-16,77-9 16,86-26-1,76-16-15,9-9 0,-43-17 31,-34 0-31</inkml:trace>
  <inkml:trace contextRef="#ctx0" brushRef="#br0" timeOffset="70357.37">2834 5962 0,'0'0'0,"0"0"0,0 0 15,0 0 1,0 0-16,0 0 16,0 0-1,0 0-15,0 0 16,-9 0-16,-17 17 15,-16 0 1,-35 8 0,-43 9-16,10 0 15,7 0 1,-16 9-16,-9 8 16,8 0-16,26 0 15,-8 0 1,8 17-1,0 0-15,26-9 16,-9 9 0,17 1-16,35-10 15,-10-8-15,35 17 16,9 9 0,34-1-16,25 1 15,9-9 1,8 0-1,-8 0-15,0-9 16,-9-16 0,-34-9-16,-8-9 15,-18 9-15,-25 9 16,-34 16 0,-17-16-16,-1-17 15,18-1 1,0-16-16,25-1 31,1-8-31,8 0 0,17 0 16,0 0-1,0 0 1,0 0 0,0 0-16,17 17 15,8 17 1,1 17-16,-9 26 15,-17 25-15,-17 17 16,-34 17 0,-9 8-16,-17 1 15,9-34 1,25-43-16,35-9 16,25 18-1,128 42-15,102 0 16,61-26-1,118-8-15,-24-8 16</inkml:trace>
  <inkml:trace contextRef="#ctx0" brushRef="#br0" timeOffset="84538.24">1664 12986 0,'0'0'0,"0"-8"15,26-26-15,17-51 16,50-51-16,10 17 16,-1 0-1,9-26-15,-25 0 16,-1 9-16,-8 26 31,-26 8-31,-17 25 16,-8 18-16,-26-1 15,-51-16 1,16 33-16</inkml:trace>
  <inkml:trace contextRef="#ctx0" brushRef="#br0" timeOffset="84831.15">1707 12017 0,'0'0'0,"0"0"0,0 0 16,0 0-16,0 0 15,0 0 1,17-9-16,43-16 16,51-26-1,42-26 1,18-8-16,-26 9 15,-25 8 1,-26 25-16,-35 26 16,-16 0-1,0 17-15,-1 9 16,1 16-16,0 9 16,8 17-1,0 26 1,-25-35-16</inkml:trace>
  <inkml:trace contextRef="#ctx0" brushRef="#br0" timeOffset="105703.23">4592 13054 0,'0'0'0,"0"0"0,0 0 0,0 9 15,17 8 1,8 0-1,27 8-15,16 1 16,0-1 0,-8 9-16,51 0 15,94 9 1,-9-9-16,69-8 16,59-18-1,-17-34-15,154-33 16,43-9-1,-35 8-15,60 1 16,86 8 0,16-34-16,52 17 15,60 42 1,25 18-16,17 16 16,9 18-1,-367-18-15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01:51.241"/>
    </inkml:context>
    <inkml:brush xml:id="br0">
      <inkml:brushProperty name="width" value="0.05292" units="cm"/>
      <inkml:brushProperty name="height" value="0.05292" units="cm"/>
      <inkml:brushProperty name="color" value="#FF0000"/>
    </inkml:brush>
  </inkml:definitions>
  <inkml:trace contextRef="#ctx0" brushRef="#br0">2467 3725 0,'0'0'0,"0"0"15,0 0-15,0 0 16,25 17 0,35 17-16,17-9 15,51 10 1,102 16-16,1-9 15,42-16 1,43-9-16,-35-17 16,112-9-1,25 1-15,-34-18 16,60-16-16,51 8 16,51 8-1,43 9-15,68 17 16,1 34-1,33 26 1,9-18-16,51 1 16,8-9-1,1-9-15,25-8 16,-42 9 0,33-18-16,-24-25 15,-155-42 1,-204-18-16</inkml:trace>
  <inkml:trace contextRef="#ctx0" brushRef="#br0" timeOffset="22155.01">14159 6293 0,'0'0'16,"0"0"-16,9 9 0,8 8 16,68 8-1,86 1-15,-9-18 16,120-8 0,119 17-16,-8 26 15,153 8-15,137 0 16,-9-17-1,-42-43-15,-206 9 16</inkml:trace>
  <inkml:trace contextRef="#ctx0" brushRef="#br0" timeOffset="29792.9">6623 7637 0,'0'0'0,"0"0"16,0 0-16,0 0 15,9-8 1,16-1 0,35 0-16,59 1 15,1-1 1,34 1 0,85-1-16,-35 9 15,18 26-15,43-9 16,51-8-16,59-1 15,35-8 1,42-8-16,-68 8 16</inkml:trace>
  <inkml:trace contextRef="#ctx0" brushRef="#br0" timeOffset="42321.19">3329 9610 0,'0'0'0,"0"0"0,0 0 16,0 0-1,0 0-15,-9 9 16,1 8-1,-1 8-15,-8 9 16,-9 9 0,1-1-16,-1 1 0,9-18 31,0 9-15,0 0-16,0 17 15,0 9-15,0-9 16,8-26-1,9 1 1,0-9-16,0-9 16,0 1-16,0-1 15,26 9 1,8-8-16,17-1 16,17-8-1,18 9 1,16-9-16,1 0 15,8 8-15,-9-8 16,17 0 0,27 9-16,-1-1 15,25-8 1,10 0 0,-10-8-16,10-9 15,7 8 1,-16-16-16,0-9 15,25 8-15,-17 1 16,0-1 0,35-8-1,-35 9-15,9 8 16,51 17-16,-43 0 16,-8 17-1,17 0-15,-9 0 16,17 8-1,-16-8-15,8-8 16,34-1 0,-9 1-16,-8 8 15,-17 0 1,-9 8 0,26 9-16,-26-17 15,1-8 1,16-9-16,17-9 15,18-8-15,-35 0 16,1 0 0,8 0-16,-18 17 15,35 9 1,-17-9 0,0 8-16,-8 1 15,-10-9 1,18 8-16,-25-8 15,-1 9 1,17-1-16,-8 1 16,26 16-1,-10-8-15,1-8 16,9 8 0,8 0-16,8-17 15,1 0 1,-1 8-16,-8 9 15,0 17 1,-8 0-16,33-8 16,-8-1-1,0-16-15,26-1 16,0-8 0,-1 0-16,1-8 15,0-1 1,-1 9-16,18 0 15,-9 9 1,17-9-16,-16 0 16,24 0-1,10 8-15,-26-8 16,25 0-16,-25 9 16,-9-9-1,-9 9 1,1 8-16,8-9 15,26 1-15,17-1 16,0 1 0,34-1-16,-34 1 15,17-1 1,-9-8 0,-34 0-16,9 0 15,-9 0 1,-17-8-16,-16 8 15,-10-9-15,-33 9 16,-35-8 0,-17-1-16,-42-25 15,136-68 1</inkml:trace>
  <inkml:trace contextRef="#ctx0" brushRef="#br0" timeOffset="44019.97">3354 10818 0,'0'0'0,"0"0"0,0 0 15,0 0-15,0 17 0,0 8 16,0 18-1,9 25 1,-9 17-16,0-17 16,0-9-1,0-8 1,0-8-16,0-18 0,8 1 16,9-9-1,26 0-15,8-9 31,35 1-31,25-18 16,-26 1 0,0-18-16,35 1 15,16-1 1,-16 9-16,-26 9 16,34 8-1,42 0-15,-16 0 16,-26 0-1,26 8-15,8 1 0,-17 8 16,-8 0 0,25 17-1,-17-9 1,-17 1-16,17-9 16,17 9-16,-34-18 15,-8 1-15,-1-1 31,1-8-31,-18 0 16,-34 0-16,-25 0 16,-17 0-16,-9 0 15,0-8 1,8-18 0,9-42-1,9-51-15,-17-9 16,-18 69-1</inkml:trace>
  <inkml:trace contextRef="#ctx0" brushRef="#br0" timeOffset="59119.8">10874 14075 0,'0'0'0,"0"0"0,34 0 16,42 0 0,70 0-16,-10 17 15,18 0 1,93 17-16,-8 0 15,51-17 1,60 0-16,9-17 16,42-9-1,94 1-15,51 8 16,-8-9-16,-128 1 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02:57.760"/>
    </inkml:context>
    <inkml:brush xml:id="br0">
      <inkml:brushProperty name="width" value="0.05292" units="cm"/>
      <inkml:brushProperty name="height" value="0.05292" units="cm"/>
      <inkml:brushProperty name="color" value="#FF0000"/>
    </inkml:brush>
  </inkml:definitions>
  <inkml:trace contextRef="#ctx0" brushRef="#br0">2842 3972 0,'17'0'0,"69"0"0,59 8 16,179 1-16,94-9 0,17-26 15,112-16 1,59 16 0,94 35-1,-60-9-15,-231-17 16</inkml:trace>
  <inkml:trace contextRef="#ctx0" brushRef="#br0" timeOffset="17310.34">6965 7101 0,'0'0'0,"0"0"0,0 0 15</inkml:trace>
  <inkml:trace contextRef="#ctx0" brushRef="#br0" timeOffset="17564.87">6828 7144 0,'0'8'0,"17"18"0,0 8 0,0 8 16,17 9-16,18 9 31,16-9-15,43-17-16,77-17 0,-1-17 15,35-34 1,43-9-1,76-8 1,69-17-16,17 26 0,59 16 31,9 9-31,-17-17 16,-77 0-16</inkml:trace>
  <inkml:trace contextRef="#ctx0" brushRef="#br0" timeOffset="77357.5">3269 8164 0,'0'0'0,"0"0"0,0 0 0,0 17 15,-9 9 1,9 8-16,0 0 16,-8 17-1,-1 8-15,1 9 16,-1-8-1,9-9 1,0-17-16,0 0 16,17 0-1,0-8-15,17-1 16,9-8 0,25-8-16,-8-1 15,0-8 1,8 0-16,9 0 15,8 0 1,18-8-16,25 8 16,8 0-1,27-9-15,24-8 16,27-8 0,8-1-16,0 1 15,-1 8 1,-7 0-16,16 0 15,1-1 1,8 10-16,-9 8 16,1 8-1,-1 10-15,-34 7 16,18 9-16,-27-8 16,-7 8-1,-1 0 1,-43 0-16,10 0 15,-1 0 1,-43-17-16,-25-9 16,-26 1-1,-25-1-15,-9-8 16,-9-8-16,1-9 16,-1-26-1,1 9-15</inkml:trace>
  <inkml:trace contextRef="#ctx0" brushRef="#br0" timeOffset="86241.99">11403 10852 0,'0'0'0,"0"0"0,0 0 16,0 0-16,0 0 16,-9 0-1,1 17 1,-27 25-16,-16 35 16,0 8-1,8-17 1,9-9-16,9-8 15,8 0-15,-1 17 16,18 1-16,18-10 16,7 1-1,35-18 1,25-16-16,43-26 16,26-17-1,8-9-15,34-8 16,1 0-16,8 9 15,25 8 1,26 8 0,17 9-16,17 0 15,35 0 1,50-8 0,-33-1-16,8 1 15,42 8-15,-42 0 16,34 0-1,43 8 1,-43 1-16,-9 8 16,-8 0-1,-17 8-15,-34 1 16,-26-1-16,-51 1 16,-59-9-1,-44 0 1,-42-9-16,-43-8 15,-25-8 1,-1-9-16,1-17 16,0-34-1,-1-26-15,9-17 16,1 1 0,-1-9-16,8 0 15,-16 59-15</inkml:trace>
  <inkml:trace contextRef="#ctx0" brushRef="#br0" timeOffset="90779.14">19921 11532 0,'0'0'0,"0"0"0,0 0 15,17 0-15,34-8 16,68-18-16,112-33 31,16 7-31,35 1 16,85 0-1,60 34-15,-9 26 16,-34 8-16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04:53.971"/>
    </inkml:context>
    <inkml:brush xml:id="br0">
      <inkml:brushProperty name="width" value="0.05292" units="cm"/>
      <inkml:brushProperty name="height" value="0.05292" units="cm"/>
      <inkml:brushProperty name="color" value="#FF0000"/>
    </inkml:brush>
  </inkml:definitions>
  <inkml:trace contextRef="#ctx0" brushRef="#br0">11505 5604 0,'0'0'0,"0"0"0,0 9 15,0 8-15,0 25 16,-8 18-1,-1 8-15,-17 9 16,1 8 0,-1 17-1,1 0-15,-10-9 16,1-16-16,17-9 16,0-9-1,9-16-15,8-1 16,0 1-1,17-9 1,0 0-16,34 0 16,26-8-16,17-18 15,17-16 1,34-18-16,25-8 16,-16 0-1,8 0 1,26 0-16,8 25 15,26 1 1,17 16-16,0 9 0,9-8 31,-35-1-31,9 9 16,0 9 0,-51-1-16,-9 1 15,-34-9 1,-34-8-16,-26-1 15,-25 1-15,-18-1 16,1-8 0,-18 0-1,9-8-15,1-1 16,-10-8 0,1-17-16,8-26 15,0-42-15,8-34 16,9 0-1,9 0 1,17-17-16,8 9 16,-8 16-16,-9 34 15,-17 35 1,-8 25-16,-18 8 16,1 9-1,-9 0-15,-9 0 16,1 0-1,-26-8-15,-26-9 16,-8 0 0,8 8-1,-25-8-15,-18-8 16,-33-1 0,-9 9-16,-9-8 15,-59-9-15,-18 17 16,35-9-1,-1 9 1,18 0-16,9 0 16,-10 0-1,1 0-15,34 8 16,-34 1 0,-18 8-16,52 8 15,-34 1-15,0 8 16,76 8-1,18 1-15,42-9 16,9 0 0,17 0-16,0 0 15,9 0 1,8 0 0,0 0-16,0 0 15,0 0 1,-9 0-16,1 0 15,-1 0 1,0 17-16,-16 0 16,-18 8-1,1 1-15,-10 0 16,10-1 0,8 1-16,-1-1 15,1 9 1,-8 9-16,-10 25 15,-7 34-15,7 25 16,27 18 0,8-1-16,17 18 15,8 17 1,9-1 0,0 9-16,18 119 15</inkml:trace>
  <inkml:trace contextRef="#ctx0" brushRef="#br0" timeOffset="7206.49">6623 7637 0,'0'0'0,"0"0"0,0 17 16,0 0 0,0 17-1,0-8 1,17 8-16,111 17 16,94-9-16,102-33 15,189-9-15,-1 8 16,-60 18-1,94 16 1,-128 1-16</inkml:trace>
  <inkml:trace contextRef="#ctx0" brushRef="#br0" timeOffset="19667.25">26859 8964 0,'0'0'0,"0"0"0,0 0 16,0 0-16,0 0 16,0 0-16,9 0 15,42-9 1,77 9-16,94-8 16,68-9-1,60 17 1,86 0-16,50 0 15,43 0 1,-119 0-16</inkml:trace>
  <inkml:trace contextRef="#ctx0" brushRef="#br0" timeOffset="45802.66">8646 10852 0,'0'0'0,"0"0"0,0 0 16,0 0 0,0 17-16,17 0 15,-8 8 1,-1 1-16,1-1 15,-1 1 1,1 8-16,-9 0 16,0 8-1,0 9-15,8-8 16,9-9-16,-8 0 16,-1-9-1,9 1 1,26-9-16,34 0 15,42-9-15,-8-16 16,-42-1 0,42 9-16,68 0 15,-26 9 1,-25-1 0,69 9-16,-9 9 15,-26-9-15,68 0 16,-34 0-1,-8-17-15,77 0 16,-86 9 0,43-1-1,-17 1-15,-43-1 16,68 1-16,-59-1 16,-51-16-1,42-1 1,8-8-16,-59 0 15,-59 9 1,-27-1-16,1 0 16,-18 9-1,1 0-15,-1 0 16,1 0 0,-1 0-16,-8-8 15,9-1 1,0 1-16,-1-9 15,1 0 1,-9-9-16,-9-16 16,1-9-1,-1-9-15,9-16 16,0-18 0,17 1-1,-8-1-15,-1-8 16,1 0-16,-9 0 15,0 8 1,0 18-16,-9 8 16,1 8-1,-18 1 1,0 8-16,-8 8 16,-8 9-16,-10 0 15,-33 0 1,8 9-16,17 16 15,-25-8 1,-17 9-16,-26-1 16,8 1-1,26-1-15,-34 1 16,-51-18-16,25 9 16,9 9-1,-60-18 1,26 18-16,0-1 15,-43-8 1,60 17-16,0-8 16,-43-1-1,51 9-15,-8 9 16,-26-9 0,35 17-16,8 0 15,0 0 1,-9-9-16,26 9 15,51-8-15,0-1 16,-17 1 0,18-1-16,7 9 15,1-8 1,0-1 0,17 1-16,16-1 15,18 1 1,0-9-16,17 0 15,0 0 1,0 0 0,9 8-16,8 9 15,17 9 1,0 16-16,17 35 16,-17 50-16,-16 69 15,-36 76-15,-16 51 16,9 51-1</inkml:trace>
  <inkml:trace contextRef="#ctx0" brushRef="#br0" timeOffset="48906.96">7946 11830 0,'0'0'0,"0"0"0,0 0 15,0 0-15,0 25 16,9 9 0,-1 17-16,-8 9 15,-8 8-15,-1 0 31,9 0-31,0 0 16,9-9-16,8 1 16,0-9-1,0-8-15,0-9 16,17-9 0,17 1-16,26-18 15,34-8 1,17-8-16,26-18 15,33-8 1,44 9-16,16-9 16,18 8-1,8 1-15,17-1 16,0 0 0,-8 18-16,8-1 15,9 18 1,0 8-16,-26 8 15,17 27 1,9-1-16,-26-17 16,-9 0-1,-16-17-15,-52-9 16,-25-8 0,-17 0-16,-43 9 15,-43-9 1,-17 0-16,-25 0 15,-1 0 1,-16 0-16,-1 0 16,1 0-1,-9 0-15,0 0 16,0-9 0,8-16-16,1-18 15,-9 1 1,8-1-16,1 18 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06:21.706"/>
    </inkml:context>
    <inkml:brush xml:id="br0">
      <inkml:brushProperty name="width" value="0.05292" units="cm"/>
      <inkml:brushProperty name="height" value="0.05292" units="cm"/>
      <inkml:brushProperty name="color" value="#FF0000"/>
    </inkml:brush>
  </inkml:definitions>
  <inkml:trace contextRef="#ctx0" brushRef="#br0">4686 13956 0,'0'0'0,"0"0"0,-9 0 0,-25 0 0,17 0 0,-9 17 0,-8 25 16,0 35-1,0 59 1,17 0 0,8 0-16,1 43 15,-1-9 1,9-68-16,0-43 16,0-16-1,0-1-15,0-16 0,34-9 31,26 0-31,51-9 16,0-8 0,17-8-16,60-9 15,-17 0-15,16 0 16,61 0 0,-52 0-1,-8 0-15,34 0 16,-52 0-1,1-9-15,25 9 16,-50 0 0,-35 17-16,-9 0 15,-34 0 1,-25-8 0,-17 8-16,-9-9 0,0-16 15,-9-35 1,1-42-1,-9-42-15,8-35 16,9-8 0,0 8-1,9 35-15,-17 42 16,-1 34-16,-8 25 16,0 18-1,0 8-15,0 0 16,0 17-1,0 0-15,-8 0 16,-10 17 0,-16 25-16,-25 9 15,-10 0 1,-33 9-16,-18-18 16,-25-8-1,-34-25 1,-26-26-16,-25-43 15,-26-25-15,-9 0 16,-16-17 0,-10-8-1,-16 25-15,-17 25 16,-18 26 0,-33 25-16</inkml:trace>
  <inkml:trace contextRef="#ctx0" brushRef="#br0" timeOffset="75358.05">13553 13241 0,'0'0'0,"0"0"0,0 0 0,-8 0 16,-1 0-1,-16 0-15,-26 17 16,-26 9-1,9 8 1,8 0 0,17 9-16,0-1 15,-16 1-15,-10 25 16,-24 51 0,16 8-1,25-42-15,1 17 16,-8 34-1,7 26-15,27-34 0,8-26 16,17 17 0,8 34-1,35-26 1,8-33-16,43-9 16,17-9-1,-43-16-15,35-9 0,42-17 16,8-34-1,-33-34 1,25-17 0,43-26-16,-35-50 15,-50-18-15,-18 1 16,26-69 0,-17 9-1,-51 17-15,-9-17 16,-34 34-1,-34 17-15,-26 0 16,-17 8 0,9 34-16,-35 26 15,-33 0-15,-1 26 16,-33 25 0,-44 34-1,1 42-15,-18 86 16,18 59-16,85-8 15,43 67 1,42-25 0,51 9-16,18 136 15</inkml:trace>
  <inkml:trace contextRef="#ctx0" brushRef="#br0" timeOffset="77611.48">14211 15146 0,'0'0'15,"0"0"-15,-9 0 0,1 0 16,-9 0-16,-1 0 16,1 0-1,0 0 1,9 0-16,-1 0 15,-8 17 1,0 0-16,-8 26 16,-18 25-1,0 34-15,-17 17 16,-16 17 0,-27 17-16,1-25 15,8-26-15,0-26 16,-25 1-1,-10-9-15,27-17 16,17-17 0,16-34-1,18-17-15,-9-17 0,1-17 32,-1-34-32,26 0 15,17 42 1,8 9-16,9 17 15,0 17 1,0 0-16,0 9 0,0 16 31,9 26-31,8 34 16,0 43 0,0 17-16,0-35 15,0-8-15,9-8 16,-1-9-1,1-17-15,8-17 16,26-43 0,76-67-1,146-86-15</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08:15.262"/>
    </inkml:context>
    <inkml:brush xml:id="br0">
      <inkml:brushProperty name="width" value="0.05292" units="cm"/>
      <inkml:brushProperty name="height" value="0.05292" units="cm"/>
      <inkml:brushProperty name="color" value="#FF0000"/>
    </inkml:brush>
  </inkml:definitions>
  <inkml:trace contextRef="#ctx0" brushRef="#br0">2902 5783 0,'0'0'0,"0"0"0,8 0 0,1 0 16,-9 0-16,0 0 15,0 0 1,8 0-16,-8 0 16,0 0-1,0 0-15,0 0 16,18 26-1,-1 8-15,0 25 16,-9 26 0,1 17-16,-9-8 15,8-18 1,1-25-16,-1-8 16,9-18-1,1 1-15,24-1 16,18-16-1,8-9-15,26-9 16,17 1 0,17-9-1,-8 8-15,-18-8 16,17 9 0,27-9-16,-10 0 15,9 0 1,26 8-16,8-8 15,0 9 1,9-1-16,-17 1 16,8 8-16,0-9 15,1 1 1,16 8-16,9 0 16,-18 0-16,18 17 31,9-9-31,-18 9 15,9 9-15,8-9 16,-8-9 0,-9-8-1,1 0-15,-18 0 16,-8 9 0,-9-1-16,-17 1 15,-34-1-15,-9 1 16,-25-1-1,-9 1-15,-16-1 16,-27-8 0,1 0-16,-18 0 15,9-8-15,0-9 16,-8-34 0,-1-60-16,-16-42 31,-18-25-31,-16-137 15</inkml:trace>
  <inkml:trace contextRef="#ctx0" brushRef="#br0" timeOffset="3015.57">10191 6557 0,'0'0'0,"8"0"0,35-9 16,42-16-16,52-9 16,51-9-1,34 1-15,34 8 16,25 25-16,35 35 15,136 25 1,-42 8-16</inkml:trace>
  <inkml:trace contextRef="#ctx0" brushRef="#br0" timeOffset="4502.59">19067 6565 0,'0'0'0,"0"0"16,0 0-16,0-8 15,-8-9 1,-1-9-16,-8-8 16,0 0-1,0 17-15,0 0 16,8 0 0,1 9-16,8 8 15,0-9 1,17 1-16,17-1 15,77 1 1,68 8 0,51 8-16,44 1 15,101 16-15,35-8 0,0-8 32,76-9-17,60 0-15,60 0 16,-188 8-1</inkml:trace>
  <inkml:trace contextRef="#ctx0" brushRef="#br0" timeOffset="12601.28">2834 9780 0,'0'0'0,"0"0"16,0 0-16,0 0 15,0 0-15,8 0 16,86 9 0,111 8-1,153 17-15,120 8 16,17 9-16,-8-25 16,119-35-1,-179-8-15</inkml:trace>
  <inkml:trace contextRef="#ctx0" brushRef="#br0" timeOffset="18776.02">8757 9491 0,'0'0'0,"0"0"16,-9 0-1,1 0-15,-1 0 16,1 0 0,-1 0-16,9 0 15,-8 0-15,-1 8 16,9 9 0,0 1-16,9-1 15,8 8-15,0 1 16,17 8-1,26-9-15,16-8 32,27-8-32,-1-9 15,-8-17 1,17 8-16,9 1 16,16 8-16,1 8 15,-1 9 1,26 9-1,-8-9-15,0-9 16,8 9 0,-8-8-16,8-1 15,-9 1-15,27-9 16,-1 8 0,-8 1-1,25-1-15,-25 1 16,-1-9-16,-16 8 15,-26-8 1,-9 9 0,1-9-16,-18 17 15,-8 0 1,0 0-16,-17 0 16,-17 0-1,-9 0-15,9-9 16,-1 1-1,-8-1-15,1-8 16,-1-17-16,-17 9 16</inkml:trace>
  <inkml:trace contextRef="#ctx0" brushRef="#br0" timeOffset="19862.62">17975 9789 0,'0'0'0,"0"0"0,0 0 16,34-9 0,17 1-16,26-1 15,17 1 1,8-1-16,18 9 15,33 0 1,18 0-16,51 17 0,34 0 31,17 0-31,26 0 0,34 0 32,42 9-32,-25-9 15,102-9 1,9-25-16,-85 0 15</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09:07.091"/>
    </inkml:context>
    <inkml:brush xml:id="br0">
      <inkml:brushProperty name="width" value="0.05292" units="cm"/>
      <inkml:brushProperty name="height" value="0.05292" units="cm"/>
      <inkml:brushProperty name="color" value="#FF0000"/>
    </inkml:brush>
  </inkml:definitions>
  <inkml:trace contextRef="#ctx0" brushRef="#br0">3380 6200 0,'0'0'15,"8"8"-15,9 9 0,1 0 16,-1-8-1,0-1-15,0 1 16,0-1 0,8-8-16,1-8 15,0-1 1,-1 9-16,9 0 16,9 0-1,0 0-15,-1 0 16,-16-8-1,0-1-15,-9 1 16,0-1-16,34 1 16,17-1-16,-8 1 31,8 8-31,1 0 16,-10 0-16,1 17 15,-17 0 1,-1 8-16,27 9 15,25 9 1,16 8-16,10-9 16,-43-16-1,0-9 1,25 0-16,9 0 16,8 8-1,-8-16-15,17-1 16,52 9-1,-27 0-15,9-8 16,35 8 0,-27 0-16,10 0 15,42 0 1,-43-8-16,9-1 16,51 9-1,-52 0-15,1 0 16,34 0-1,8 0 1,35-8-16,-26-9 16,17-26-1,-34 1-15,0-9 16,8-1-16,18 1 16,8 0-1,0 9-15,17-9 16,43-9-1,8 9-15,18 0 16,-1 0 0,-59-8-16,68 8 15,8 17 1,-17 0-16,52-26 16,-9 9-1</inkml:trace>
  <inkml:trace contextRef="#ctx0" brushRef="#br0" timeOffset="6294.33">14066 5604 0,'0'0'0,"0"0"0,0 0 0,0 0 16,0 0 0,-9 0-16,-8 34 15,-17 43 1,-17 17-16,-1-26 16,-7 8-1,7 18-15,35-1 16,26-8-1,17-17-15,16-8 16,44-18 0,-10-8-16,-16-25 15,17-18 1,42-8-16,35-25 16,-26 8-16,-8 0 15,84-9 1,-7 9-16,25-8 15,17-1 1,8 1 0,18 16-16,-9 9 15,8 9 1,1 8-16,17 8 16,50 18-16,18-1 15,0-16 1,34-1-1,-25-8-15,8 0 16,8 9-16,-16 8 16,-18 0-1,43 8 1,-17 1-16,-17-1 16,68-16-1,-8 8-15,-51-9 16,33 1-1,1-1-15,-26 1 16,-9-9-16,18 0 16,-18 17-1,-25-9 1,-17 9 0,-43-8-16,-25-1 15,-35 1 1,-25-18-16,-26 1 15,0-1-15,-25 1 16,-35-9-16,-17-9 16,1 1-1,-9-18 1,-1-8-16,-16-17 16,-17-17-1,-18 9-15,1-9 16,-17 42-1</inkml:trace>
  <inkml:trace contextRef="#ctx0" brushRef="#br0" timeOffset="21705.46">7681 7484 0,'0'0'0,"0"0"0,0 8 16,-8 9 0,8 17-1,0 0-15,0 18 16,0 16 0,-9 17-16,1 0 15,-9-17 1,8-9-1,9-16-15,0-1 16,17-8-16,0-8 16,26 8-1,51-9 1,17-16-16,0-1 16,-26-16-16,18-9 15,33 0 1,9-9-16,-8 1 15,8-1 1,68 1 0,-33 8-16,-18-9 0,51 1 15,-17-1 1,26 9 0,-8-17-1,-1 9-15,35 16 16,-27 26-16,35 0 15,-34 9 1,0-9 0,0-9-16,-25-8 15,42-8 1,-77-1-16,-68 1 16,8 8-1,-42-9-15,-26 9 16,-9-8-16,-16-1 15,-9-16 1,-17-26 0,-9-26-16,18 35 15</inkml:trace>
  <inkml:trace contextRef="#ctx0" brushRef="#br0" timeOffset="24830.31">13664 7714 0,'0'0'0,"0"0"0,0 0 16,35 8 0,93 18-1,25-18-15,69-25 16,60-8-16,42-9 15,0-17 1,-8 8 0,-8-8-16,7-9 15</inkml:trace>
  <inkml:trace contextRef="#ctx0" brushRef="#br0" timeOffset="25380.73">20168 7816 0,'0'0'0,"85"-9"0,112-8 16,170 17-1,34 0-15,9 0 16,25-17 0,-60-17-1</inkml:trace>
  <inkml:trace contextRef="#ctx0" brushRef="#br0" timeOffset="38305.96">1212 8709 0,'0'0'0,"0"0"15,0-9-15,0 1 16,0-1 0,0 9-16,0 0 15,0 0 1,-17 0-16,17 0 15,-9 0 1,9 0-16,0 0 16,0 0-16,0 0 31,0 0-31,0 0 16,0 0-1,26 0-15,17 0 16,33 9-16,1-1 15,26 1 1,-35-1 0,-34 1-16,0-1 15,9-8 1,-9 0-16,9-8 16,-26 8-16,-9 0 15,9 0-15,-17 0 16,0 0-1</inkml:trace>
  <inkml:trace contextRef="#ctx0" brushRef="#br0" timeOffset="38643.64">1750 8487 0,'0'0'0,"0"0"0,0 0 16,0 0-1,0 0-15,0 0 16,0 0-1,0 0-15,0 0 0,0 0 16,17 0 0,25 17-1,10 9 1,16-9-16,-25 0 16,16 0-16,-7 0 15,-10-8-15,-16-1 31,-1 1-31,-8-1 16,-8 1-16,0 8 16,-27 25-1,-24 35 1,-18 16-16,-17-25 16,9-25-1,17-18-15,42-16 16</inkml:trace>
  <inkml:trace contextRef="#ctx0" brushRef="#br0" timeOffset="57822.57">1331 6565 0,'0'0'0,"0"0"16,0 0-16,0 0 15,-25 0-15,8 0 16,17 9-1,-17-9 1,8 17-16,-8 0 16,17 25-1,-17-16 1,-120 246-16,137-272 16,0 9-1,-25 8-15,8-9 16,17 1-16,-17-1 15,8 1-15,9-1 16,9 1 0,16-1-1,9 1 1,43-9-16,51 8 16,26-8-1,-35-8-15,-25-1 16,34 9-1,9-8-15,-18-1 16,-42 9-16,-9 0 16,26 0-1,-25 9 1,-18-9-16,-26 0 16,1 0-1,-17 0-15,-1 0 16,-25 0-1,0 0-15,-137-26 16,154 26 0,0-8-16,-17-1 15,9 1 1,-1-9-16,1 8 16,8 9-1,0-8-15,0-1 16,8 1-16,26-9 15,9-9 1,34 9-16,-17 9 16,-18 8-1,1 0-15,-17 17 16,-1 0 0,-8 8-1,-8 26-15,-18 17 16,-16 9-1,8-18-15,-1-16 16,10-26 0</inkml:trace>
  <inkml:trace contextRef="#ctx0" brushRef="#br0" timeOffset="81322.19">1212 9942 0,'0'0'0,"0"0"0,0 0 16,0 0-16,0 0 16,0 0-16,0 0 15,0 0 1,0 0-16,0 0 15,0 0 1,0 0 0,0 0-16,17 0 15,85 8 1,26-8-16,-17-8 16,-34-1-1,51-16-15,-17-9 0,-25 8 31,-10 9-31,-41 9 16,-10-1 0,-8 9-16</inkml:trace>
  <inkml:trace contextRef="#ctx0" brushRef="#br0" timeOffset="81659.08">2006 9568 0,'0'0'16,"0"0"-16,0 0 0,8 8 15,43 18 1,9-1 0,-17 1-16,25 8 15,9-9 1,0 1-16,-17-9 15,-1 0 1,-16-9-16,-17 9 16,-1 0-1,-16 0-15,-18 17 16,-42 34-16,-26 0 16,17-8-1,1-1-15,-1 1 16,34-35-1</inkml:trace>
  <inkml:trace contextRef="#ctx0" brushRef="#br0" timeOffset="99296.07">8765 10554 0,'0'0'0,"0"0"0,0 0 0,0 0 16,0 0-1,0 0-15,111 17 16,69-17 0,118-25-1,35-9-15,0-18 16,136-16-1,-67 26-15</inkml:trace>
  <inkml:trace contextRef="#ctx0" brushRef="#br0" timeOffset="126572.86">1707 12893 0,'0'0'0,"0"0"0,0 0 15,0 0 1,0-9-16,9-8 15,25-17 1,34-25-16,43-18 16,8 9-1,-33 17 1,8 0-16,25 9 16,1 8-1,-9 0-15,-35 17 16,-41-1-1,-10 10-15,-8-1 16,-8 9 0,-9 0-16</inkml:trace>
  <inkml:trace contextRef="#ctx0" brushRef="#br0" timeOffset="126842.81">2287 12323 0,'0'0'0,"0"0"0,0 0 32,35-9-32,16 1 15,17 8 1,0 0-16,1 0 16,-10 17-16,-16-9 15,-17 9 1,-1 26-1,9 34-15,-8 50 16,-18 26-16,1-42 16,0-26-1,-1-43 1</inkml:trace>
  <inkml:trace contextRef="#ctx0" brushRef="#br0" timeOffset="159283.6">18000 9100 0,'0'0'0,"0"0"0,0 0 15,0 0-15,0 0 16,0 0 0,0 0-16,0 0 15,0 0 1,0 0-1,0 0-15,0 0 16,0 0-16,0 0 16,26 0-1,76-9 1,43 1-16,-42-1 16,42-8-1,77-8-15,-69 8 16,1 0-1,76 0-15,-84 0 0,-53 17 32,18 0-32,-8-9 15,-26 9 1,-18 0-16,-16 9 16,-17-1-16,-1 1 0,-16-9 31,-1 0-16,1 0-15,-35 8 16,-59 9 0,-60 0-16,-86-8 15,27-1 1,-1 1-16,-26-9 16,43-9-1,18 1-15,-18-1 16,51 9-1,44 0-15,-10 0 16,9 9 0,17-1-16,18 1 15,25-9 1,16 8-16,1-8 16,17 0-1,9 0-15,59 0 16,52 0-1,50 0-15,27 0 16,-1 17 0,34 9-16,-42-9 15,-26 0 1,35-9-16,-52-8 16,-60-8-1,-42-1 1,-18 1-16,1 8 15,-17 0-15,-1 0 16,-25-9 0,-68 1-16,-86 8 15,-85-9 1,-17 1-16,-17-1 16,42 9-1,-51-8-15</inkml:trace>
  <inkml:trace contextRef="#ctx0" brushRef="#br0" timeOffset="161575.54">17992 12187 0,'0'0'0,"0"0"0,17-9 0,34 1 15,51-18-15,61-8 31,93 0-31,119 17 16,18 0-16</inkml:trace>
  <inkml:trace contextRef="#ctx0" brushRef="#br0" timeOffset="167003.22">17462 10707 0,'0'0'0,"0"0"0,0 0 0,0 0 32,0 0-32,0 0 15,0 0-15,0 0 32,0 0-32,0 0 15,0 9 1,0 16-16,9 26 15,-9 51 1,9 43-16,-18-9 16,-17 8-16,9 10 15,0-18 1,17-34 0,0-17-16,0-9 15,9 9-15,-1 0 16,1-8-1,-9-9 1,0-9-16,0-8 16,0-25-16,0-1 15,8-8 1,18 0-16,25-8 16,69-18-1,33-16-15,18-18 16,17-8-1,-26 9-15,9 8 16,8 0 0,-34 17-16,-43 25 15,1 9 1,-9 9 0,-26-1-16,-17 1 15,-17-18-15,-8 1 16,-9-1-1,-8 1 1,-1-9-16,9-17 16,0-43-1,9-25-15,-1-17 16,10-25-16,-10-18 16,1 9-1,-18 43-15,1 7 16,-1 1-1,-8 0 1,9 9-16,-1 25 16,-8 17-1,0 8-15,0 9 16,0 9 0,0-1-16,-8 1 15,-1-1 1,-8 1-16,-25-9 15,-44-9-15,-67-8 16,-61 17 0,-59 0-1,-17 0-15,-68 0 16,-78 0 0,-16 17-16,51 9 15</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12:25.673"/>
    </inkml:context>
    <inkml:brush xml:id="br0">
      <inkml:brushProperty name="width" value="0.05292" units="cm"/>
      <inkml:brushProperty name="height" value="0.05292" units="cm"/>
      <inkml:brushProperty name="color" value="#FF0000"/>
    </inkml:brush>
  </inkml:definitions>
  <inkml:trace contextRef="#ctx0" brushRef="#br0">4438 7246 0,'0'0'0,"0"0"0,0 0 16,0 0-16,34-9 16,60-16-1,43-1-15,8 1 16,34-1-1,26 9-15,68 0 16,60 9 0,51 8-16,17 8 15</inkml:trace>
  <inkml:trace contextRef="#ctx0" brushRef="#br0" timeOffset="1224.68">14757 7331 0,'0'0'0,"0"0"0,0 0 0,0 0 31,0 0-31,0 0 15,0 0 1,0-9-16,0 1 16,0-18-1,17-16-15,34-18 16,60 9 0,34 17-16,69 0 15,50 17 1,103 26-16,77 25 15,8 0 1,-50-9-16</inkml:trace>
  <inkml:trace contextRef="#ctx0" brushRef="#br0" timeOffset="8778.43">2791 11387 0,'0'0'0,"0"0"0,0 0 16,0 0 0,0 0-16,26 9 31,42-1-31,51 1 15,1-1 1,16-8 0,61-17-16,-1 0 15,51-17 1,18 9-16,59-1 16</inkml:trace>
  <inkml:trace contextRef="#ctx0" brushRef="#br0" timeOffset="10546.31">7135 12357 0,'0'0'0,"0"0"0,34-9 16,103-8-16,34 0 16,25 0-1,43 9-15,43 33 16,67 18 0,27 0-16</inkml:trace>
  <inkml:trace contextRef="#ctx0" brushRef="#br0" timeOffset="16485.78">7946 14798 0,'0'0'0,"0"0"0,9-9 16,16 1-16,69-35 15,60-16 1,85-18-16,85 1 16,94 8-1,120 25-15,59 43 16,95 43-1,8 16 1,-282-16-16</inkml:trace>
  <inkml:trace contextRef="#ctx0" brushRef="#br0" timeOffset="18750.72">21653 13386 0,'0'0'0,"0"9"0,0-1 15</inkml:trace>
  <inkml:trace contextRef="#ctx0" brushRef="#br0" timeOffset="21831">22071 12927 0,'0'0'0,"0"0"0,0 0 0,0 0 16,-8-9-16,-1 9 15,1 0 1,-26 9-16,-18 16 16,1 35-1,-9 42-15,9 17 31,9-17-31,7-25 16,10-1-16,8 9 16,0 0-16,8-8 15,9-1 1,17-16-16,0-18 16,9-8-1,25 0-15,34-8 16,43-1-1,1 1 1,24-18-16,61 1 16,-35-9-16,26-9 15,34 9 1,34 0-16,8 0 16,18 0-1,0 9-15,25-1 16,9 9-1,-43 26 1,34-1-16,-50 1 16,41-9-1,-16 0-15,17-8 0,8-1 32,-16-16-32,-1-1 15,-34-16 1,-9-9-16,-33 0 15,-43 0 1,-9 0-16,17-9 0,-59-8 31,-43 8-15,8-8-16,-8 0 0,-17-8 31,-9-1-31,9-25 16,0-8-16,-18-1 15,-16 9 1,-9 0-16,0-8 16,-8 8-1,-17 17 1,-1-9-16,-8 9 16,-8 17-16,-1 0 15,0 0 1,-16 8-16,-1-8 15,-16 17 1,-44-8-16,-25 16 16,-34 9-1,-34 0-15,-26 0 16,-17 0 0,-34-8-1,-26-9-15,-42-9 16,-17 1-1,-9-9-15,-34 8 16,-34-8-16,-9 9 16,-43 16-1,-42 9 1,-8 9-16,-44-1 16,-16 9-16,-9-8 15,-17-1 1,26-16-16,170-1 15</inkml:trace>
  <inkml:trace contextRef="#ctx0" brushRef="#br0" timeOffset="29845.92">2996 15699 0,'0'0'0,"8"0"0,35-8 0,42-1 16,52-8-1,51 0 1,8 9-16,51 16 15,112 26 1</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13:42.155"/>
    </inkml:context>
    <inkml:brush xml:id="br0">
      <inkml:brushProperty name="width" value="0.05292" units="cm"/>
      <inkml:brushProperty name="height" value="0.05292" units="cm"/>
      <inkml:brushProperty name="color" value="#FF0000"/>
    </inkml:brush>
  </inkml:definitions>
  <inkml:trace contextRef="#ctx0" brushRef="#br0">19596 2313 0,'0'0'0,"0"17"0,0 34 0,17 213 16,-8-188-16,-9-8 0,0 1 16,17-10-16,9 1 15,8-9 1,8-9-16,10 9 16,24 0-1,10-8-15,42-9 16,34 0-1,26 0-15,42-9 16,26-16 0,9-26-16,25 0 15,17 0 1,18-9-16,16 9 16,26 9-1,8 8-15,18-9 16,-9 9-1,-17 26-15,0-9 16,-8 0 0,-18 8-16,-8 9 15,8 0 1,-8-17-16,-26 0 16,-8-8-1,-43-1-15,-17-8 16,-17 0-1,-51-8-15,-35-9 16,1-9 0,-18 9-16,-25-8 15,-17-9 1,-17 17-16,-18 8 16,-7-8-1,-10 9 1,-16 8-16,-1 0 15,1 0 1,-1 0-16,-8 0 16,0 0-1,0 0-15,0 0 16,0 0 0,0 0-16,0 0 15,0-9 1,17 1-16,0-18 15,1 1 1,7-26-16,-8 25 16</inkml:trace>
  <inkml:trace contextRef="#ctx0" brushRef="#br0" timeOffset="1149.82">2518 3674 0,'0'0'0,"0"8"0,17 26 0,0 26 16,17 17-1,-8 33-15,-18 35 0,1-18 31,-9-16-15,0 8-16,17-9 16,8-16-1,10-26-15,16-25 16,43-1 0,51-8-16,17-34 15,26-8 1,42-18-16,-8 1 15,26-1 1,-1 17-16,52 1 16,8-1-1,-25 18-15,93 17 16,1-1 0,-43 1-16,42 8 15,-8 0 1,-60-17-16,9 8 15,-8 1 1,7-18-16,18-8 16,-9 0-1,-33 0-15,-35-17 16,-51 0 0,-43-8-16,-17 8 15,-43-9 1,-33 1-16,-27-1 15,1-16 1,-18-35-16,-16-42 16,-18-85-16,-16-136 15</inkml:trace>
  <inkml:trace contextRef="#ctx0" brushRef="#br0" timeOffset="30661.65">6623 7629 0,'0'0'0,"0"0"0,26 0 0,42-9 15,60 0 1,-8-16-16,25-9 15,102-17 1,-8 8-16,43 9 16,59 0-1,9 17-15,34-8 16,60 8-16,-43 8 16,-68 9-1,94-8-15,42-26 16,-51 0-1,9 0 1,25-9-16,-33 9 16,84-8-16,-42 16 15,-77 26 1</inkml:trace>
  <inkml:trace contextRef="#ctx0" brushRef="#br0" timeOffset="31402.86">21090 7543 0,'0'0'0,"0"0"0,25 0 15,35 0 1,60 9-16,42-9 16,34 0-1,26-9-15,34-8 16,68 9 0,18 8-1,16 0-15,69 0 16,60 8-16,33 18 15,1 8 1,25 0 0,9-17-16,25-8 15,-162-1 1</inkml:trace>
  <inkml:trace contextRef="#ctx0" brushRef="#br0" timeOffset="38302.24">3900 8853 0,'0'-8'0,"77"-18"16,94 1-1,59-1-15,9 18 16,9-1-16,8 9 16,34 0-1,26-34 1,17-8-16,34-1 16</inkml:trace>
  <inkml:trace contextRef="#ctx0" brushRef="#br0" timeOffset="39313.58">9303 9993 0,'9'0'0,"59"17"0,111 0 16,111 0 0,43 0-1,51-43-15,86-25 0,-1 0 16,9-25 0,-77-1-16</inkml:trace>
  <inkml:trace contextRef="#ctx0" brushRef="#br0" timeOffset="52206.83">3064 10852 0,'0'0'0,"0"0"0,0 0 16,0 0-16,0 0 15,0 8 1,-17 52-16,0 42 15,0-9 1,0-25 0,0-17-16,0-8 15,0 8 1,17 0-16,0-9 16,8 1-1,9-17-15,17-18 16,18 1-1,16-18-15,0 1 16,-25-18-16,34 1 16,34 7-1,25 1-15,-16 9 16,-44-1 0,27 9-1,59 0-15,0 0 16,-51 9-1,43 8-15,76 0 16,-93 9-16,42-1 31,60 1-31,-94-1 16,94-8-16,0 0 16,-77-25-16,86 8 31,-86-9-31,-9 1 15,61-1 1,-69 1-16,-85-1 16,-18 1-16,18-18 15,8 9 1,-16 0 0,-27 0-16,-16-9 15,-9-8-15,0 9 16</inkml:trace>
  <inkml:trace contextRef="#ctx0" brushRef="#br0" timeOffset="77977.33">6623 11864 0,'0'0'0,"0"0"0,0 0 16,0 0-1,0 0-15,0 0 16,0 0 0,0 0-16,-8 0 15,-1 17 1,1 17-1,-1 0-15,9 0 16,0 0 0,0-9-16,0 1 15,0-1-15,0 9 16,0-8 0,0-1-16,0-8 15,0-8 1,0-1-1,0 1-15,26-1 16,16-8 0,9-8-16,9-1 15,17 1 1,17-1-16,-26 1 16,9-1-1,25-8-15,1 0 16,8 0-1,-9 0-15,9 0 16,17 9 0,17-1-1,-17 1-15,0 8 0,17 0 16,1 0 0,-18 0-16,8 0 31,35 0-31,-9-9 15,9 1 1,-9-1-16,0 9 16,-17 0-16,0 9 15,17 8-15,-17 0 32,1 8-32,-1 18 15,0-18-15,-17 1 16,-17-9-1,-9 8 1,1 1-16,-18-18 16,-25 1-16,-18-1 15,1 1 1,-17-1 0,-1 1-16,-8-1 15,-8 1 1,-1-9-16,1 0 15,-1 0-15,1 0 16,-1 0 0,10-9-16,-1-16 15,8-1-15,-8-8 16,0-8 0,0-1-16,-8 9 15,-9 0 1,0 9-1,0 8-15</inkml:trace>
  <inkml:trace contextRef="#ctx0" brushRef="#br0" timeOffset="78266.78">16763 12493 0,'17'-8'0,"0"8"0</inkml:trace>
  <inkml:trace contextRef="#ctx0" brushRef="#br0" timeOffset="79551.36">14757 12178 0,'0'0'0,"0"0"16,8 0-16,35 9 15,34-1-15,34-8 16,0 9 0,25-1-1,52 1-15,-17-9 16,25 8-16,43 1 16,17-1-1,26 1 1,-18 8-16,10-9 15,24 1-15,-8-1 16,18-8-16,-1 9 31,17-9-31,-8 0 16,-26-9 0,-8 9-1,0 9-15,-26-1 16,-34-8-16,-18-8 15,-24-1 1,-27-8-16,-42 9 16,-17-1-1,-26 9-15,-25 0 16,-17 0 0,-1 0-16,-16 0 15,-1 0 1,1 0-16,-18 0 15,-16 0 1,-61 0-16,-67 9 16,-44-9-1,-16-9 1,-17 9-16,-1 9 16,-33-9-1,-27 0-15,-7-9 16,-35 9-16,-9 9 15,1-1 1,0-16-16,16-1 16,18 1-1,8 8-15,9 0 16,17-9 0,26 1-16,25-1 15,34 9 1,17 0-16,26 0 15,26 0 1,16 0-16,9 17 16,26 0-1,8 0-15,9 9 16,34-9 0</inkml:trace>
  <inkml:trace contextRef="#ctx0" brushRef="#br0" timeOffset="81311.46">14475 12314 0,'0'0'0,"0"0"15,0 0-15,0 0 16,0 0 0,0 0-16,0 0 15,0 0 1,0 0-16,0 0 16,0 0-16,9 0 15,25 0 1,17 9-16,17-9 15,43 17 1,52 0-16,-18-9 16,-9 1-1,35-1 1,0 1-16,-18 0 16,1-1-1,42 9-15,35 0 16,8 0-16,8-17 15,18 9 1,8-9 0,-9-9-16,-8 1 15,9-1 1,0 9-16,8 0 16,8 0-16,1 0 15,0 0 1,-9 0-16,-17 0 15,-17-8 1,-34 16 0,-9-8-16,-8 9 0,-26-1 15,26 1 1,42-9-16,103-17 31</inkml:trace>
  <inkml:trace contextRef="#ctx0" brushRef="#br0" timeOffset="88336.28">9337 13658 0,'0'0'15,"0"0"-15,0 0 0,0 0 0,0 0 16,0 0-1,0 0-15,9 0 16,-1 0 0,1 0-1,-1 0-15,9-8 16,9-1-16,17 1 16,25-1-1,17-8-15,-8 0 16,0 9-1,34-9-15,60 0 16,16 17 0,69 0-1,69-9-15,16 9 0,120 9 16,77-26 0,-18 0-1,27 17-15,-138 25 16</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16:25.876"/>
    </inkml:context>
    <inkml:brush xml:id="br0">
      <inkml:brushProperty name="width" value="0.05292" units="cm"/>
      <inkml:brushProperty name="height" value="0.05292" units="cm"/>
      <inkml:brushProperty name="color" value="#FF0000"/>
    </inkml:brush>
  </inkml:definitions>
  <inkml:trace contextRef="#ctx0" brushRef="#br0">3371 6327 0,'0'0'0,"0"0"0,0 0 0,0 0 0,0-8 0,0-1 0,26-8 16,34-8-1,8-9 1,9 0-16,8 8 16,35 1-1,50-1-15,27 1 16,42-9 0,17 8-16,8 1 15,18-1 1,162 26-16,-26 34 15</inkml:trace>
  <inkml:trace contextRef="#ctx0" brushRef="#br0" timeOffset="9360.41">6623 5485 0,'0'0'0,"0"0"0,0 0 16,0 0-16</inkml:trace>
  <inkml:trace contextRef="#ctx0" brushRef="#br0" timeOffset="10262.7">6350 5485 0,'0'0'0,"0"0"16,0 0 0,9 17-16,8 26 15,-9 25 1,1 17-16,-18 0 15,1-25 1,-9-18-16,-1 1 16,1-1-16,0-16 15,9-1 1,8 1-16,0-1 16,0-16-1,17-1-15,26 1 31,16-18-31,-8 1 16,-16-1 0,24 1-16,27 8 15,8 0-15,34 0 16,0 0 0,17-9-16,68 9 15,-17-8 1,-8 8-16,9 0 15,-1 0 1,9 0-16,-26 8 16,34 1-16,43-1 15,-25 1 1,-18 8-16,-42-9 16,8 9-1,17 9 1,-33-9-16,-53 8 0,10 9 15,-1-8 1,-8-1 0,-8 1-1,-26-18-15,-43 1 16,-9-9-16,1 0 16,-17 0-1,-1 0-15,1 0 16,-1 0-1,-8 0 1,0 0-16,0-9 16,0 1-1,0-26-15,0-17 16,0-26 0,17-33-1,9-52-15,8 18 16,-8 92-16</inkml:trace>
  <inkml:trace contextRef="#ctx0" brushRef="#br0" timeOffset="45824.29">5428 8879 0,'0'0'0,"0"0"0,9 17 0,42 212 0,-42-135 0,8-1 16,17-8-16,8-8 16,10-9-1,33-25-15,17-26 16,9-9 0,43-25-16,42-8 15,-8-18 1,17 0-16,-9 1 15,26-1-15,26 1 16,-1-1 0,9 9-1,9 0-15,8 9 16,17 8 0,17-9-16,26-8 15,-26 9 1,18 8-16,-27 0 15,-24 8 1,-10 9-16,9 0 16,9 0-1,-9 17-15,9 0 16,-1 9 0,1-9-16,-17 8 15,-26-8 1,-9 9-16,-8-1 15,0 1 1,8-1-16,-50-16 16,-10-1-16,1 1 15,-26-1 1,-17-8-16,0 9 16,-51-9-1,-17 0-15,-18 0 16,-8 0-1,-8 0 1,8 0-16,0-9 16,-8 1-1,8-1-15,-8-8 16,-18 9-16</inkml:trace>
  <inkml:trace contextRef="#ctx0" brushRef="#br0" timeOffset="48395.03">27175 8862 0,'0'0'0,"0"0"0,0 17 0,0 17 16,0-9-16,0 9 0,-8 0 16,-1 9 15,1 8-31,-1-9 15,1 1 1,-1-9-16,9-9 16,0 1-16,0-9 15,26 0 1,16 0-16,10-9 16,16 1-1,17-1 1,35-16-16,33-1 15,18 1-15,17-9 16,8 17 0,0 17-16,35 0 15,16 17 1,1 0-16,-18 8 16,-33-16-1,7 8-15,-16-8 16,-34-9-1,-9 0-15,-26-9 16,-33-16 0,-18-1-1,0 1-15,-8-9 16,-9-9-16,-8 0 16,-9-16-1,0-26-15,-8-17 16,-18 0-1,1 8 1,-9 43-16</inkml:trace>
  <inkml:trace contextRef="#ctx0" brushRef="#br0" timeOffset="60922.7">6623 12306 0,'0'0'0,"0"0"0,0 0 15,0 0-15,0 0 16,0 0 0,0 0-16,0 0 15,9 0-15,42-9 31,34 1-31,43 8 16,-17 0 0,0 0-16,43 0 15,-1 0 1,-16 8-16,17 1 16,25-9-16,-34-9 15,-17 9 1,9 0-1,-1 0-15,-16 0 16,-52 0 0,-8 9-16,-18-1 15,-8 1-15,-8-1 16,-17-8 0,-1 0-16,1 0 15,-9 0-15,0-8 16,-17-1-1,-26-16-15,-42-18 32,-44 1-32,1 8 15,18 8 1,-19 9-16,1 0 0,0 0 16,17 9-1,1 8-15,-27-9 31,-8 9-31,8-8 16,9 8-16,0 0 16,0 0-16,26 0 31,25 8-31,9-8 16,8 9-16,17-1 15,9 1 1,17-1-16,0-8 15,8 0 1,9 0-16,0 0 16,0 0-1,9 0 1,8 0-16,34 0 16,52 9-1,33-1-15,9-8 16,9 9-1,51-1-15,-26 1 16,26-1 0,34 1-16,-9-9 15,-8 8 1,-34 1-16,8 8 16,18 0-1,-52 0-15,-43 8 16,-8 1-1,-34-18-15,-17 9 16,-9-8 0,26-9-16,-26-9 15</inkml:trace>
  <inkml:trace contextRef="#ctx0" brushRef="#br0" timeOffset="62312.32">15295 12434 0,'0'0'0,"0"0"15,0-9-15,17 1 16,8 8 0,9 0-16,1 0 15,7 0 1,27 0-16,16 0 15,0-9-15,18 1 0,25 8 16,17-9 15,34 9-31,17 0 16,1-9 0,16 1-16,17 8 15,-16 8 1,-18-8-16,-17 0 15,-16 9 1,-35-9-16,-26-9 16,-34 9-1,-17 0-15,-25 0 16,0 0 0,-18 0-16,1 0 15,-9 0 1,-9-8-16,-25-1 15,-51-16 1,-60-1 0,-43 1-16,-17 16 15,-17 9-15,-8 9 16,-1-9 0,-16 0-16,-1-9 15,9-16-15,17 8 16,26 8-1,34 1 1,34-9-16,42 8 16,61 9-1</inkml:trace>
  <inkml:trace contextRef="#ctx0" brushRef="#br0" timeOffset="84237.27">14757 15300 0,'0'0'0,"0"0"0,8 0 16,18 0-1,8 0-15,0 0 16,18 0 0,16 8-1,9 9-15,-9-8 16,34 8-1,52-9-15,0 1 16,-9-1 0,17 9-16,26 0 15,-1 0-15,18 9 16,0-18 0,26-8-16,16 0 15,-25 0-15,8 9 31,-16-9-31,8 0 16,17 8-16,0 1 16,25 8-1,1-17-15,16-9 16,-7 1 0,-18-9-1,8 0-15,1 8 16,-9-8-1,-17 9-15,-9 8 16,18-9 0,16 1-1,1-1-15,-9 1 16,9-18-16,-18 1 16,1-1-1,-1 9-15,-8 0 16,0 17-1,17-8 1,-8 8-16,8-9 0,0 9 16,-17-8-1,-9 8 1,-42 0-16,17 17 16,-9-9-1,-34-8 1,137-17-16</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3T00:18:24.970"/>
    </inkml:context>
    <inkml:brush xml:id="br0">
      <inkml:brushProperty name="width" value="0.05292" units="cm"/>
      <inkml:brushProperty name="height" value="0.05292" units="cm"/>
      <inkml:brushProperty name="color" value="#FF0000"/>
    </inkml:brush>
  </inkml:definitions>
  <inkml:trace contextRef="#ctx0" brushRef="#br0">14125 6616 0,'0'0'0,"9"0"0,16 0 0,283 26 0,-189-18 16,52-8-16,51 0 15,51 0 1,17 0-16,43 9 15,25 8 1,-42 9-16,34-1 16,34-8-1,-25 9-15,110-1 16,26 9-16,-85 0 16,-18-8-1</inkml:trace>
  <inkml:trace contextRef="#ctx0" brushRef="#br0" timeOffset="8348.44">8800 12000 0,'0'0'16,"0"0"-16,0 0 0,8 0 15,1 8 1,-9-8-16,0 0 16,17 9-16,25-1 15,44 1 1,33-1-16,18 9 15,25 0 1,26 17 0,34 9-16,51-1 15,0 1-15,26-18 16,85 9 0,8-8-16,-25-18 15,43-16 1,-26-1-16,0 9 15,26-8 1,8-9 0,34 17-16,60 0 15,86-9 1,-171 18-16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8</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ustomXml" Target="../ink/ink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22</a:t>
            </a:r>
            <a:r>
              <a:rPr lang="en-US"/>
              <a:t>: Amdahl’s </a:t>
            </a:r>
            <a:r>
              <a:rPr lang="en-US" dirty="0"/>
              <a:t>Law and Wisdom</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F07EB24-1E1C-5048-7B3A-E504BF587E0B}"/>
                  </a:ext>
                </a:extLst>
              </p14:cNvPr>
              <p14:cNvContentPartPr/>
              <p14:nvPr/>
            </p14:nvContentPartPr>
            <p14:xfrm>
              <a:off x="7128360" y="2896200"/>
              <a:ext cx="3481560" cy="1782360"/>
            </p14:xfrm>
          </p:contentPart>
        </mc:Choice>
        <mc:Fallback>
          <p:pic>
            <p:nvPicPr>
              <p:cNvPr id="4" name="Ink 3">
                <a:extLst>
                  <a:ext uri="{FF2B5EF4-FFF2-40B4-BE49-F238E27FC236}">
                    <a16:creationId xmlns:a16="http://schemas.microsoft.com/office/drawing/2014/main" id="{0F07EB24-1E1C-5048-7B3A-E504BF587E0B}"/>
                  </a:ext>
                </a:extLst>
              </p:cNvPr>
              <p:cNvPicPr/>
              <p:nvPr/>
            </p:nvPicPr>
            <p:blipFill>
              <a:blip r:embed="rId4"/>
              <a:stretch>
                <a:fillRect/>
              </a:stretch>
            </p:blipFill>
            <p:spPr>
              <a:xfrm>
                <a:off x="7119000" y="2886840"/>
                <a:ext cx="3500280" cy="1801080"/>
              </a:xfrm>
              <a:prstGeom prst="rect">
                <a:avLst/>
              </a:prstGeom>
            </p:spPr>
          </p:pic>
        </mc:Fallback>
      </mc:AlternateContent>
    </p:spTree>
    <p:extLst>
      <p:ext uri="{BB962C8B-B14F-4D97-AF65-F5344CB8AC3E}">
        <p14:creationId xmlns:p14="http://schemas.microsoft.com/office/powerpoint/2010/main" val="206129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4476FCD-1C37-03EA-7E26-FB0606A2642B}"/>
                  </a:ext>
                </a:extLst>
              </p14:cNvPr>
              <p14:cNvContentPartPr/>
              <p14:nvPr/>
            </p14:nvContentPartPr>
            <p14:xfrm>
              <a:off x="2679120" y="364320"/>
              <a:ext cx="6959880" cy="2061000"/>
            </p14:xfrm>
          </p:contentPart>
        </mc:Choice>
        <mc:Fallback>
          <p:pic>
            <p:nvPicPr>
              <p:cNvPr id="4" name="Ink 3">
                <a:extLst>
                  <a:ext uri="{FF2B5EF4-FFF2-40B4-BE49-F238E27FC236}">
                    <a16:creationId xmlns:a16="http://schemas.microsoft.com/office/drawing/2014/main" id="{C4476FCD-1C37-03EA-7E26-FB0606A2642B}"/>
                  </a:ext>
                </a:extLst>
              </p:cNvPr>
              <p:cNvPicPr/>
              <p:nvPr/>
            </p:nvPicPr>
            <p:blipFill>
              <a:blip r:embed="rId4"/>
              <a:stretch>
                <a:fillRect/>
              </a:stretch>
            </p:blipFill>
            <p:spPr>
              <a:xfrm>
                <a:off x="2669760" y="354960"/>
                <a:ext cx="6978600" cy="2079720"/>
              </a:xfrm>
              <a:prstGeom prst="rect">
                <a:avLst/>
              </a:prstGeom>
            </p:spPr>
          </p:pic>
        </mc:Fallback>
      </mc:AlternateContent>
    </p:spTree>
    <p:extLst>
      <p:ext uri="{BB962C8B-B14F-4D97-AF65-F5344CB8AC3E}">
        <p14:creationId xmlns:p14="http://schemas.microsoft.com/office/powerpoint/2010/main" val="3587242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FE046742-DC97-719D-52EE-6A8F50639AAB}"/>
                  </a:ext>
                </a:extLst>
              </p14:cNvPr>
              <p14:cNvContentPartPr/>
              <p14:nvPr/>
            </p14:nvContentPartPr>
            <p14:xfrm>
              <a:off x="1060200" y="1604160"/>
              <a:ext cx="4222080" cy="3144600"/>
            </p14:xfrm>
          </p:contentPart>
        </mc:Choice>
        <mc:Fallback>
          <p:pic>
            <p:nvPicPr>
              <p:cNvPr id="4" name="Ink 3">
                <a:extLst>
                  <a:ext uri="{FF2B5EF4-FFF2-40B4-BE49-F238E27FC236}">
                    <a16:creationId xmlns:a16="http://schemas.microsoft.com/office/drawing/2014/main" id="{FE046742-DC97-719D-52EE-6A8F50639AAB}"/>
                  </a:ext>
                </a:extLst>
              </p:cNvPr>
              <p:cNvPicPr/>
              <p:nvPr/>
            </p:nvPicPr>
            <p:blipFill>
              <a:blip r:embed="rId5"/>
              <a:stretch>
                <a:fillRect/>
              </a:stretch>
            </p:blipFill>
            <p:spPr>
              <a:xfrm>
                <a:off x="1050840" y="1594800"/>
                <a:ext cx="4240800" cy="3163320"/>
              </a:xfrm>
              <a:prstGeom prst="rect">
                <a:avLst/>
              </a:prstGeom>
            </p:spPr>
          </p:pic>
        </mc:Fallback>
      </mc:AlternateContent>
    </p:spTree>
    <p:extLst>
      <p:ext uri="{BB962C8B-B14F-4D97-AF65-F5344CB8AC3E}">
        <p14:creationId xmlns:p14="http://schemas.microsoft.com/office/powerpoint/2010/main" val="1757298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0F2F637-40CB-48E1-13C1-DB2B7027E0F0}"/>
                  </a:ext>
                </a:extLst>
              </p14:cNvPr>
              <p14:cNvContentPartPr/>
              <p14:nvPr/>
            </p14:nvContentPartPr>
            <p14:xfrm>
              <a:off x="1115280" y="1389960"/>
              <a:ext cx="2215800" cy="3322080"/>
            </p14:xfrm>
          </p:contentPart>
        </mc:Choice>
        <mc:Fallback>
          <p:pic>
            <p:nvPicPr>
              <p:cNvPr id="4" name="Ink 3">
                <a:extLst>
                  <a:ext uri="{FF2B5EF4-FFF2-40B4-BE49-F238E27FC236}">
                    <a16:creationId xmlns:a16="http://schemas.microsoft.com/office/drawing/2014/main" id="{70F2F637-40CB-48E1-13C1-DB2B7027E0F0}"/>
                  </a:ext>
                </a:extLst>
              </p:cNvPr>
              <p:cNvPicPr/>
              <p:nvPr/>
            </p:nvPicPr>
            <p:blipFill>
              <a:blip r:embed="rId4"/>
              <a:stretch>
                <a:fillRect/>
              </a:stretch>
            </p:blipFill>
            <p:spPr>
              <a:xfrm>
                <a:off x="1105920" y="1380600"/>
                <a:ext cx="2234520" cy="3340800"/>
              </a:xfrm>
              <a:prstGeom prst="rect">
                <a:avLst/>
              </a:prstGeom>
            </p:spPr>
          </p:pic>
        </mc:Fallback>
      </mc:AlternateContent>
    </p:spTree>
    <p:extLst>
      <p:ext uri="{BB962C8B-B14F-4D97-AF65-F5344CB8AC3E}">
        <p14:creationId xmlns:p14="http://schemas.microsoft.com/office/powerpoint/2010/main" val="4164299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4DFF950-2E4A-0440-5A12-50EE8CD0CA68}"/>
                  </a:ext>
                </a:extLst>
              </p14:cNvPr>
              <p14:cNvContentPartPr/>
              <p14:nvPr/>
            </p14:nvContentPartPr>
            <p14:xfrm>
              <a:off x="2184480" y="2210400"/>
              <a:ext cx="5272920" cy="3049920"/>
            </p14:xfrm>
          </p:contentPart>
        </mc:Choice>
        <mc:Fallback>
          <p:pic>
            <p:nvPicPr>
              <p:cNvPr id="4" name="Ink 3">
                <a:extLst>
                  <a:ext uri="{FF2B5EF4-FFF2-40B4-BE49-F238E27FC236}">
                    <a16:creationId xmlns:a16="http://schemas.microsoft.com/office/drawing/2014/main" id="{04DFF950-2E4A-0440-5A12-50EE8CD0CA68}"/>
                  </a:ext>
                </a:extLst>
              </p:cNvPr>
              <p:cNvPicPr/>
              <p:nvPr/>
            </p:nvPicPr>
            <p:blipFill>
              <a:blip r:embed="rId3"/>
              <a:stretch>
                <a:fillRect/>
              </a:stretch>
            </p:blipFill>
            <p:spPr>
              <a:xfrm>
                <a:off x="2175120" y="2201040"/>
                <a:ext cx="5291640" cy="3068640"/>
              </a:xfrm>
              <a:prstGeom prst="rect">
                <a:avLst/>
              </a:prstGeom>
            </p:spPr>
          </p:pic>
        </mc:Fallback>
      </mc:AlternateContent>
    </p:spTree>
    <p:extLst>
      <p:ext uri="{BB962C8B-B14F-4D97-AF65-F5344CB8AC3E}">
        <p14:creationId xmlns:p14="http://schemas.microsoft.com/office/powerpoint/2010/main" val="3617113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8DCDE44-581C-8BEF-963C-C3F26D554C86}"/>
                  </a:ext>
                </a:extLst>
              </p14:cNvPr>
              <p14:cNvContentPartPr/>
              <p14:nvPr/>
            </p14:nvContentPartPr>
            <p14:xfrm>
              <a:off x="1222920" y="3012480"/>
              <a:ext cx="4686120" cy="3200040"/>
            </p14:xfrm>
          </p:contentPart>
        </mc:Choice>
        <mc:Fallback>
          <p:pic>
            <p:nvPicPr>
              <p:cNvPr id="4" name="Ink 3">
                <a:extLst>
                  <a:ext uri="{FF2B5EF4-FFF2-40B4-BE49-F238E27FC236}">
                    <a16:creationId xmlns:a16="http://schemas.microsoft.com/office/drawing/2014/main" id="{F8DCDE44-581C-8BEF-963C-C3F26D554C86}"/>
                  </a:ext>
                </a:extLst>
              </p:cNvPr>
              <p:cNvPicPr/>
              <p:nvPr/>
            </p:nvPicPr>
            <p:blipFill>
              <a:blip r:embed="rId4"/>
              <a:stretch>
                <a:fillRect/>
              </a:stretch>
            </p:blipFill>
            <p:spPr>
              <a:xfrm>
                <a:off x="1213560" y="3003120"/>
                <a:ext cx="4704840" cy="3218760"/>
              </a:xfrm>
              <a:prstGeom prst="rect">
                <a:avLst/>
              </a:prstGeom>
            </p:spPr>
          </p:pic>
        </mc:Fallback>
      </mc:AlternateContent>
    </p:spTree>
    <p:extLst>
      <p:ext uri="{BB962C8B-B14F-4D97-AF65-F5344CB8AC3E}">
        <p14:creationId xmlns:p14="http://schemas.microsoft.com/office/powerpoint/2010/main" val="2252929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29AC5165-6AF9-58B6-3523-5999F3E00AB8}"/>
                  </a:ext>
                </a:extLst>
              </p14:cNvPr>
              <p14:cNvContentPartPr/>
              <p14:nvPr/>
            </p14:nvContentPartPr>
            <p14:xfrm>
              <a:off x="823320" y="2822760"/>
              <a:ext cx="9949680" cy="2933280"/>
            </p14:xfrm>
          </p:contentPart>
        </mc:Choice>
        <mc:Fallback>
          <p:pic>
            <p:nvPicPr>
              <p:cNvPr id="5" name="Ink 4">
                <a:extLst>
                  <a:ext uri="{FF2B5EF4-FFF2-40B4-BE49-F238E27FC236}">
                    <a16:creationId xmlns:a16="http://schemas.microsoft.com/office/drawing/2014/main" id="{29AC5165-6AF9-58B6-3523-5999F3E00AB8}"/>
                  </a:ext>
                </a:extLst>
              </p:cNvPr>
              <p:cNvPicPr/>
              <p:nvPr/>
            </p:nvPicPr>
            <p:blipFill>
              <a:blip r:embed="rId5"/>
              <a:stretch>
                <a:fillRect/>
              </a:stretch>
            </p:blipFill>
            <p:spPr>
              <a:xfrm>
                <a:off x="813960" y="2813400"/>
                <a:ext cx="9968400" cy="2952000"/>
              </a:xfrm>
              <a:prstGeom prst="rect">
                <a:avLst/>
              </a:prstGeom>
            </p:spPr>
          </p:pic>
        </mc:Fallback>
      </mc:AlternateContent>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89DDC74-CDDC-79CF-70D9-043DF70129CC}"/>
                  </a:ext>
                </a:extLst>
              </p14:cNvPr>
              <p14:cNvContentPartPr/>
              <p14:nvPr/>
            </p14:nvContentPartPr>
            <p14:xfrm>
              <a:off x="2648520" y="1977840"/>
              <a:ext cx="6735600" cy="1264680"/>
            </p14:xfrm>
          </p:contentPart>
        </mc:Choice>
        <mc:Fallback>
          <p:pic>
            <p:nvPicPr>
              <p:cNvPr id="4" name="Ink 3">
                <a:extLst>
                  <a:ext uri="{FF2B5EF4-FFF2-40B4-BE49-F238E27FC236}">
                    <a16:creationId xmlns:a16="http://schemas.microsoft.com/office/drawing/2014/main" id="{889DDC74-CDDC-79CF-70D9-043DF70129CC}"/>
                  </a:ext>
                </a:extLst>
              </p:cNvPr>
              <p:cNvPicPr/>
              <p:nvPr/>
            </p:nvPicPr>
            <p:blipFill>
              <a:blip r:embed="rId3"/>
              <a:stretch>
                <a:fillRect/>
              </a:stretch>
            </p:blipFill>
            <p:spPr>
              <a:xfrm>
                <a:off x="2639160" y="1968480"/>
                <a:ext cx="6754320" cy="1283400"/>
              </a:xfrm>
              <a:prstGeom prst="rect">
                <a:avLst/>
              </a:prstGeom>
            </p:spPr>
          </p:pic>
        </mc:Fallback>
      </mc:AlternateContent>
    </p:spTree>
    <p:extLst>
      <p:ext uri="{BB962C8B-B14F-4D97-AF65-F5344CB8AC3E}">
        <p14:creationId xmlns:p14="http://schemas.microsoft.com/office/powerpoint/2010/main" val="1839093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52C1-CD3E-29E8-5215-FE5C0E07CA22}"/>
              </a:ext>
            </a:extLst>
          </p:cNvPr>
          <p:cNvSpPr>
            <a:spLocks noGrp="1"/>
          </p:cNvSpPr>
          <p:nvPr>
            <p:ph type="title"/>
          </p:nvPr>
        </p:nvSpPr>
        <p:spPr/>
        <p:txBody>
          <a:bodyPr/>
          <a:lstStyle/>
          <a:p>
            <a:r>
              <a:rPr lang="en-US" dirty="0"/>
              <a:t>Reasons to Use Parallelism</a:t>
            </a:r>
          </a:p>
        </p:txBody>
      </p:sp>
      <p:sp>
        <p:nvSpPr>
          <p:cNvPr id="3" name="Content Placeholder 2">
            <a:extLst>
              <a:ext uri="{FF2B5EF4-FFF2-40B4-BE49-F238E27FC236}">
                <a16:creationId xmlns:a16="http://schemas.microsoft.com/office/drawing/2014/main" id="{DCE331E2-E08A-5144-2D84-B5041D4C0090}"/>
              </a:ext>
            </a:extLst>
          </p:cNvPr>
          <p:cNvSpPr>
            <a:spLocks noGrp="1"/>
          </p:cNvSpPr>
          <p:nvPr>
            <p:ph idx="1"/>
          </p:nvPr>
        </p:nvSpPr>
        <p:spPr/>
        <p:txBody>
          <a:bodyPr/>
          <a:lstStyle/>
          <a:p>
            <a:r>
              <a:rPr lang="en-US" dirty="0"/>
              <a:t>Code Responsiveness:</a:t>
            </a:r>
          </a:p>
          <a:p>
            <a:pPr lvl="1"/>
            <a:r>
              <a:rPr lang="en-US" dirty="0"/>
              <a:t>While doing an expensive computation, you don’t what your interface to freeze</a:t>
            </a:r>
          </a:p>
          <a:p>
            <a:r>
              <a:rPr lang="en-US" dirty="0"/>
              <a:t>Processor Utilization:</a:t>
            </a:r>
          </a:p>
          <a:p>
            <a:pPr lvl="1"/>
            <a:r>
              <a:rPr lang="en-US" dirty="0"/>
              <a:t>If one thread is waiting on a deep-hierarchy memory access you can still use that processor time</a:t>
            </a:r>
          </a:p>
          <a:p>
            <a:r>
              <a:rPr lang="en-US" dirty="0"/>
              <a:t>Failure Isolation:</a:t>
            </a:r>
          </a:p>
          <a:p>
            <a:pPr lvl="1"/>
            <a:r>
              <a:rPr lang="en-US" dirty="0"/>
              <a:t>If one portion of your code fails, it will only crash that one portion.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6C9109C-A2E0-1039-8A40-3B43CEC33BC8}"/>
                  </a:ext>
                </a:extLst>
              </p14:cNvPr>
              <p14:cNvContentPartPr/>
              <p14:nvPr/>
            </p14:nvContentPartPr>
            <p14:xfrm>
              <a:off x="436320" y="1980720"/>
              <a:ext cx="4007160" cy="3355920"/>
            </p14:xfrm>
          </p:contentPart>
        </mc:Choice>
        <mc:Fallback>
          <p:pic>
            <p:nvPicPr>
              <p:cNvPr id="4" name="Ink 3">
                <a:extLst>
                  <a:ext uri="{FF2B5EF4-FFF2-40B4-BE49-F238E27FC236}">
                    <a16:creationId xmlns:a16="http://schemas.microsoft.com/office/drawing/2014/main" id="{C6C9109C-A2E0-1039-8A40-3B43CEC33BC8}"/>
                  </a:ext>
                </a:extLst>
              </p:cNvPr>
              <p:cNvPicPr/>
              <p:nvPr/>
            </p:nvPicPr>
            <p:blipFill>
              <a:blip r:embed="rId3"/>
              <a:stretch>
                <a:fillRect/>
              </a:stretch>
            </p:blipFill>
            <p:spPr>
              <a:xfrm>
                <a:off x="426960" y="1971360"/>
                <a:ext cx="4025880" cy="3374640"/>
              </a:xfrm>
              <a:prstGeom prst="rect">
                <a:avLst/>
              </a:prstGeom>
            </p:spPr>
          </p:pic>
        </mc:Fallback>
      </mc:AlternateContent>
    </p:spTree>
    <p:extLst>
      <p:ext uri="{BB962C8B-B14F-4D97-AF65-F5344CB8AC3E}">
        <p14:creationId xmlns:p14="http://schemas.microsoft.com/office/powerpoint/2010/main" val="3104089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A60A295-FF43-FAAC-6259-6D3C78D5DD9C}"/>
                  </a:ext>
                </a:extLst>
              </p14:cNvPr>
              <p14:cNvContentPartPr/>
              <p14:nvPr/>
            </p14:nvContentPartPr>
            <p14:xfrm>
              <a:off x="464040" y="2146320"/>
              <a:ext cx="7300800" cy="2660760"/>
            </p14:xfrm>
          </p:contentPart>
        </mc:Choice>
        <mc:Fallback>
          <p:pic>
            <p:nvPicPr>
              <p:cNvPr id="4" name="Ink 3">
                <a:extLst>
                  <a:ext uri="{FF2B5EF4-FFF2-40B4-BE49-F238E27FC236}">
                    <a16:creationId xmlns:a16="http://schemas.microsoft.com/office/drawing/2014/main" id="{3A60A295-FF43-FAAC-6259-6D3C78D5DD9C}"/>
                  </a:ext>
                </a:extLst>
              </p:cNvPr>
              <p:cNvPicPr/>
              <p:nvPr/>
            </p:nvPicPr>
            <p:blipFill>
              <a:blip r:embed="rId3"/>
              <a:stretch>
                <a:fillRect/>
              </a:stretch>
            </p:blipFill>
            <p:spPr>
              <a:xfrm>
                <a:off x="454680" y="2136960"/>
                <a:ext cx="7319520" cy="2679480"/>
              </a:xfrm>
              <a:prstGeom prst="rect">
                <a:avLst/>
              </a:prstGeom>
            </p:spPr>
          </p:pic>
        </mc:Fallback>
      </mc:AlternateContent>
    </p:spTree>
    <p:extLst>
      <p:ext uri="{BB962C8B-B14F-4D97-AF65-F5344CB8AC3E}">
        <p14:creationId xmlns:p14="http://schemas.microsoft.com/office/powerpoint/2010/main" val="3791496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338767A-3E79-825C-0576-DFAB8630F1AB}"/>
                  </a:ext>
                </a:extLst>
              </p14:cNvPr>
              <p14:cNvContentPartPr/>
              <p14:nvPr/>
            </p14:nvContentPartPr>
            <p14:xfrm>
              <a:off x="888120" y="1341000"/>
              <a:ext cx="9076680" cy="3775320"/>
            </p14:xfrm>
          </p:contentPart>
        </mc:Choice>
        <mc:Fallback>
          <p:pic>
            <p:nvPicPr>
              <p:cNvPr id="4" name="Ink 3">
                <a:extLst>
                  <a:ext uri="{FF2B5EF4-FFF2-40B4-BE49-F238E27FC236}">
                    <a16:creationId xmlns:a16="http://schemas.microsoft.com/office/drawing/2014/main" id="{3338767A-3E79-825C-0576-DFAB8630F1AB}"/>
                  </a:ext>
                </a:extLst>
              </p:cNvPr>
              <p:cNvPicPr/>
              <p:nvPr/>
            </p:nvPicPr>
            <p:blipFill>
              <a:blip r:embed="rId3"/>
              <a:stretch>
                <a:fillRect/>
              </a:stretch>
            </p:blipFill>
            <p:spPr>
              <a:xfrm>
                <a:off x="878760" y="1331640"/>
                <a:ext cx="9095400" cy="3794040"/>
              </a:xfrm>
              <a:prstGeom prst="rect">
                <a:avLst/>
              </a:prstGeom>
            </p:spPr>
          </p:pic>
        </mc:Fallback>
      </mc:AlternateContent>
    </p:spTree>
    <p:extLst>
      <p:ext uri="{BB962C8B-B14F-4D97-AF65-F5344CB8AC3E}">
        <p14:creationId xmlns:p14="http://schemas.microsoft.com/office/powerpoint/2010/main" val="1839542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Make new objects instead</a:t>
            </a:r>
          </a:p>
          <a:p>
            <a:r>
              <a:rPr lang="en-US" dirty="0"/>
              <a:t>Parallel reads are not data races</a:t>
            </a:r>
          </a:p>
          <a:p>
            <a:pPr lvl="1"/>
            <a:r>
              <a:rPr lang="en-US" dirty="0"/>
              <a:t>If an object is never written to, no synchronization necessary!</a:t>
            </a:r>
          </a:p>
          <a:p>
            <a:r>
              <a:rPr lang="en-US" dirty="0"/>
              <a:t>Many programmers over-use mutation, minimize it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8496797-0BB9-291B-12BB-9B10C7E52C45}"/>
                  </a:ext>
                </a:extLst>
              </p14:cNvPr>
              <p14:cNvContentPartPr/>
              <p14:nvPr/>
            </p14:nvContentPartPr>
            <p14:xfrm>
              <a:off x="1023120" y="1399320"/>
              <a:ext cx="7064280" cy="2789280"/>
            </p14:xfrm>
          </p:contentPart>
        </mc:Choice>
        <mc:Fallback>
          <p:pic>
            <p:nvPicPr>
              <p:cNvPr id="4" name="Ink 3">
                <a:extLst>
                  <a:ext uri="{FF2B5EF4-FFF2-40B4-BE49-F238E27FC236}">
                    <a16:creationId xmlns:a16="http://schemas.microsoft.com/office/drawing/2014/main" id="{38496797-0BB9-291B-12BB-9B10C7E52C45}"/>
                  </a:ext>
                </a:extLst>
              </p:cNvPr>
              <p:cNvPicPr/>
              <p:nvPr/>
            </p:nvPicPr>
            <p:blipFill>
              <a:blip r:embed="rId3"/>
              <a:stretch>
                <a:fillRect/>
              </a:stretch>
            </p:blipFill>
            <p:spPr>
              <a:xfrm>
                <a:off x="1013760" y="1389960"/>
                <a:ext cx="7083000" cy="2808000"/>
              </a:xfrm>
              <a:prstGeom prst="rect">
                <a:avLst/>
              </a:prstGeom>
            </p:spPr>
          </p:pic>
        </mc:Fallback>
      </mc:AlternateContent>
    </p:spTree>
    <p:extLst>
      <p:ext uri="{BB962C8B-B14F-4D97-AF65-F5344CB8AC3E}">
        <p14:creationId xmlns:p14="http://schemas.microsoft.com/office/powerpoint/2010/main" val="3849426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E7ED45B-C13A-FD01-0A9B-161F558F341A}"/>
                  </a:ext>
                </a:extLst>
              </p14:cNvPr>
              <p14:cNvContentPartPr/>
              <p14:nvPr/>
            </p14:nvContentPartPr>
            <p14:xfrm>
              <a:off x="2384280" y="1686960"/>
              <a:ext cx="8333280" cy="2844720"/>
            </p14:xfrm>
          </p:contentPart>
        </mc:Choice>
        <mc:Fallback>
          <p:pic>
            <p:nvPicPr>
              <p:cNvPr id="4" name="Ink 3">
                <a:extLst>
                  <a:ext uri="{FF2B5EF4-FFF2-40B4-BE49-F238E27FC236}">
                    <a16:creationId xmlns:a16="http://schemas.microsoft.com/office/drawing/2014/main" id="{9E7ED45B-C13A-FD01-0A9B-161F558F341A}"/>
                  </a:ext>
                </a:extLst>
              </p:cNvPr>
              <p:cNvPicPr/>
              <p:nvPr/>
            </p:nvPicPr>
            <p:blipFill>
              <a:blip r:embed="rId3"/>
              <a:stretch>
                <a:fillRect/>
              </a:stretch>
            </p:blipFill>
            <p:spPr>
              <a:xfrm>
                <a:off x="2374920" y="1677600"/>
                <a:ext cx="8352000" cy="2863440"/>
              </a:xfrm>
              <a:prstGeom prst="rect">
                <a:avLst/>
              </a:prstGeom>
            </p:spPr>
          </p:pic>
        </mc:Fallback>
      </mc:AlternateContent>
    </p:spTree>
    <p:extLst>
      <p:ext uri="{BB962C8B-B14F-4D97-AF65-F5344CB8AC3E}">
        <p14:creationId xmlns:p14="http://schemas.microsoft.com/office/powerpoint/2010/main" val="1470352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EF510246-EE55-007C-C784-256579E3F717}"/>
                  </a:ext>
                </a:extLst>
              </p14:cNvPr>
              <p14:cNvContentPartPr/>
              <p14:nvPr/>
            </p14:nvContentPartPr>
            <p14:xfrm>
              <a:off x="1388880" y="4653720"/>
              <a:ext cx="3819600" cy="1442160"/>
            </p14:xfrm>
          </p:contentPart>
        </mc:Choice>
        <mc:Fallback>
          <p:pic>
            <p:nvPicPr>
              <p:cNvPr id="7" name="Ink 6">
                <a:extLst>
                  <a:ext uri="{FF2B5EF4-FFF2-40B4-BE49-F238E27FC236}">
                    <a16:creationId xmlns:a16="http://schemas.microsoft.com/office/drawing/2014/main" id="{EF510246-EE55-007C-C784-256579E3F717}"/>
                  </a:ext>
                </a:extLst>
              </p:cNvPr>
              <p:cNvPicPr/>
              <p:nvPr/>
            </p:nvPicPr>
            <p:blipFill>
              <a:blip r:embed="rId4"/>
              <a:stretch>
                <a:fillRect/>
              </a:stretch>
            </p:blipFill>
            <p:spPr>
              <a:xfrm>
                <a:off x="1379520" y="4644360"/>
                <a:ext cx="3838320" cy="1460880"/>
              </a:xfrm>
              <a:prstGeom prst="rect">
                <a:avLst/>
              </a:prstGeom>
            </p:spPr>
          </p:pic>
        </mc:Fallback>
      </mc:AlternateContent>
    </p:spTree>
    <p:extLst>
      <p:ext uri="{BB962C8B-B14F-4D97-AF65-F5344CB8AC3E}">
        <p14:creationId xmlns:p14="http://schemas.microsoft.com/office/powerpoint/2010/main" val="3566284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D3D72ED-2586-9A02-5684-880D5BE65AD3}"/>
                  </a:ext>
                </a:extLst>
              </p14:cNvPr>
              <p14:cNvContentPartPr/>
              <p14:nvPr/>
            </p14:nvContentPartPr>
            <p14:xfrm>
              <a:off x="1020240" y="2008440"/>
              <a:ext cx="7282080" cy="1577160"/>
            </p14:xfrm>
          </p:contentPart>
        </mc:Choice>
        <mc:Fallback>
          <p:pic>
            <p:nvPicPr>
              <p:cNvPr id="4" name="Ink 3">
                <a:extLst>
                  <a:ext uri="{FF2B5EF4-FFF2-40B4-BE49-F238E27FC236}">
                    <a16:creationId xmlns:a16="http://schemas.microsoft.com/office/drawing/2014/main" id="{FD3D72ED-2586-9A02-5684-880D5BE65AD3}"/>
                  </a:ext>
                </a:extLst>
              </p:cNvPr>
              <p:cNvPicPr/>
              <p:nvPr/>
            </p:nvPicPr>
            <p:blipFill>
              <a:blip r:embed="rId3"/>
              <a:stretch>
                <a:fillRect/>
              </a:stretch>
            </p:blipFill>
            <p:spPr>
              <a:xfrm>
                <a:off x="1010880" y="1999080"/>
                <a:ext cx="7300800" cy="1595880"/>
              </a:xfrm>
              <a:prstGeom prst="rect">
                <a:avLst/>
              </a:prstGeom>
            </p:spPr>
          </p:pic>
        </mc:Fallback>
      </mc:AlternateContent>
    </p:spTree>
    <p:extLst>
      <p:ext uri="{BB962C8B-B14F-4D97-AF65-F5344CB8AC3E}">
        <p14:creationId xmlns:p14="http://schemas.microsoft.com/office/powerpoint/2010/main" val="362613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8B52446-A52C-C212-780C-4FE4844E8B8A}"/>
                  </a:ext>
                </a:extLst>
              </p14:cNvPr>
              <p14:cNvContentPartPr/>
              <p14:nvPr/>
            </p14:nvContentPartPr>
            <p14:xfrm>
              <a:off x="368640" y="2017440"/>
              <a:ext cx="9525600" cy="2657880"/>
            </p14:xfrm>
          </p:contentPart>
        </mc:Choice>
        <mc:Fallback>
          <p:pic>
            <p:nvPicPr>
              <p:cNvPr id="4" name="Ink 3">
                <a:extLst>
                  <a:ext uri="{FF2B5EF4-FFF2-40B4-BE49-F238E27FC236}">
                    <a16:creationId xmlns:a16="http://schemas.microsoft.com/office/drawing/2014/main" id="{28B52446-A52C-C212-780C-4FE4844E8B8A}"/>
                  </a:ext>
                </a:extLst>
              </p:cNvPr>
              <p:cNvPicPr/>
              <p:nvPr/>
            </p:nvPicPr>
            <p:blipFill>
              <a:blip r:embed="rId3"/>
              <a:stretch>
                <a:fillRect/>
              </a:stretch>
            </p:blipFill>
            <p:spPr>
              <a:xfrm>
                <a:off x="359280" y="2008080"/>
                <a:ext cx="9544320" cy="2676600"/>
              </a:xfrm>
              <a:prstGeom prst="rect">
                <a:avLst/>
              </a:prstGeom>
            </p:spPr>
          </p:pic>
        </mc:Fallback>
      </mc:AlternateContent>
    </p:spTree>
    <p:extLst>
      <p:ext uri="{BB962C8B-B14F-4D97-AF65-F5344CB8AC3E}">
        <p14:creationId xmlns:p14="http://schemas.microsoft.com/office/powerpoint/2010/main" val="2450249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DED7-CE8D-08E7-3A2C-A5E2C1653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9B864-65B4-F908-B095-EEFAE90E3661}"/>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972CBCF-1586-7DAA-3495-896A5082D083}"/>
              </a:ext>
            </a:extLst>
          </p:cNvPr>
          <p:cNvSpPr>
            <a:spLocks noGrp="1"/>
          </p:cNvSpPr>
          <p:nvPr>
            <p:ph idx="1"/>
          </p:nvPr>
        </p:nvSpPr>
        <p:spPr/>
        <p:txBody>
          <a:bodyPr>
            <a:normAutofit lnSpcReduction="10000"/>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pPr lvl="1"/>
            <a:r>
              <a:rPr lang="en-US" dirty="0"/>
              <a:t>Fine-grained, since inserts and finds can happen in parallel when there is no collision</a:t>
            </a:r>
          </a:p>
          <a:p>
            <a:r>
              <a:rPr lang="en-US" dirty="0"/>
              <a:t>Which makes rehashing easier?</a:t>
            </a:r>
          </a:p>
          <a:p>
            <a:pPr lvl="1"/>
            <a:r>
              <a:rPr lang="en-US" dirty="0"/>
              <a:t>Course-grained, as with fine-grained you would need to acquire ALL of the locks</a:t>
            </a:r>
          </a:p>
          <a:p>
            <a:r>
              <a:rPr lang="en-US" dirty="0"/>
              <a:t>What happens if you want to have a size field?</a:t>
            </a:r>
          </a:p>
          <a:p>
            <a:pPr lvl="1"/>
            <a:r>
              <a:rPr lang="en-US" dirty="0"/>
              <a:t>For fine-grained, every insert would need to update the size, so there’s risk of a data race</a:t>
            </a:r>
          </a:p>
        </p:txBody>
      </p:sp>
    </p:spTree>
    <p:extLst>
      <p:ext uri="{BB962C8B-B14F-4D97-AF65-F5344CB8AC3E}">
        <p14:creationId xmlns:p14="http://schemas.microsoft.com/office/powerpoint/2010/main" val="3382530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F19020F-6B53-8A23-F689-C0103D9FCA82}"/>
                  </a:ext>
                </a:extLst>
              </p14:cNvPr>
              <p14:cNvContentPartPr/>
              <p14:nvPr/>
            </p14:nvContentPartPr>
            <p14:xfrm>
              <a:off x="1004760" y="2538000"/>
              <a:ext cx="9771120" cy="3114000"/>
            </p14:xfrm>
          </p:contentPart>
        </mc:Choice>
        <mc:Fallback>
          <p:pic>
            <p:nvPicPr>
              <p:cNvPr id="4" name="Ink 3">
                <a:extLst>
                  <a:ext uri="{FF2B5EF4-FFF2-40B4-BE49-F238E27FC236}">
                    <a16:creationId xmlns:a16="http://schemas.microsoft.com/office/drawing/2014/main" id="{8F19020F-6B53-8A23-F689-C0103D9FCA82}"/>
                  </a:ext>
                </a:extLst>
              </p:cNvPr>
              <p:cNvPicPr/>
              <p:nvPr/>
            </p:nvPicPr>
            <p:blipFill>
              <a:blip r:embed="rId3"/>
              <a:stretch>
                <a:fillRect/>
              </a:stretch>
            </p:blipFill>
            <p:spPr>
              <a:xfrm>
                <a:off x="995400" y="2528640"/>
                <a:ext cx="9789840" cy="3132720"/>
              </a:xfrm>
              <a:prstGeom prst="rect">
                <a:avLst/>
              </a:prstGeom>
            </p:spPr>
          </p:pic>
        </mc:Fallback>
      </mc:AlternateContent>
    </p:spTree>
    <p:extLst>
      <p:ext uri="{BB962C8B-B14F-4D97-AF65-F5344CB8AC3E}">
        <p14:creationId xmlns:p14="http://schemas.microsoft.com/office/powerpoint/2010/main" val="65273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tree, maybe copy items into an array inside your critical section, then print the array’s contents outside.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168CE54-EC17-80C4-3C06-2F54317A6A98}"/>
                  </a:ext>
                </a:extLst>
              </p14:cNvPr>
              <p14:cNvContentPartPr/>
              <p14:nvPr/>
            </p14:nvContentPartPr>
            <p14:xfrm>
              <a:off x="906480" y="832680"/>
              <a:ext cx="9445320" cy="4084560"/>
            </p14:xfrm>
          </p:contentPart>
        </mc:Choice>
        <mc:Fallback>
          <p:pic>
            <p:nvPicPr>
              <p:cNvPr id="4" name="Ink 3">
                <a:extLst>
                  <a:ext uri="{FF2B5EF4-FFF2-40B4-BE49-F238E27FC236}">
                    <a16:creationId xmlns:a16="http://schemas.microsoft.com/office/drawing/2014/main" id="{3168CE54-EC17-80C4-3C06-2F54317A6A98}"/>
                  </a:ext>
                </a:extLst>
              </p:cNvPr>
              <p:cNvPicPr/>
              <p:nvPr/>
            </p:nvPicPr>
            <p:blipFill>
              <a:blip r:embed="rId3"/>
              <a:stretch>
                <a:fillRect/>
              </a:stretch>
            </p:blipFill>
            <p:spPr>
              <a:xfrm>
                <a:off x="897120" y="823320"/>
                <a:ext cx="9464040" cy="4103280"/>
              </a:xfrm>
              <a:prstGeom prst="rect">
                <a:avLst/>
              </a:prstGeom>
            </p:spPr>
          </p:pic>
        </mc:Fallback>
      </mc:AlternateContent>
    </p:spTree>
    <p:extLst>
      <p:ext uri="{BB962C8B-B14F-4D97-AF65-F5344CB8AC3E}">
        <p14:creationId xmlns:p14="http://schemas.microsoft.com/office/powerpoint/2010/main" val="4056517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18484B8-3FB4-B924-7119-8BE256FC7706}"/>
                  </a:ext>
                </a:extLst>
              </p14:cNvPr>
              <p14:cNvContentPartPr/>
              <p14:nvPr/>
            </p14:nvContentPartPr>
            <p14:xfrm>
              <a:off x="1213560" y="1974600"/>
              <a:ext cx="9900360" cy="3607200"/>
            </p14:xfrm>
          </p:contentPart>
        </mc:Choice>
        <mc:Fallback>
          <p:pic>
            <p:nvPicPr>
              <p:cNvPr id="4" name="Ink 3">
                <a:extLst>
                  <a:ext uri="{FF2B5EF4-FFF2-40B4-BE49-F238E27FC236}">
                    <a16:creationId xmlns:a16="http://schemas.microsoft.com/office/drawing/2014/main" id="{418484B8-3FB4-B924-7119-8BE256FC7706}"/>
                  </a:ext>
                </a:extLst>
              </p:cNvPr>
              <p:cNvPicPr/>
              <p:nvPr/>
            </p:nvPicPr>
            <p:blipFill>
              <a:blip r:embed="rId3"/>
              <a:stretch>
                <a:fillRect/>
              </a:stretch>
            </p:blipFill>
            <p:spPr>
              <a:xfrm>
                <a:off x="1204200" y="1965240"/>
                <a:ext cx="9919080" cy="3625920"/>
              </a:xfrm>
              <a:prstGeom prst="rect">
                <a:avLst/>
              </a:prstGeom>
            </p:spPr>
          </p:pic>
        </mc:Fallback>
      </mc:AlternateContent>
    </p:spTree>
    <p:extLst>
      <p:ext uri="{BB962C8B-B14F-4D97-AF65-F5344CB8AC3E}">
        <p14:creationId xmlns:p14="http://schemas.microsoft.com/office/powerpoint/2010/main" val="2493469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31323F2-1FE1-E411-137E-3B887C21AFFB}"/>
                  </a:ext>
                </a:extLst>
              </p14:cNvPr>
              <p14:cNvContentPartPr/>
              <p14:nvPr/>
            </p14:nvContentPartPr>
            <p14:xfrm>
              <a:off x="3168000" y="2381760"/>
              <a:ext cx="3819240" cy="2057760"/>
            </p14:xfrm>
          </p:contentPart>
        </mc:Choice>
        <mc:Fallback>
          <p:pic>
            <p:nvPicPr>
              <p:cNvPr id="4" name="Ink 3">
                <a:extLst>
                  <a:ext uri="{FF2B5EF4-FFF2-40B4-BE49-F238E27FC236}">
                    <a16:creationId xmlns:a16="http://schemas.microsoft.com/office/drawing/2014/main" id="{C31323F2-1FE1-E411-137E-3B887C21AFFB}"/>
                  </a:ext>
                </a:extLst>
              </p:cNvPr>
              <p:cNvPicPr/>
              <p:nvPr/>
            </p:nvPicPr>
            <p:blipFill>
              <a:blip r:embed="rId3"/>
              <a:stretch>
                <a:fillRect/>
              </a:stretch>
            </p:blipFill>
            <p:spPr>
              <a:xfrm>
                <a:off x="3158640" y="2372400"/>
                <a:ext cx="3837960" cy="2076480"/>
              </a:xfrm>
              <a:prstGeom prst="rect">
                <a:avLst/>
              </a:prstGeom>
            </p:spPr>
          </p:pic>
        </mc:Fallback>
      </mc:AlternateContent>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35260</TotalTime>
  <Words>1692</Words>
  <Application>Microsoft Office PowerPoint</Application>
  <PresentationFormat>Widescreen</PresentationFormat>
  <Paragraphs>193</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Cambria Math</vt:lpstr>
      <vt:lpstr>Calibri Light</vt:lpstr>
      <vt:lpstr>Office Theme</vt:lpstr>
      <vt:lpstr>CSE 332 Winter 2026 Lecture 22: Amdahl’s Law and Wisdom</vt:lpstr>
      <vt:lpstr>Work and Span</vt:lpstr>
      <vt:lpstr>Work Law</vt:lpstr>
      <vt:lpstr>Asymptotically Optimal T_P</vt:lpstr>
      <vt:lpstr>More Vocab</vt:lpstr>
      <vt:lpstr>And now for some bad news…</vt:lpstr>
      <vt:lpstr>Amdahl’s Law (mostly bad news)</vt:lpstr>
      <vt:lpstr>Amdahl’s Law Example</vt:lpstr>
      <vt:lpstr>Conclusion</vt:lpstr>
      <vt:lpstr>Parallel Code Conventional Wisdom</vt:lpstr>
      <vt:lpstr>Reasons to Use Parallelism</vt:lpstr>
      <vt:lpstr>Memory Categories</vt:lpstr>
      <vt:lpstr>Thread Local Memory</vt:lpstr>
      <vt:lpstr>Immutable Objects</vt:lpstr>
      <vt:lpstr>Shared and Mutable Objects</vt:lpstr>
      <vt:lpstr>Consistent Locking</vt:lpstr>
      <vt:lpstr>Lock Granularity</vt:lpstr>
      <vt:lpstr>Example: Separate Chaining Hashtable</vt:lpstr>
      <vt:lpstr>Example: Separate Chaining Hashtable</vt:lpstr>
      <vt:lpstr>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324</cp:revision>
  <dcterms:created xsi:type="dcterms:W3CDTF">2023-10-13T16:06:42Z</dcterms:created>
  <dcterms:modified xsi:type="dcterms:W3CDTF">2026-03-04T19:51:30Z</dcterms:modified>
</cp:coreProperties>
</file>