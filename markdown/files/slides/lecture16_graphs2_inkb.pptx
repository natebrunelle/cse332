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7" r:id="rId2"/>
    <p:sldId id="837" r:id="rId3"/>
    <p:sldId id="898" r:id="rId4"/>
    <p:sldId id="899" r:id="rId5"/>
    <p:sldId id="900" r:id="rId6"/>
    <p:sldId id="901" r:id="rId7"/>
    <p:sldId id="902" r:id="rId8"/>
    <p:sldId id="903" r:id="rId9"/>
    <p:sldId id="904" r:id="rId10"/>
    <p:sldId id="831" r:id="rId11"/>
    <p:sldId id="832" r:id="rId12"/>
    <p:sldId id="754" r:id="rId13"/>
    <p:sldId id="888" r:id="rId14"/>
    <p:sldId id="835" r:id="rId15"/>
    <p:sldId id="852" r:id="rId16"/>
    <p:sldId id="799" r:id="rId17"/>
    <p:sldId id="853" r:id="rId18"/>
    <p:sldId id="892" r:id="rId19"/>
    <p:sldId id="854" r:id="rId20"/>
    <p:sldId id="893" r:id="rId21"/>
    <p:sldId id="894" r:id="rId22"/>
    <p:sldId id="840" r:id="rId23"/>
    <p:sldId id="857" r:id="rId24"/>
    <p:sldId id="843" r:id="rId25"/>
    <p:sldId id="895" r:id="rId26"/>
    <p:sldId id="844" r:id="rId27"/>
    <p:sldId id="872" r:id="rId28"/>
    <p:sldId id="858" r:id="rId29"/>
    <p:sldId id="896" r:id="rId30"/>
  </p:sldIdLst>
  <p:sldSz cx="12192000" cy="6858000"/>
  <p:notesSz cx="6858000" cy="9144000"/>
  <p:embeddedFontLst>
    <p:embeddedFont>
      <p:font typeface="Cambria Math" panose="02040503050406030204" pitchFamily="18"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100" d="100"/>
          <a:sy n="100" d="100"/>
        </p:scale>
        <p:origin x="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2:47:20.776"/>
    </inkml:context>
    <inkml:brush xml:id="br0">
      <inkml:brushProperty name="width" value="0.05292" units="cm"/>
      <inkml:brushProperty name="height" value="0.05292" units="cm"/>
      <inkml:brushProperty name="color" value="#FF0000"/>
    </inkml:brush>
  </inkml:definitions>
  <inkml:trace contextRef="#ctx0" brushRef="#br0">23258 9023 0,'0'0'0,"0"0"0,0 0 0,0 0 15,0 0 1,0 0-16,0 0 15,8 0 1,18 9 0,-1 8-1,27 8-15,24 9 0,10 9 16,-1-9 0,18 17-1,-27-9-15,-16-8 16,43 9-1,8-1 1,-9-8-16,0 0 16,-42-8-16,-26-18 15,-8 9 1,-1-8-16,-16 0 16</inkml:trace>
  <inkml:trace contextRef="#ctx0" brushRef="#br0" timeOffset="410.59">24393 9423 0,'0'0'0,"0"0"15,0 0-15,8 0 16,9 8 0,-8 1-16,8-1 15,0 9 1,0 0-16,9-8 15,-18-1 1,1 1 0,-1-1-16,1 1 15,-9-9 1,0 0-16,-9 9 16,-42 25-16,-34 25 15,-52 26 1,-136 68-16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2:51:24.834"/>
    </inkml:context>
    <inkml:brush xml:id="br0">
      <inkml:brushProperty name="width" value="0.05292" units="cm"/>
      <inkml:brushProperty name="height" value="0.05292" units="cm"/>
      <inkml:brushProperty name="color" value="#FF0000"/>
    </inkml:brush>
  </inkml:definitions>
  <inkml:trace contextRef="#ctx0" brushRef="#br0">3918 6472 0,'0'0'0,"0"0"16,0 0-16</inkml:trace>
  <inkml:trace contextRef="#ctx0" brushRef="#br0" timeOffset="653.37">3918 6353 0,'0'0'0,"0"0"16,0 0-1,0 0-15,0 0 16,0 0 0,0 0-16,0 0 15,-9 0-15,-25 0 16,-17 8 0,-18 9-1,-16 9-15,0 8 16,16 0-1,35-9 1,9-8-16,-1 17 16,-8 0-1,0 9-15,8 0 16,9 8 0,9 0-16,8 0 15,8 0 1,1 0-16,-1-9 15,1-16-15,-1 8 16,9 25 0,17 35-1,1 8-15,-18-26 0,-17-8 16,-17-8 0,0-1-16,-1-8 15,10 1 1,-1 7-1,9-8 1,0-17-16,0-8 0,0-9 16,0-9-1,0 1 1,0-9 0,0-9-16,9 1 0,17-9 15,16 0 1,9 8-16,9 9 31,-9 26-31,9 16 16,-26 35-16,-25 8 15,-43 42 1,-35 60 0,-7-25-16,7-34 15,27 8 1,16-9-16,26-16 15,34-35 1,94 9-16,9-25 16,-103-43-1</inkml:trace>
  <inkml:trace contextRef="#ctx0" brushRef="#br0" timeOffset="10084.77">4626 7577 0,'0'0'16,"0"0"-16,0 0 15,0 0 1,0 0 0,26 0-16,33 0 15,18 9 1,60-18-16,119-16 15,42-35 1,27-25-16,67-8 16,35 16-1,-26 26-15,-8 26 16,25 8 0,-17 17-16</inkml:trace>
  <inkml:trace contextRef="#ctx0" brushRef="#br0" timeOffset="10965.59">10404 7594 0,'0'0'0,"0"0"0,0 0 16,9 0-1,16 0 1,44-8-16,50-1 16,77 9-1,69 9-15,93-1 16</inkml:trace>
  <inkml:trace contextRef="#ctx0" brushRef="#br0" timeOffset="23528.7">20168 6123 0,'0'0'0,"-8"-8"16,-1-1-16,-17 1 16,1-9-1,8 8-15,0 9 16,17 0 0,0 0-16,0 0 15,8 0 1,26-8-16,111-1 15,35 9 1,-78 0 0,18 0-16,76 9 15,-42 8-15,-78 8 16,1 26 0,26 34-16,-27-8 15,-24-18 1,-18 18-16,-26 42 15,-42 17 1,-17-8-16,8-1 16,18-8-1,-18 17-15,9-17 16,25-25 0,9-35-16,17 1 15,9-9 1,51 0-16,51-8 15,-9-9 1,-59-26-16,-26-8 16,-8 0-1,-1 0-15,-16 0 16,-1 0 0,-8 0-16,0 0 15,0 0 1,-8 0-1,-1 17-15,-8 9 16,9 42-16,16 25 16,9-8-1,0 9-15,9 42 16,0 8 0,-18-16-16,-25 0 15,-68 16 1,-69 9-16,-59-25 15,-52-43 1,-85-9 0</inkml:trace>
  <inkml:trace contextRef="#ctx0" brushRef="#br0" timeOffset="27853.05">23667 7059 0,'-8'0'0,"-26"0"0,-17 17 15,-1 8 1,-59 52 0,-93 59-16,50-9 15,77-42 1,0 26-16,9 0 16,34-18-1,34-25-15,8-34 16,52-25-1,128-52-15,17-42 16,-9-8-16,34-35 16,-93-8-1,-43 8 1,-17 26-16,-35 34 16,-33-8-1,-26-9-15,-26 17 0,18 42 16</inkml:trace>
  <inkml:trace contextRef="#ctx0" brushRef="#br0" timeOffset="28281.97">24751 6727 0,'0'0'0,"0"0"0,0 0 15,-8 17 1,-9 9-16,-17 16 16,-26 43-1,9 43-15,17 42 16,-1 17-1,10-17 1,25 17-16,0-25 16,17-77-16,-9-51 15</inkml:trace>
  <inkml:trace contextRef="#ctx0" brushRef="#br0" timeOffset="29348.62">25562 7127 0,'0'0'0,"0"0"0,0 0 31,0 25-15,0 26-16,0 34 0,-8 26 15,-9-9 1,-1-9 0,18 1-16,9-17 15,8-9 1,-8-34-16</inkml:trace>
  <inkml:trace contextRef="#ctx0" brushRef="#br0" timeOffset="29741.39">26134 7161 0,'0'0'0,"0"0"16,0 0-16,0 8 15,0 18 1,0 33-16,-9 35 16,1-1-1,-9 1 1,8-9-16,9 0 16,0 9-16,0-18 15,0 1 1,0-26-16,9-26 15</inkml:trace>
  <inkml:trace contextRef="#ctx0" brushRef="#br0" timeOffset="30371.53">26160 8198 0,'0'0'0,"0"0"0,0 0 16,8 0-16,9-8 15,17-1 1,9-8-16,17-25 16,17-9-1,-1-17 1,-16 0-16,-9 0 16,9-9-16,0 1 15,0 8 1,-26 42-16</inkml:trace>
  <inkml:trace contextRef="#ctx0" brushRef="#br0" timeOffset="30677.67">27551 7322 0,'0'0'0,"0"0"0,-9 9 16,-8 42-1,-8 25-15,-18 26 16,-8 18-16,-9 16 16,17-26-1,18-33-15,16-52 16</inkml:trace>
  <inkml:trace contextRef="#ctx0" brushRef="#br0" timeOffset="31196.85">28054 6608 0,'0'0'0,"9"0"15,17 17 1,16 8-1,-8 1-15,-8 0 16,0 8 0,-18 8-16,-16 35 15,-27 16 1,-24 1-16,7-1 16,1 1-1,9-18-15,24-25 16,18-8-1,9-1-15,17-8 16,33 0 0,10-8-16,-1-1 15,26-8-15,-9-8 16,1-1 0,-44 1-1</inkml:trace>
  <inkml:trace contextRef="#ctx0" brushRef="#br0" timeOffset="31470.37">29121 6676 0,'0'0'0,"9"17"0,42 51 15,9 60 1,-26 25-16,-60 85 16,-136 102-1,-196 85-15,67-119 16</inkml:trace>
  <inkml:trace contextRef="#ctx0" brushRef="#br0" timeOffset="123516.48">17710 11473 0,'0'0'0,"0"0"16,0 17 0,0 0-16,0 0 15,0 8 1,0 9-16,-9 0 15,1 17-15,-18 17 16,-8 17 0,-26-8-16,9-9 15,9-17 1,16-17 0,9-9-16,8-8 15,1 0 1,8 0-16,0 0 15,17 9-15,17-1 16,0 1-16,17-1 16,26 1-1,43-1-15,33-16 16,9-9 0,52-9-16,25-8 15,-9-17 1,18-8-1,-26-1-15,0 1 32,-18 8-32,-67 17 15,-35 0 1,-25 17-16,-43 0 0,-8 0 16,-17 0-16,-1 0 15,-8 0 1,0 0-16,-8-17 15,8-26 17,0 9-32</inkml:trace>
  <inkml:trace contextRef="#ctx0" brushRef="#br0" timeOffset="143455.45">20245 13003 0,'0'0'0,"0"0"15,8 0 1,1 0-16,-1 0 16,1 0-16,-9 0 31,0 0-31,9 17 15,-1 0 1,1 9-16,-1 8 16,-8 8-1,0 1-15,0-9 16,0-9 0,0 1-16,0-18 15,0 1 1,-8-1-16,-1 1 15,1-1-15,-18 9 0,0 1 32,-8-1-17,0 0-15,-9 0 16,1-9 0,-1 1-16,-17-1 15,-8 1 1,-34-1-1,-9-8-15,-17 0 16,8 9 0,-16-9-16,-18 8 15,17 1-15,9-1 16,-17 1 0,-8-1-16,25-8 15,8-8 1,-16 8-1,-1 0-15,26-9 16,0 1-16,26-1 16,-9 9-1,0 0-15,26 0 16,16 0 0,18-8-16,0-1 15,9 1 1,8 8-1,-1 0-15,-7-9 16,-1 1 0,1 8-16,-9-9 15,8 1 1,0-1-16,1-25 16,-9-60-1,16 35-15</inkml:trace>
  <inkml:trace contextRef="#ctx0" brushRef="#br0" timeOffset="173059.22">16404 14449 0,'0'0'0,"0"0"16,17-8-16,0-1 15,9 1 1,-18 8-1,1 0-15,0-9 16,-1 9-16,1-8 16,8 8-1,-9 0-15,1 0 16,-1 0 0,1 0-16,-1 0 15,-8 0 1,0 0-16,0 0 15,0 0 1,0 0-16,0 0 16,0 0-1,0 0 1,0 0-16,0 0 16,0 17-16,-8 8 15,-1 9 1,-16 0-1,-1 9-15,9-1 16,0-8 0,0-8-16,8-1 15,1-8 1,8 0-16,0-8 16,0-1-16,0 1 15,0-1 1,0 1-16,0 8 15,17 0 1,8-9 0,10 1-16,24-1 15,27 1 1,-10-1-16,10-16 16,25-1-16,17 1 15,0 8-15,-26 0 16,9 17-1,17 0-15,-8 0 32,-18 8-32,-25 1 15,-9-9 1,9 8-16,-17 1 16,-9-18-16,-25 1 15,-1-1 1,-8 1-16,-8-9 15,8-9 1,0-8-16,0-17 16,9-25-16,-1-26 31,9-26-31,-8 52 16</inkml:trace>
  <inkml:trace contextRef="#ctx0" brushRef="#br0" timeOffset="179816.85">7622 16482 0,'0'0'0,"0"0"0,0 0 16,0 0-1,0 0-15,0 0 16,0 17 0,0 8-16,-9 18 15,1 16 1,-9 18-16,-1 8 16,1-9-1,9-16-15,8-9 16,0-9-1,8-16-15,18-1 16,25 1 0,26-9-16,34-26 15,34-8 1,26-17-16,-9 0 16,0 0-1,17 9-15,9 25 16,-17 0-1,17 0-15,-9 0 16,-34 8 0,9-8-16,-1 9 15,-33-1 1,-9 1-16,0-9 16,-9 0-1,-25 0-15,-26 0 16,-17 0-1,-8 0-15,-9-9 16,0-8-16,0-17 16,-8-25-1,-1-18-15,-8-33 16,-8 50 0</inkml:trace>
  <inkml:trace contextRef="#ctx0" brushRef="#br0" timeOffset="182442.78">12649 16499 0,'0'0'0,"0"0"16,8 0-16,-8 0 15,9 8 1,-1 9-16,-8 9 16,-8 8-1,-1 17-15,-8 8 16,0 1 0,0-1-1,0 1-15,17-18 16,0-8-16,0-8 15,17-1 1,26-16-16,25-9 16,34-17-1,27-9-15,24-8 16,9 0 0,9 0-16,17 9 15,0 16 1,-9 9-16,26 0 15,-26 17 1,9 0 0,8 0-16,-25 9 15,8 8-15,-8 8 16,-52-8 0,-34-8-16,-8-1 15,0 1 1,-26-9-1,-17-9-15,-8 1 16,-17-1-16,-1-16 16,-16-9-1,-18-34 1,-25-51-16,25 42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2:54:43.372"/>
    </inkml:context>
    <inkml:brush xml:id="br0">
      <inkml:brushProperty name="width" value="0.05292" units="cm"/>
      <inkml:brushProperty name="height" value="0.05292" units="cm"/>
      <inkml:brushProperty name="color" value="#FF0000"/>
    </inkml:brush>
  </inkml:definitions>
  <inkml:trace contextRef="#ctx0" brushRef="#br0">9047 3878 0,'0'0'0,"0"0"16,9 0 0,42 0-16,9 17 15,50 26 1,121 33-1,-9-16-15,77-77 16,213-68 0,42 8-16,-144 60 15</inkml:trace>
  <inkml:trace contextRef="#ctx0" brushRef="#br0" timeOffset="19028.82">4993 6387 0,'0'0'0,"-9"0"15,-8 0-15,-25 8 16,-18 18-16,-25 8 16,-18 17-1,9 25-15,-17 44 16,-17 33 0,17-9-1,-8 60-15,25 9 16,34 59-1,35-17 1,16-76-16,9 8 16,9-51-1,42-51-15,85-25 16,18-78 0,68-126-16,25-18 15,-59 18 1,34-69-16,-51 18 15,-69 24 1,-33 1-16,-35 51 0,-34 34 16,-69 9-1,-101 16 1,-197 77 0,-34 34-16</inkml:trace>
  <inkml:trace contextRef="#ctx0" brushRef="#br0" timeOffset="20451.36">8134 4303 0,'-9'0'0,"-16"0"16,-27 0-1,-33 17 1,-9 9-16,-17 33 16,-34 52-16,0 50 15,17 18 1,34 59-16,51-8 16,26 8-16,9-34 15,33-110 1,95-1-16,25-33 15,94-52 1,26-16 0,16-77-16,9-85 15,-42-35-15,34-58 16,-120 25 0,-102 25-1,-35 0-15,-33 69 16,-155-1-1,-161-25-15</inkml:trace>
  <inkml:trace contextRef="#ctx0" brushRef="#br0" timeOffset="21081.46">12043 4507 0,'0'0'0,"0"0"15,-17 0-15,-34 9 16,-52 42 0,-42 42-1,-26 52-15,-34 85 16,26-1-16,68-33 16,52 25-16,24-25 15,44-60 1,51-9-1,76-25-15,26-34 16,35-68 0,25-51-16,-9-42 0,-34-1 31,-76 1-31,-27-26 16,-41-17-1,-52-9 1,-94 9-16,-120 8 15,-119 18 1</inkml:trace>
  <inkml:trace contextRef="#ctx0" brushRef="#br0" timeOffset="21920.33">14723 9933 0,'0'0'0,"-9"-8"0,-16 8 16,-27 0-1,-41 17 1,-53 25 0,-33 35-16,-26 42 15,26 34 1,8 51-16,-8 34 15,34 17 1,51-51-16,52-34 16,50-8-1,60-43-15,43-42 16,51-60 0,103-94-16,8-67 0,-42-18 15,-27-42 1,-50 0-1,-51 17 1,-69 25-16,-60 1 16,-68 16-1,-94 51-15,-204 60 16,-18 51 0</inkml:trace>
  <inkml:trace contextRef="#ctx0" brushRef="#br0" timeOffset="22428.09">9815 10843 0,'-8'0'0,"-1"0"16,-16 9-16,-27 16 15,-25 43 1,-33 34-16,-18 60 16,8 33-1,35 1-15,59-34 16,52-1 0,33-16-16,52-26 15,69-43 1,24-59-16,27-68 15,-26-51 1,-69 0-16,-16-8 16,-43-35-1,-35-16-15,-50 8 16,-52-1 0,-42 1-16,-95 17 15,-127-25-15</inkml:trace>
  <inkml:trace contextRef="#ctx0" brushRef="#br0" timeOffset="23078.91">9721 7339 0,'0'0'0,"-17"0"0,-25 9 15,-86 33 1,-43 26-1,-8 26 1,-35 25 0,9 9-16,43 16 0,9 9 15,25 9 1,59 8 0,52 0-1,43-25-15,59-1 16,60-25-1,60-42-15,60-60 16,-1-43-16,-25-50 16,-42-18-1,-52 1-15,-26-18 16,-42 1 0,-51-35-1,-69-34-15,-85 1 16,-128 8-1,-60 42-15,-17 1 16</inkml:trace>
  <inkml:trace contextRef="#ctx0" brushRef="#br0" timeOffset="35439.29">2603 12314 0,'0'0'0,"0"0"0,17 17 31,26 9-31,8 8 0,26 17 32,25 17-32,9 0 15,26 9-15,25 8 0,-8 0 31,16 17-15,10-9-16,-10-25 16,-16-8-1,8-18-15,-8-8 16,-26-17 0,0-17-16,-60-8 15</inkml:trace>
  <inkml:trace contextRef="#ctx0" brushRef="#br0" timeOffset="35738.62">4609 12365 0,'0'0'0,"0"0"0,0 9 15,17 25 1,9 17-16,8 0 16,0 0-1,0 0-15,-8 0 16,-1 0 0,1 0-16,-18 9 15,1-1 1,-18-8-16,-25 26 15,-77 33 1,-85 26 0,-43-16-16,51-44 15,-85 9-15</inkml:trace>
  <inkml:trace contextRef="#ctx0" brushRef="#br0" timeOffset="43179.85">16097 12876 0,'0'0'0,"0"0"16,0 0-16,0 0 16,0 0-1,0 0-15,8 0 16,44 17 0,59 17-1,51 17-15,26 17 16,-1-9-1,-16 1-15,8-1 16,-17 1-16,-17-18 16,-8 18-1,-9 0-15,-34-9 16,-34-17 0,-18-17-1,-25-9-15,-8-8 16</inkml:trace>
  <inkml:trace contextRef="#ctx0" brushRef="#br0" timeOffset="43556.77">17736 13361 0,'0'0'0,"8"0"0,26 0 16,35 8 0,33 1-1,17-1 1,-8 9-16,-8 0 0,-26 0 15,-26 9 1,-26-9 0,-7 8-16,-18 9 15,-43 26-15,-94 50 16,-68 35 0,18-26-1,42-51-15,-129-9 16</inkml:trace>
  <inkml:trace contextRef="#ctx0" brushRef="#br0" timeOffset="62336.74">21756 11387 0,'0'0'0,"0"0"0,17-8 15,34-1-15,26 1 16,17-18 0,17-25-16,-35-17 15,44-34 1,33-8-1,1 16-15,-17-42 16,8-42-16,17 24 16,-8 10-1,-35-26-15,-17 17 16,9 8 0,-8-8-1,-18-9-15,-34 52 16,-8-9-1,-9-17-15,-17 8 16,-25 18 0,-18 16-16,-17 1 15,1 8 1,-18 8-16,-17 9 16,17 17-1,9 17-15,-9 0 16,1 17-1,-1 8-15,0 9 16,9 17-16,-9 26 16,9 16-1,8 26-15,1 60 16,25 34 0,17-9-1,17 25-15,17 1 16,0-9-16,17-8 15,9-18 1,25-42-16,52-17 16,76-34-1,69-51 1,68-51-16,34-76 16,17-35-1,34-33-15,9-9 16,-26 33-16,9 18 15,-51 17 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2:56:39.953"/>
    </inkml:context>
    <inkml:brush xml:id="br0">
      <inkml:brushProperty name="width" value="0.05292" units="cm"/>
      <inkml:brushProperty name="height" value="0.05292" units="cm"/>
      <inkml:brushProperty name="color" value="#FF0000"/>
    </inkml:brush>
  </inkml:definitions>
  <inkml:trace contextRef="#ctx0" brushRef="#br0">17514 15674 0,'0'0'0,"0"0"15,0 0 1,0 0-16,0 0 16,0 0-16,0 0 31,0 0-16,0 0-15,0 0 16,0 0 0,0-9-16,34-8 15,60-51 1,25-34-16,-33 17 0,-1 0 16,34 17-1,27 17 1,-27 0-1,-42 8-15,-35-8 16,18-8 0,26-1-16,-10 9 15,-7 9-15,-27 16 16,-16 9 0,0 0-1,-18 9-15,1 8 16,-1 0-1,-8 0-15,0 0 16,0 0 0,0 0-16,0-9 15,17-8 1,17-8-16,9-9 16,0-43-1,-1-25-15,-7 17 16,-18 9-1,-9 42-15</inkml:trace>
  <inkml:trace contextRef="#ctx0" brushRef="#br0" timeOffset="803.21">17915 15674 0,'0'0'0,"0"-9"15,17-16 17,0-60-32,26-26 15,25 9-15,17 17 16,43-17-1,-8-34 1,8-17-16,43 17 16,-9 8-16,0-33 15,-9 8 1,-7 33 0,-18 10-16,-43-9 15,0 17 1,-8 25-16,-9 18 15,-16 25 1,-18 8-16,-17 9 16,-9 17-16,-42-8 15,0 8 1</inkml:trace>
  <inkml:trace contextRef="#ctx0" brushRef="#br0" timeOffset="1110.49">18828 13871 0,'0'0'0,"0"0"0,0 0 15,9-9 1,25-8 0,17-17-16,43-25 15,42-9 1,10 8-16,-1 9 15,-17 0-15,-9 17 16,-25 17 0,-26 17-1,-17 9-15,-8 8 16,-17 25 0,-9 60-16,-26 51 15,-16 0-15,8 43 16,8 127-1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2:58:33.708"/>
    </inkml:context>
    <inkml:brush xml:id="br0">
      <inkml:brushProperty name="width" value="0.05292" units="cm"/>
      <inkml:brushProperty name="height" value="0.05292" units="cm"/>
      <inkml:brushProperty name="color" value="#FF0000"/>
    </inkml:brush>
  </inkml:definitions>
  <inkml:trace contextRef="#ctx0" brushRef="#br0">28336 9040 0,'0'0'0,"0"0"0,-9 0 0,-76 136 0,0 17 16,-18 34-16,-25 26 0,17 42 31,9-42-31,-9-26 16,26-25-1,33-69-15,1-25 16,17-34 0,9-8-16,7-18 15,1 1 1,9-26-16,-1-34 15,1-51 1,8 0-16,-9 25 16,1 0-1,-9 9-15,8 26 16,1 8 0,-18 17-16,-8 17 15,-17 34 1,-35 51-16,-16 59 15,16 27 1,27-18-16,25 8 16,34-42-1,17-42-15,8-26 16,26-17 0,43-26-16,51-50 15,43-43 1,9-9-16,59 18 15,102-1 1</inkml:trace>
  <inkml:trace contextRef="#ctx0" brushRef="#br0" timeOffset="28633.85">21790 5715 0,'0'0'0,"0"-9"15,0 1-15,8-18 16,26 1 0,35-18-16,50 9 15,69 17 1,94 9-16,85-1 15,136-25 1,-85 17-16</inkml:trace>
  <inkml:trace contextRef="#ctx0" brushRef="#br0" timeOffset="29637.79">7110 6974 0,'0'0'0,"-9"0"0,9 0 15,0 0 1,0 0-1,0-9 1,9 1 0,16-1-16,52 1 0,94-9 15,25 8-15,43 9 16,9 17 0,25 17-1,51 0-15,-17 9 16,69-1-16,-18-8 15,1-8 1</inkml:trace>
  <inkml:trace contextRef="#ctx0" brushRef="#br0" timeOffset="30345.05">15815 6829 0,'0'0'0,"0"0"0,51 0 16,103-8 0,94-18-1,59 1 1,145-18-16,86 18 16,51 8-1,136 17-15,-298 8 16</inkml:trace>
  <inkml:trace contextRef="#ctx0" brushRef="#br0" timeOffset="33030.72">22558 6616 0,'0'0'0,"0"0"16,0 0-16,0 0 15,-9 0-15,-8 17 16,-17 18 0,0 16-1,0 0 1,8 8-16,9-8 16,9-8-1,8-1-15,0-16 16,17-1-1,8 1-15,18-1 16,8-8 0,26-8-16,0-1 15,25-16 1,26-9-16,17 8 16,35-8-1,16 0-15,26 9 16,8-1-16,-25 18 15,-17-9 1,-17 8 0,-9 1-16,-26-1 15,-16-8-15,-26 9 16,-26-1-16,-34-8 31,-8 0-31,-18 0 16,1-8-1,-18-9-15,-16-34 16,-27-26-16,-16-33 16,34 50-1</inkml:trace>
  <inkml:trace contextRef="#ctx0" brushRef="#br0" timeOffset="52048.8">9329 16227 0,'0'0'0,"0"0"0,0 0 16,0 8 0,-9 9-1,1 0-15,-9 17 16,-26 17-16,-8-8 16,-9-1-1,0-16-15,-17-9 16,18-26-1,-10-33-15,-33-26 16,-18 0 0,-8-17-1,17-9-15,18 0 16,-1 9 0,17 26-16,17 8 15,9 17 1,17 17-16,8 0 15,9 0-15,0 8 16,17 9 0,0 0-16,0 0 15,0 0 1,0 0 0,0 0-16,0 0 15,0 0 1,0 9-1,0-1-15,-8 9 0,-1 26 16,-17 16 0,-25 18-16,-9 8 15,-8-9 1,8-8 0,9-8-16,8-17 15,9-1 1,17 1-1,17-1-15,26 18 0,34-1 16,76 18 0,69-18-16,102 18 31</inkml:trace>
  <inkml:trace contextRef="#ctx0" brushRef="#br0" timeOffset="53497.5">15875 11838 0,'0'0'0,"17"0"16,17 0 0,0 0-16,0 0 15,9 0 1,25 9-16,52-1 31,51-16-31,51-18 16,25 9-16,18 9 0,-1-1 15,9 26 1,-17 9 0,0 8-1,-8 0-15,-18 8 0,-50-25 31,101 0-31</inkml:trace>
  <inkml:trace contextRef="#ctx0" brushRef="#br0" timeOffset="53868.98">19229 11413 0,'0'0'0,"0"8"0,26 18 16,17 25-16,16-8 16,18 8-1,8-9 1,1 1-16,-1-1 15,-8-8 1,-9 9-16,-17 8 16,-16 0-16,-18-9 15,-17 9 1,-52 9 0,-67 33-16,-52-16 15,18-18 1,8-16-16,16-9 15,78-17 1</inkml:trace>
  <inkml:trace contextRef="#ctx0" brushRef="#br0" timeOffset="54350.75">16012 11192 0,'0'0'0,"0"0"0,0 0 16,-9 0-1,-8 8-15,-43 18 32,-51 42-32,-17 25 15,0 10 1,9-10-16,33-16 15,27 8 1,33-9-16,26-16 16,60-1-1,68 9-15,60 9 16,33 8 0,1 34-16,86 51 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0:57.434"/>
    </inkml:context>
    <inkml:brush xml:id="br0">
      <inkml:brushProperty name="width" value="0.05292" units="cm"/>
      <inkml:brushProperty name="height" value="0.05292" units="cm"/>
      <inkml:brushProperty name="color" value="#FF0000"/>
    </inkml:brush>
  </inkml:definitions>
  <inkml:trace contextRef="#ctx0" brushRef="#br0">3918 10937 0,'0'0'0,"0"0"0,0 0 15,-9 0-15,-8-9 16,-34 9-16,-18 0 16,-42 9-1,9-1 1,59 1-16,9 8 15,9 0-15,-18 8 16,-8 9 0,-26 17-1,-8 9 1,-18-1-16,9 1 16,26 16-1,-9 27-15,-17 24 0,18-8 16,7-34-1,-8 0 1,9 17-16,17-8 16,25-9-1,18-9-15,16-16 16,18-9 0,34 0-1,25 9-15,0-9 16,-33-9-16,-10 1 15,18 16 1,0 1-16,-18-9 16,-7-9-16,-27 9 15,-34 17 17,-16 43-32,-18 8 15,-42-9 1,-1-16-16,18-34 15,17-18-15,16-16 16,18-1 0,17-16-16,0-1 15,9 1 1,8-1-16,17 1 16,34 16-1,51 26-15,9 9 16,-17 16-1,0 35-15,0 33 16,-17 52 0,-43 17-16,-68 25 15,-26 0 1,17-34-16,35 17 16,76-51-1,86-51-15,102-34 0,111-17 16</inkml:trace>
  <inkml:trace contextRef="#ctx0" brushRef="#br0" timeOffset="30441.16">20168 13292 0,'0'0'16,"0"-8"-16,-8-1 15,-1-8-15,-25-8 16,-43-9 0,-42 0-16,8 25 15,42 9 1,-67 26-16,-69 16 16,60-8-1,25 26 1,-50 0-16,25-9 15,51-26 1,51-16-16,9-1 16,17 1-1,8-18-15,9 9 16</inkml:trace>
  <inkml:trace contextRef="#ctx0" brushRef="#br0" timeOffset="30665.78">18538 13437 0,'0'0'0,"-9"0"16,-25 17-16,-34 26 15,-26 25 1,-8 25 0,16 9-16,35 0 15,25-34 1,9-8-16,17-26 15,103 0 1,50-9-16,-93-16 16</inkml:trace>
  <inkml:trace contextRef="#ctx0" brushRef="#br0" timeOffset="36598.41">4455 15206 0,'0'0'0,"0"0"0,0 0 16,0 0-16,0 0 16,0 0-1,0 0 1,0 0-16,0 0 16,0 0-1,9 8-15,25 9 16,51-8-16,52-9 15,59-17-15,52 0 16,33 8 0,18 1-1,94 16 1,50 1-16,27 16 16,-60 18-1</inkml:trace>
  <inkml:trace contextRef="#ctx0" brushRef="#br0" timeOffset="44837.46">25238 15121 0,'0'0'0,"0"0"16,0 0-16,0 0 16,8 0-1,27-9-15,24-16 16,18-1 0,34-25-1,34-17-15,0 0 16,-17 17-1,-8 0-15,-9 17 16,-35 17-16,-24 9 16,-10 8-1,-16 8-15,-17 26 16,-18 43 0,-42 50-16,-35 35 15,-42 59 1,-17-17-16,0-17 15,9 0-15,50-68 16,18-42 0,8-26-1,26-26-15,17-16 16,0 0 0,17-27-16,9-67 15,25-76 1,17-60-16,-8-26 15,-18 35 1,-8 16-16,0 26 16,9 42-1,0 18-15,-9 25 16,8 8-16,1 35 16,8 8-1,0 25-15,9 18 31,8 42-31,0 59 16,9 52-16,-9 50 16,-17 1-1,-17-34-15,-8-18 16,-9-33 0,-9-35-16,1-33 15,-1-18-15,1-16 16,-1-9-1,-16-9 1,-18-25-16,-42-34 16,-69-59-1,-17-26-15,35 0 16,-26 17 0,-103-52-16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2:00.389"/>
    </inkml:context>
    <inkml:brush xml:id="br0">
      <inkml:brushProperty name="width" value="0.05292" units="cm"/>
      <inkml:brushProperty name="height" value="0.05292" units="cm"/>
      <inkml:brushProperty name="color" value="#FF0000"/>
    </inkml:brush>
  </inkml:definitions>
  <inkml:trace contextRef="#ctx0" brushRef="#br0">21124 1565 0,'0'0'0,"0"0"0,0 0 16,0 0-16,9 0 15,-9 0 1,0 0 0,0 0-16,0 8 15,8 26-15,-16 43 16,-27 42 0,-7 26-1,-9-18-15,8-25 16,9-34-16,17-34 15,0-17 1,8-8 0,9-9-16,-9-9 15,1-42-15,-1-42 16,1-26 0,8 34-1,0 42-15,0 17 16,0 9-1,0 9-15,0 8 16,0 0 0,0 17-1,0 34-15,0 17 16,0 9-16,8-1 16,9-16-16,1-1 15,7-8 1,1-8-16,8-18 15,9 1 1,33-18 0,44-25-1,8-25-15,8 8 16,-67 17-16</inkml:trace>
  <inkml:trace contextRef="#ctx0" brushRef="#br0" timeOffset="3859.88">24205 2713 0,'0'0'0,"-8"0"15,-9-9-15,-9 1 16,-8-1-1,0-8-15,-1 9 16,-16-9 0,-17 8-1,-26 18-15,-8 8 16,-9 8 0,0 9-16,0 9 15,0 8 1,-17 0-16,8 9 15,26 8 1,-34 34-16,9 0 16,-9 8-1,17 18-15,43 8 16,-9 8 0,9-33-16,16-9 15,18 0 1,17-17-16,26 9 15,16-18 1,9-8-16,9 0 16,34 9-16,51 8 15,9-17 1,-1-26-16,18-8 16,51-8-1,-1-9-15,35-8 16,-25-9-1,-9-9 1,25-8-16,9 8 16,26 1-1,-9-9-15,17 0 16,-9 0 0,1-9-16,-9 9 15,0-8 1,0-1-16,0 1 15,-17-1 1,-26-16-16,9-9 16,-17-9-1,0 1-15,-26-18 16,-34 1 0,-17 8-16,-34 0 15,-25 8 1,-27-16-16,-25 8 15,-17-9 1,-42-34-16,-52-42 16,-43 0-1,-51 17-15,-33 9 16,-44-1 0,-68-8-16,-34 25 15,-34 35 1,-51 25-16,-43 25 15,-35 9 1,-24 26-16,-18 25 16,-26 42-1,189-8-15</inkml:trace>
  <inkml:trace contextRef="#ctx0" brushRef="#br0" timeOffset="43800.55">11480 10690 0,'0'0'0,"-9"9"16,-25 16-16,-17 18 15,-9-1 1,-60 35 0,9 16-16,18 9 15,-18 0-15,0-17 16,-9-8 0,26-1-1,52-16-15,7-9 16,18-17-1,17-25-15</inkml:trace>
  <inkml:trace contextRef="#ctx0" brushRef="#br0" timeOffset="44100.88">10259 11370 0,'0'0'0,"0"0"16,0 0-16,-9 0 16,1 17-1,-1 9-15,1 8 16,-1 17 0,9 0-1,9-8-15,16-1 16,1-25-1,51-8-15,77-35 16,16-25 0,-50 0-16,-78 26 15</inkml:trace>
  <inkml:trace contextRef="#ctx0" brushRef="#br0" timeOffset="57817.74">21739 2483 0,'0'0'0,"-9"0"16,-8-8-16,-26 8 16,-34-9-1,-25 1 1,25 8-16,35 0 16,-61 17-1,-76 34-15,25 8 16,18 9-1,-52 43-15,-8 25 16,33 17 0,-7 0-16,-27 17 15,35 34 1,51 0-16,-17 52 16,9 16-1,33-17-15,27 0 16,33 9-1,52-9-15,33 34 16,35-17 0,17-8-16,-34-1 15,17 18 1,34 25-16,-26-34 16,1 34-1,-43-33-15,-43-1 16,-51 0-1,-52 26-15,-25-26 16,17-51 0,-8 17-16,-9-59 15,-51-35 1,34-25-16,68-42 16,26-26-1,17-17-15,0-9 16,8-16-1,9-1-15,0-8 16,26 9 0,51 8-1,51 25-15,-9 9 16,1 34 0,16 51-16,-25 52 15,-34 50-15,-43 76 16,-42 44-1,-69 84-15,-43 34 16,-59 60 0,-26 34-16,34-26 15,18 9 1,25 42-16,68-34 16,120-84-16,42-112 15,154-25 1,43 1-1,-9-78 1,43-25-16</inkml:trace>
  <inkml:trace contextRef="#ctx0" brushRef="#br0" timeOffset="120382.85">649 13760 0,'0'0'0,"0"0"16,0 0-16,0 0 15,0 9 1,0 16-16,0 9 16,0 9-1,0-1-15,0-16 16,-17-1-1,17-8-15,0-8 16,0-1 0,0 1-16,0-1 15,0 1 1,0-1-16,0-8 16,0 9-1,17-1 1,25 9-16,18-8 15,34-1-15,0 1 16,-17-1 0,-1-8-16,27 0 15,16 0 1,18 17 0,-35-8-16,18-1 15,59-8-15,-17 0 16,-8-8-1,8-9 1,9 0-16,-1 8 16,-16-8-16,0-8 15,-18 8-15,-42 0 16,0 8 0,-9 9-1,-25 0-15,-9-8 16,-25-1 15,0 9-31,-1-8 16,-8-1-16,17-25 0,18-42 31,-18 16-31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5:23.303"/>
    </inkml:context>
    <inkml:brush xml:id="br0">
      <inkml:brushProperty name="width" value="0.05292" units="cm"/>
      <inkml:brushProperty name="height" value="0.05292" units="cm"/>
      <inkml:brushProperty name="color" value="#FF0000"/>
    </inkml:brush>
  </inkml:definitions>
  <inkml:trace contextRef="#ctx0" brushRef="#br0">23548 1318 0,'0'0'0,"0"9"0,0 25 16,8 25-1,-8 18-15,-8 8 16,-18 34 0,-8 34-16,9 9 15,7-43 1,1 0-1,0 25-15,0-16 16,0-52-16,0-25 16,9-25-1,-1-1-15,-8-16 16,17-1 0</inkml:trace>
  <inkml:trace contextRef="#ctx0" brushRef="#br0" timeOffset="259.61">23061 2237 0,'0'0'0,"0"0"0,-8 8 16,-18 69-1,18 67-15,8-25 16,8-34-1,-8 17-15,17 26 16,0-26 0,9-34-16,8-25 15,26-9-15,0-26 16,-18-25 0,44-42-16,25-26 15,-17 17-15,-52 42 31</inkml:trace>
  <inkml:trace contextRef="#ctx0" brushRef="#br0" timeOffset="11357.77">5001 5655 0,'0'-17'0,"0"-8"0,0-9 16,0-17-1,0-26 1,0-16-16,-8 8 15,-1 8-15,-25 18 16,-8 25-16,-18 25 31,-26 18-31,-7 25 16,16 25 0,-9 35-16,-25 8 15,1 42-15,-1 35 16,8-9-1,26 26 1,35-1-16,25-33 16,59 42-1,52 0-15,17-93 16,-26-60 0,35-17-16,85-9 15,-35-25 1,-24-59-16,41-94 15,-24 8 1,-44 0-16,-34-50 16,-50 16-16,-18 18 15,-43 16 1,-51 26 0,-59 17-16,-138-43 15</inkml:trace>
  <inkml:trace contextRef="#ctx0" brushRef="#br0" timeOffset="12004.7">8262 3444 0,'-9'0'0,"-50"26"16,-52 33-16,-9 1 15,1-1 1,-18 26-16,-34 26 16,18 0-1,50 16-15,44-8 16,33-17 0,17-8-16,52 8 15,111 0 1,8-51-16,68-60 15,1-33 1,-52-18-16,17-16 16,-51-9-1,-34-9 1,-51 1-16,-9-1 16,-42 1-16,-69 8 15,-111 34 1,-161 25-16</inkml:trace>
  <inkml:trace contextRef="#ctx0" brushRef="#br0" timeOffset="12439.73">5701 4899 0,'0'0'0,"17"8"16,77 9-16,103 0 16,67-8-1,86-9-15</inkml:trace>
  <inkml:trace contextRef="#ctx0" brushRef="#br0" timeOffset="13813.4">21252 3606 0,'0'0'0,"0"0"15,-9 0-15,-16 25 16,-26 18 0,-18 33-16,-33 18 31,-9 8-31,43 0 15,8 17 1,26-17-16,25-8 16,52 16-16,94 18 15,25-26-15,34-43 32,34-33-32,-50-17 15,-44-26-15,-25-26 16,-43-8-1,-42-43-15,-60-50 16,-128-52 0,-205-50-16,17 41 15</inkml:trace>
  <inkml:trace contextRef="#ctx0" brushRef="#br0" timeOffset="15056.11">23889 1735 0,'0'0'0,"-8"0"0,-9-9 16,-26-16-1,9-9 1,0 8-16,-9-8 16,9 0-1,0 17 1,17 0-16,0 9 16,0 8-16,8 0 15,1 0 1,-1 8-16,0 18 15,1 16 1,-9 18-16,-9 50 16,-8 44-1,8-18-15,9-9 16,-8 26 0,-1 0-16,-8-51 15,0-42 1,0-26-16,8-9 15,9-16 1,0-1-16,0 1 16,17-9-1</inkml:trace>
  <inkml:trace contextRef="#ctx0" brushRef="#br0" timeOffset="15357.12">23172 2220 0,'0'0'0,"0"0"16,-8 8-1,-9 43-15,-9 34 16,9 34 0,0-8-1,17-9-15,0 8 16,17-16-16,0-17 15,17-18 1,26-25-16,8-17 16,43-17-1,69-34-15,-27-8 16,-25-9 0,17-17-1,-76 34-15</inkml:trace>
  <inkml:trace contextRef="#ctx0" brushRef="#br0" timeOffset="25678.67">15491 16158 0,'0'0'0,"0"0"0,0 0 15,0 0 16,-17-8-31,-9 8 16,-16 8 0,-44 18-16,-25 8 15,-42 26 1,16-1-16,18 1 16,-26 8-16,8-9 0,26-16 31,43-18-31,8-16 15,9-9 1,17-17 0,8-26-16,17-25 0,9 9 15,9-1 1,8 1-16,17 8 31,9 17-31,-17 16 16,-1 1-1,-16 9-15,-1-1 16,1 9 0,-26 9-16,-17 25 0,-18 9 15,-7 8 1,7 17 0,10-9-1,33-8-15,26 9 16,60 8-1,94 25-15,59 1 16,52-35 0,85 1-16</inkml:trace>
  <inkml:trace contextRef="#ctx0" brushRef="#br0" timeOffset="30594.49">20757 4950 0,'0'0'0,"0"0"0,0 0 15,-17 0 1,-17 17 0,-34 8-16,-35 9 0,-16 0 31,25-8-31,17 8 15,0 8-15,-8 9 16,8 0-16,9 0 16,-1 17-1,-16 34 1,8 26 0,9 34-16,8 25 15,35 8 1,25 9-16,25 9 15,26 8-15,18 0 16,25 0 0,16 0-16,27 18 15,8 7 1,-8-25 0,-9-17-16,-34 9 15,-35 0-15,-33 8 16,-43 17-1,-77 34 1,-68 26-16,-43-26 16,-25-43-1,16-41-15,35-10 16,8-25 0,52-34-16,59-34 15,17-8 1,18-9-16,16-9 15,43 18 1,52 25-16,33 17 16,26 0-16,9 17 15,-9 17 1,-17 26 0,-43 42-16,-68 94 15,-93 110-15,-146 153 16,-34 9-1,25-43 1,61 35-16,127 16 0,77-42 16,154-94-1,179 26-15,68-120 16,-85-161 0</inkml:trace>
  <inkml:trace contextRef="#ctx0" brushRef="#br0" timeOffset="56775.92">28430 3801 0,'0'0'0,"43"9"0,59 25 16,69 9-1,68 33 1,-52 9-16,-16 43 0,85 42 31,-25 34-31,8 34 16,-26 17-16,-34 34 15,0 43 1,-25 17-16,-43-18 16,-68 44-1,-35 7-15,-25-42 16,-8 1-1,8-10-15,17-25 16,42-50-16,44-27 31,67-16-31,26-43 0,9-34 32,8-34-32,-42-34 15,-34-25 1,-35-18-16,-34-8 15,-25-8 1,-9-1-16,-9 9 16,-42 34-1,-43 51-15,-59 68 16,-26 51 0,-26 26-16,9 51 15,42 16 1,52 10-16,34 16 15,33 42-15,36 18 16,41 8 0,35 43-1,9 25-15,25 26 16,-34 8 0,-60 26-16,-51 25 15,-86-8-15,-119 25 16,-170 52-16,144-281 15</inkml:trace>
  <inkml:trace contextRef="#ctx0" brushRef="#br0" timeOffset="62769.39">13016 11396 0,'0'0'0,"-9"0"0,-16 0 32,-1 0-32,-17 0 15,-33 8-15,-1 9 0,17 1 31,-42 24-15,-61 52-16,1 8 0,26-17 16,-35 8-1,-8 1 1,59-26 0,52-26-16,8-8 15,18-25 1,25-9-16</inkml:trace>
  <inkml:trace contextRef="#ctx0" brushRef="#br0" timeOffset="63005.44">11480 11813 0,'0'0'0,"0"0"16,-9 0-1,-8 25 1,-34 52-16,-18 59 15,-16 34 1,8-17-16,9 9 16,42-35-1,35-25-15,34-34 16,59-8 0,94-26-16,69-51 15,85-34 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7:09.621"/>
    </inkml:context>
    <inkml:brush xml:id="br0">
      <inkml:brushProperty name="width" value="0.05292" units="cm"/>
      <inkml:brushProperty name="height" value="0.05292" units="cm"/>
      <inkml:brushProperty name="color" value="#FF0000"/>
    </inkml:brush>
  </inkml:definitions>
  <inkml:trace contextRef="#ctx0" brushRef="#br0">4455 4694 0,'0'0'0,"0"0"0,0 0 0,-25 77 0,-1-34 0,-17-1 16,-25 52 0,-9 67-16,18-16 15,-10-35 1,-8 26-16,35 43 16,16-34-16,18-18 15,-1 52 1,9-18-16,0-76 15,0-25 1,17-9-16,43 0 16,42 0-1,9-26-15,0-25 16,60-25 0,25 8-1,-25 8-15,42-16 16,-8-18-1,9-33 1,59-26-16,-9-9 16,1 18-1,-26 42-15,42-9 16,-16-42 0,17-42-16,-18 7 15,-8 52-15,-25 0 16,33-76-1,-25 8 1,-34 34-16,51-51 16,-77-9-1,-33 43-15,16 0 16,-34 0-16,-60 25 16,-34 26-1,-8 17-15,-18-17 16,-25-26-1,-51-8 1,-60 0-16,-17 34 16,-34 9-16,-60 16 15,-26 35-15,-59 42 32,-43 34-32,8 34 15,-8 42 1,-60 43-16,-59 69 15,-69 50-15,60 25 16,34 112 0,43-18-16,128-136 0</inkml:trace>
  <inkml:trace contextRef="#ctx0" brushRef="#br0" timeOffset="5821.5">24171 5843 0,'0'0'0,"0"0"0,-9-9 16,-8 1-16,-17-18 16,0 9-1,8 0-15,1 0 16,-9 0 0,-17 0-1,-9 17 1,-17 26-16,-17 16 15,0 9-15,26 9 16,34 8-16,8-9 31,26 26-31,43 9 16,85-1 0,0-25-16,0-17 15,60 0-15,-43-25 16,-68-18-1,-35-16-15,-8-1 16,-8-16 0,-17-26-1,-35-51-15,-111-60 16,-85-16-16,-85 33 16,-154 34-16,60 43 15</inkml:trace>
  <inkml:trace contextRef="#ctx0" brushRef="#br0" timeOffset="10560.1">30273 17026 0,'0'0'0,"0"0"15,0 0 1,18-9-16,84 1 16,128-18-1,112-16 1,42-18-16</inkml:trace>
  <inkml:trace contextRef="#ctx0" brushRef="#br0" timeOffset="19483.02">10643 10852 0,'0'0'0,"0"0"15,0 0 1,-8 0-1,-1 0 1,-17 0-16,-8 0 16,0 8-1,-26 18-15,-42 33 16,0 18 0,-1 8-16,1 0 15,8 0 1,8 0-16,-7 9 15,16-26 1,-17-17-16,34-34 16</inkml:trace>
  <inkml:trace contextRef="#ctx0" brushRef="#br0" timeOffset="19756.02">9346 11124 0,'0'0'0,"0"0"16,0 8-1,0 26-15,-9 34 16,1 34 0,8 1-16,0-18 15,8-9 1,18-8-16,17-8 15,25-18 1,43-8-16,42-17 16,61-34-1,119-17-15</inkml:trace>
  <inkml:trace contextRef="#ctx0" brushRef="#br0" timeOffset="29970.39">11505 13080 0,'0'0'0,"0"0"16,0 0-16,0 0 15,0 0 1,0 0-16,0 0 15,0 0 1,0 0-16,0 0 31,0 0-31,9-9 16,16-16-16,18-1 16,17 1-16,16-1 15,10 9 1,-18 9-1,0 8-15,1 0 16,-10 17 0,-7 8-1,-10 9-15,1 9 16,-17 8-16,-1 25 16,-16 18-1,-26 8 1,-17 26-16,-18-1 15,18-16 1,9-9-16,7-26 0,18-8 16,9 0-1,34 9 1,8-9-16,9-26 16,8 1-1,-8-17 1,-9-9-16,-17-9 15,-8 1 1,-18-9-16,9 0 0,-8 8 31,-9-8-31,-9 0 16,-8 17 0,-17 17-16,-17 9 15,-17 16 1,-18 9-1,26 0-15,18 9 16,25-9-16,25 8 16,18 1-1,25-18-15,26 9 16,0 17 0,-9 1-16,-25 7 15,-26 9 1,-43 0-16,-102 60 0,-85 25 15,-69 17 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8:36.157"/>
    </inkml:context>
    <inkml:brush xml:id="br0">
      <inkml:brushProperty name="width" value="0.05292" units="cm"/>
      <inkml:brushProperty name="height" value="0.05292" units="cm"/>
      <inkml:brushProperty name="color" value="#FF0000"/>
    </inkml:brush>
  </inkml:definitions>
  <inkml:trace contextRef="#ctx0" brushRef="#br0">24504 5485 0,'0'0'0,"0"0"16,0 0-16,0 0 15,0 0-15,0 0 16,-9 0 15,-25 0-15,-43 0-16,-51 9 16,26 8-1,51 25-15,-35 35 16,-42 59-16,-8-17 15,16-8 1,26 16-16,43 9 16,26-34-1,25-25-15,51 8 0,68 8 32,1-24-32,-43-44 15,85-25 1,43-25-16,-94-10 15,-35-7 1,10-26-16,-1-51 16,-25-26-1,-69 9-15,-42-17 16,-94-42 0,-60 33-1,-77 17-15</inkml:trace>
  <inkml:trace contextRef="#ctx0" brushRef="#br0" timeOffset="1951.5">24026 2449 0,'0'0'0,"8"9"15,27 8 1,-1 8-16,8 1 0,-16-1 16,0 1 15,8 8-31,-9 17 16,9 8-1,1 26-15,-10 43 16,-16 8-1,-1 0-15,9-8 16,-8 8 0,-1-9-16,-16-25 15,-1-8 1,-8 34-16,-8 16 16,-9-33-1,16-43-15,1-34 16,9-9-16,8-16 31,-9-1-31,1 1 16,-1-1-16,-16-16 15,-18-26 1,9-17-16,17 8 16,0 9-1,0 17 1,17 9-16,0 8 15,-9 8-15,-34 35 16,-16 50 0,7 26-16,27 34 15,25-25 1,0-52 0,8-33-16,1-17 15,8-18 1,43-16-16,110-86 15,18-42 1,-9 17-16,60-68 16,43-60-1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09:39.235"/>
    </inkml:context>
    <inkml:brush xml:id="br0">
      <inkml:brushProperty name="width" value="0.05292" units="cm"/>
      <inkml:brushProperty name="height" value="0.05292" units="cm"/>
      <inkml:brushProperty name="color" value="#FF0000"/>
    </inkml:brush>
  </inkml:definitions>
  <inkml:trace contextRef="#ctx0" brushRef="#br0">11684 5383 0,'0'0'0,"0"0"16,-8-8-16,-18-1 15,1-8 1,8 9-16,-1-1 16,-7 1-1,-18-1-15,-17 9 16,-8 17 0,8 9-1,-8-9 1,-9 17-16,9-9 15,25 9-15,1 17 16,-10 9 0,-16 16-16,-9 10 15,18-10 1,7-16-16,-16-1 16,0 9-16,8-8 15,26 8 1,17 0-16,0-9 15,0 9 1,8-8-16,9-9 16,0 0-1,0-9-15,9 9 16,33 9 0,10 0-1,24-18-15,18 9 16,-17-17-1,-17 0-15,34 9 16,51-1-16,-9-16 16,-25-1-1,17 1 1,60-1-16,-34-16 16,-1-1-1,44 1-15,-35-1 16,9-8-1,59-8 1,-42-9-16,-9 0 16,60-9-16,-51 9 15,0-17-15,25-8 16,-42-1 0,-1 1-16,10-1 15,-61 9 1,-34 9-1,26-9-15,-17 0 16,-17-9 0,-17 0-16,-9-8 15,-17-8-15,-25-9 16,-18-9 0,-33-25-1,-35-8 1,-26 16-16,-16 1 0,-43-9 31,-9 8-31,0 9 16,-25-26-1,0 18-15,-35-1 16,-25 9-16,-8 9 16,-10 16-1,-7 9-15,-26 17 16,-18 26-1,-25 25-15,0 25 16,-51 77 0,26 26-16</inkml:trace>
  <inkml:trace contextRef="#ctx0" brushRef="#br0" timeOffset="9924.57">16020 10852 0,'0'0'0,"0"0"16,0 0-1,0 0-15,0 0 16,0 0-1,0 0-15,-8 0 16,-1 0 0,-25 0-16,-17 0 15,-9 0 1,-8 17-16,-9 0 16,0 0-1,-25 17-15,-1 17 16,18 8-1,-9 9-15,0 17 16,0 9 0,-8 8-16,25-8 15,17-1 1,9-8-16,17 0 16,8-8-1,9-9-15,17 8 16,9 1-1,16-1-15,27 9 16,33 9 0,26 0-1,8-18-15,35 1 16,25 8-16,-8-26 16,17 1-1,42-1-15,1-16 16,8 16-1,-9-16-15,-8-26 16,0 8 0,0-25-1,-9 0-15,-8-25 16,8-18-16,-25 1 16,-26-9-1,-8-9-15,-9 1 16,-26-18-1,-8-25 1,-25 0-16,-18-9 16,-25-16-16,-18-18 15,-42-16 1,-34 8-16,-34-34 16,-18 8-1,-59 34 1,-26 9-16,9 0 15,-34 9-15,-9 33 16,-43 26 0,-25 17-1,-60 34-15,-60 26 16,9 16 0,-8 43-16,-69 60 15,85-1-15</inkml:trace>
  <inkml:trace contextRef="#ctx0" brushRef="#br0" timeOffset="39622.01">13690 17290 0,'0'0'0,"0"0"16,0 0 0,0 0-16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0:29.803"/>
    </inkml:context>
    <inkml:brush xml:id="br0">
      <inkml:brushProperty name="width" value="0.05292" units="cm"/>
      <inkml:brushProperty name="height" value="0.05292" units="cm"/>
      <inkml:brushProperty name="color" value="#FF0000"/>
    </inkml:brush>
  </inkml:definitions>
  <inkml:trace contextRef="#ctx0" brushRef="#br0">12581 14168 0,'0'0'0,"0"0"16,0 0-1,0 0-15,0 0 16,-9 0 0,-17 26-16,1 25 15,-1 68 1,-17 51-1,1 34-15,-9 43 16,-9 17 0,9-35-16,-1-8 15,10-17-15,-1-42 16,9-17 0,17-26-1,0-43-15,0-16 16,0-9-1,17-26-15,-9 1 16,9-18-16,-8 1 16,-1-1-1,-25 1 1,-26-9-16,-34 0 16,-51 8-1,-43 1-15,1 8 16,-1 8-16,17 1 15,43-9 1,26-9 0,-9-16-16,25-1 15,35 1 1,17-1-16,17-8 16,0-8-1,17-9-15,8 8 16</inkml:trace>
  <inkml:trace contextRef="#ctx0" brushRef="#br0" timeOffset="331.38">10635 16337 0,'0'0'0,"-9"9"0,-8 42 16,-34 59 0,-18 1-1,10-9 1,7-17-16,18 0 16,9-17-1,16-17-15,18 0 16,42 0-1,43-8-15,25 8 16,61 0-16,16 0 16,111 42-1</inkml:trace>
  <inkml:trace contextRef="#ctx0" brushRef="#br0" timeOffset="12139.97">1630 7467 0,'0'0'0,"17"0"16,-17 0-16,43-9 0,59-16 16,78-35-1,-18 1-15,43-26 16,8 8 0,-17 9-1,18 0 1,-61 26-16,-67 16 15,-44 9 1,-16 9-16,-1 8 16,-16 8-1,0 35-15,-52 76 16,-77 76 0,-25 35-16,-17 0 15,9-18-15,16-25 16,35-42-1,50-43 1,27-34-16,8-17 16,8-26-16,9-8 15,0-8-15,17-35 32,43-67-32,0-60 15,-1-51 1,-24-17-16,-27 25 15,1 0-15,-9-8 16,-9 17 0,9 17-1,17 17-15,0 17 16,0 42 0,0 26-16,9 26 15,0 16 1,16 35-16,18 33 15,25 69 1,-8 59-16,-17 26 16,-26 25-16,-8 17 15,-26-17-15,-9-8 32,9-18-32,0-33 15,0-43 1,9-34-16,-1-34 15,-8-26-15,0-8 16,-8-8-16,-26-35 31,-69-42-31,-51-68 16,-8-25 0,-43-9-16,-16-17 15,-1-1 1,-34-7-16,-26-26 15</inkml:trace>
  <inkml:trace contextRef="#ctx0" brushRef="#br0" timeOffset="23939.34">2885 4439 0,'0'0'0,"0"0"0,0 0 15,0 0 1,0 0 0,0 0-16,0 0 15,-9 0 1,-16 17-16,-18 9 16,0 33-16,1 43 15,8 69 1,8 7-1,26-16-15,0-1 16,0-25 0,0-25-16,0-9 15,8-17 1,-8 0-16,26 0 16,42-8-16,26-9 15,17-26 1,68 1-16,35-9 15,-18-26 1,35-8 0,16 0-16,52-8 15,68-9 1,-51-9-16,59 1 16,60-9-16,-76 25 0,25 26 31,26-8-16,-78 8-15,-7 0 16,-26 0 0,-61 0-16,-58-9 15,-52 1 1,0-1-16,-17-8 16,-43 9-1,-25-9-15,-18 0 16,1 0-1,-9-9-15,9 1 16,8-26 0,8-17-16,1-34 15,0-9 1,-9-16-16,-9-44 16,-7 1-1,-1 34-15,0-17 16,0-17-1,0 9 1,-9 25-16,1-1 16,-1 1-16,-16 9 15,-9 25 1,8 34-16,1 8 16,-9 9-1,8 9-15,1-1 16,-27 1-1,-7 8-15,-61-9 16,-42 18 0,17 8-16,-68 17 15,-43 0 1,-85 17-16,-9 0 16,-43 0-1,-76 8 1,-26 9-16,-77 26 15,26 8 1,-9-17-16,-34 0 16,1 25-16,161-24 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2:14.154"/>
    </inkml:context>
    <inkml:brush xml:id="br0">
      <inkml:brushProperty name="width" value="0.05292" units="cm"/>
      <inkml:brushProperty name="height" value="0.05292" units="cm"/>
      <inkml:brushProperty name="color" value="#FF0000"/>
    </inkml:brush>
  </inkml:definitions>
  <inkml:trace contextRef="#ctx0" brushRef="#br0">2586 3963 0,'0'0'0,"17"0"16,26 0-16,0 9 16,93-18-16,86 1 31,8-18-31,44 1 0,58 8 16,18-9 15,26-8-31,119 34 15,-34 17-15,-52 0 16,86 0 0,52-8-1,16-1-15,9 9 16,8-8-16,9-1 16,-171-8-1</inkml:trace>
  <inkml:trace contextRef="#ctx0" brushRef="#br0" timeOffset="16666.99">19980 11940 0,'-8'0'0,"-9"-8"0,-35-9 15,-16-9-15,8 9 0,-50 17 16,-87 9-1,35 8-15,8 25 16,-50 86 0,16 33-1,68 18 1,-25 85-16,0 42 16,60-60-1,59-50 1,43 51-16,34-35 15,35-67-15,67 50 16,69-7 0,17-86-1,26-60-15,34-25 0,-26-59 16,-17-69-16,-9-34 31,-76-8-15,-51-59-16,-44-77 15,-50-9 1,-43-42-16,-68 17 16,-86 25-1,-85 17-15,-86 77 16,-84 60 0,-78 118-16,-93 145 15,187-17 1</inkml:trace>
  <inkml:trace contextRef="#ctx0" brushRef="#br0" timeOffset="48147">20672 15623 0,'0'0'0,"-9"0"16,-16 17-16,-1 0 31,-8 17-16,0 8-15,-1 18 0,1 25 16,0 17 0,9-9-16,-1 26 15,-8 35 1,8-10 0,9-25-16,9 34 15,16 17 1,18-59-16,8-26 0,17 0 15,26 9 17,-9-26-32,1 0 15,41-17-15,18-17 0,1-26 16,-36-16 0,27-26-16,25-26 31,-8 9-16,-27 0-15,-16-25 16,17-44-16,-8-16 16,-18-8-1,9-52-15,-9-16 16,-16-44 0,-1-24-16,9-26 15,8-9 1,-17 0-16,1-8 15,16 34 1,-8-51-16,-9-9 16,17 18-1,18-35 1,-9 26-16,8 16 16,-8 1-1,0 17-15,8 8 16,-8 52-1,-17 25-15,-9 17 16,-17 17 0,-16 50-16,-18 18 15,-17 9 1,-9 25-16,-16 25 16,-18 9-16,-17 17 15,-34 17 1,-34 34-16,-8 51 15,-35 51 1,-17 34-16,-8 34 16,0 43-1,-1 42 1,27 0-16,-10 18 16,-7 33-1,-10 25-15,10 1 16,7-26-16,18 43 15,17 17-15,17-43 16,9-17-16,16 9 16,18-35 15,-9 44-31,17-27 0,17-16 31,-8 33-31,-9 35 16</inkml:trace>
  <inkml:trace contextRef="#ctx0" brushRef="#br0" timeOffset="53860.37">26134 10801 0,'0'0'0,"0"0"0,0 0 0,0 0 32,0 0-17,0 0-15,0 0 16,-9 0-16,-16 8 16,-9 9-1,-17 0-15,-9 0 16,9 0-1,-9 0-15,-8 0 16,-1 9 0,1-1-16,-9 9 15,-8 0 1,-1 0 0,18 9-16,-9-1 0,-8-8 15,0 9 1,16 8-16,-7 8 15,-1 9 1,-17 35 0,-26 16-1,9-9-15,9 18 16,8 25 0,9 8-16,-9 18 15,-9 17 1,1-1-16,17 1 15,8-9-15,0-17 16,17-8 0,1 16-16,-10 1 15,1-9 1,0 8 0,17 1-16,-1 0 15,18-1 1,9-8-16,-1 0 15,9-8 1,0 0-16,0-1 16,8 1-1,1 16-15,-9-8 16,17-8-16,0-9 16,0-17-1,8-25 1,1-9-16,-1 8 15,9-8-15,-8-8 16,8-9 0,0-8-16,0 8 15,0 17 1,9-9 0,-1 1-16,1-18 0,0-16 31,8-9-31,0 0 15,17 0 1,0 8-16,9-8 16,8 0-1,1-8-15,7-1 16,1 1-16,9-17 16,7-9-16,18-9 15,0-16 1,-8-18-1,25 1-15,0-18 16,8-17 0,1 1-1,8 8-15,0-9 16,0-8-16,9-17 16,-1-17-1,-25 9 1,0-9-16,1 8 15,-10-33 1,0-35-16,-16 0 16,25-50-16,8-26 15,-7-35 1,-1-24 0,-17-9-16,-9-26 15,9 17 1,-9-25-16,-8-9 15,-8 1 1,-1-35-16,0 9 16,26 25-1,-25 0-15,-18 1 16,0 50 0,-25 52-16,-26 41 15,-34 10 1,-17 33-16,-26 43 15,-60 0 1,-59 17-16,-145 43 16,-146 76-1,-93 102-15,162 0 16</inkml:trace>
  <inkml:trace contextRef="#ctx0" brushRef="#br0" timeOffset="60197.71">29480 11532 0,'-9'0'0,"-16"9"0,-52 25 16,-51 51 0,-52 42-1,-24 69-15,-10 67 16,9 69 0,60-9-16,34-34 15,9 35 1,59-69-16,52-128 15,25-50 1,34-26-16,77-17 16,86-77-1,42-144-15,17-59 16,-68-18 0,-17-110-16,-34 25 15,-52 26 1,-59 0-16,-77 68 15,-52 51 1,-76 33-16,-111-33 16</inkml:trace>
  <inkml:trace contextRef="#ctx0" brushRef="#br0" timeOffset="61396.46">28584 15572 0,'0'0'0,"-9"0"16,-17 8-16,-42 18 16,-26 16-1,-25 26-15,-35 68 16,9 34-1,8 43-15,9 17 16,35-18 0,24 18-16,52-69 15,60-33 1,17 0-16,51-1 16,76-25-1,-24-68-15,7-68 16,61-59-1,-61 16-15,-7-33 16,7-103 0,-59 9-16,-34-26 15,-43 1 1,-68-10-16,-34-7 16,-69 33-1,-59 35-15,-94-9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6:00.827"/>
    </inkml:context>
    <inkml:brush xml:id="br0">
      <inkml:brushProperty name="width" value="0.05292" units="cm"/>
      <inkml:brushProperty name="height" value="0.05292" units="cm"/>
      <inkml:brushProperty name="color" value="#FF0000"/>
    </inkml:brush>
  </inkml:definitions>
  <inkml:trace contextRef="#ctx0" brushRef="#br0">8424 15002 0,'0'0'0,"0"0"0,0 0 0,0 0 15,0 0 1,0 17 0,-17 42-1,-9 60-15,-8 35 16,9-35 0,8-43-16,-1-8 15,10-17 1,8-8-16,0-9 15,0-9 1,17-16-16,17-1 16,26-16-1,25-18-15,18 9 16,8-8-16,17 8 16,0 0-1,0 8 1,-9 9-16,-8 0 15,-8 0 1,-18 0 0,-8 9-16,-18-9 15,-16 0-15,-9 0 16,-8 0 15,-1-9-31,-7-8 0,7-34 16,9-85-16,17-179 15</inkml:trace>
  <inkml:trace contextRef="#ctx0" brushRef="#br0" timeOffset="1186.18">10891 14611 0,'0'0'0,"0"0"16,0 0-16,0 0 16,0 0-1,0 17-15,8 25 16,1 35 0,-1 33-16,-8-16 15,0-26 1,0 25-16,0-8 15,-8-8 1,-1 0-16,1-9 16,8-17-1,0-26-15,0 1 16,0-18 0,0 1-1,17-1-15,8 1 16,26-1-1,35-8-15,25-8 16,17 8 0,8-9-16,44 9 15,7 17 1,-7 0-16,-1 0 16,-43 9-16,-25-1 15,-42 1 1,-27-18-16,-16 1 15,-18-9 1,10-9 0,7-59-16,26-102 15,18-102 1,24-85-16</inkml:trace>
  <inkml:trace contextRef="#ctx0" brushRef="#br0" timeOffset="25340.34">20424 8283 0,'0'0'0,"0"0"0,0 0 0,0 0 31,0 0-31,-8 0 0,-1-8 31,-25-1-31,-17-8 16,-9 0-16,0-8 31,-25 8-31,-26 8 16,-26 18-1,1 25-15,-1 0 16,-8 8 0,9 1-16,16 8 15,9 17 1,0 17-16,17 17 16,26-8-1,17-1-15,8 1 16,18 25-1,33 8-15,18-8 16,16 9 0,27 25-16,7 9 15,-16-18 1,0 18-16,-17 16 16,-18-8-1,-16 18-15,-18 7 16,-25-16-1,-43 16-15,-42-8 16,-18-25-16,-33-9 16,-18-17-1,17-17 1,17-34-16,43-34 16,26-17-1,25-25-15,18-1 16,8-16-1,16-1-15,10-16 16,8-9 0,26-9-16,16-8 15,9 0 1,-8 17-16,8 17 16,18 17-1,-1 26 1,9 16-16,-18 26 15,1 9-15,-17 16 16,-9 35 0,-17 17-1,-34 8-15,-34 42 16,-35 35 0,-7-1-16,7 27 15,-8 24 1,26 1-16,42 8 15,52-8-15,42-18 16,86 18 0,85-9-1,77-17-15,42-25 16,9-26-16,60-25 16,-34-52-1</inkml:trace>
  <inkml:trace contextRef="#ctx0" brushRef="#br0" timeOffset="42668.76">12922 10375 0,'0'0'0,"0"0"0,0 0 16,0 0 0,0 0-1</inkml:trace>
  <inkml:trace contextRef="#ctx0" brushRef="#br0" timeOffset="43195.39">13101 10171 0,'0'0'0,"0"0"0,0 0 15,-8 9-15,-1 8 16,-17 0 0,1 8-1,-1 18-15,-16 16 16,-1 43-16,9 18 15,0-27 1,8-8-16,0 17 16,1 9-1,8-18-15,17-33 16,0-26 0,0-9-16,0-8 15,0-8 1,-9-1-16,1 1 15,-18-18 1,-17-16 0,-33-18-16,-18 9 15,0 0-15,0 9 16,9 25 0,25 34-16,-8 34 15,8 8 1,34-8-16,18 9 15,16 0 1,35-1-16,93-16 16,18-43-1,17-43 1,59-25-16,-76 9 16,-111 25-16</inkml:trace>
  <inkml:trace contextRef="#ctx0" brushRef="#br0" timeOffset="43716.26">13451 11013 0,'0'0'0,"9"0"15,25 9 1,25-1-16,35-16 16,43-18-1,-9-16-15,-17-1 31,-17 1-31,-17 8 16,-26-9 0,-17 1-16,-34-1 15,-43-8 1,-76 26-16,-69 25 16,-17 51-1,9 25-15,25 26 16,43 43-1,43-1-15,51-25 16,25 17 0,35 1-16,42-18 15,77-17-15,51-51 16,78-51-16,-10-51 31,-25-60-31,94-42 0</inkml:trace>
  <inkml:trace contextRef="#ctx0" brushRef="#br0" timeOffset="44227.53">14825 11268 0,'-8'0'0,"-44"26"16,-33 33-1,0 18-15,16-17 16,27-1 0,8-16-16,17-9 15,17-9 1,25-16-16,26-1 16,35-25-1,25-34-15,8-17 16,-25 0-1,-9 0-15,-33 0 16,-18 8 0,-26 18-16,1 25 15,-18 0 1,1 17-16,-18 25 16,-25 18-1,-17 50-15,-9 69 16,34 8-1,9 0-15,17 60 16,8-52 0,-8-50-16,-51 59 15,-68-8 1,-10-69-16,-58-50 16,-44-18-1,-68-50-15,-68-26 16</inkml:trace>
  <inkml:trace contextRef="#ctx0" brushRef="#br0" timeOffset="57579.34">21909 14611 0,'0'0'16,"0"0"-16,-8 8 15,8 35-15,17 16 16,8 1 0,18-9-16,25-9 15,26-8 1,26-8-16,42-9 16,17-9-1,0-8-15,35-8 16,8-9-1,25-9-15,52-16 16,17-1 0,34 1-16,17-1 15,8 9 1,18 9-16,42 8 16,9-9-1,-9 9-15,0 17 16,-8 17-1,-9 0-15,-34 9 16,-34 8 0,17 0-16,-42 0 15,-44 0 1,-16-17-16,-52-9 16,-42-8-1,-60-8-15,-43-9 16,-17 0-1,1-26-15,33-42 16,9-42 0,8-26-16,9-35 15,0 1 1,0 26 0,0 16-16,-60 86 15</inkml:trace>
  <inkml:trace contextRef="#ctx0" brushRef="#br0" timeOffset="59597.79">17386 9295 0,'0'0'0,"0"0"16,0 0-16,34-8 16,43-9-1,42-9-15,18 1 16,33 8 0,52 0-16,-60 0 15,-34 17 1,9 0-16,-9 0 15,-8 0 1,-44-9-16,-33 1 16,-17-1-1,-1 1-15,-16-1 16,-9 1 0,-17-9-16,-26-9 15,0 1 1,-8 8-16,17 0 15,17 8 1,0 1-16,8 8 16,9 0-1,0 0-15,17-9 16,43-8 0,34 0-1,17 17-15,8 0 16,-16 0-1,-18 17-15,-34 0 16,-25-8-16,-17 8 16,-26 8-1,-43 26 1,-60 17-16,-33-8 16,-52-26-1,26-26-15,119-8 16</inkml:trace>
  <inkml:trace contextRef="#ctx0" brushRef="#br0" timeOffset="60061.28">15406 6421 0,'0'0'0,"-9"-9"0,1 1 15,-1 8 1,0 0-16,9 0 31,0 0-15,0 0-16,0 0 0,0 0 0,18 17 31,24 8-15,35 9-16,25 9 0,18-18 47,-9 1-47,-17-9 0,-94-17 0,59 8 0,-16-8 0,-17-8 15,-18-1 1,1 1 0</inkml:trace>
  <inkml:trace contextRef="#ctx0" brushRef="#br0" timeOffset="60340.22">15790 6293 0,'0'0'0,"0"0"0,0 0 0,25 9 0,35 8 16,8 8 0,18 9-1,-1 0 1,9 0-16,0 0 0,0 17 31,-26-8-15,-17-9-16,-25-9 15,-1 1 1,-16-17-16,-35 16 16,-127 94-1,-146 94-15</inkml:trace>
  <inkml:trace contextRef="#ctx0" brushRef="#br0" timeOffset="63170.85">11138 14636 0,'0'0'0,"0"0"15,0 0 1,0 0-1,0 0-15,-8 0 16,-1 9-16,0 8 16,-8 17-16,-8 8 31,8 26-31,8 17 16,18 17-16,8 26 15,0-18 1,0-16-16,0 0 15,0-9-15,0-17 32,0-9-32,0-16 15,0-9-15,18-9 16,33 1-16,26-18 16,0-8-1,-1-8 1,10-1-1,42-8-15,9 0 16,-26-8 0,0 8-16,17 0 15,-9 0 1,-50 8-16,-18 1 16,-17-1-16,-17 1 15,-8 8 1,-9 0-16,-9 0 15,1-9 1,0-25 0,-1-34-16,9-51 15,9-162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8:18.018"/>
    </inkml:context>
    <inkml:brush xml:id="br0">
      <inkml:brushProperty name="width" value="0.05292" units="cm"/>
      <inkml:brushProperty name="height" value="0.05292" units="cm"/>
      <inkml:brushProperty name="color" value="#FF0000"/>
    </inkml:brush>
  </inkml:definitions>
  <inkml:trace contextRef="#ctx0" brushRef="#br0">20125 12825 0,'-17'17'0,"-59"51"0,-70 93 0,-425 554 0,408-469 0,44 1 16,42-77 0,60-76-16,34 25 15,43-9 1,59-33-16,61-69 16,67-84-1,18-35-15,-9-67 16,-26-44-1,-51 18 1,-59 0-16,-69 34 16,-51 0-1,-68 0-15,-103 17 16,-221 34-16,-10 42 16</inkml:trace>
  <inkml:trace contextRef="#ctx0" brushRef="#br0" timeOffset="1964.45">20168 13122 0,'0'0'0,"0"0"0,0 17 31,0 0-31,0 9 0,0-18 16,0 1-1,0-1 1,0 1-16,0-1 15,0-8-15,0-8 16,51-35 0,69-16-1,16-1 1,-16-8-16,25-42 16,43-26-16,-43 25 15,0 9 1,85-25-1,-59-10-15,-26 18 16,9 17 0,-35 43-16,-33 16 15,-35 9-15,-26 17 16,-16 9 0,-9-1-1,-9 1-15,-16-1 16,-18 9-1,-17-8-15,9-1 16,0 9 0,0 0-16,17 0 15,-1 0 1,18 0-16,0 0 16,0 0-16,9 0 15,8-8-15,0-9 16,8-17-1,26-17-15,35 0 32,16 8-32,9 9 15,-26 17 1,0 26-16,1 16 16,-10 26-1,-24 0-15,-27 17 16,-33 60-1,-44 25-15,10-17 16,33-60 0,17-50-16</inkml:trace>
  <inkml:trace contextRef="#ctx0" brushRef="#br0" timeOffset="6156.86">23548 10852 0,'0'0'0,"-9"0"0,9 0 15,0 0 1,0 0 0,0 0-16,0 0 15,-8 0-15,-1 17 16,-8-9 0,9 1-16,8-1 15,-9 1 1,-16 8-1,-10 0-15,-7-9 16,-9 1 0,-35-1-16,-42-8 15,-25 9 1,-10-1-16,10 1 16,8-1-1,8 9-15,1 17 16,-10-8-1,10 8-15,25 0 16,26 0 0,16 0-16,18 8 15,0 9 1,8 0-16,9 9 16,0 0-1,17 25-15,0 0 16,17 17-16,25 17 15,18-17 1,17 0 0,17-9-16,17 9 15,25 9 1,0 0-16,10-1 16,16 9-1,17 9-15,-9-9 16,1-9-1,8 26-15,0 9 16,-8-9-16,0-8 16,25 16-1,0 1 1,0-1-16,-25-16 16,8 8-1,-17 0-15,-8 0 16,16 9-1,-16-9-15,0-9 16,-9 9-16,-9-16 16,-8-1-1,0 8 1,-26-16-16,-8-18 16,17 18-1,-9-18-15,1 9 16,-10 17-1,1-16-15,-17-10 16,17 9 0,8-8-16,9-1 15,17-16 1,-9-18-16,9 1 16,17 8-16,-8 0 15,8 0 1,-17-9-1,0-8-15,0 9 16,-9 0-16,1-1 16,-1 9-1,18 0-15,-9 0 16,-9-17 0,0 9-1,-16-18-15,-9 9 16,16 9-1,-16-18-15,0-16 16,0-1 0,0-8-16,-18-8 15,18-18 1,26 1-16,-18-18 16,-17-16-1,18-18-15,-1-25 16,-17-17-16,1-25 31,-1-18-31,9-8 16,-1-26-16,-7 18 15,-1 16 1,9-25-16,-17-8 16,-9-1-1,-17-25-15,0-9 16,9 9-1,-1-8-15,1 7 16,-17-7-16,-1-1 16,1 60-1,-1-17-15,-16-17 16,0 42 0,-18 9-1,-8-34-15,0 17 16,-9 34-1,-8 0-15,-17-9 16,-34 1-16,-1 25 31,1 17-31,-18 0 16,-33-9-16,-18 1 16,18-9-1,-26-18-15,-1 27 16,1 8-1,-17-26 1,-9 1-16,0 8 16,-51 0-1,9 17-15,42 8 16,-34-16 0,18-1-16,-44 0 15,26 18-15,-17 33 16,-34 1-1,-43 8-15,17 8 16,-8 1-16,-85-1 16,25-16-1,-9 8 1,-34 8 0,9 9-16,-34-8 15,-34 25 1,67 0-16</inkml:trace>
  <inkml:trace contextRef="#ctx0" brushRef="#br0" timeOffset="14244.2">17548 12425 0,'0'0'0,"0"0"16,25-8-16,52-9 31,26-9-31,-18-8 16,17 8-1,26-8 1,1 9-16,-19 16 16,-50 9-16,-17 17 15,-18 17 1,-7 34-16,-70 77 15,-93 85 1,9-43-16,16-26 16,-8-8-1,51-59 1,43-51-16,17-18 16,9-16-16,16-35 15,60-76-15,43-68 31,60-85-31,8 17 16,-59 59-16,8-25 16,-26 59-1,-33 77-15,-35 26 16,-9 16 0,-16 9-16,-1 17 15,-8 9 1,-8 67-16,-18 86 15,-34 25 1,-16 34-16,7-25 16,-7-35-1,7-33 1,18-52-16,8-25 16,9-34-1,-8-17-15,-18-42 16,9-26-1,-9-60-15,9-50 16,8 25-16,17 17 16,9 34-1,0 50 1,17 35-16,0 17 16</inkml:trace>
  <inkml:trace contextRef="#ctx0" brushRef="#br0" timeOffset="14906.62">19767 14738 0,'0'0'0,"0"0"0,-9 26 0,-8 33 16,-8 26 0,8 9-1,0 8 1,8 17-16,18 9 16,33-18-1,18-16-15,34-1 16,8-8-1,9 0-15,26-17 16,16-25 0,-25-18-16,-17-8 15,9-8 1,-9-18-16,-26 1 0,-34-1 16,-16 1-1,-27 8-15</inkml:trace>
  <inkml:trace contextRef="#ctx0" brushRef="#br0" timeOffset="15204.1">20723 16014 0,'0'0'0,"0"0"0,0 0 0,0 0 32,0 0-17,8-9-15,27 1 16,16-9-1,8 8-15,18 9 16,0 0-16,-17 0 16,-9 17-1,-8 0 1,-1 0-16,-16-8 16,0-1-1,-18 1-15,-8 16 16,-60 52-16,-51 51 15,-34 8 1,-85 76 0</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8:58.821"/>
    </inkml:context>
    <inkml:brush xml:id="br0">
      <inkml:brushProperty name="width" value="0.05292" units="cm"/>
      <inkml:brushProperty name="height" value="0.05292" units="cm"/>
      <inkml:brushProperty name="color" value="#FF0000"/>
    </inkml:brush>
  </inkml:definitions>
  <inkml:trace contextRef="#ctx0" brushRef="#br0">24726 672 0,'0'0'16,"0"0"-1,0 8-15,0 18 16,-9 42-1,1 42-15,-18 18 0,-25 51 32,-26 25-32,17-43 15,9-59 1,17-25-16,0-35 16,8-25-1,1-17-15,-10-17 16,-50-42-1,17 8-15</inkml:trace>
  <inkml:trace contextRef="#ctx0" brushRef="#br0" timeOffset="219.14">23949 1276 0,'0'0'0,"0"0"0,-8 8 16,-1 9 0,-8 26-1,8 8 1,9 8-16,17 18 15,9-1 1,0-16-16,8-1 16,8 1-16,27-9 0,16-17 31,43-17-31,51-43 16,18-25-1,110-59-15</inkml:trace>
  <inkml:trace contextRef="#ctx0" brushRef="#br0" timeOffset="11019.96">14509 9704 0,'0'0'0,"-8"34"16,-9 76-16,-9 69 15,1 25 1,-10 17-1,-16 26 1,-8 25-16,-10-9 16,9 1-1,18-9-15,-1 17 16,9-25-16,0-51 16,17-1-1,8-59 1,26-42-16,0-18 15,18 1 1,24-9-16,27-17 16,25-17-1,34-17-15,42-9 16,1-8-16,9 0 16,16 0-1,9 17 1,8 9-16,1 16 0,-9 10 15,-26-1 1,-60 0-16,-16 0 31,-26-9-31,-26 1 16,-17-18 0,-8 1-16,-17-18 0,-9 1 15,0-26 1,17-34-16,9-77 31,-18-42-31,-8-43 0,0-67 31,-8-18-31,8 0 16,8 1-16,10-1 16,16 9-1,-8 42 1,-1 26-16,18 26 15,-9 25 1,34-103-16</inkml:trace>
  <inkml:trace contextRef="#ctx0" brushRef="#br0" timeOffset="15825.5">15167 11991 0,'0'0'0,"0"0"0,8-8 16,43-1 0,26-8-16,0 0 15,0 0 1,0 9-1,-18 8-15,1 0 16,-17 17 0,-9 0-16,-8 8 15,-9 26 1,-17 51-16,-26 17 16,-17-17-1,-8-8-15,0-17 16,17-18-1,0-16-15,17-9 16,-1-9-16,18-16 16,0-1-1,18 1 1,7-1-16,9 1 16,9-1-1,-17 1-15,-1-1 16,-16 1-1,-1 8-15,-8 8 16,-25 18 0,-27 8-16,-33 0 15,-9 0-15,9-26 16,34-8 0</inkml:trace>
  <inkml:trace contextRef="#ctx0" brushRef="#br0" timeOffset="16607.86">15670 10452 0,'0'0'0,"9"0"15,16-9 1,18 9-16,17 0 16,-1 17-1,-7 1-15,-10-1 16,-16 17-1,0 8-15,-26 18 16,-26 16 0,-25 9-16,-9-8 15,0-18 1,1-25-16,7-8 16,18-18-16,17 1 15,9-9 1,8 0-1,8-9-15,18 1 16,16-1 0,35 9-16,34 9 15,-8 8 1,8 17 0,-35 8-16,-24-8 15,-10 9-15,-25-18 16</inkml:trace>
  <inkml:trace contextRef="#ctx0" brushRef="#br0" timeOffset="16983.57">14125 11319 0,'0'0'0,"0"0"0,9 0 31,42 26-15,69 8-16,67 0 16,95-34-1,85-26-15,51-25 0,17 0 32,18 26-32,-18 25 15,-42 42-15,-18 26 16</inkml:trace>
  <inkml:trace contextRef="#ctx0" brushRef="#br0" timeOffset="18981.81">15918 10188 0,'0'0'0,"0"0"16,0 0-16,0 0 31,0 0-31,-9 0 16,-34 26-1,-33 33-15,-35 26 16,-26 26-16,35-9 15,33-25 1,27-9 0,16-34-16,18-9 15,8-16-15,34-1 16,34-25 0,52-25-16,-1-26 15,-51 17 1,-16 8-1,-18 18-15,-17 8 16,-9 17 0,-16 8-16,-52 60 15,-51 60 1,-17-1-16,9-16 16,33-1-16,26-8 15,35-59 1</inkml:trace>
  <inkml:trace contextRef="#ctx0" brushRef="#br0" timeOffset="20169.16">16780 10103 0,'0'0'0,"0"0"0,0 0 15,0 0-15,0 0 16,0 0 0,-9 9-16,1 8 15,-18 17 1,9 8-16,0 1 16,0-1-1,0 1-15,17-9 16,0 8-1,17-8-15,0 18 16,8-1 0,1 0-16,0 0 15,-18 8 1,1-8-16,-9 9 16,-9-1-1,-8-8-15,0-8 16,0-18-1,0-16-15,-17-9 16,17-9 0</inkml:trace>
  <inkml:trace contextRef="#ctx0" brushRef="#br0" timeOffset="20361.25">16822 9984 0,'0'0'0,"0"9"0,17 16 16,18 18-16,50 25 16,69 0-16,25-34 15,120-34 1</inkml:trace>
  <inkml:trace contextRef="#ctx0" brushRef="#br0" timeOffset="25151.36">14740 11387 0,'0'0'0,"0"0"15,-9 0 1,1-8-16,-18-1 15,-16 1 1,-10-1-16,-7 1 16,-18 8-1,0 0-15,26 8 16,-9 1 0,-8-1-16,-1 1 15,1-1 1,0-8-16,0 9 15,-1-9-15,18 8 16,17-8 0,0 0-1,17 0-15,0 0 16,8 0-16,1 0 16,8 0-1,-9 0-15,9 0 16,0 0-1,-8 0 1,8 0-16,-9 0 16,9 9-1,0-9-15,0 0 16,0 0-16,0 0 16,0 0-1,0 0 1,0-17-16,0-26 15,0-42 1,0-25-16,9-1 16,16 1-16,18-35 15,8-25 1,0 26-16,0-1 16,18-17-1,-18 18 1,-8 25-16,-1 0 15,-16 17 1,-1 17-16,1 8 16,0 17-1,-1 9-15,9 9 16,1 8 0,7 0-16,27 0 15,33 17 1,26 0-16,26 8 15,8 18 1,34 8-16,0 0 16,-8 17-1,17 0-15,34 8 16,-17 1-16,-9-1 31,1 1-31,-1 0 16,0-9-16,-16-9 15,-27 1 1,-7-9-16,-27 0 16,-33-9-16,-18 9 15,0-8 1,-25-1-16,-9 1 31,-25-1-31,-1 1 16,-16-9-1,-1 0-15,1 0 16,0 17-16,-1 0 16,-8 8-1,-8 18-15,-1 16 16,9 26-16,0 17 31,9 26-31,-1 25 0,1-17 31,-9 9-31,-9-1 16,1-16-16,-1-9 16,-8-43-1,8-16-15,-16 8 16,-26-9 0,-18-8-1,-25-8-15,-25-9 0,-35-25 16,1-27-16,-27-7 15,-127-9 1</inkml:trace>
  <inkml:trace contextRef="#ctx0" brushRef="#br0" timeOffset="29272.9">12222 13471 0,'0'0'0,"0"0"16,0 0-1,0 0-15,0 0 16,0 0-1,0-8-15,17-18 16,34-16-16,52-18 16,50 0-1,35 9-15,-9 17 16,-8 17 0,-9 0-16,-42 0 15,-9 9 1,-26-18-1,-17 1-15,-16-1 16,-35 1 0,-17-18-16,-17 9 15,-43 0 1,-34 9-16,9 8 16,8 8-1,-17 1-15,17 8 16,34 0-16,18 0 15,16 0 1,9 0 0,26 8-16,76 18 15,60 8 1,9 8-16,-26 1 16,-51-18-16,-34 1 15,-26-1 1,-17-8-16,-34 43 15,-85 67 1,-112 120 0</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3:19:56.313"/>
    </inkml:context>
    <inkml:brush xml:id="br0">
      <inkml:brushProperty name="width" value="0.05292" units="cm"/>
      <inkml:brushProperty name="height" value="0.05292" units="cm"/>
      <inkml:brushProperty name="color" value="#FF0000"/>
    </inkml:brush>
  </inkml:definitions>
  <inkml:trace contextRef="#ctx0" brushRef="#br0">21798 11575 0,'0'0'0,"0"0"0,-8 0 16,-1 17 0,-25 0-16,-9 8 15,-16 9 1,-18 17-1,-34 9-15,-17 16 16,0 18-16,-9 33 16,1 26-1,16 26 1,26 34-16,52 16 16,50 1-1,52-26-15,68-51 16,51-25-1,60-52-15,17-59 16,-17-34-16,9-59 16,-1-69-1,-42-59-15,-51-51 16,-35-43 0,-85 9-16,-93 0 15,-95-9 1,-77 1-16</inkml:trace>
  <inkml:trace contextRef="#ctx0" brushRef="#br0" timeOffset="3903.22">21926 12093 0,'0'0'0,"0"0"16,0 0-1,-8 0-15,-1-8 16,-8-18 0,0 1-1,0 8-15,8-9 16,1-8-1,-1-34-15,1-8 16,-1-9 0,9 0-16,0 8 15,17 9-15,35-34 16,50-51 0,26-9-1,9 26-15,33 0 16,18 0-1,0 17-15,-9 34 16,-34 25-16,-17 26 16,0 9-1,-8 16 1,-18 9-16,-8 17 0,-26 0 16,-25-8-1,-17-1-15,-9 1 16,-9-9-1,1 0 1,-18-9 0,-16-16-16,-61-43 15,-42-34-15,51 0 16,35 42 0,-10 26-1,10 26-15,8 8 16,17 0-1,17 8-15,8 18 16,52 25-16,59 42 16,44 9-16,-1-8 31,-9-9-31,-42-8 16,-34-26-1,-26-9-15,-25-16 16,-18-1-1,-59 26-15,-256 77 16,-77-1 0</inkml:trace>
  <inkml:trace contextRef="#ctx0" brushRef="#br0" timeOffset="14733.15">28089 10205 0,'0'0'0,"0"0"16,0 0-16,-9-8 16,0-1-16,-16 1 15,-1-1-15,-16 1 0,-35 16 16,-60 69 15,-68 67-31,35 44 16,67 7-1,61 18-15,33-18 16,103 1 0,102 0-16,111-43 15,35-51 1,-43-77-16,-9-33 15,-26-43 1,-50-34-16,-69-17 16,-43-43-1,-68-17-15,-93-76 16,-86-17 0,-120 26-16,-76 16 15,25 77 1,-26 8-16</inkml:trace>
  <inkml:trace contextRef="#ctx0" brushRef="#br0" timeOffset="15295.66">31289 11192 0,'0'0'0,"0"0"0,-8-9 16,-9 1-1,-43-18 1,-60 1-16,-59 8 31,-77 25-31,-9 43 0,26 43 16,43 25-16,34 34 31,51 26-31,60-9 16,59 8-16,69 1 15,111-17 1,68-35 0,51-59-16,9-34 15,-68-42-15,-69-35 16,-26-33-1,-42-18 1,-85 0-16,-77-50 0,-103-137 31</inkml:trace>
  <inkml:trace contextRef="#ctx0" brushRef="#br0" timeOffset="15907.64">30547 15121 0,'0'0'0,"0"-9"15,0-8 1,-9 0-16,-34-8 16,-16-1-1,-27 18 1,-110 67-16,-43 69 16,26 25-1,16 51-15,52 0 16,60 0-16,51-17 15,42-33 1,69-10-16,85 9 16,111-34-1,69-68-15,8-93 16,8-69 0,-76-8-16,-60-68 15,-52-26 1,-110-16-1,-103-18-15,-204-59 16,-26 8 0</inkml:trace>
  <inkml:trace contextRef="#ctx0" brushRef="#br0" timeOffset="21283">30973 15682 0,'0'0'0,"-8"0"0,-1 0 15,1 0-15,8 0 16,-9 0 0,9 0-1,0 0 1,0 9-16,9 8 0,8-9 31,111-16-15,60-9-16,-60-9 15,111-93 1,0-51-16,-163 77 0,10 7 31,76-135-31,-17 34 16,-34 34 0,-26-68-16,-51 51 15,-17-17-15,1-34 16,-10 76-1,-34-25-15,-33-34 16,-27 68-16,-25 17 31,0-9-31,43 9 16,8 17-16,-8 17 16,8 26-1,26 25 1,0 0-16,17 0 15,9 25 1,8 9-16</inkml:trace>
  <inkml:trace contextRef="#ctx0" brushRef="#br0" timeOffset="21751.87">31554 13981 0,'0'0'0,"0"0"0,0 0 16,0 0-1,0 0-15,0-17 16,17-17 0,8-42-16,27-26 15,-10 34 1,18-17-16,8-51 15,1-18 1,-27 44-16,-16 33 16,8-50-16,0-52 15,-25 43 1,8 17 0,-9-25-16,1 24 15,-9 35 1,0 34-16,0 17 15,8 17 1,-8 0-16,17 17 16,26 9-1,42 42-15,52 17 16,-9-9 0,9-25-16,50 9 15,-42-26 1,-102-9-16</inkml:trace>
  <inkml:trace contextRef="#ctx0" brushRef="#br0" timeOffset="22388.11">31016 11668 0,'0'-17'0,"43"-42"16,25-26-1,34-26-15,1-51 16,-26 26-16,-35 17 15,1-34 1,-26-8 0,-8 33-1,-18 26-15,-8-9 0,-43 1 16,-17 16 0,-16 9-1,-18 17-15,8 17 16,-16 17-16,-9 17 31,-9 26-31,-8 25 16,-17 34-1,0 25-15,42-25 16,43-17 0,26-17-1,17-8-15,25-18 16,9-8-16</inkml:trace>
  <inkml:trace contextRef="#ctx0" brushRef="#br0" timeOffset="22673.05">30034 9482 0,'0'0'0,"-8"0"15,-9 0 1,-17 26-16,-26 42 15,-25 34 1,-9 26 0,8 16-16,27-25 15,33-51 1,9-17-16,17-8 16,17-9-16,9 8 15,25-8 1,17-17-16,26-17 15,0-8 1,-17-9-16,-26 8 16,-34 9-1</inkml:trace>
  <inkml:trace contextRef="#ctx0" brushRef="#br0" timeOffset="23525.19">28840 10767 0,'0'-9'0,"0"1"16,-9-18-1,1-16 1,-18-9 0,0 0-16,-16 0 15,7 0-15,1 8 16,-8-8-16,-1-17 16,-17-51-1,-8-9-15,8 26 16,0-8-1,-25-18 1,-26 1 0,-8 16-16,-9 9 15,-17 8 1,-26 18-16,0 16 16,-17 18-16,-8 8 15,-9 25 1,9 18-1,8 25-15,-8 17 16,8 34-16,17 17 16,9 8-1,9 1 1,33 0-16,26-18 16,17-16-1,18-26-15,25-26 16,16-16-1,1-1-15,9-16 16,-9-1-16,0 1 16,8-9-16,-8 0 15,9 0 1,-1 0-16,1 17 31,-1 0-31,0 0 16,-16 0-1,-1 17-15,-8 25 16,0 9 0,17 9-16,17-18 15,8-8 1,10-8-16,33-9 16,43-26-1,59-33 1,-8-18-16,-25 9 15,-60 34-15</inkml:trace>
  <inkml:trace contextRef="#ctx0" brushRef="#br0" timeOffset="24816.6">24427 9806 0,'-9'0'0,"-8"0"16,-8-9-1,-18-16-15,-34-18 16,-25-25 0,8 0-1,-25 9-15,-52-1 16,17 26 0,1 42-16,-78 18 15,35 8 1,25 9-16,-34 8 15,18-9-15,24 1 16,-7 8 0,7 17-16,18 34 15,-25 68 1,-18 68 0,34 9-16,69-1 15,25 1 1,18-94-16,16-34 15,9 9 1,0-9-16,8-34 16,1-34-1,-1-26-15,1-8 16</inkml:trace>
  <inkml:trace contextRef="#ctx0" brushRef="#br0" timeOffset="25088.11">20544 11260 0,'0'0'0,"0"0"0,0 0 16,0 0 0,0 0-16,0 0 15,8 0 1,9 17-16,0 17 0,17 17 31,-8 34-31,0 9 0,8-26 31,26-26-15,59-59-16,18-42 16,-69 16-16</inkml:trace>
  <inkml:trace contextRef="#ctx0" brushRef="#br0" timeOffset="26592.35">20458 13658 0,'0'0'0,"0"0"16,0 0-1,0 0 1,0 0-16,0 0 15,0 0 1,0 0 0,0 0-16,0 0 15,-8 9 1,-9 25-16,-17 34 16,-18 42-16,-16 26 15,0 9 1,17 0-16,8-9 15,17-17-15,9 0 32,9 25-32,8-8 0,0-8 31,17 8-31,0-8 16,17-18-16,0-25 0,9-17 31,8 0-31,9-8 0,8-18 15,0 1 17,18-1-32,-1-16 0,9-1 15,8-8-15,1-8 32,8-9-17,17-9-15,0-16 0,0-9 16,8-9-1,9-8 1,-17-8 0,-17-1-16,-17-16 15,-17 8-15,-17 8 16,-18 9 0,-16 17-1,0 0-15,-18 0 16,-8 9-1,-8-18-15,-18-8 16,-25-9 0,-17 9-16,-18 17 15,-8 9 1,9 16-16,8 9 16,9 0-1,17 9-15,17-1 16,16 1-1,1-1-15,17 1 16,0-1 0,9 9-16,17 0 15,25 9 1,26 8-16,-1-9 16,-16 1-1,0-18-15,-17 1 16,-18-1-1,1 1-15,-9-9 16,0 17 0,0 34-16,0 51 15,-17 26 1,-8 8-16,8 0 16,34-43-1,-9-50-15</inkml:trace>
  <inkml:trace contextRef="#ctx0" brushRef="#br0" timeOffset="30596.54">8791 10112 0,'0'0'0,"0"0"0,0 0 32,0 0-32,0 0 15,0 0 1,0 0-16,0 0 0,0 0 16,-9 0-1,-8-9-15,-8 9 31,-1 0-31,-8-8 16,-17-1 0,-9 9-16,-17 0 15,-34 0-15,26 0 16,25 9 0,9-9-1,8 8-15,9 1 16,0-9-16,0 0 15,17 0 1,0 8 0,0-8-16,0 9 15,0-1 1,0 9-16,-1 0 16,1-8-1,9-1-15,-1 1 0,1-1 31,-1 1-31,1-1 16,-1 9 0,1-8-16,8-1 15,0 1-15,-9-1 16,9 1 0,0-9-1,-8 0-15,-1 8 16,9 1-1,0-9-15,-9 0 16,1 17 0,-18 0-16,-8 17 15,-26 17 1,1 9-16,-1 16 16,0 26-16,0 9 15,18-18 1,25-16-1,0-1-15,17-8 16,8 0 0,35 17-16,17-8 15,59 8 1,18-8-16,-26-35 16,51 18-1,17-9-15,-34-9 16,17 9-1,26-8-15,17 8 16,51-9 0,9 1-16,16-9 15,26-9 1,9 9-16,34-8 16,-43-9-1,18 0-15,-27-9 16,-7-16-16,-1-1 15,-60-16 1,1-9 0,-18-9-1,-8-16-15,-43-1 0,-17 1 16,0-1 0,-25 9-1,-52 9-15,-17-9 16,-17-9-1,-8 1-15,-17-10 16,-18-7-16,-68-18 16,-51-33-1,-25-26 1,-52 0-16,-9 25 16,-33 18-1,-18-10-15,-25-7 16,17 33-1,-9 26-15,-93 0 16,25 17 0,-68 17-1,-60 9-15,-17 33 16,-77 26 0,-26 34-16,189-8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8.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9.xml"/></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10.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11.png"/><Relationship Id="rId4" Type="http://schemas.openxmlformats.org/officeDocument/2006/relationships/customXml" Target="../ink/ink11.xml"/></Relationships>
</file>

<file path=ppt/slides/_rels/slide16.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a:t>Lecture 16: </a:t>
            </a:r>
            <a:r>
              <a:rPr lang="en-US" dirty="0"/>
              <a:t>Graphs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A2D5-C737-A39E-7E2E-D192CB644AEF}"/>
              </a:ext>
            </a:extLst>
          </p:cNvPr>
          <p:cNvSpPr>
            <a:spLocks noGrp="1"/>
          </p:cNvSpPr>
          <p:nvPr>
            <p:ph type="title"/>
          </p:nvPr>
        </p:nvSpPr>
        <p:spPr/>
        <p:txBody>
          <a:bodyPr/>
          <a:lstStyle/>
          <a:p>
            <a:r>
              <a:rPr lang="en-US" dirty="0"/>
              <a:t>Graph Applications</a:t>
            </a:r>
          </a:p>
        </p:txBody>
      </p:sp>
      <p:sp>
        <p:nvSpPr>
          <p:cNvPr id="3" name="Content Placeholder 2">
            <a:extLst>
              <a:ext uri="{FF2B5EF4-FFF2-40B4-BE49-F238E27FC236}">
                <a16:creationId xmlns:a16="http://schemas.microsoft.com/office/drawing/2014/main" id="{CD20B705-15E4-A291-8248-D337DB23F1BC}"/>
              </a:ext>
            </a:extLst>
          </p:cNvPr>
          <p:cNvSpPr>
            <a:spLocks noGrp="1"/>
          </p:cNvSpPr>
          <p:nvPr>
            <p:ph idx="1"/>
          </p:nvPr>
        </p:nvSpPr>
        <p:spPr>
          <a:xfrm>
            <a:off x="838200" y="1471749"/>
            <a:ext cx="10515600" cy="4705214"/>
          </a:xfrm>
        </p:spPr>
        <p:txBody>
          <a:bodyPr>
            <a:normAutofit fontScale="62500" lnSpcReduction="20000"/>
          </a:bodyPr>
          <a:lstStyle/>
          <a:p>
            <a:r>
              <a:rPr lang="en-US" dirty="0"/>
              <a:t>For each application below, consider:</a:t>
            </a:r>
          </a:p>
          <a:p>
            <a:pPr lvl="1"/>
            <a:r>
              <a:rPr lang="en-US" dirty="0"/>
              <a:t>What are the nodes, what are the edges?</a:t>
            </a:r>
          </a:p>
          <a:p>
            <a:pPr lvl="1"/>
            <a:r>
              <a:rPr lang="en-US" dirty="0"/>
              <a:t>Is the graph directed?</a:t>
            </a:r>
          </a:p>
          <a:p>
            <a:pPr lvl="1"/>
            <a:r>
              <a:rPr lang="en-US" dirty="0"/>
              <a:t>Is the graph simple?</a:t>
            </a:r>
          </a:p>
          <a:p>
            <a:pPr lvl="1"/>
            <a:r>
              <a:rPr lang="en-US" dirty="0"/>
              <a:t>Is the graph weighted?</a:t>
            </a:r>
          </a:p>
          <a:p>
            <a:r>
              <a:rPr lang="en-US" dirty="0"/>
              <a:t>LinkedIn Connections</a:t>
            </a:r>
          </a:p>
          <a:p>
            <a:r>
              <a:rPr lang="en-US" dirty="0"/>
              <a:t>Twitter/X Followers</a:t>
            </a:r>
          </a:p>
          <a:p>
            <a:pPr lvl="1"/>
            <a:r>
              <a:rPr lang="en-US" dirty="0"/>
              <a:t>Nodes: User, Edges: Follower</a:t>
            </a:r>
          </a:p>
          <a:p>
            <a:pPr lvl="1"/>
            <a:r>
              <a:rPr lang="en-US" dirty="0"/>
              <a:t>Directed, simple, unweighted</a:t>
            </a:r>
          </a:p>
          <a:p>
            <a:r>
              <a:rPr lang="en-US" dirty="0"/>
              <a:t>Java Inheritance</a:t>
            </a:r>
          </a:p>
          <a:p>
            <a:pPr lvl="1"/>
            <a:r>
              <a:rPr lang="en-US" dirty="0"/>
              <a:t>Nodes: classes, Edges: extends, implements</a:t>
            </a:r>
          </a:p>
          <a:p>
            <a:pPr lvl="1"/>
            <a:r>
              <a:rPr lang="en-US" dirty="0"/>
              <a:t>Directed, simple, unweighted</a:t>
            </a:r>
          </a:p>
          <a:p>
            <a:r>
              <a:rPr lang="en-US" dirty="0"/>
              <a:t>Airline Routes</a:t>
            </a:r>
          </a:p>
          <a:p>
            <a:pPr lvl="1"/>
            <a:r>
              <a:rPr lang="en-US" dirty="0"/>
              <a:t>Nodes: airports, edges: flights</a:t>
            </a:r>
          </a:p>
          <a:p>
            <a:pPr lvl="1"/>
            <a:r>
              <a:rPr lang="en-US" dirty="0" err="1"/>
              <a:t>Directed,non</a:t>
            </a:r>
            <a:r>
              <a:rPr lang="en-US" dirty="0"/>
              <a:t>-simple, weighted</a:t>
            </a:r>
          </a:p>
          <a:p>
            <a:r>
              <a:rPr lang="en-US" dirty="0"/>
              <a:t>Course Prerequisites</a:t>
            </a:r>
          </a:p>
          <a:p>
            <a:pPr lvl="1"/>
            <a:r>
              <a:rPr lang="en-US" dirty="0"/>
              <a:t>Nodes: courses, edges: prerequisite</a:t>
            </a:r>
          </a:p>
          <a:p>
            <a:pPr lvl="1"/>
            <a:r>
              <a:rPr lang="en-US" dirty="0"/>
              <a:t>Directed, simple, unweighted</a:t>
            </a:r>
          </a:p>
          <a:p>
            <a:endParaRPr lang="en-US" dirty="0"/>
          </a:p>
        </p:txBody>
      </p:sp>
    </p:spTree>
    <p:extLst>
      <p:ext uri="{BB962C8B-B14F-4D97-AF65-F5344CB8AC3E}">
        <p14:creationId xmlns:p14="http://schemas.microsoft.com/office/powerpoint/2010/main" val="73265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1270-E0F8-A2B4-DC31-E1498BB47B05}"/>
              </a:ext>
            </a:extLst>
          </p:cNvPr>
          <p:cNvSpPr>
            <a:spLocks noGrp="1"/>
          </p:cNvSpPr>
          <p:nvPr>
            <p:ph type="title"/>
          </p:nvPr>
        </p:nvSpPr>
        <p:spPr/>
        <p:txBody>
          <a:bodyPr/>
          <a:lstStyle/>
          <a:p>
            <a:r>
              <a:rPr lang="en-US" dirty="0"/>
              <a:t>Some Graph Terms</a:t>
            </a:r>
          </a:p>
        </p:txBody>
      </p:sp>
      <p:sp>
        <p:nvSpPr>
          <p:cNvPr id="3" name="Content Placeholder 2">
            <a:extLst>
              <a:ext uri="{FF2B5EF4-FFF2-40B4-BE49-F238E27FC236}">
                <a16:creationId xmlns:a16="http://schemas.microsoft.com/office/drawing/2014/main" id="{D7815C73-AF4A-DFE5-A3D1-D1EC818DCB5A}"/>
              </a:ext>
            </a:extLst>
          </p:cNvPr>
          <p:cNvSpPr>
            <a:spLocks noGrp="1"/>
          </p:cNvSpPr>
          <p:nvPr>
            <p:ph idx="1"/>
          </p:nvPr>
        </p:nvSpPr>
        <p:spPr>
          <a:xfrm>
            <a:off x="609600" y="1600201"/>
            <a:ext cx="7367570" cy="4525963"/>
          </a:xfrm>
        </p:spPr>
        <p:txBody>
          <a:bodyPr>
            <a:normAutofit/>
          </a:bodyPr>
          <a:lstStyle/>
          <a:p>
            <a:r>
              <a:rPr lang="en-US" dirty="0"/>
              <a:t>Adjacent/Neighbors</a:t>
            </a:r>
          </a:p>
          <a:p>
            <a:pPr lvl="1"/>
            <a:r>
              <a:rPr lang="en-US" dirty="0"/>
              <a:t>Nodes are adjacent/neighbors if they share an edge</a:t>
            </a:r>
          </a:p>
          <a:p>
            <a:r>
              <a:rPr lang="en-US" dirty="0"/>
              <a:t>Degree</a:t>
            </a:r>
          </a:p>
          <a:p>
            <a:pPr lvl="1"/>
            <a:r>
              <a:rPr lang="en-US" dirty="0"/>
              <a:t>Number of edges “touching” a vertex</a:t>
            </a:r>
          </a:p>
          <a:p>
            <a:r>
              <a:rPr lang="en-US" dirty="0"/>
              <a:t>Indegree</a:t>
            </a:r>
          </a:p>
          <a:p>
            <a:pPr lvl="1"/>
            <a:r>
              <a:rPr lang="en-US" dirty="0"/>
              <a:t>Number of incoming edges</a:t>
            </a:r>
          </a:p>
          <a:p>
            <a:r>
              <a:rPr lang="en-US" dirty="0"/>
              <a:t>Outdegree</a:t>
            </a:r>
          </a:p>
          <a:p>
            <a:pPr lvl="1"/>
            <a:r>
              <a:rPr lang="en-US" dirty="0"/>
              <a:t>Number of outgoing edges</a:t>
            </a:r>
          </a:p>
          <a:p>
            <a:endParaRPr lang="en-US" dirty="0"/>
          </a:p>
          <a:p>
            <a:endParaRPr lang="en-US" dirty="0"/>
          </a:p>
        </p:txBody>
      </p:sp>
      <p:grpSp>
        <p:nvGrpSpPr>
          <p:cNvPr id="4" name="Group 3" descr="An illustration of the following undirected graph:&#10;&#10;The vertices are: 1,2,3,4,5,6,7,8&#10;The edges are as follows:&#10;(1,2), (1,3), &#10;(2,5), (2,3), &#10;(3,4), (3,6), &#10;(4,5), (4,6), &#10;(5,7), (5,8), &#10;(6,7), &#10;(7,8), (7,9), &#10;(8,9)&#10;&#10;We would say, for example:&#10;That node 5 is adjacent to 2&#10;That the degree of node 5 is 4&#10;">
            <a:extLst>
              <a:ext uri="{FF2B5EF4-FFF2-40B4-BE49-F238E27FC236}">
                <a16:creationId xmlns:a16="http://schemas.microsoft.com/office/drawing/2014/main" id="{A77077EB-8563-0C5E-9AF2-6FB42457C3F5}"/>
              </a:ext>
            </a:extLst>
          </p:cNvPr>
          <p:cNvGrpSpPr/>
          <p:nvPr/>
        </p:nvGrpSpPr>
        <p:grpSpPr>
          <a:xfrm>
            <a:off x="7848600" y="846138"/>
            <a:ext cx="4301146" cy="2374232"/>
            <a:chOff x="0" y="3020093"/>
            <a:chExt cx="7044346" cy="3888478"/>
          </a:xfrm>
        </p:grpSpPr>
        <p:cxnSp>
          <p:nvCxnSpPr>
            <p:cNvPr id="5" name="Straight Connector 4">
              <a:extLst>
                <a:ext uri="{FF2B5EF4-FFF2-40B4-BE49-F238E27FC236}">
                  <a16:creationId xmlns:a16="http://schemas.microsoft.com/office/drawing/2014/main" id="{91C421F4-A457-DB86-1FD3-32D14A13BE0A}"/>
                </a:ext>
              </a:extLst>
            </p:cNvPr>
            <p:cNvCxnSpPr>
              <a:stCxn id="19" idx="7"/>
              <a:endCxn id="2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06D50B3-9D94-894A-AEF4-03C92A6437D5}"/>
                </a:ext>
              </a:extLst>
            </p:cNvPr>
            <p:cNvCxnSpPr>
              <a:stCxn id="20" idx="6"/>
              <a:endCxn id="2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6F2AEC7-7C95-AF77-5085-BC18C20FED6C}"/>
                </a:ext>
              </a:extLst>
            </p:cNvPr>
            <p:cNvCxnSpPr>
              <a:stCxn id="19" idx="4"/>
              <a:endCxn id="2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91F591-A554-8D39-D9B1-E0EE5E18BBEA}"/>
                </a:ext>
              </a:extLst>
            </p:cNvPr>
            <p:cNvCxnSpPr>
              <a:stCxn id="22" idx="3"/>
              <a:endCxn id="2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DE6CD8-5778-FAA9-5C53-CE46081CD71E}"/>
                </a:ext>
              </a:extLst>
            </p:cNvPr>
            <p:cNvCxnSpPr>
              <a:stCxn id="24" idx="2"/>
              <a:endCxn id="2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77BBA0-F365-074C-3764-5C12DEEB2E8F}"/>
                </a:ext>
              </a:extLst>
            </p:cNvPr>
            <p:cNvCxnSpPr>
              <a:stCxn id="22" idx="5"/>
              <a:endCxn id="2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0203ADB-430A-D65F-9723-DAA04ACAFB9C}"/>
                </a:ext>
              </a:extLst>
            </p:cNvPr>
            <p:cNvCxnSpPr>
              <a:stCxn id="22" idx="7"/>
              <a:endCxn id="2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AE7B9-7053-F6F9-A0D3-5A043D505A2D}"/>
                </a:ext>
              </a:extLst>
            </p:cNvPr>
            <p:cNvCxnSpPr>
              <a:stCxn id="24" idx="6"/>
              <a:endCxn id="2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ACCEC-0E1D-BF87-4D29-C9EFE7A95074}"/>
                </a:ext>
              </a:extLst>
            </p:cNvPr>
            <p:cNvCxnSpPr>
              <a:stCxn id="25" idx="1"/>
              <a:endCxn id="2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ADBF4-FB3C-D330-300D-00B6AF377E53}"/>
                </a:ext>
              </a:extLst>
            </p:cNvPr>
            <p:cNvCxnSpPr>
              <a:stCxn id="27" idx="2"/>
              <a:endCxn id="2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FB4587-1690-02D4-BA3C-A0099E7358D5}"/>
                </a:ext>
              </a:extLst>
            </p:cNvPr>
            <p:cNvCxnSpPr>
              <a:stCxn id="25" idx="0"/>
              <a:endCxn id="2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C13D604-B112-B9D1-2FB0-D426EB51FDB5}"/>
                </a:ext>
              </a:extLst>
            </p:cNvPr>
            <p:cNvCxnSpPr>
              <a:stCxn id="26" idx="1"/>
              <a:endCxn id="2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B21677-B01D-DF4C-8F76-B4A4CCE81DFF}"/>
                </a:ext>
              </a:extLst>
            </p:cNvPr>
            <p:cNvCxnSpPr>
              <a:stCxn id="26" idx="3"/>
              <a:endCxn id="2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A2EE3B9-2788-3830-4E73-9DF1652682FE}"/>
                </a:ext>
              </a:extLst>
            </p:cNvPr>
            <p:cNvCxnSpPr>
              <a:stCxn id="20" idx="4"/>
              <a:endCxn id="2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02ECF91-9510-823B-C909-5F0EB0CA314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98B09655-F346-B1A3-1410-FB8E825C8643}"/>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49E88022-25E7-86C7-8B92-34447DB1CB8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7EB710F6-6934-006D-D44B-6C316E606C8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62B6EF87-9ED8-0DE9-D60E-95BDFA8885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 name="Oval 23">
              <a:extLst>
                <a:ext uri="{FF2B5EF4-FFF2-40B4-BE49-F238E27FC236}">
                  <a16:creationId xmlns:a16="http://schemas.microsoft.com/office/drawing/2014/main" id="{41E8C970-DD24-1453-11B9-B8ACAA2F93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5" name="Oval 24">
              <a:extLst>
                <a:ext uri="{FF2B5EF4-FFF2-40B4-BE49-F238E27FC236}">
                  <a16:creationId xmlns:a16="http://schemas.microsoft.com/office/drawing/2014/main" id="{75E1A8BB-249C-43D9-96A3-202B7BEE66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6" name="Oval 25">
              <a:extLst>
                <a:ext uri="{FF2B5EF4-FFF2-40B4-BE49-F238E27FC236}">
                  <a16:creationId xmlns:a16="http://schemas.microsoft.com/office/drawing/2014/main" id="{1A1B0CD1-8132-C3B4-B8C7-CDDC25E0B19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7" name="Oval 26">
              <a:extLst>
                <a:ext uri="{FF2B5EF4-FFF2-40B4-BE49-F238E27FC236}">
                  <a16:creationId xmlns:a16="http://schemas.microsoft.com/office/drawing/2014/main" id="{156E15FE-2AC2-BAA6-9B20-EDB3AA8EE9E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76" name="Group 75" descr="An illustration of the following undirected graph:&#10;&#10;The vertices are: 1,2,3,4,5,6,7,8&#10;The edges are as follows:&#10;(1,2), (1,3), &#10;(2,5), &#10;(3,2), (3,4), (3,6), &#10;(4,6), &#10;(5,4), (5,8), &#10;(6,3),  &#10;(7,5), (7,6), (7,8) &#10;(8,7),&#10;(9,7), (9,8)&#10;&#10;We would say, for example:&#10;That 5 is adjacent to 2 but 2 is not adjacent to 5&#10;The in-degree of 8 is 3&#10;The out-degree of 8 is 1&#10;The degree of 8 is 4">
            <a:extLst>
              <a:ext uri="{FF2B5EF4-FFF2-40B4-BE49-F238E27FC236}">
                <a16:creationId xmlns:a16="http://schemas.microsoft.com/office/drawing/2014/main" id="{49BC2B0C-3F8F-E385-9C36-453724DCBB67}"/>
              </a:ext>
            </a:extLst>
          </p:cNvPr>
          <p:cNvGrpSpPr/>
          <p:nvPr/>
        </p:nvGrpSpPr>
        <p:grpSpPr>
          <a:xfrm>
            <a:off x="7752750" y="3494747"/>
            <a:ext cx="4385159" cy="2420607"/>
            <a:chOff x="1524000" y="2625729"/>
            <a:chExt cx="7044346" cy="3888478"/>
          </a:xfrm>
        </p:grpSpPr>
        <p:grpSp>
          <p:nvGrpSpPr>
            <p:cNvPr id="77" name="Group 76">
              <a:extLst>
                <a:ext uri="{FF2B5EF4-FFF2-40B4-BE49-F238E27FC236}">
                  <a16:creationId xmlns:a16="http://schemas.microsoft.com/office/drawing/2014/main" id="{D1311A56-0703-B4CB-4DF3-E964A1EBFC91}"/>
                </a:ext>
              </a:extLst>
            </p:cNvPr>
            <p:cNvGrpSpPr/>
            <p:nvPr/>
          </p:nvGrpSpPr>
          <p:grpSpPr>
            <a:xfrm>
              <a:off x="1524000" y="2625729"/>
              <a:ext cx="7044346" cy="3888478"/>
              <a:chOff x="0" y="3020093"/>
              <a:chExt cx="7044346" cy="3888478"/>
            </a:xfrm>
          </p:grpSpPr>
          <p:cxnSp>
            <p:nvCxnSpPr>
              <p:cNvPr id="80" name="Straight Connector 79">
                <a:extLst>
                  <a:ext uri="{FF2B5EF4-FFF2-40B4-BE49-F238E27FC236}">
                    <a16:creationId xmlns:a16="http://schemas.microsoft.com/office/drawing/2014/main" id="{F08BE01B-5DBC-5EE1-D933-A8EB34AAAF91}"/>
                  </a:ext>
                </a:extLst>
              </p:cNvPr>
              <p:cNvCxnSpPr>
                <a:stCxn id="94" idx="7"/>
                <a:endCxn id="95"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838333-99B5-EDB2-E636-E37A3041178D}"/>
                  </a:ext>
                </a:extLst>
              </p:cNvPr>
              <p:cNvCxnSpPr>
                <a:stCxn id="95" idx="6"/>
                <a:endCxn id="9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90C3336-FD01-DDE1-F0D0-03F55BFFCE28}"/>
                  </a:ext>
                </a:extLst>
              </p:cNvPr>
              <p:cNvCxnSpPr>
                <a:stCxn id="94" idx="4"/>
                <a:endCxn id="96"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12F9B32-568D-6074-BFD1-06C1C822970C}"/>
                  </a:ext>
                </a:extLst>
              </p:cNvPr>
              <p:cNvCxnSpPr>
                <a:stCxn id="97" idx="3"/>
                <a:endCxn id="96"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27DFB4-FE48-C8DF-70F7-FA2E1E749276}"/>
                  </a:ext>
                </a:extLst>
              </p:cNvPr>
              <p:cNvCxnSpPr>
                <a:stCxn id="99" idx="2"/>
                <a:endCxn id="96"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F6211A5-2B55-D230-16B2-2AD51EA7A0D9}"/>
                  </a:ext>
                </a:extLst>
              </p:cNvPr>
              <p:cNvCxnSpPr>
                <a:stCxn id="97" idx="5"/>
                <a:endCxn id="99"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AC54169-CBFA-C7E2-BC2E-33184A527D9D}"/>
                  </a:ext>
                </a:extLst>
              </p:cNvPr>
              <p:cNvCxnSpPr>
                <a:stCxn id="97" idx="7"/>
                <a:endCxn id="9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CDD1BC-741B-9CAD-1105-09E397EE3B17}"/>
                  </a:ext>
                </a:extLst>
              </p:cNvPr>
              <p:cNvCxnSpPr>
                <a:stCxn id="99" idx="6"/>
                <a:endCxn id="100"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0CE11B8-8F5D-C7A3-14F8-FBE2BD41B155}"/>
                  </a:ext>
                </a:extLst>
              </p:cNvPr>
              <p:cNvCxnSpPr>
                <a:stCxn id="100" idx="1"/>
                <a:endCxn id="9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D4A98BB-84E0-53EA-CAB6-B34746A23FB1}"/>
                  </a:ext>
                </a:extLst>
              </p:cNvPr>
              <p:cNvCxnSpPr>
                <a:stCxn id="102" idx="2"/>
                <a:endCxn id="9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DFE9DAC-A92C-CC96-A200-12881D3F5556}"/>
                  </a:ext>
                </a:extLst>
              </p:cNvPr>
              <p:cNvCxnSpPr>
                <a:stCxn id="100" idx="0"/>
                <a:endCxn id="102"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53C9770-FA50-C8A2-029D-50072B26B7AA}"/>
                  </a:ext>
                </a:extLst>
              </p:cNvPr>
              <p:cNvCxnSpPr>
                <a:stCxn id="101" idx="1"/>
                <a:endCxn id="102"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368074D-3071-983E-D9B7-5D8BED13FAD1}"/>
                  </a:ext>
                </a:extLst>
              </p:cNvPr>
              <p:cNvCxnSpPr>
                <a:stCxn id="101" idx="3"/>
                <a:endCxn id="100"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DDF72EC-73F5-C92E-7376-748E30BB74C1}"/>
                  </a:ext>
                </a:extLst>
              </p:cNvPr>
              <p:cNvCxnSpPr>
                <a:stCxn id="95" idx="4"/>
                <a:endCxn id="96"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F5FC2285-020A-878E-90CE-2ACC450330A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5" name="Oval 94">
                <a:extLst>
                  <a:ext uri="{FF2B5EF4-FFF2-40B4-BE49-F238E27FC236}">
                    <a16:creationId xmlns:a16="http://schemas.microsoft.com/office/drawing/2014/main" id="{8AA52F75-BA01-66A5-EF54-E52D90EDD43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6" name="Oval 95">
                <a:extLst>
                  <a:ext uri="{FF2B5EF4-FFF2-40B4-BE49-F238E27FC236}">
                    <a16:creationId xmlns:a16="http://schemas.microsoft.com/office/drawing/2014/main" id="{C0E6879E-1525-AA65-2114-574042CBEEB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7" name="Oval 96">
                <a:extLst>
                  <a:ext uri="{FF2B5EF4-FFF2-40B4-BE49-F238E27FC236}">
                    <a16:creationId xmlns:a16="http://schemas.microsoft.com/office/drawing/2014/main" id="{BDC3F494-6211-1948-0CDB-6CD123A25C3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8" name="Oval 97">
                <a:extLst>
                  <a:ext uri="{FF2B5EF4-FFF2-40B4-BE49-F238E27FC236}">
                    <a16:creationId xmlns:a16="http://schemas.microsoft.com/office/drawing/2014/main" id="{3BE19C25-5170-64E5-46A0-C59958E021A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9" name="Oval 98">
                <a:extLst>
                  <a:ext uri="{FF2B5EF4-FFF2-40B4-BE49-F238E27FC236}">
                    <a16:creationId xmlns:a16="http://schemas.microsoft.com/office/drawing/2014/main" id="{AB48AE5A-C4EE-BA50-885A-F30C09797C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00" name="Oval 99">
                <a:extLst>
                  <a:ext uri="{FF2B5EF4-FFF2-40B4-BE49-F238E27FC236}">
                    <a16:creationId xmlns:a16="http://schemas.microsoft.com/office/drawing/2014/main" id="{587E7852-F9BC-8B04-BCFA-082683DAC53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1" name="Oval 100">
                <a:extLst>
                  <a:ext uri="{FF2B5EF4-FFF2-40B4-BE49-F238E27FC236}">
                    <a16:creationId xmlns:a16="http://schemas.microsoft.com/office/drawing/2014/main" id="{FE98C314-CBA0-EA5B-6C6F-13F8858E0BB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2" name="Oval 101">
                <a:extLst>
                  <a:ext uri="{FF2B5EF4-FFF2-40B4-BE49-F238E27FC236}">
                    <a16:creationId xmlns:a16="http://schemas.microsoft.com/office/drawing/2014/main" id="{C9C4FAAE-5AE5-4514-0BA9-55334F0335B1}"/>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78" name="Straight Connector 77">
              <a:extLst>
                <a:ext uri="{FF2B5EF4-FFF2-40B4-BE49-F238E27FC236}">
                  <a16:creationId xmlns:a16="http://schemas.microsoft.com/office/drawing/2014/main" id="{CA80272A-3CC3-702F-8EA2-DA7404D25FFB}"/>
                </a:ext>
              </a:extLst>
            </p:cNvPr>
            <p:cNvCxnSpPr>
              <a:cxnSpLocks/>
              <a:stCxn id="100" idx="7"/>
              <a:endCxn id="102"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F2BA105-F684-B473-14DF-7C5E0517E06F}"/>
                </a:ext>
              </a:extLst>
            </p:cNvPr>
            <p:cNvCxnSpPr>
              <a:cxnSpLocks/>
              <a:stCxn id="99" idx="3"/>
              <a:endCxn id="96"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8" name="Ink 27">
                <a:extLst>
                  <a:ext uri="{FF2B5EF4-FFF2-40B4-BE49-F238E27FC236}">
                    <a16:creationId xmlns:a16="http://schemas.microsoft.com/office/drawing/2014/main" id="{C0CB4C25-144D-E8DE-EA43-E2C2EB6B3F35}"/>
                  </a:ext>
                </a:extLst>
              </p14:cNvPr>
              <p14:cNvContentPartPr/>
              <p14:nvPr/>
            </p14:nvContentPartPr>
            <p14:xfrm>
              <a:off x="8372880" y="3248280"/>
              <a:ext cx="461160" cy="303480"/>
            </p14:xfrm>
          </p:contentPart>
        </mc:Choice>
        <mc:Fallback>
          <p:pic>
            <p:nvPicPr>
              <p:cNvPr id="28" name="Ink 27">
                <a:extLst>
                  <a:ext uri="{FF2B5EF4-FFF2-40B4-BE49-F238E27FC236}">
                    <a16:creationId xmlns:a16="http://schemas.microsoft.com/office/drawing/2014/main" id="{C0CB4C25-144D-E8DE-EA43-E2C2EB6B3F35}"/>
                  </a:ext>
                </a:extLst>
              </p:cNvPr>
              <p:cNvPicPr/>
              <p:nvPr/>
            </p:nvPicPr>
            <p:blipFill>
              <a:blip r:embed="rId3"/>
              <a:stretch>
                <a:fillRect/>
              </a:stretch>
            </p:blipFill>
            <p:spPr>
              <a:xfrm>
                <a:off x="8363520" y="3238920"/>
                <a:ext cx="479880" cy="322200"/>
              </a:xfrm>
              <a:prstGeom prst="rect">
                <a:avLst/>
              </a:prstGeom>
            </p:spPr>
          </p:pic>
        </mc:Fallback>
      </mc:AlternateContent>
    </p:spTree>
    <p:extLst>
      <p:ext uri="{BB962C8B-B14F-4D97-AF65-F5344CB8AC3E}">
        <p14:creationId xmlns:p14="http://schemas.microsoft.com/office/powerpoint/2010/main" val="2643548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Complete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an edge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72" t="-6410" b="-17308"/>
                </a:stretch>
              </a:blipFill>
            </p:spPr>
            <p:txBody>
              <a:bodyPr/>
              <a:lstStyle/>
              <a:p>
                <a:r>
                  <a:rPr lang="en-US">
                    <a:noFill/>
                  </a:rPr>
                  <a:t> </a:t>
                </a:r>
              </a:p>
            </p:txBody>
          </p:sp>
        </mc:Fallback>
      </mc:AlternateContent>
      <p:grpSp>
        <p:nvGrpSpPr>
          <p:cNvPr id="3" name="Group 2" descr="A complete undirected graph of 4 nodes. It contains all unordered pairs of the 4 nodes as edges, giving the following 6 edges:&#10;(1,2),(1,3),(1,4),(2,4),(2,3),(3,4)">
            <a:extLst>
              <a:ext uri="{FF2B5EF4-FFF2-40B4-BE49-F238E27FC236}">
                <a16:creationId xmlns:a16="http://schemas.microsoft.com/office/drawing/2014/main" id="{3D7DF397-FBC2-D1CC-AF2D-4450AD28FB54}"/>
              </a:ext>
            </a:extLst>
          </p:cNvPr>
          <p:cNvGrpSpPr/>
          <p:nvPr/>
        </p:nvGrpSpPr>
        <p:grpSpPr>
          <a:xfrm>
            <a:off x="344787" y="3206160"/>
            <a:ext cx="3135454" cy="3379131"/>
            <a:chOff x="344787" y="3206160"/>
            <a:chExt cx="3135454" cy="3379131"/>
          </a:xfrm>
        </p:grpSpPr>
        <mc:AlternateContent xmlns:mc="http://schemas.openxmlformats.org/markup-compatibility/2006" xmlns:a14="http://schemas.microsoft.com/office/drawing/2010/main">
          <mc:Choice Requires="a14">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p:nvPr/>
              </p:nvSpPr>
              <p:spPr>
                <a:xfrm>
                  <a:off x="344787" y="4916821"/>
                  <a:ext cx="3135454" cy="1668470"/>
                </a:xfrm>
                <a:prstGeom prst="rect">
                  <a:avLst/>
                </a:prstGeom>
                <a:noFill/>
              </p:spPr>
              <p:txBody>
                <a:bodyPr wrap="square" rtlCol="0">
                  <a:spAutoFit/>
                </a:bodyPr>
                <a:lstStyle/>
                <a:p>
                  <a:r>
                    <a:rPr lang="en-US" sz="2800" dirty="0"/>
                    <a:t>Complete Undirected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num>
                          <m:den>
                            <m:r>
                              <a:rPr lang="en-US" sz="2400" b="0" i="1" smtClean="0">
                                <a:latin typeface="Cambria Math" panose="02040503050406030204" pitchFamily="18" charset="0"/>
                              </a:rPr>
                              <m:t>2</m:t>
                            </m:r>
                          </m:den>
                        </m:f>
                      </m:oMath>
                    </m:oMathPara>
                  </a14:m>
                  <a:endParaRPr lang="en-US" sz="2400" dirty="0"/>
                </a:p>
              </p:txBody>
            </p:sp>
          </mc:Choice>
          <mc:Fallback xmlns="">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a:spLocks noRot="1" noChangeAspect="1" noMove="1" noResize="1" noEditPoints="1" noAdjustHandles="1" noChangeArrowheads="1" noChangeShapeType="1" noTextEdit="1"/>
                </p:cNvSpPr>
                <p:nvPr/>
              </p:nvSpPr>
              <p:spPr>
                <a:xfrm>
                  <a:off x="344787" y="4916821"/>
                  <a:ext cx="3135454" cy="1668470"/>
                </a:xfrm>
                <a:prstGeom prst="rect">
                  <a:avLst/>
                </a:prstGeom>
                <a:blipFill>
                  <a:blip r:embed="rId3"/>
                  <a:stretch>
                    <a:fillRect l="-4086" t="-3663"/>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DFBE9801-D0B3-6EF8-63EA-B9DCCBFB1CE6}"/>
                </a:ext>
              </a:extLst>
            </p:cNvPr>
            <p:cNvGrpSpPr/>
            <p:nvPr/>
          </p:nvGrpSpPr>
          <p:grpSpPr>
            <a:xfrm>
              <a:off x="718434" y="3206160"/>
              <a:ext cx="1729793" cy="1622043"/>
              <a:chOff x="1378834" y="3116577"/>
              <a:chExt cx="1729793" cy="1622043"/>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378834" y="3116577"/>
                <a:ext cx="1729793" cy="1622043"/>
                <a:chOff x="-388725" y="3020093"/>
                <a:chExt cx="2833027" cy="2656555"/>
              </a:xfrm>
            </p:grpSpPr>
            <p:cxnSp>
              <p:nvCxnSpPr>
                <p:cNvPr id="32" name="Straight Connector 31">
                  <a:extLst>
                    <a:ext uri="{FF2B5EF4-FFF2-40B4-BE49-F238E27FC236}">
                      <a16:creationId xmlns:a16="http://schemas.microsoft.com/office/drawing/2014/main" id="{5E1BD8B7-4CC3-76C2-B59D-BB8E9AB4F6AB}"/>
                    </a:ext>
                  </a:extLst>
                </p:cNvPr>
                <p:cNvCxnSpPr>
                  <a:cxnSpLocks/>
                  <a:stCxn id="85" idx="6"/>
                  <a:endCxn id="86" idx="2"/>
                </p:cNvCxnSpPr>
                <p:nvPr/>
              </p:nvCxnSpPr>
              <p:spPr>
                <a:xfrm>
                  <a:off x="166749" y="3276727"/>
                  <a:ext cx="17642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cxnSpLocks/>
                  <a:stCxn id="86" idx="4"/>
                  <a:endCxn id="88" idx="0"/>
                </p:cNvCxnSpPr>
                <p:nvPr/>
              </p:nvCxnSpPr>
              <p:spPr>
                <a:xfrm>
                  <a:off x="2187651" y="3533361"/>
                  <a:ext cx="16" cy="1601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cxnSpLocks/>
                  <a:stCxn id="85" idx="4"/>
                  <a:endCxn id="87" idx="0"/>
                </p:cNvCxnSpPr>
                <p:nvPr/>
              </p:nvCxnSpPr>
              <p:spPr>
                <a:xfrm flipH="1">
                  <a:off x="-132091" y="3533361"/>
                  <a:ext cx="42206" cy="163001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cxnSpLocks/>
                  <a:stCxn id="88" idx="2"/>
                  <a:endCxn id="87" idx="6"/>
                </p:cNvCxnSpPr>
                <p:nvPr/>
              </p:nvCxnSpPr>
              <p:spPr>
                <a:xfrm flipH="1">
                  <a:off x="124543" y="5391811"/>
                  <a:ext cx="1806490" cy="282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cxnSpLocks/>
                  <a:stCxn id="86" idx="3"/>
                  <a:endCxn id="87" idx="7"/>
                </p:cNvCxnSpPr>
                <p:nvPr/>
              </p:nvCxnSpPr>
              <p:spPr>
                <a:xfrm flipH="1">
                  <a:off x="49377" y="3458195"/>
                  <a:ext cx="1956808" cy="178035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65" name="Straight Connector 64">
                <a:extLst>
                  <a:ext uri="{FF2B5EF4-FFF2-40B4-BE49-F238E27FC236}">
                    <a16:creationId xmlns:a16="http://schemas.microsoft.com/office/drawing/2014/main" id="{32E320C1-342B-2917-1FF6-23EADE44AF82}"/>
                  </a:ext>
                </a:extLst>
              </p:cNvPr>
              <p:cNvCxnSpPr>
                <a:cxnSpLocks/>
                <a:stCxn id="85" idx="5"/>
                <a:endCxn id="88" idx="1"/>
              </p:cNvCxnSpPr>
              <p:nvPr/>
            </p:nvCxnSpPr>
            <p:spPr>
              <a:xfrm>
                <a:off x="1672101" y="3384074"/>
                <a:ext cx="1169029" cy="106982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descr="A complete undirected graph of 4 nodes. It contains all ordered pairs of the 4 nodes as edges, giving the following 12 edges:&#10;(1,2),(2,1)(1,3),(3,1),(1,4),(4,1),(2,4),(4,2),(3,2)(2,3),(3,4),(4,3)&#10;&#10;In general, a complete directed graph of n nodes has n(n-1) edges">
            <a:extLst>
              <a:ext uri="{FF2B5EF4-FFF2-40B4-BE49-F238E27FC236}">
                <a16:creationId xmlns:a16="http://schemas.microsoft.com/office/drawing/2014/main" id="{CF0BE5E2-2027-8CC7-D28D-120B3428946C}"/>
              </a:ext>
            </a:extLst>
          </p:cNvPr>
          <p:cNvGrpSpPr/>
          <p:nvPr/>
        </p:nvGrpSpPr>
        <p:grpSpPr>
          <a:xfrm>
            <a:off x="3899919" y="3110592"/>
            <a:ext cx="3135454" cy="3133075"/>
            <a:chOff x="3899919" y="3110592"/>
            <a:chExt cx="3135454" cy="3133075"/>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DBCCB78-25D1-DA64-D181-C086C657BD95}"/>
                    </a:ext>
                  </a:extLst>
                </p:cNvPr>
                <p:cNvSpPr txBox="1"/>
                <p:nvPr/>
              </p:nvSpPr>
              <p:spPr>
                <a:xfrm>
                  <a:off x="3899919" y="4920228"/>
                  <a:ext cx="3135454" cy="1323439"/>
                </a:xfrm>
                <a:prstGeom prst="rect">
                  <a:avLst/>
                </a:prstGeom>
                <a:noFill/>
              </p:spPr>
              <p:txBody>
                <a:bodyPr wrap="square" rtlCol="0">
                  <a:spAutoFit/>
                </a:bodyPr>
                <a:lstStyle/>
                <a:p>
                  <a:r>
                    <a:rPr lang="en-US" sz="2800" dirty="0"/>
                    <a:t>Complete </a:t>
                  </a:r>
                </a:p>
                <a:p>
                  <a:r>
                    <a:rPr lang="en-US" sz="2800" dirty="0"/>
                    <a:t>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oMath>
                    </m:oMathPara>
                  </a14:m>
                  <a:endParaRPr lang="en-US" sz="2800" dirty="0"/>
                </a:p>
              </p:txBody>
            </p:sp>
          </mc:Choice>
          <mc:Fallback xmlns="">
            <p:sp>
              <p:nvSpPr>
                <p:cNvPr id="46" name="TextBox 45">
                  <a:extLst>
                    <a:ext uri="{FF2B5EF4-FFF2-40B4-BE49-F238E27FC236}">
                      <a16:creationId xmlns:a16="http://schemas.microsoft.com/office/drawing/2014/main" id="{1DBCCB78-25D1-DA64-D181-C086C657BD95}"/>
                    </a:ext>
                  </a:extLst>
                </p:cNvPr>
                <p:cNvSpPr txBox="1">
                  <a:spLocks noRot="1" noChangeAspect="1" noMove="1" noResize="1" noEditPoints="1" noAdjustHandles="1" noChangeArrowheads="1" noChangeShapeType="1" noTextEdit="1"/>
                </p:cNvSpPr>
                <p:nvPr/>
              </p:nvSpPr>
              <p:spPr>
                <a:xfrm>
                  <a:off x="3899919" y="4920228"/>
                  <a:ext cx="3135454" cy="1323439"/>
                </a:xfrm>
                <a:prstGeom prst="rect">
                  <a:avLst/>
                </a:prstGeom>
                <a:blipFill>
                  <a:blip r:embed="rId4"/>
                  <a:stretch>
                    <a:fillRect l="-4086" t="-4147"/>
                  </a:stretch>
                </a:blipFill>
              </p:spPr>
              <p:txBody>
                <a:bodyPr/>
                <a:lstStyle/>
                <a:p>
                  <a:r>
                    <a:rPr lang="en-US">
                      <a:noFill/>
                    </a:rPr>
                    <a:t> </a:t>
                  </a:r>
                </a:p>
              </p:txBody>
            </p:sp>
          </mc:Fallback>
        </mc:AlternateContent>
        <p:grpSp>
          <p:nvGrpSpPr>
            <p:cNvPr id="82" name="Group 81">
              <a:extLst>
                <a:ext uri="{FF2B5EF4-FFF2-40B4-BE49-F238E27FC236}">
                  <a16:creationId xmlns:a16="http://schemas.microsoft.com/office/drawing/2014/main" id="{FCA9F77F-1A5A-D413-FF40-26A41279BB85}"/>
                </a:ext>
              </a:extLst>
            </p:cNvPr>
            <p:cNvGrpSpPr/>
            <p:nvPr/>
          </p:nvGrpSpPr>
          <p:grpSpPr>
            <a:xfrm>
              <a:off x="3940430" y="3110592"/>
              <a:ext cx="1729793" cy="1622043"/>
              <a:chOff x="8610600" y="3884345"/>
              <a:chExt cx="1729793" cy="1622043"/>
            </a:xfrm>
          </p:grpSpPr>
          <p:grpSp>
            <p:nvGrpSpPr>
              <p:cNvPr id="68" name="Group 67">
                <a:extLst>
                  <a:ext uri="{FF2B5EF4-FFF2-40B4-BE49-F238E27FC236}">
                    <a16:creationId xmlns:a16="http://schemas.microsoft.com/office/drawing/2014/main" id="{85E6465E-23D4-7A78-2D90-033B0364F71F}"/>
                  </a:ext>
                </a:extLst>
              </p:cNvPr>
              <p:cNvGrpSpPr/>
              <p:nvPr/>
            </p:nvGrpSpPr>
            <p:grpSpPr>
              <a:xfrm>
                <a:off x="8610600" y="3884345"/>
                <a:ext cx="1729793" cy="1622043"/>
                <a:chOff x="-388725" y="3020093"/>
                <a:chExt cx="2833027" cy="2656555"/>
              </a:xfrm>
            </p:grpSpPr>
            <p:cxnSp>
              <p:nvCxnSpPr>
                <p:cNvPr id="69" name="Straight Connector 68">
                  <a:extLst>
                    <a:ext uri="{FF2B5EF4-FFF2-40B4-BE49-F238E27FC236}">
                      <a16:creationId xmlns:a16="http://schemas.microsoft.com/office/drawing/2014/main" id="{8DD0BA37-2B83-48D8-E26B-B217259C66A7}"/>
                    </a:ext>
                  </a:extLst>
                </p:cNvPr>
                <p:cNvCxnSpPr>
                  <a:cxnSpLocks/>
                  <a:stCxn id="74" idx="6"/>
                  <a:endCxn id="75"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CF37D2-E27F-7A71-AA33-5320E9514E61}"/>
                    </a:ext>
                  </a:extLst>
                </p:cNvPr>
                <p:cNvCxnSpPr>
                  <a:cxnSpLocks/>
                  <a:stCxn id="75" idx="4"/>
                  <a:endCxn id="77"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4B9CD13-FF66-A5D2-1F8C-EA4244CE544E}"/>
                    </a:ext>
                  </a:extLst>
                </p:cNvPr>
                <p:cNvCxnSpPr>
                  <a:cxnSpLocks/>
                  <a:stCxn id="74" idx="4"/>
                  <a:endCxn id="76"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AAAAFF1-1B6F-502F-3C12-C0947F002D01}"/>
                    </a:ext>
                  </a:extLst>
                </p:cNvPr>
                <p:cNvCxnSpPr>
                  <a:cxnSpLocks/>
                  <a:stCxn id="77" idx="2"/>
                  <a:endCxn id="76"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2F468B2-2AA2-16F2-91D4-FBD14E916986}"/>
                    </a:ext>
                  </a:extLst>
                </p:cNvPr>
                <p:cNvCxnSpPr>
                  <a:cxnSpLocks/>
                  <a:stCxn id="75" idx="3"/>
                  <a:endCxn id="76"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FBBC902-CBD4-4CB0-72AA-AE5F4733DCCB}"/>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5" name="Oval 74">
                  <a:extLst>
                    <a:ext uri="{FF2B5EF4-FFF2-40B4-BE49-F238E27FC236}">
                      <a16:creationId xmlns:a16="http://schemas.microsoft.com/office/drawing/2014/main" id="{D4FC3465-BB6F-A32D-08ED-ABA63E4E3C5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6" name="Oval 75">
                  <a:extLst>
                    <a:ext uri="{FF2B5EF4-FFF2-40B4-BE49-F238E27FC236}">
                      <a16:creationId xmlns:a16="http://schemas.microsoft.com/office/drawing/2014/main" id="{232A27BB-C4B2-C204-190D-230D1EDFACFD}"/>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7" name="Oval 76">
                  <a:extLst>
                    <a:ext uri="{FF2B5EF4-FFF2-40B4-BE49-F238E27FC236}">
                      <a16:creationId xmlns:a16="http://schemas.microsoft.com/office/drawing/2014/main" id="{DC3F8BBE-8F1A-CB36-09BD-AAC71BEE1AFE}"/>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78" name="Straight Connector 77">
                <a:extLst>
                  <a:ext uri="{FF2B5EF4-FFF2-40B4-BE49-F238E27FC236}">
                    <a16:creationId xmlns:a16="http://schemas.microsoft.com/office/drawing/2014/main" id="{943D3B1D-6E15-D403-70FD-A1D85F4CE5E3}"/>
                  </a:ext>
                </a:extLst>
              </p:cNvPr>
              <p:cNvCxnSpPr>
                <a:cxnSpLocks/>
                <a:stCxn id="74" idx="5"/>
                <a:endCxn id="77"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7" name="Group 6" descr="A complete undirected graph of 4 nodes. It contains all ordered pairs of the 4 nodes as edges, giving the following 12 edges:&#10;(1,2),(2,1)(1,3),(3,1),(1,4),(4,1),(2,4),(4,2),(3,2)(2,3),(3,4),(4,3),(1,1),(2,2),(3,3),(4,4)&#10;&#10;In general, a complete directed graph of n nodes has n^2 edges">
            <a:extLst>
              <a:ext uri="{FF2B5EF4-FFF2-40B4-BE49-F238E27FC236}">
                <a16:creationId xmlns:a16="http://schemas.microsoft.com/office/drawing/2014/main" id="{D3DB6BCA-0612-FC5B-2229-2FA613DC72D0}"/>
              </a:ext>
            </a:extLst>
          </p:cNvPr>
          <p:cNvGrpSpPr/>
          <p:nvPr/>
        </p:nvGrpSpPr>
        <p:grpSpPr>
          <a:xfrm>
            <a:off x="7293345" y="3188940"/>
            <a:ext cx="3008896" cy="3150295"/>
            <a:chOff x="7293345" y="3188940"/>
            <a:chExt cx="3008896" cy="3150295"/>
          </a:xfrm>
        </p:grpSpPr>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DEF3C5F-5BD2-C41A-AD2D-7FDA50A70D73}"/>
                    </a:ext>
                  </a:extLst>
                </p:cNvPr>
                <p:cNvSpPr txBox="1"/>
                <p:nvPr/>
              </p:nvSpPr>
              <p:spPr>
                <a:xfrm>
                  <a:off x="7293345" y="5015796"/>
                  <a:ext cx="3008896" cy="1323439"/>
                </a:xfrm>
                <a:prstGeom prst="rect">
                  <a:avLst/>
                </a:prstGeom>
                <a:noFill/>
              </p:spPr>
              <p:txBody>
                <a:bodyPr wrap="square" rtlCol="0">
                  <a:spAutoFit/>
                </a:bodyPr>
                <a:lstStyle/>
                <a:p>
                  <a:r>
                    <a:rPr lang="en-US" sz="2800" dirty="0"/>
                    <a:t>Complete Directed Non-simple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e>
                          <m:sup>
                            <m:r>
                              <a:rPr lang="en-US" sz="2400" b="0" i="1" smtClean="0">
                                <a:latin typeface="Cambria Math" panose="02040503050406030204" pitchFamily="18" charset="0"/>
                              </a:rPr>
                              <m:t>2</m:t>
                            </m:r>
                          </m:sup>
                        </m:sSup>
                      </m:oMath>
                    </m:oMathPara>
                  </a14:m>
                  <a:endParaRPr lang="en-US" sz="2800" dirty="0"/>
                </a:p>
              </p:txBody>
            </p:sp>
          </mc:Choice>
          <mc:Fallback xmlns="">
            <p:sp>
              <p:nvSpPr>
                <p:cNvPr id="84" name="TextBox 83">
                  <a:extLst>
                    <a:ext uri="{FF2B5EF4-FFF2-40B4-BE49-F238E27FC236}">
                      <a16:creationId xmlns:a16="http://schemas.microsoft.com/office/drawing/2014/main" id="{EDEF3C5F-5BD2-C41A-AD2D-7FDA50A70D73}"/>
                    </a:ext>
                  </a:extLst>
                </p:cNvPr>
                <p:cNvSpPr txBox="1">
                  <a:spLocks noRot="1" noChangeAspect="1" noMove="1" noResize="1" noEditPoints="1" noAdjustHandles="1" noChangeArrowheads="1" noChangeShapeType="1" noTextEdit="1"/>
                </p:cNvSpPr>
                <p:nvPr/>
              </p:nvSpPr>
              <p:spPr>
                <a:xfrm>
                  <a:off x="7293345" y="5015796"/>
                  <a:ext cx="3008896" cy="1323439"/>
                </a:xfrm>
                <a:prstGeom prst="rect">
                  <a:avLst/>
                </a:prstGeom>
                <a:blipFill>
                  <a:blip r:embed="rId5"/>
                  <a:stretch>
                    <a:fillRect l="-4049" t="-4608" r="-2632"/>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32359349-EE97-3770-8BAC-38168D0EF38B}"/>
                </a:ext>
              </a:extLst>
            </p:cNvPr>
            <p:cNvGrpSpPr/>
            <p:nvPr/>
          </p:nvGrpSpPr>
          <p:grpSpPr>
            <a:xfrm>
              <a:off x="7932896" y="3188940"/>
              <a:ext cx="1729793" cy="1622043"/>
              <a:chOff x="7333856" y="3206160"/>
              <a:chExt cx="1729793" cy="1622043"/>
            </a:xfrm>
          </p:grpSpPr>
          <p:grpSp>
            <p:nvGrpSpPr>
              <p:cNvPr id="94" name="Group 93">
                <a:extLst>
                  <a:ext uri="{FF2B5EF4-FFF2-40B4-BE49-F238E27FC236}">
                    <a16:creationId xmlns:a16="http://schemas.microsoft.com/office/drawing/2014/main" id="{FA94A04F-CBDC-2DFF-3B03-A6FD1C79CAF6}"/>
                  </a:ext>
                </a:extLst>
              </p:cNvPr>
              <p:cNvGrpSpPr/>
              <p:nvPr/>
            </p:nvGrpSpPr>
            <p:grpSpPr>
              <a:xfrm>
                <a:off x="7333856" y="3206160"/>
                <a:ext cx="1729793" cy="1622043"/>
                <a:chOff x="8610600" y="3884345"/>
                <a:chExt cx="1729793" cy="1622043"/>
              </a:xfrm>
            </p:grpSpPr>
            <p:grpSp>
              <p:nvGrpSpPr>
                <p:cNvPr id="95" name="Group 94">
                  <a:extLst>
                    <a:ext uri="{FF2B5EF4-FFF2-40B4-BE49-F238E27FC236}">
                      <a16:creationId xmlns:a16="http://schemas.microsoft.com/office/drawing/2014/main" id="{CE6C9A5B-FF03-AA04-A4AE-24D89402B256}"/>
                    </a:ext>
                  </a:extLst>
                </p:cNvPr>
                <p:cNvGrpSpPr/>
                <p:nvPr/>
              </p:nvGrpSpPr>
              <p:grpSpPr>
                <a:xfrm>
                  <a:off x="8610600" y="3884345"/>
                  <a:ext cx="1729793" cy="1622043"/>
                  <a:chOff x="-388725" y="3020093"/>
                  <a:chExt cx="2833027" cy="2656555"/>
                </a:xfrm>
              </p:grpSpPr>
              <p:cxnSp>
                <p:nvCxnSpPr>
                  <p:cNvPr id="97" name="Straight Connector 96">
                    <a:extLst>
                      <a:ext uri="{FF2B5EF4-FFF2-40B4-BE49-F238E27FC236}">
                        <a16:creationId xmlns:a16="http://schemas.microsoft.com/office/drawing/2014/main" id="{10B5200E-1448-31F4-AA7A-88645C9AD2BD}"/>
                      </a:ext>
                    </a:extLst>
                  </p:cNvPr>
                  <p:cNvCxnSpPr>
                    <a:cxnSpLocks/>
                    <a:stCxn id="102" idx="6"/>
                    <a:endCxn id="103"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0C0BF86-1F58-EDBC-66CF-FE1283DDCE59}"/>
                      </a:ext>
                    </a:extLst>
                  </p:cNvPr>
                  <p:cNvCxnSpPr>
                    <a:cxnSpLocks/>
                    <a:stCxn id="103" idx="4"/>
                    <a:endCxn id="105"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EDC5ECE-C857-8E84-F3DE-369A603DE929}"/>
                      </a:ext>
                    </a:extLst>
                  </p:cNvPr>
                  <p:cNvCxnSpPr>
                    <a:cxnSpLocks/>
                    <a:stCxn id="102" idx="4"/>
                    <a:endCxn id="104"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E939F5E-DEAF-A9A8-7B5D-E05002EB01D4}"/>
                      </a:ext>
                    </a:extLst>
                  </p:cNvPr>
                  <p:cNvCxnSpPr>
                    <a:cxnSpLocks/>
                    <a:stCxn id="105" idx="2"/>
                    <a:endCxn id="104"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14D2943-F575-CC14-FDFC-39D72AABD608}"/>
                      </a:ext>
                    </a:extLst>
                  </p:cNvPr>
                  <p:cNvCxnSpPr>
                    <a:cxnSpLocks/>
                    <a:stCxn id="103" idx="3"/>
                    <a:endCxn id="104"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B21E3DC6-38B7-146E-1A6C-437B5A9E20EA}"/>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3" name="Oval 102">
                    <a:extLst>
                      <a:ext uri="{FF2B5EF4-FFF2-40B4-BE49-F238E27FC236}">
                        <a16:creationId xmlns:a16="http://schemas.microsoft.com/office/drawing/2014/main" id="{4ED45FA7-5323-F739-FF16-46247FADD7C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4" name="Oval 103">
                    <a:extLst>
                      <a:ext uri="{FF2B5EF4-FFF2-40B4-BE49-F238E27FC236}">
                        <a16:creationId xmlns:a16="http://schemas.microsoft.com/office/drawing/2014/main" id="{57E6E620-E580-606F-5183-439E2E75E879}"/>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5" name="Oval 104" descr="A complete undirected non-simple graph of 4 nodes. It contains all ordered pairs of the 4 nodes as edges along with self-edge, giving the following 16 edges:&#10;(1,2),(2,1)(1,3),(3,1),(1,4),(4,1),(2,4),(4,2),(3,2)(2,3),(3,4),(4,3),(1,1),(2,2),(3,3),(4,4)&#10;&#10;In general, a complete directed non-simple graph of n nodes has n^2 edges">
                    <a:extLst>
                      <a:ext uri="{FF2B5EF4-FFF2-40B4-BE49-F238E27FC236}">
                        <a16:creationId xmlns:a16="http://schemas.microsoft.com/office/drawing/2014/main" id="{299B76C7-479F-7E2A-8439-49539F65348C}"/>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96" name="Straight Connector 95">
                  <a:extLst>
                    <a:ext uri="{FF2B5EF4-FFF2-40B4-BE49-F238E27FC236}">
                      <a16:creationId xmlns:a16="http://schemas.microsoft.com/office/drawing/2014/main" id="{E849EE9E-1689-9D70-42AC-4990CC1047BC}"/>
                    </a:ext>
                  </a:extLst>
                </p:cNvPr>
                <p:cNvCxnSpPr>
                  <a:cxnSpLocks/>
                  <a:stCxn id="102" idx="5"/>
                  <a:endCxn id="105"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09" name="Connector: Curved 108">
                <a:extLst>
                  <a:ext uri="{FF2B5EF4-FFF2-40B4-BE49-F238E27FC236}">
                    <a16:creationId xmlns:a16="http://schemas.microsoft.com/office/drawing/2014/main" id="{EAB280D5-8B38-1A02-1A1E-6AAFBCBDFF3C}"/>
                  </a:ext>
                </a:extLst>
              </p:cNvPr>
              <p:cNvCxnSpPr>
                <a:cxnSpLocks/>
                <a:stCxn id="102" idx="2"/>
                <a:endCxn id="102" idx="0"/>
              </p:cNvCxnSpPr>
              <p:nvPr/>
            </p:nvCxnSpPr>
            <p:spPr>
              <a:xfrm rot="10800000" flipH="1">
                <a:off x="7359626"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Curved 112">
                <a:extLst>
                  <a:ext uri="{FF2B5EF4-FFF2-40B4-BE49-F238E27FC236}">
                    <a16:creationId xmlns:a16="http://schemas.microsoft.com/office/drawing/2014/main" id="{EC8AAE19-B417-E8DA-AF16-7D2A38B228B3}"/>
                  </a:ext>
                </a:extLst>
              </p:cNvPr>
              <p:cNvCxnSpPr>
                <a:cxnSpLocks/>
                <a:stCxn id="103" idx="6"/>
                <a:endCxn id="103" idx="0"/>
              </p:cNvCxnSpPr>
              <p:nvPr/>
            </p:nvCxnSpPr>
            <p:spPr>
              <a:xfrm flipH="1" flipV="1">
                <a:off x="8906943"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DEDD00C3-0088-64FE-A5C8-A608B44F7253}"/>
                  </a:ext>
                </a:extLst>
              </p:cNvPr>
              <p:cNvCxnSpPr>
                <a:cxnSpLocks/>
                <a:stCxn id="105" idx="6"/>
                <a:endCxn id="105" idx="4"/>
              </p:cNvCxnSpPr>
              <p:nvPr/>
            </p:nvCxnSpPr>
            <p:spPr>
              <a:xfrm flipH="1">
                <a:off x="8906953" y="465428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or: Curved 118">
                <a:extLst>
                  <a:ext uri="{FF2B5EF4-FFF2-40B4-BE49-F238E27FC236}">
                    <a16:creationId xmlns:a16="http://schemas.microsoft.com/office/drawing/2014/main" id="{81CBC10A-9968-CBFF-40CB-013C222F0918}"/>
                  </a:ext>
                </a:extLst>
              </p:cNvPr>
              <p:cNvCxnSpPr>
                <a:cxnSpLocks/>
                <a:stCxn id="104" idx="4"/>
                <a:endCxn id="104" idx="2"/>
              </p:cNvCxnSpPr>
              <p:nvPr/>
            </p:nvCxnSpPr>
            <p:spPr>
              <a:xfrm rot="5400000" flipH="1">
                <a:off x="7333856" y="467150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076058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3AC3-3AA8-E27B-FB78-7759EBA9B3EB}"/>
              </a:ext>
            </a:extLst>
          </p:cNvPr>
          <p:cNvSpPr>
            <a:spLocks noGrp="1"/>
          </p:cNvSpPr>
          <p:nvPr>
            <p:ph type="title"/>
          </p:nvPr>
        </p:nvSpPr>
        <p:spPr/>
        <p:txBody>
          <a:bodyPr/>
          <a:lstStyle/>
          <a:p>
            <a:r>
              <a:rPr lang="en-US" dirty="0"/>
              <a:t>Graph Density, Data Structures,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55EE9-7CE2-D431-734A-223076BAE216}"/>
                  </a:ext>
                </a:extLst>
              </p:cNvPr>
              <p:cNvSpPr>
                <a:spLocks noGrp="1"/>
              </p:cNvSpPr>
              <p:nvPr>
                <p:ph idx="1"/>
              </p:nvPr>
            </p:nvSpPr>
            <p:spPr/>
            <p:txBody>
              <a:bodyPr>
                <a:normAutofit lnSpcReduction="10000"/>
              </a:bodyPr>
              <a:lstStyle/>
              <a:p>
                <a:r>
                  <a:rPr lang="en-US" dirty="0"/>
                  <a:t>The maximum number of edges in a graph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sup>
                            <m:r>
                              <a:rPr lang="en-US" b="0" i="1" smtClean="0">
                                <a:latin typeface="Cambria Math" panose="02040503050406030204" pitchFamily="18" charset="0"/>
                              </a:rPr>
                              <m:t>2</m:t>
                            </m:r>
                          </m:sup>
                        </m:sSup>
                      </m:e>
                    </m:d>
                    <m:r>
                      <a:rPr lang="en-US" b="0" i="0" smtClean="0">
                        <a:latin typeface="Cambria Math" panose="02040503050406030204" pitchFamily="18" charset="0"/>
                      </a:rPr>
                      <m:t>:</m:t>
                    </m:r>
                  </m:oMath>
                </a14:m>
                <a:endParaRPr lang="en-US" b="0" dirty="0"/>
              </a:p>
              <a:p>
                <a:pPr lvl="1"/>
                <a:r>
                  <a:rPr lang="en-US" dirty="0"/>
                  <a:t>Undirected and simple: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num>
                      <m:den>
                        <m:r>
                          <a:rPr lang="en-US" b="0" i="1" smtClean="0">
                            <a:latin typeface="Cambria Math" panose="02040503050406030204" pitchFamily="18" charset="0"/>
                          </a:rPr>
                          <m:t>2</m:t>
                        </m:r>
                      </m:den>
                    </m:f>
                  </m:oMath>
                </a14:m>
                <a:endParaRPr lang="en-US" dirty="0"/>
              </a:p>
              <a:p>
                <a:pPr lvl="1"/>
                <a:r>
                  <a:rPr lang="en-US" dirty="0"/>
                  <a:t>Directed and simple: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oMath>
                </a14:m>
                <a:endParaRPr lang="en-US" dirty="0"/>
              </a:p>
              <a:p>
                <a:pPr lvl="1"/>
                <a:r>
                  <a:rPr lang="en-US" dirty="0"/>
                  <a:t>Direct and non-simple (but no duplicates):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dirty="0"/>
                  <a:t>If the graph is connected, the minimum number of edges is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r>
                      <a:rPr lang="en-US" b="0" i="1" smtClean="0">
                        <a:latin typeface="Cambria Math" panose="02040503050406030204" pitchFamily="18" charset="0"/>
                      </a:rPr>
                      <m:t>−1</m:t>
                    </m:r>
                  </m:oMath>
                </a14:m>
                <a:endParaRPr lang="en-US" dirty="0"/>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e>
                    </m:d>
                  </m:oMath>
                </a14:m>
                <a:r>
                  <a:rPr lang="en-US" dirty="0"/>
                  <a:t> we say the graph is </a:t>
                </a:r>
                <a:r>
                  <a:rPr lang="en-US" b="1" dirty="0"/>
                  <a:t>dense</a:t>
                </a:r>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d>
                  </m:oMath>
                </a14:m>
                <a:r>
                  <a:rPr lang="en-US" dirty="0"/>
                  <a:t> we say the graph is </a:t>
                </a:r>
                <a:r>
                  <a:rPr lang="en-US" b="1" dirty="0"/>
                  <a:t>sparse</a:t>
                </a:r>
                <a:endParaRPr lang="en-US" dirty="0"/>
              </a:p>
              <a:p>
                <a:r>
                  <a:rPr lang="en-US" dirty="0"/>
                  <a:t>Because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is not always near to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we do not typically substitute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for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in running times, but leave it as a separate variable</a:t>
                </a:r>
              </a:p>
              <a:p>
                <a:pPr lvl="1"/>
                <a:r>
                  <a:rPr lang="en-US" dirty="0"/>
                  <a:t>However,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e>
                    </m:func>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e>
                        </m:func>
                      </m:e>
                    </m:d>
                  </m:oMath>
                </a14:m>
                <a:endParaRPr lang="en-US" dirty="0"/>
              </a:p>
            </p:txBody>
          </p:sp>
        </mc:Choice>
        <mc:Fallback xmlns="">
          <p:sp>
            <p:nvSpPr>
              <p:cNvPr id="3" name="Content Placeholder 2">
                <a:extLst>
                  <a:ext uri="{FF2B5EF4-FFF2-40B4-BE49-F238E27FC236}">
                    <a16:creationId xmlns:a16="http://schemas.microsoft.com/office/drawing/2014/main" id="{F6155EE9-7CE2-D431-734A-223076BAE21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62EC26C-B988-9EA9-2A59-01D2D21567EA}"/>
                  </a:ext>
                </a:extLst>
              </p14:cNvPr>
              <p14:cNvContentPartPr/>
              <p14:nvPr/>
            </p14:nvContentPartPr>
            <p14:xfrm>
              <a:off x="1192320" y="2179800"/>
              <a:ext cx="9347040" cy="3989520"/>
            </p14:xfrm>
          </p:contentPart>
        </mc:Choice>
        <mc:Fallback>
          <p:pic>
            <p:nvPicPr>
              <p:cNvPr id="4" name="Ink 3">
                <a:extLst>
                  <a:ext uri="{FF2B5EF4-FFF2-40B4-BE49-F238E27FC236}">
                    <a16:creationId xmlns:a16="http://schemas.microsoft.com/office/drawing/2014/main" id="{862EC26C-B988-9EA9-2A59-01D2D21567EA}"/>
                  </a:ext>
                </a:extLst>
              </p:cNvPr>
              <p:cNvPicPr/>
              <p:nvPr/>
            </p:nvPicPr>
            <p:blipFill>
              <a:blip r:embed="rId4"/>
              <a:stretch>
                <a:fillRect/>
              </a:stretch>
            </p:blipFill>
            <p:spPr>
              <a:xfrm>
                <a:off x="1182960" y="2170440"/>
                <a:ext cx="9365760" cy="4008240"/>
              </a:xfrm>
              <a:prstGeom prst="rect">
                <a:avLst/>
              </a:prstGeom>
            </p:spPr>
          </p:pic>
        </mc:Fallback>
      </mc:AlternateContent>
    </p:spTree>
    <p:extLst>
      <p:ext uri="{BB962C8B-B14F-4D97-AF65-F5344CB8AC3E}">
        <p14:creationId xmlns:p14="http://schemas.microsoft.com/office/powerpoint/2010/main" val="1487236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Path</a:t>
            </a:r>
          </a:p>
        </p:txBody>
      </p:sp>
      <p:grpSp>
        <p:nvGrpSpPr>
          <p:cNvPr id="5" name="Group 4" descr="An illustration of the following undirected graph:&#10;&#10;The vertices are: 1,2,3,4,5,6,7,8&#10;The edges are as follows:&#10;(1,2), (1,3), &#10;(2,5), (2,3), &#10;(3,4), (3,6), &#10;(4,5), (4,6), &#10;(5,7), (5,8), &#10;(6,7), &#10;(7,8), (7,9), &#10;(8,9)&#10;&#10;In this graph, the following is a simple path from node 1 to node 4: [1,2,5,7,6,4]&#10;&#10;The following is a cycle: [5,7,6,4,5]&#10;&#10;And the following is neither a simple path nor a cycle: [5,8,9,7,8]"/>
          <p:cNvGrpSpPr/>
          <p:nvPr/>
        </p:nvGrpSpPr>
        <p:grpSpPr>
          <a:xfrm>
            <a:off x="1524000" y="1687612"/>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xmlns:a14="http://schemas.microsoft.com/office/drawing/2010/main">
        <mc:Choice Requires="a14">
          <p:sp>
            <p:nvSpPr>
              <p:cNvPr id="81" name="TextBox 80"/>
              <p:cNvSpPr txBox="1"/>
              <p:nvPr/>
            </p:nvSpPr>
            <p:spPr>
              <a:xfrm>
                <a:off x="4818101" y="1135560"/>
                <a:ext cx="5492466" cy="954107"/>
              </a:xfrm>
              <a:prstGeom prst="rect">
                <a:avLst/>
              </a:prstGeom>
              <a:noFill/>
            </p:spPr>
            <p:txBody>
              <a:bodyPr wrap="none" rtlCol="0">
                <a:spAutoFit/>
              </a:bodyPr>
              <a:lstStyle/>
              <a:p>
                <a:r>
                  <a:rPr lang="en-US" sz="2800" dirty="0"/>
                  <a:t>A </a:t>
                </a:r>
                <a:r>
                  <a:rPr lang="en-US" sz="2800" dirty="0">
                    <a:solidFill>
                      <a:srgbClr val="7030A0"/>
                    </a:solidFill>
                  </a:rPr>
                  <a:t>sequence of nodes </a:t>
                </a:r>
                <a14:m>
                  <m:oMath xmlns:m="http://schemas.openxmlformats.org/officeDocument/2006/math">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1</m:t>
                        </m:r>
                      </m:sub>
                    </m:sSub>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2</m:t>
                        </m:r>
                      </m:sub>
                    </m:sSub>
                    <m:r>
                      <a:rPr lang="en-US" sz="2800" i="1">
                        <a:solidFill>
                          <a:srgbClr val="7030A0"/>
                        </a:solidFill>
                        <a:latin typeface="Cambria Math"/>
                      </a:rPr>
                      <m:t>,…, </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𝑘</m:t>
                        </m:r>
                      </m:sub>
                    </m:sSub>
                    <m:r>
                      <a:rPr lang="en-US" sz="2800" i="1">
                        <a:solidFill>
                          <a:srgbClr val="7030A0"/>
                        </a:solidFill>
                        <a:latin typeface="Cambria Math"/>
                      </a:rPr>
                      <m:t>)</m:t>
                    </m:r>
                  </m:oMath>
                </a14:m>
                <a:r>
                  <a:rPr lang="en-US" sz="2800" dirty="0">
                    <a:solidFill>
                      <a:srgbClr val="7030A0"/>
                    </a:solidFill>
                  </a:rPr>
                  <a:t> </a:t>
                </a:r>
                <a:endParaRPr lang="en-US" sz="2800" dirty="0"/>
              </a:p>
              <a:p>
                <a:r>
                  <a:rPr lang="en-US" sz="2800" dirty="0" err="1"/>
                  <a:t>s.t.</a:t>
                </a:r>
                <a:r>
                  <a:rPr lang="en-US" sz="2800" dirty="0"/>
                  <a:t> </a:t>
                </a:r>
                <a14:m>
                  <m:oMath xmlns:m="http://schemas.openxmlformats.org/officeDocument/2006/math">
                    <m:r>
                      <a:rPr lang="en-US" sz="2800" i="1">
                        <a:latin typeface="Cambria Math"/>
                      </a:rPr>
                      <m:t>∀1≤</m:t>
                    </m:r>
                    <m:r>
                      <a:rPr lang="en-US" sz="2800" i="1">
                        <a:latin typeface="Cambria Math"/>
                      </a:rPr>
                      <m:t>𝑖</m:t>
                    </m:r>
                    <m:r>
                      <a:rPr lang="en-US" sz="2800" i="1">
                        <a:latin typeface="Cambria Math"/>
                      </a:rPr>
                      <m:t>≤</m:t>
                    </m:r>
                    <m:r>
                      <a:rPr lang="en-US" sz="2800" i="1">
                        <a:latin typeface="Cambria Math"/>
                      </a:rPr>
                      <m:t>𝑘</m:t>
                    </m:r>
                    <m:r>
                      <a:rPr lang="en-US" sz="2800" i="1">
                        <a:latin typeface="Cambria Math"/>
                      </a:rPr>
                      <m:t>−1</m:t>
                    </m:r>
                  </m:oMath>
                </a14:m>
                <a:r>
                  <a:rPr lang="en-US" sz="2800" dirty="0"/>
                  <a:t>, </a:t>
                </a:r>
                <a14:m>
                  <m:oMath xmlns:m="http://schemas.openxmlformats.org/officeDocument/2006/math">
                    <m:d>
                      <m:dPr>
                        <m:ctrlPr>
                          <a:rPr lang="en-US" sz="2800" i="1">
                            <a:solidFill>
                              <a:srgbClr val="FF0000"/>
                            </a:solidFill>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sub>
                        </m:sSub>
                        <m:r>
                          <a:rPr lang="en-US" sz="2800" i="1">
                            <a:solidFill>
                              <a:srgbClr val="FF0000"/>
                            </a:solidFill>
                            <a:latin typeface="Cambria Math"/>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r>
                              <a:rPr lang="en-US" sz="2800" i="1">
                                <a:solidFill>
                                  <a:srgbClr val="FF0000"/>
                                </a:solidFill>
                                <a:latin typeface="Cambria Math"/>
                              </a:rPr>
                              <m:t>+1</m:t>
                            </m:r>
                          </m:sub>
                        </m:sSub>
                      </m:e>
                    </m:d>
                    <m:r>
                      <a:rPr lang="en-US" sz="2800" i="1">
                        <a:solidFill>
                          <a:srgbClr val="FF0000"/>
                        </a:solidFill>
                        <a:latin typeface="Cambria Math"/>
                      </a:rPr>
                      <m:t>∈</m:t>
                    </m:r>
                    <m:r>
                      <a:rPr lang="en-US" sz="2800" i="1">
                        <a:solidFill>
                          <a:srgbClr val="FF0000"/>
                        </a:solidFill>
                        <a:latin typeface="Cambria Math"/>
                      </a:rPr>
                      <m:t>𝐸</m:t>
                    </m:r>
                  </m:oMath>
                </a14:m>
                <a:endParaRPr lang="en-US" sz="2800" dirty="0">
                  <a:solidFill>
                    <a:srgbClr val="FF000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4818101" y="1135560"/>
                <a:ext cx="5492466" cy="954107"/>
              </a:xfrm>
              <a:prstGeom prst="rect">
                <a:avLst/>
              </a:prstGeom>
              <a:blipFill>
                <a:blip r:embed="rId2"/>
                <a:stretch>
                  <a:fillRect l="-2074" t="-5195" b="-15584"/>
                </a:stretch>
              </a:blipFill>
            </p:spPr>
            <p:txBody>
              <a:bodyPr/>
              <a:lstStyle/>
              <a:p>
                <a:r>
                  <a:rPr lang="en-US">
                    <a:noFill/>
                  </a:rPr>
                  <a:t> </a:t>
                </a:r>
              </a:p>
            </p:txBody>
          </p:sp>
        </mc:Fallback>
      </mc:AlternateContent>
      <p:sp>
        <p:nvSpPr>
          <p:cNvPr id="52" name="TextBox 51"/>
          <p:cNvSpPr txBox="1"/>
          <p:nvPr/>
        </p:nvSpPr>
        <p:spPr>
          <a:xfrm>
            <a:off x="1783389" y="4800601"/>
            <a:ext cx="4108321" cy="1384995"/>
          </a:xfrm>
          <a:prstGeom prst="rect">
            <a:avLst/>
          </a:prstGeom>
          <a:noFill/>
        </p:spPr>
        <p:txBody>
          <a:bodyPr wrap="square" rtlCol="0">
            <a:spAutoFit/>
          </a:bodyPr>
          <a:lstStyle/>
          <a:p>
            <a:r>
              <a:rPr lang="en-US" sz="2800" u="sng" dirty="0"/>
              <a:t>Simple Path:</a:t>
            </a:r>
          </a:p>
          <a:p>
            <a:r>
              <a:rPr lang="en-US" sz="2800" dirty="0"/>
              <a:t>A path in which each node appears at most once</a:t>
            </a:r>
          </a:p>
        </p:txBody>
      </p:sp>
      <p:sp>
        <p:nvSpPr>
          <p:cNvPr id="154" name="TextBox 153"/>
          <p:cNvSpPr txBox="1"/>
          <p:nvPr/>
        </p:nvSpPr>
        <p:spPr>
          <a:xfrm>
            <a:off x="6559680" y="4800600"/>
            <a:ext cx="4108321" cy="1384995"/>
          </a:xfrm>
          <a:prstGeom prst="rect">
            <a:avLst/>
          </a:prstGeom>
          <a:noFill/>
        </p:spPr>
        <p:txBody>
          <a:bodyPr wrap="square" rtlCol="0">
            <a:spAutoFit/>
          </a:bodyPr>
          <a:lstStyle/>
          <a:p>
            <a:r>
              <a:rPr lang="en-US" sz="2800" u="sng" dirty="0"/>
              <a:t>Cycle:</a:t>
            </a:r>
          </a:p>
          <a:p>
            <a:r>
              <a:rPr lang="en-US" sz="2800" dirty="0"/>
              <a:t>A path which starts and ends in the same place</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D98F02B-1325-5024-78FE-728758E8AA79}"/>
                  </a:ext>
                </a:extLst>
              </p14:cNvPr>
              <p14:cNvContentPartPr/>
              <p14:nvPr/>
            </p14:nvContentPartPr>
            <p14:xfrm>
              <a:off x="937080" y="1396080"/>
              <a:ext cx="8837280" cy="3680280"/>
            </p14:xfrm>
          </p:contentPart>
        </mc:Choice>
        <mc:Fallback>
          <p:pic>
            <p:nvPicPr>
              <p:cNvPr id="3" name="Ink 2">
                <a:extLst>
                  <a:ext uri="{FF2B5EF4-FFF2-40B4-BE49-F238E27FC236}">
                    <a16:creationId xmlns:a16="http://schemas.microsoft.com/office/drawing/2014/main" id="{3D98F02B-1325-5024-78FE-728758E8AA79}"/>
                  </a:ext>
                </a:extLst>
              </p:cNvPr>
              <p:cNvPicPr/>
              <p:nvPr/>
            </p:nvPicPr>
            <p:blipFill>
              <a:blip r:embed="rId4"/>
              <a:stretch>
                <a:fillRect/>
              </a:stretch>
            </p:blipFill>
            <p:spPr>
              <a:xfrm>
                <a:off x="927720" y="1386720"/>
                <a:ext cx="8856000" cy="3699000"/>
              </a:xfrm>
              <a:prstGeom prst="rect">
                <a:avLst/>
              </a:prstGeom>
            </p:spPr>
          </p:pic>
        </mc:Fallback>
      </mc:AlternateContent>
    </p:spTree>
    <p:extLst>
      <p:ext uri="{BB962C8B-B14F-4D97-AF65-F5344CB8AC3E}">
        <p14:creationId xmlns:p14="http://schemas.microsoft.com/office/powerpoint/2010/main" val="1501057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(Strongly)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55" t="-6579" b="-15789"/>
                </a:stretch>
              </a:blipFill>
            </p:spPr>
            <p:txBody>
              <a:bodyPr/>
              <a:lstStyle/>
              <a:p>
                <a:r>
                  <a:rPr lang="en-US">
                    <a:noFill/>
                  </a:rPr>
                  <a:t> </a:t>
                </a:r>
              </a:p>
            </p:txBody>
          </p:sp>
        </mc:Fallback>
      </mc:AlternateContent>
      <p:grpSp>
        <p:nvGrpSpPr>
          <p:cNvPr id="47" name="Group 46" descr="An illustration of the following undirected graph:&#10;&#10;The vertices are: 1,2,3,4,5,6,7,8&#10;The edges are as follows:&#10;(1,2), (1,3), &#10;(2,5), (2,3), &#10;(3,4), (3,6), &#10;(4,5), (4,6), &#10;(5,7), (5,8), &#10;(6,7), &#10;(7,8), (7,9), &#10;(8,9)&#10;&#10;Because we can identify a path from any node to any other node in this graph, it is connected.">
            <a:extLst>
              <a:ext uri="{FF2B5EF4-FFF2-40B4-BE49-F238E27FC236}">
                <a16:creationId xmlns:a16="http://schemas.microsoft.com/office/drawing/2014/main" id="{2B921582-14F2-2CDF-EE5D-D0B88021BD72}"/>
              </a:ext>
            </a:extLst>
          </p:cNvPr>
          <p:cNvGrpSpPr/>
          <p:nvPr/>
        </p:nvGrpSpPr>
        <p:grpSpPr>
          <a:xfrm>
            <a:off x="1616182" y="3116577"/>
            <a:ext cx="4301146" cy="3151832"/>
            <a:chOff x="1616182" y="3116577"/>
            <a:chExt cx="4301146" cy="3151832"/>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616182" y="3116577"/>
              <a:ext cx="4301146" cy="2374232"/>
              <a:chOff x="0" y="3020093"/>
              <a:chExt cx="7044346" cy="3888478"/>
            </a:xfrm>
          </p:grpSpPr>
          <p:cxnSp>
            <p:nvCxnSpPr>
              <p:cNvPr id="32" name="Straight Connector 31">
                <a:extLst>
                  <a:ext uri="{FF2B5EF4-FFF2-40B4-BE49-F238E27FC236}">
                    <a16:creationId xmlns:a16="http://schemas.microsoft.com/office/drawing/2014/main" id="{5E1BD8B7-4CC3-76C2-B59D-BB8E9AB4F6AB}"/>
                  </a:ext>
                </a:extLst>
              </p:cNvPr>
              <p:cNvCxnSpPr>
                <a:stCxn id="85" idx="7"/>
                <a:endCxn id="8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stCxn id="86" idx="6"/>
                <a:endCxn id="89"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stCxn id="85" idx="4"/>
                <a:endCxn id="8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stCxn id="88" idx="3"/>
                <a:endCxn id="8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ECCA56-B715-95D0-83A6-60AF5A7297FF}"/>
                  </a:ext>
                </a:extLst>
              </p:cNvPr>
              <p:cNvCxnSpPr>
                <a:stCxn id="90" idx="2"/>
                <a:endCxn id="87"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2590685-BC32-4A6F-5A37-D6428C971D84}"/>
                  </a:ext>
                </a:extLst>
              </p:cNvPr>
              <p:cNvCxnSpPr>
                <a:stCxn id="88" idx="5"/>
                <a:endCxn id="9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22BE66F-CBDB-9CEF-9F06-ADB5F68BD1CB}"/>
                  </a:ext>
                </a:extLst>
              </p:cNvPr>
              <p:cNvCxnSpPr>
                <a:stCxn id="88" idx="7"/>
                <a:endCxn id="8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ED1E064-189B-F03C-1A06-B7A4627BCB55}"/>
                  </a:ext>
                </a:extLst>
              </p:cNvPr>
              <p:cNvCxnSpPr>
                <a:stCxn id="90" idx="6"/>
                <a:endCxn id="9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FDEE05-0F64-09AD-162E-CEBA1DE2EEA0}"/>
                  </a:ext>
                </a:extLst>
              </p:cNvPr>
              <p:cNvCxnSpPr>
                <a:stCxn id="91" idx="1"/>
                <a:endCxn id="8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0AC6570-6D5A-48F4-4C13-5FEA4B295FA6}"/>
                  </a:ext>
                </a:extLst>
              </p:cNvPr>
              <p:cNvCxnSpPr>
                <a:stCxn id="93" idx="2"/>
                <a:endCxn id="89"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A429117-4959-566E-2650-71AFD0E1BBAA}"/>
                  </a:ext>
                </a:extLst>
              </p:cNvPr>
              <p:cNvCxnSpPr>
                <a:stCxn id="91" idx="0"/>
                <a:endCxn id="93"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EDC6FD-F830-449D-BEA8-3A01CC00C88D}"/>
                  </a:ext>
                </a:extLst>
              </p:cNvPr>
              <p:cNvCxnSpPr>
                <a:stCxn id="92" idx="1"/>
                <a:endCxn id="93"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25B0E-E771-8B2A-813B-1C9C414A2711}"/>
                  </a:ext>
                </a:extLst>
              </p:cNvPr>
              <p:cNvCxnSpPr>
                <a:stCxn id="92" idx="3"/>
                <a:endCxn id="9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stCxn id="86" idx="4"/>
                <a:endCxn id="87"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9" name="Oval 88">
                <a:extLst>
                  <a:ext uri="{FF2B5EF4-FFF2-40B4-BE49-F238E27FC236}">
                    <a16:creationId xmlns:a16="http://schemas.microsoft.com/office/drawing/2014/main" id="{A85C5B94-C7C8-EF44-98C4-BE12B03F598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0" name="Oval 89">
                <a:extLst>
                  <a:ext uri="{FF2B5EF4-FFF2-40B4-BE49-F238E27FC236}">
                    <a16:creationId xmlns:a16="http://schemas.microsoft.com/office/drawing/2014/main" id="{B2B540B4-CB17-9AE6-4BB0-4C37019F57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91" name="Oval 90">
                <a:extLst>
                  <a:ext uri="{FF2B5EF4-FFF2-40B4-BE49-F238E27FC236}">
                    <a16:creationId xmlns:a16="http://schemas.microsoft.com/office/drawing/2014/main" id="{33EC8594-8ABF-2A8A-5F6C-A051BCCEB0DB}"/>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2" name="Oval 91">
                <a:extLst>
                  <a:ext uri="{FF2B5EF4-FFF2-40B4-BE49-F238E27FC236}">
                    <a16:creationId xmlns:a16="http://schemas.microsoft.com/office/drawing/2014/main" id="{4BEDAF14-D53E-75A5-E285-6B0F2B4BACC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3" name="Oval 92">
                <a:extLst>
                  <a:ext uri="{FF2B5EF4-FFF2-40B4-BE49-F238E27FC236}">
                    <a16:creationId xmlns:a16="http://schemas.microsoft.com/office/drawing/2014/main" id="{A3638133-CC72-9171-3757-AEDA085786C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
          <p:nvSpPr>
            <p:cNvPr id="45" name="TextBox 44">
              <a:extLst>
                <a:ext uri="{FF2B5EF4-FFF2-40B4-BE49-F238E27FC236}">
                  <a16:creationId xmlns:a16="http://schemas.microsoft.com/office/drawing/2014/main" id="{1E0F26B5-366A-711E-D723-7F1979D24DA8}"/>
                </a:ext>
              </a:extLst>
            </p:cNvPr>
            <p:cNvSpPr txBox="1"/>
            <p:nvPr/>
          </p:nvSpPr>
          <p:spPr>
            <a:xfrm>
              <a:off x="2548407" y="5745189"/>
              <a:ext cx="1756571" cy="523220"/>
            </a:xfrm>
            <a:prstGeom prst="rect">
              <a:avLst/>
            </a:prstGeom>
            <a:noFill/>
          </p:spPr>
          <p:txBody>
            <a:bodyPr wrap="none" rtlCol="0">
              <a:spAutoFit/>
            </a:bodyPr>
            <a:lstStyle/>
            <a:p>
              <a:r>
                <a:rPr lang="en-US" sz="2800" dirty="0"/>
                <a:t>Connected</a:t>
              </a:r>
            </a:p>
          </p:txBody>
        </p:sp>
      </p:grpSp>
      <p:grpSp>
        <p:nvGrpSpPr>
          <p:cNvPr id="48" name="Group 47" descr="An illustration of the following undirected graph:&#10;&#10;The vertices are: 1,2,3,4,5,6,7,8&#10;The edges are as follows:&#10;(1,2), (1,3), &#10;(2,5), &#10;(3,2), (3,4), (3,6), &#10;(4,6), &#10;(5,4), (5,8), &#10;(6,3),  &#10;(7,5), (7,6), (7,8) &#10;(8,7),&#10;(9,7), (9,8)&#10;&#10;To be strongly connected we need to be able to identify a path from any node to any other node. Even thought there is a path from node 9 to node 7, there is not a path from node 7 to node 9, so it is not strongly connected.">
            <a:extLst>
              <a:ext uri="{FF2B5EF4-FFF2-40B4-BE49-F238E27FC236}">
                <a16:creationId xmlns:a16="http://schemas.microsoft.com/office/drawing/2014/main" id="{905F0962-A3E0-271C-79D6-0552E34A7DD3}"/>
              </a:ext>
            </a:extLst>
          </p:cNvPr>
          <p:cNvGrpSpPr/>
          <p:nvPr/>
        </p:nvGrpSpPr>
        <p:grpSpPr>
          <a:xfrm>
            <a:off x="7066996" y="2971845"/>
            <a:ext cx="4385159" cy="3327415"/>
            <a:chOff x="7066996" y="2971845"/>
            <a:chExt cx="4385159" cy="3327415"/>
          </a:xfrm>
        </p:grpSpPr>
        <p:grpSp>
          <p:nvGrpSpPr>
            <p:cNvPr id="3" name="Group 2" descr="An illustration of the following undirected graph:&#10;&#10;The vertices are: 1,2,3,4,5,6,7,8&#10;The edges are as follows:&#10;(1,2), (1,3), &#10;(2,5), &#10;(3,2), (3,4), (3,6), &#10;(4,6), &#10;(5,4), (5,8), &#10;(6,3),  &#10;(7,5), (7,6), (7,8) &#10;(8,7),&#10;(9,7), (9,8)">
              <a:extLst>
                <a:ext uri="{FF2B5EF4-FFF2-40B4-BE49-F238E27FC236}">
                  <a16:creationId xmlns:a16="http://schemas.microsoft.com/office/drawing/2014/main" id="{81BF1141-E287-AF7C-AFF5-2F8E9B62CA1A}"/>
                </a:ext>
              </a:extLst>
            </p:cNvPr>
            <p:cNvGrpSpPr/>
            <p:nvPr/>
          </p:nvGrpSpPr>
          <p:grpSpPr>
            <a:xfrm>
              <a:off x="7066996" y="2971845"/>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1DBCCB78-25D1-DA64-D181-C086C657BD95}"/>
                </a:ext>
              </a:extLst>
            </p:cNvPr>
            <p:cNvSpPr txBox="1"/>
            <p:nvPr/>
          </p:nvSpPr>
          <p:spPr>
            <a:xfrm>
              <a:off x="7493777" y="5776040"/>
              <a:ext cx="3846694" cy="523220"/>
            </a:xfrm>
            <a:prstGeom prst="rect">
              <a:avLst/>
            </a:prstGeom>
            <a:noFill/>
          </p:spPr>
          <p:txBody>
            <a:bodyPr wrap="none" rtlCol="0">
              <a:spAutoFit/>
            </a:bodyPr>
            <a:lstStyle/>
            <a:p>
              <a:r>
                <a:rPr lang="en-US" sz="2800" dirty="0"/>
                <a:t>Not (strongly) Connected</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2F43A25-29D5-E9D9-7423-0F30A261B93C}"/>
                  </a:ext>
                </a:extLst>
              </p14:cNvPr>
              <p14:cNvContentPartPr/>
              <p14:nvPr/>
            </p14:nvContentPartPr>
            <p14:xfrm>
              <a:off x="6305040" y="4849560"/>
              <a:ext cx="891360" cy="793440"/>
            </p14:xfrm>
          </p:contentPart>
        </mc:Choice>
        <mc:Fallback>
          <p:pic>
            <p:nvPicPr>
              <p:cNvPr id="4" name="Ink 3">
                <a:extLst>
                  <a:ext uri="{FF2B5EF4-FFF2-40B4-BE49-F238E27FC236}">
                    <a16:creationId xmlns:a16="http://schemas.microsoft.com/office/drawing/2014/main" id="{C2F43A25-29D5-E9D9-7423-0F30A261B93C}"/>
                  </a:ext>
                </a:extLst>
              </p:cNvPr>
              <p:cNvPicPr/>
              <p:nvPr/>
            </p:nvPicPr>
            <p:blipFill>
              <a:blip r:embed="rId4"/>
              <a:stretch>
                <a:fillRect/>
              </a:stretch>
            </p:blipFill>
            <p:spPr>
              <a:xfrm>
                <a:off x="6295680" y="4840200"/>
                <a:ext cx="910080" cy="812160"/>
              </a:xfrm>
              <a:prstGeom prst="rect">
                <a:avLst/>
              </a:prstGeom>
            </p:spPr>
          </p:pic>
        </mc:Fallback>
      </mc:AlternateContent>
    </p:spTree>
    <p:extLst>
      <p:ext uri="{BB962C8B-B14F-4D97-AF65-F5344CB8AC3E}">
        <p14:creationId xmlns:p14="http://schemas.microsoft.com/office/powerpoint/2010/main" val="3376358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Weakly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r>
                  <a:rPr lang="en-US" sz="2800" dirty="0"/>
                  <a:t> ignoring direction of edges</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Even though the graph was not strongly connected, by ignoring edge direction we can get from any node to any other node, making it weakly connected.">
            <a:extLst>
              <a:ext uri="{FF2B5EF4-FFF2-40B4-BE49-F238E27FC236}">
                <a16:creationId xmlns:a16="http://schemas.microsoft.com/office/drawing/2014/main" id="{19BC0474-2A8C-0AB9-1FE3-EA12B04EF99D}"/>
              </a:ext>
            </a:extLst>
          </p:cNvPr>
          <p:cNvGrpSpPr/>
          <p:nvPr/>
        </p:nvGrpSpPr>
        <p:grpSpPr>
          <a:xfrm>
            <a:off x="1345045" y="3509073"/>
            <a:ext cx="4385159" cy="3094574"/>
            <a:chOff x="1345045" y="3509073"/>
            <a:chExt cx="4385159" cy="3094574"/>
          </a:xfrm>
        </p:grpSpPr>
        <p:grpSp>
          <p:nvGrpSpPr>
            <p:cNvPr id="3" name="Group 2">
              <a:extLst>
                <a:ext uri="{FF2B5EF4-FFF2-40B4-BE49-F238E27FC236}">
                  <a16:creationId xmlns:a16="http://schemas.microsoft.com/office/drawing/2014/main" id="{81BF1141-E287-AF7C-AFF5-2F8E9B62CA1A}"/>
                </a:ext>
              </a:extLst>
            </p:cNvPr>
            <p:cNvGrpSpPr/>
            <p:nvPr/>
          </p:nvGrpSpPr>
          <p:grpSpPr>
            <a:xfrm>
              <a:off x="1345045" y="3509073"/>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E1BE191-9ADF-A0F9-9404-022D8FA417F2}"/>
                </a:ext>
              </a:extLst>
            </p:cNvPr>
            <p:cNvSpPr txBox="1"/>
            <p:nvPr/>
          </p:nvSpPr>
          <p:spPr>
            <a:xfrm>
              <a:off x="2038851" y="6080427"/>
              <a:ext cx="2900794" cy="523220"/>
            </a:xfrm>
            <a:prstGeom prst="rect">
              <a:avLst/>
            </a:prstGeom>
            <a:noFill/>
          </p:spPr>
          <p:txBody>
            <a:bodyPr wrap="none" rtlCol="0">
              <a:spAutoFit/>
            </a:bodyPr>
            <a:lstStyle/>
            <a:p>
              <a:r>
                <a:rPr lang="en-US" sz="2800" dirty="0"/>
                <a:t>Weakly Connected</a:t>
              </a:r>
            </a:p>
          </p:txBody>
        </p:sp>
      </p:grpSp>
      <p:grpSp>
        <p:nvGrpSpPr>
          <p:cNvPr id="32" name="Group 31" descr="An illustration of the following undirected graph:&#10;&#10;The vertices are: 1,2,3,4,5,6,7,8&#10;The edges are as follows:&#10;(1,2), (1,3), &#10;(2,5), &#10;(3,2),  &#10;(4,6),  &#10;(7,6), (7,8) &#10;(8,7),&#10;(9,7), (9,8)&#10;&#10;Even if we ignore edge direction, there is no path from 5 to 4, making this graph not weakly connected.">
            <a:extLst>
              <a:ext uri="{FF2B5EF4-FFF2-40B4-BE49-F238E27FC236}">
                <a16:creationId xmlns:a16="http://schemas.microsoft.com/office/drawing/2014/main" id="{FFB8F1B0-54C6-58CB-256F-D049A914D62C}"/>
              </a:ext>
            </a:extLst>
          </p:cNvPr>
          <p:cNvGrpSpPr/>
          <p:nvPr/>
        </p:nvGrpSpPr>
        <p:grpSpPr>
          <a:xfrm>
            <a:off x="6788205" y="3626901"/>
            <a:ext cx="4385159" cy="3094574"/>
            <a:chOff x="6788205" y="3626901"/>
            <a:chExt cx="4385159" cy="3094574"/>
          </a:xfrm>
        </p:grpSpPr>
        <p:grpSp>
          <p:nvGrpSpPr>
            <p:cNvPr id="46" name="Group 45">
              <a:extLst>
                <a:ext uri="{FF2B5EF4-FFF2-40B4-BE49-F238E27FC236}">
                  <a16:creationId xmlns:a16="http://schemas.microsoft.com/office/drawing/2014/main" id="{F84C5F6F-58DE-3FC1-BB80-93719F85BC73}"/>
                </a:ext>
              </a:extLst>
            </p:cNvPr>
            <p:cNvGrpSpPr/>
            <p:nvPr/>
          </p:nvGrpSpPr>
          <p:grpSpPr>
            <a:xfrm>
              <a:off x="6788205" y="3626901"/>
              <a:ext cx="4385159" cy="2420607"/>
              <a:chOff x="1524000" y="2625729"/>
              <a:chExt cx="7044346" cy="3888478"/>
            </a:xfrm>
          </p:grpSpPr>
          <p:grpSp>
            <p:nvGrpSpPr>
              <p:cNvPr id="47" name="Group 46">
                <a:extLst>
                  <a:ext uri="{FF2B5EF4-FFF2-40B4-BE49-F238E27FC236}">
                    <a16:creationId xmlns:a16="http://schemas.microsoft.com/office/drawing/2014/main" id="{18CB4F3E-CB23-97A6-EFAF-F9BD45269D39}"/>
                  </a:ext>
                </a:extLst>
              </p:cNvPr>
              <p:cNvGrpSpPr/>
              <p:nvPr/>
            </p:nvGrpSpPr>
            <p:grpSpPr>
              <a:xfrm>
                <a:off x="1524000" y="2625729"/>
                <a:ext cx="7044346" cy="3888478"/>
                <a:chOff x="0" y="3020093"/>
                <a:chExt cx="7044346" cy="3888478"/>
              </a:xfrm>
            </p:grpSpPr>
            <p:cxnSp>
              <p:nvCxnSpPr>
                <p:cNvPr id="50" name="Straight Connector 49">
                  <a:extLst>
                    <a:ext uri="{FF2B5EF4-FFF2-40B4-BE49-F238E27FC236}">
                      <a16:creationId xmlns:a16="http://schemas.microsoft.com/office/drawing/2014/main" id="{82DF5C0A-E8F2-69C9-D8DE-36C592DB1F35}"/>
                    </a:ext>
                  </a:extLst>
                </p:cNvPr>
                <p:cNvCxnSpPr>
                  <a:stCxn id="65" idx="7"/>
                  <a:endCxn id="66"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36BDB3A-6A37-BF11-EE32-6CDC3F572EC1}"/>
                    </a:ext>
                  </a:extLst>
                </p:cNvPr>
                <p:cNvCxnSpPr>
                  <a:stCxn id="66" idx="6"/>
                  <a:endCxn id="69"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0D29429-F6EA-7784-1BA6-CCC4A20D5296}"/>
                    </a:ext>
                  </a:extLst>
                </p:cNvPr>
                <p:cNvCxnSpPr>
                  <a:stCxn id="65" idx="4"/>
                  <a:endCxn id="67"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F6D26E9-C424-E5E0-5828-DC247F0AE23F}"/>
                    </a:ext>
                  </a:extLst>
                </p:cNvPr>
                <p:cNvCxnSpPr>
                  <a:stCxn id="68" idx="5"/>
                  <a:endCxn id="7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E300FF0-365B-494E-20E5-01CB17669309}"/>
                    </a:ext>
                  </a:extLst>
                </p:cNvPr>
                <p:cNvCxnSpPr>
                  <a:stCxn id="70" idx="6"/>
                  <a:endCxn id="71"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B2ACCC7-4379-03F2-199D-6BA7A3ABBDB0}"/>
                    </a:ext>
                  </a:extLst>
                </p:cNvPr>
                <p:cNvCxnSpPr>
                  <a:stCxn id="71" idx="0"/>
                  <a:endCxn id="73"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FA6315-8521-AC29-8B30-A0CA8E3B459C}"/>
                    </a:ext>
                  </a:extLst>
                </p:cNvPr>
                <p:cNvCxnSpPr>
                  <a:stCxn id="72" idx="1"/>
                  <a:endCxn id="73"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5F159AA-0EEA-ADC5-8921-C9C56BA6C0DF}"/>
                    </a:ext>
                  </a:extLst>
                </p:cNvPr>
                <p:cNvCxnSpPr>
                  <a:stCxn id="72" idx="3"/>
                  <a:endCxn id="7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7F9E7C5-BC15-996A-D145-12AEB7E95473}"/>
                    </a:ext>
                  </a:extLst>
                </p:cNvPr>
                <p:cNvCxnSpPr>
                  <a:stCxn id="66" idx="4"/>
                  <a:endCxn id="67"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CF46F7D-3C0A-7812-5BC4-CD5BDEA859B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6" name="Oval 65">
                  <a:extLst>
                    <a:ext uri="{FF2B5EF4-FFF2-40B4-BE49-F238E27FC236}">
                      <a16:creationId xmlns:a16="http://schemas.microsoft.com/office/drawing/2014/main" id="{941D961C-8CE3-DBC7-EE64-675C6FF1BF1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7" name="Oval 66">
                  <a:extLst>
                    <a:ext uri="{FF2B5EF4-FFF2-40B4-BE49-F238E27FC236}">
                      <a16:creationId xmlns:a16="http://schemas.microsoft.com/office/drawing/2014/main" id="{64CF45A4-1E9B-24B3-185C-1ADC7D62BEF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8" name="Oval 67">
                  <a:extLst>
                    <a:ext uri="{FF2B5EF4-FFF2-40B4-BE49-F238E27FC236}">
                      <a16:creationId xmlns:a16="http://schemas.microsoft.com/office/drawing/2014/main" id="{55B9325F-60F2-4882-622D-1D708738D72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9" name="Oval 68">
                  <a:extLst>
                    <a:ext uri="{FF2B5EF4-FFF2-40B4-BE49-F238E27FC236}">
                      <a16:creationId xmlns:a16="http://schemas.microsoft.com/office/drawing/2014/main" id="{5458B5D4-3984-6FCD-0CF4-D6AD24A1920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0" name="Oval 69">
                  <a:extLst>
                    <a:ext uri="{FF2B5EF4-FFF2-40B4-BE49-F238E27FC236}">
                      <a16:creationId xmlns:a16="http://schemas.microsoft.com/office/drawing/2014/main" id="{3C8E179C-59A4-27DB-665D-DC9BAB2B8C9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1" name="Oval 70">
                  <a:extLst>
                    <a:ext uri="{FF2B5EF4-FFF2-40B4-BE49-F238E27FC236}">
                      <a16:creationId xmlns:a16="http://schemas.microsoft.com/office/drawing/2014/main" id="{00B9E416-A418-F46B-9E32-E1B19FA507A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2" name="Oval 71">
                  <a:extLst>
                    <a:ext uri="{FF2B5EF4-FFF2-40B4-BE49-F238E27FC236}">
                      <a16:creationId xmlns:a16="http://schemas.microsoft.com/office/drawing/2014/main" id="{90DCD95A-6DC3-DEE9-8A08-6540DC6B46E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3" name="Oval 72">
                  <a:extLst>
                    <a:ext uri="{FF2B5EF4-FFF2-40B4-BE49-F238E27FC236}">
                      <a16:creationId xmlns:a16="http://schemas.microsoft.com/office/drawing/2014/main" id="{BB8AC4A4-A928-9D1A-72E3-E11A496D884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48" name="Straight Connector 47">
                <a:extLst>
                  <a:ext uri="{FF2B5EF4-FFF2-40B4-BE49-F238E27FC236}">
                    <a16:creationId xmlns:a16="http://schemas.microsoft.com/office/drawing/2014/main" id="{5AEFFE30-A635-FC0A-A611-D53C6175AA53}"/>
                  </a:ext>
                </a:extLst>
              </p:cNvPr>
              <p:cNvCxnSpPr>
                <a:cxnSpLocks/>
                <a:stCxn id="71" idx="7"/>
                <a:endCxn id="73"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CD567A0-55DE-E659-0F5F-1C52C0C2E415}"/>
                </a:ext>
              </a:extLst>
            </p:cNvPr>
            <p:cNvSpPr txBox="1"/>
            <p:nvPr/>
          </p:nvSpPr>
          <p:spPr>
            <a:xfrm>
              <a:off x="7482011" y="6198255"/>
              <a:ext cx="3524363" cy="523220"/>
            </a:xfrm>
            <a:prstGeom prst="rect">
              <a:avLst/>
            </a:prstGeom>
            <a:noFill/>
          </p:spPr>
          <p:txBody>
            <a:bodyPr wrap="none" rtlCol="0">
              <a:spAutoFit/>
            </a:bodyPr>
            <a:lstStyle/>
            <a:p>
              <a:r>
                <a:rPr lang="en-US" sz="2800" dirty="0"/>
                <a:t>Not Weakly Connected</a:t>
              </a:r>
            </a:p>
          </p:txBody>
        </p:sp>
      </p:grpSp>
    </p:spTree>
    <p:extLst>
      <p:ext uri="{BB962C8B-B14F-4D97-AF65-F5344CB8AC3E}">
        <p14:creationId xmlns:p14="http://schemas.microsoft.com/office/powerpoint/2010/main" val="359573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tree if it is undirect, connected, and has no cycles (i.e. is acyclic).</a:t>
                </a:r>
              </a:p>
              <a:p>
                <a:r>
                  <a:rPr lang="en-US" sz="2800" dirty="0"/>
                  <a:t>Often one node is identified as the “root”</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 name="Group 2"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DCEB1014-8469-0178-3638-23CF18E510B7}"/>
              </a:ext>
            </a:extLst>
          </p:cNvPr>
          <p:cNvGrpSpPr/>
          <p:nvPr/>
        </p:nvGrpSpPr>
        <p:grpSpPr>
          <a:xfrm>
            <a:off x="222637" y="3116577"/>
            <a:ext cx="4301146" cy="3033293"/>
            <a:chOff x="222637" y="3116577"/>
            <a:chExt cx="4301146" cy="3033293"/>
          </a:xfrm>
        </p:grpSpPr>
        <p:sp>
          <p:nvSpPr>
            <p:cNvPr id="78" name="TextBox 77">
              <a:extLst>
                <a:ext uri="{FF2B5EF4-FFF2-40B4-BE49-F238E27FC236}">
                  <a16:creationId xmlns:a16="http://schemas.microsoft.com/office/drawing/2014/main" id="{CB26A4FB-1FF3-22E3-008F-C86C19A60FCA}"/>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103" name="Group 102">
              <a:extLst>
                <a:ext uri="{FF2B5EF4-FFF2-40B4-BE49-F238E27FC236}">
                  <a16:creationId xmlns:a16="http://schemas.microsoft.com/office/drawing/2014/main" id="{A5759540-9AC3-0DDB-F03A-ACDE045114E3}"/>
                </a:ext>
              </a:extLst>
            </p:cNvPr>
            <p:cNvGrpSpPr/>
            <p:nvPr/>
          </p:nvGrpSpPr>
          <p:grpSpPr>
            <a:xfrm>
              <a:off x="222637" y="3116577"/>
              <a:ext cx="4301146" cy="2374232"/>
              <a:chOff x="0" y="3020093"/>
              <a:chExt cx="7044346" cy="3888478"/>
            </a:xfrm>
          </p:grpSpPr>
          <p:cxnSp>
            <p:nvCxnSpPr>
              <p:cNvPr id="104" name="Straight Connector 103">
                <a:extLst>
                  <a:ext uri="{FF2B5EF4-FFF2-40B4-BE49-F238E27FC236}">
                    <a16:creationId xmlns:a16="http://schemas.microsoft.com/office/drawing/2014/main" id="{3579F93B-7403-10DF-E95E-AAEF3BA6A367}"/>
                  </a:ext>
                </a:extLst>
              </p:cNvPr>
              <p:cNvCxnSpPr>
                <a:stCxn id="118" idx="7"/>
                <a:endCxn id="119"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D78E9FC-207A-E53D-7517-EEF9FF99AAF2}"/>
                  </a:ext>
                </a:extLst>
              </p:cNvPr>
              <p:cNvCxnSpPr>
                <a:stCxn id="118" idx="4"/>
                <a:endCxn id="120"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6C4985-38E1-46D6-CB4D-A6A98BD9ED77}"/>
                  </a:ext>
                </a:extLst>
              </p:cNvPr>
              <p:cNvCxnSpPr>
                <a:stCxn id="121" idx="3"/>
                <a:endCxn id="120"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D22C930-0352-6899-1E98-8A3AA06731A6}"/>
                  </a:ext>
                </a:extLst>
              </p:cNvPr>
              <p:cNvCxnSpPr>
                <a:stCxn id="121" idx="5"/>
                <a:endCxn id="123"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6F78A95-92D3-3C83-2D08-884970B4C01A}"/>
                  </a:ext>
                </a:extLst>
              </p:cNvPr>
              <p:cNvCxnSpPr>
                <a:stCxn id="121" idx="7"/>
                <a:endCxn id="122"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29927E5-909C-C044-BEFF-60F1FEE460A4}"/>
                  </a:ext>
                </a:extLst>
              </p:cNvPr>
              <p:cNvCxnSpPr>
                <a:stCxn id="126" idx="2"/>
                <a:endCxn id="122"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423522A-4F24-8A79-8AED-C46B27D17E35}"/>
                  </a:ext>
                </a:extLst>
              </p:cNvPr>
              <p:cNvCxnSpPr>
                <a:stCxn id="124" idx="0"/>
                <a:endCxn id="126"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7937C5B-8522-FE68-C63F-72C9C051B3D7}"/>
                  </a:ext>
                </a:extLst>
              </p:cNvPr>
              <p:cNvCxnSpPr>
                <a:stCxn id="125" idx="1"/>
                <a:endCxn id="126"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A6C4D89C-3C85-56BA-4BFC-56F1024D1EB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49B2B4FA-C1C9-855B-2015-97144E4F2F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0" name="Oval 119">
                <a:extLst>
                  <a:ext uri="{FF2B5EF4-FFF2-40B4-BE49-F238E27FC236}">
                    <a16:creationId xmlns:a16="http://schemas.microsoft.com/office/drawing/2014/main" id="{51D38388-C86D-1D9F-3601-C3BD0D65BAA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1" name="Oval 120">
                <a:extLst>
                  <a:ext uri="{FF2B5EF4-FFF2-40B4-BE49-F238E27FC236}">
                    <a16:creationId xmlns:a16="http://schemas.microsoft.com/office/drawing/2014/main" id="{4DB4CA7F-D981-B1C6-AD3C-CD1E9E7E4C5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2" name="Oval 121">
                <a:extLst>
                  <a:ext uri="{FF2B5EF4-FFF2-40B4-BE49-F238E27FC236}">
                    <a16:creationId xmlns:a16="http://schemas.microsoft.com/office/drawing/2014/main" id="{78C583B9-6AFF-9308-7CA5-EB8DD9BA17F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3" name="Oval 122">
                <a:extLst>
                  <a:ext uri="{FF2B5EF4-FFF2-40B4-BE49-F238E27FC236}">
                    <a16:creationId xmlns:a16="http://schemas.microsoft.com/office/drawing/2014/main" id="{3057C619-BB2D-5ED4-80D6-6576D285508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24" name="Oval 123">
                <a:extLst>
                  <a:ext uri="{FF2B5EF4-FFF2-40B4-BE49-F238E27FC236}">
                    <a16:creationId xmlns:a16="http://schemas.microsoft.com/office/drawing/2014/main" id="{269B7C16-C0D7-3D0C-6AB3-4D7B9EBFF8B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25" name="Oval 124">
                <a:extLst>
                  <a:ext uri="{FF2B5EF4-FFF2-40B4-BE49-F238E27FC236}">
                    <a16:creationId xmlns:a16="http://schemas.microsoft.com/office/drawing/2014/main" id="{CC7ABB57-BAD7-A7C2-0130-69898A09FBD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26" name="Oval 125">
                <a:extLst>
                  <a:ext uri="{FF2B5EF4-FFF2-40B4-BE49-F238E27FC236}">
                    <a16:creationId xmlns:a16="http://schemas.microsoft.com/office/drawing/2014/main" id="{3C278552-0929-7F80-E4A2-BC45124A87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grpSp>
        <p:nvGrpSpPr>
          <p:cNvPr id="5" name="Group 4" descr="An illustration of the following undirected graph (same as the previous):&#10;&#10;The vertices are: 1,2,3,4,5,6,7,8&#10;The edges are as follows:&#10;(1,2), (1,3), &#10;(3,4), &#10;(4,5), (4,6), &#10;(5,8), &#10;(7,8), &#10;(8,9)&#10;&#10;In this case we identify the node 4 as the root node, so we can think of it as follows:&#10;The root is 4&#10;4's children are 3, 6, 5&#10;3's child is 1&#10;6 has not children&#10;5's child is 8&#10;1's child is 2&#10;8's children are 7 and 9&#10;2, 7, 9 have no children.">
            <a:extLst>
              <a:ext uri="{FF2B5EF4-FFF2-40B4-BE49-F238E27FC236}">
                <a16:creationId xmlns:a16="http://schemas.microsoft.com/office/drawing/2014/main" id="{B9F77481-A614-CFA3-3507-723CADE21049}"/>
              </a:ext>
            </a:extLst>
          </p:cNvPr>
          <p:cNvGrpSpPr/>
          <p:nvPr/>
        </p:nvGrpSpPr>
        <p:grpSpPr>
          <a:xfrm>
            <a:off x="7891433" y="3069482"/>
            <a:ext cx="2908318" cy="3509915"/>
            <a:chOff x="7891433" y="3069482"/>
            <a:chExt cx="2908318" cy="3509915"/>
          </a:xfrm>
        </p:grpSpPr>
        <p:sp>
          <p:nvSpPr>
            <p:cNvPr id="127" name="TextBox 126">
              <a:extLst>
                <a:ext uri="{FF2B5EF4-FFF2-40B4-BE49-F238E27FC236}">
                  <a16:creationId xmlns:a16="http://schemas.microsoft.com/office/drawing/2014/main" id="{56204DC0-5532-D2DD-0951-4ED40E184A8D}"/>
                </a:ext>
              </a:extLst>
            </p:cNvPr>
            <p:cNvSpPr txBox="1"/>
            <p:nvPr/>
          </p:nvSpPr>
          <p:spPr>
            <a:xfrm>
              <a:off x="7891433" y="6056177"/>
              <a:ext cx="2908318" cy="523220"/>
            </a:xfrm>
            <a:prstGeom prst="rect">
              <a:avLst/>
            </a:prstGeom>
            <a:noFill/>
          </p:spPr>
          <p:txBody>
            <a:bodyPr wrap="square" rtlCol="0">
              <a:spAutoFit/>
            </a:bodyPr>
            <a:lstStyle/>
            <a:p>
              <a:r>
                <a:rPr lang="en-US" sz="2800" dirty="0"/>
                <a:t>A Rooted Tree</a:t>
              </a:r>
            </a:p>
          </p:txBody>
        </p:sp>
        <p:grpSp>
          <p:nvGrpSpPr>
            <p:cNvPr id="128" name="Group 127">
              <a:extLst>
                <a:ext uri="{FF2B5EF4-FFF2-40B4-BE49-F238E27FC236}">
                  <a16:creationId xmlns:a16="http://schemas.microsoft.com/office/drawing/2014/main" id="{8B85FD0C-A578-1C23-26A0-A573C8E06253}"/>
                </a:ext>
              </a:extLst>
            </p:cNvPr>
            <p:cNvGrpSpPr/>
            <p:nvPr/>
          </p:nvGrpSpPr>
          <p:grpSpPr>
            <a:xfrm>
              <a:off x="7972595" y="3069482"/>
              <a:ext cx="1931460" cy="2875894"/>
              <a:chOff x="1975975" y="3234315"/>
              <a:chExt cx="3163313" cy="4710092"/>
            </a:xfrm>
          </p:grpSpPr>
          <p:cxnSp>
            <p:nvCxnSpPr>
              <p:cNvPr id="129" name="Straight Connector 128">
                <a:extLst>
                  <a:ext uri="{FF2B5EF4-FFF2-40B4-BE49-F238E27FC236}">
                    <a16:creationId xmlns:a16="http://schemas.microsoft.com/office/drawing/2014/main" id="{50C46145-3AED-D952-D22E-5CD74086CFE4}"/>
                  </a:ext>
                </a:extLst>
              </p:cNvPr>
              <p:cNvCxnSpPr>
                <a:cxnSpLocks/>
                <a:stCxn id="137" idx="4"/>
                <a:endCxn id="138" idx="0"/>
              </p:cNvCxnSpPr>
              <p:nvPr/>
            </p:nvCxnSpPr>
            <p:spPr>
              <a:xfrm flipH="1">
                <a:off x="2232609" y="6436506"/>
                <a:ext cx="18769" cy="7053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FBDAA7A-E23D-7B4C-9341-DEC0ABC0901B}"/>
                  </a:ext>
                </a:extLst>
              </p:cNvPr>
              <p:cNvCxnSpPr>
                <a:cxnSpLocks/>
                <a:stCxn id="137" idx="0"/>
                <a:endCxn id="139" idx="4"/>
              </p:cNvCxnSpPr>
              <p:nvPr/>
            </p:nvCxnSpPr>
            <p:spPr>
              <a:xfrm flipH="1" flipV="1">
                <a:off x="2242545" y="5375694"/>
                <a:ext cx="8833" cy="547544"/>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ABF3FBD-AAF8-E87C-0AE3-3C7987960345}"/>
                  </a:ext>
                </a:extLst>
              </p:cNvPr>
              <p:cNvCxnSpPr>
                <a:cxnSpLocks/>
                <a:stCxn id="140" idx="3"/>
                <a:endCxn id="139" idx="7"/>
              </p:cNvCxnSpPr>
              <p:nvPr/>
            </p:nvCxnSpPr>
            <p:spPr>
              <a:xfrm flipH="1">
                <a:off x="2424013" y="3672417"/>
                <a:ext cx="533541" cy="1265175"/>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53F4EC0-D1D9-B03F-5C30-B3D5412FCFB0}"/>
                  </a:ext>
                </a:extLst>
              </p:cNvPr>
              <p:cNvCxnSpPr>
                <a:cxnSpLocks/>
                <a:stCxn id="140" idx="4"/>
                <a:endCxn id="142" idx="0"/>
              </p:cNvCxnSpPr>
              <p:nvPr/>
            </p:nvCxnSpPr>
            <p:spPr>
              <a:xfrm flipH="1">
                <a:off x="3113923" y="3747583"/>
                <a:ext cx="25099" cy="12212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44D2C2C-BFA5-F796-EEBA-B1BE3FD52820}"/>
                  </a:ext>
                </a:extLst>
              </p:cNvPr>
              <p:cNvCxnSpPr>
                <a:cxnSpLocks/>
                <a:stCxn id="140" idx="5"/>
                <a:endCxn id="141" idx="1"/>
              </p:cNvCxnSpPr>
              <p:nvPr/>
            </p:nvCxnSpPr>
            <p:spPr>
              <a:xfrm>
                <a:off x="3320490" y="3672417"/>
                <a:ext cx="478336" cy="128117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7B95E0A-9DDF-6B65-B8CC-4BA742F228DA}"/>
                  </a:ext>
                </a:extLst>
              </p:cNvPr>
              <p:cNvCxnSpPr>
                <a:cxnSpLocks/>
                <a:stCxn id="145" idx="0"/>
                <a:endCxn id="141" idx="4"/>
              </p:cNvCxnSpPr>
              <p:nvPr/>
            </p:nvCxnSpPr>
            <p:spPr>
              <a:xfrm flipH="1" flipV="1">
                <a:off x="3980294" y="5391695"/>
                <a:ext cx="244352" cy="899002"/>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3EB0404-14D3-1B52-3A0F-886A0478956C}"/>
                  </a:ext>
                </a:extLst>
              </p:cNvPr>
              <p:cNvCxnSpPr>
                <a:stCxn id="143" idx="0"/>
                <a:endCxn id="145" idx="3"/>
              </p:cNvCxnSpPr>
              <p:nvPr/>
            </p:nvCxnSpPr>
            <p:spPr>
              <a:xfrm flipV="1">
                <a:off x="3816291" y="6728800"/>
                <a:ext cx="226887" cy="702339"/>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C045A29-1865-0404-CBBC-2A9A656F44C8}"/>
                  </a:ext>
                </a:extLst>
              </p:cNvPr>
              <p:cNvCxnSpPr>
                <a:cxnSpLocks/>
                <a:stCxn id="144" idx="0"/>
                <a:endCxn id="145" idx="5"/>
              </p:cNvCxnSpPr>
              <p:nvPr/>
            </p:nvCxnSpPr>
            <p:spPr>
              <a:xfrm flipH="1" flipV="1">
                <a:off x="4406115" y="6728800"/>
                <a:ext cx="476539" cy="6027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C3DAB289-ACE3-40AF-161A-F60C3F5C8E6D}"/>
                  </a:ext>
                </a:extLst>
              </p:cNvPr>
              <p:cNvSpPr/>
              <p:nvPr/>
            </p:nvSpPr>
            <p:spPr>
              <a:xfrm>
                <a:off x="1994744" y="592323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8" name="Oval 137">
                <a:extLst>
                  <a:ext uri="{FF2B5EF4-FFF2-40B4-BE49-F238E27FC236}">
                    <a16:creationId xmlns:a16="http://schemas.microsoft.com/office/drawing/2014/main" id="{DF763AAF-F20B-3CCC-54B3-571FE59D285C}"/>
                  </a:ext>
                </a:extLst>
              </p:cNvPr>
              <p:cNvSpPr/>
              <p:nvPr/>
            </p:nvSpPr>
            <p:spPr>
              <a:xfrm>
                <a:off x="1975975" y="714184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9" name="Oval 138">
                <a:extLst>
                  <a:ext uri="{FF2B5EF4-FFF2-40B4-BE49-F238E27FC236}">
                    <a16:creationId xmlns:a16="http://schemas.microsoft.com/office/drawing/2014/main" id="{3AC2FA7B-BA61-4C22-2789-214F7D17EA4F}"/>
                  </a:ext>
                </a:extLst>
              </p:cNvPr>
              <p:cNvSpPr/>
              <p:nvPr/>
            </p:nvSpPr>
            <p:spPr>
              <a:xfrm>
                <a:off x="1985911" y="486242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0" name="Oval 139">
                <a:extLst>
                  <a:ext uri="{FF2B5EF4-FFF2-40B4-BE49-F238E27FC236}">
                    <a16:creationId xmlns:a16="http://schemas.microsoft.com/office/drawing/2014/main" id="{A38AE445-8301-A81B-8E6A-74DCDE903058}"/>
                  </a:ext>
                </a:extLst>
              </p:cNvPr>
              <p:cNvSpPr/>
              <p:nvPr/>
            </p:nvSpPr>
            <p:spPr>
              <a:xfrm>
                <a:off x="2882388" y="32343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1" name="Oval 140">
                <a:extLst>
                  <a:ext uri="{FF2B5EF4-FFF2-40B4-BE49-F238E27FC236}">
                    <a16:creationId xmlns:a16="http://schemas.microsoft.com/office/drawing/2014/main" id="{E3634F20-61B8-01BA-265B-6D53BFED478F}"/>
                  </a:ext>
                </a:extLst>
              </p:cNvPr>
              <p:cNvSpPr/>
              <p:nvPr/>
            </p:nvSpPr>
            <p:spPr>
              <a:xfrm>
                <a:off x="3723660" y="487842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2" name="Oval 141">
                <a:extLst>
                  <a:ext uri="{FF2B5EF4-FFF2-40B4-BE49-F238E27FC236}">
                    <a16:creationId xmlns:a16="http://schemas.microsoft.com/office/drawing/2014/main" id="{F0FE370C-E9B0-5F3C-D304-503B3A904DC1}"/>
                  </a:ext>
                </a:extLst>
              </p:cNvPr>
              <p:cNvSpPr/>
              <p:nvPr/>
            </p:nvSpPr>
            <p:spPr>
              <a:xfrm>
                <a:off x="2857289" y="496878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3" name="Oval 142">
                <a:extLst>
                  <a:ext uri="{FF2B5EF4-FFF2-40B4-BE49-F238E27FC236}">
                    <a16:creationId xmlns:a16="http://schemas.microsoft.com/office/drawing/2014/main" id="{E4375051-9540-4F0A-98CC-A806591EFAC1}"/>
                  </a:ext>
                </a:extLst>
              </p:cNvPr>
              <p:cNvSpPr/>
              <p:nvPr/>
            </p:nvSpPr>
            <p:spPr>
              <a:xfrm>
                <a:off x="3559657" y="743113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4" name="Oval 143">
                <a:extLst>
                  <a:ext uri="{FF2B5EF4-FFF2-40B4-BE49-F238E27FC236}">
                    <a16:creationId xmlns:a16="http://schemas.microsoft.com/office/drawing/2014/main" id="{D85A1BCB-B54D-AFFF-3E9E-3D242BD2890D}"/>
                  </a:ext>
                </a:extLst>
              </p:cNvPr>
              <p:cNvSpPr/>
              <p:nvPr/>
            </p:nvSpPr>
            <p:spPr>
              <a:xfrm>
                <a:off x="4626020" y="73315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45" name="Oval 144">
                <a:extLst>
                  <a:ext uri="{FF2B5EF4-FFF2-40B4-BE49-F238E27FC236}">
                    <a16:creationId xmlns:a16="http://schemas.microsoft.com/office/drawing/2014/main" id="{C99D7300-F782-0F13-A601-B867BFB18170}"/>
                  </a:ext>
                </a:extLst>
              </p:cNvPr>
              <p:cNvSpPr/>
              <p:nvPr/>
            </p:nvSpPr>
            <p:spPr>
              <a:xfrm>
                <a:off x="3968012" y="629069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8D4B266-F583-982E-11FB-F45C916A6EDB}"/>
                  </a:ext>
                </a:extLst>
              </p14:cNvPr>
              <p14:cNvContentPartPr/>
              <p14:nvPr/>
            </p14:nvContentPartPr>
            <p14:xfrm>
              <a:off x="2556360" y="1974600"/>
              <a:ext cx="7644960" cy="4051080"/>
            </p14:xfrm>
          </p:contentPart>
        </mc:Choice>
        <mc:Fallback>
          <p:pic>
            <p:nvPicPr>
              <p:cNvPr id="4" name="Ink 3">
                <a:extLst>
                  <a:ext uri="{FF2B5EF4-FFF2-40B4-BE49-F238E27FC236}">
                    <a16:creationId xmlns:a16="http://schemas.microsoft.com/office/drawing/2014/main" id="{D8D4B266-F583-982E-11FB-F45C916A6EDB}"/>
                  </a:ext>
                </a:extLst>
              </p:cNvPr>
              <p:cNvPicPr/>
              <p:nvPr/>
            </p:nvPicPr>
            <p:blipFill>
              <a:blip r:embed="rId4"/>
              <a:stretch>
                <a:fillRect/>
              </a:stretch>
            </p:blipFill>
            <p:spPr>
              <a:xfrm>
                <a:off x="2547000" y="1965240"/>
                <a:ext cx="7663680" cy="4069800"/>
              </a:xfrm>
              <a:prstGeom prst="rect">
                <a:avLst/>
              </a:prstGeom>
            </p:spPr>
          </p:pic>
        </mc:Fallback>
      </mc:AlternateContent>
    </p:spTree>
    <p:extLst>
      <p:ext uri="{BB962C8B-B14F-4D97-AF65-F5344CB8AC3E}">
        <p14:creationId xmlns:p14="http://schemas.microsoft.com/office/powerpoint/2010/main" val="421736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A9EB-3564-53B5-9F5A-0BB00FBC5E02}"/>
              </a:ext>
            </a:extLst>
          </p:cNvPr>
          <p:cNvSpPr>
            <a:spLocks noGrp="1"/>
          </p:cNvSpPr>
          <p:nvPr>
            <p:ph type="title"/>
          </p:nvPr>
        </p:nvSpPr>
        <p:spPr/>
        <p:txBody>
          <a:bodyPr/>
          <a:lstStyle/>
          <a:p>
            <a:r>
              <a:rPr lang="en-US" dirty="0"/>
              <a:t>Graph “ADT”</a:t>
            </a:r>
          </a:p>
        </p:txBody>
      </p:sp>
      <p:sp>
        <p:nvSpPr>
          <p:cNvPr id="3" name="Content Placeholder 2">
            <a:extLst>
              <a:ext uri="{FF2B5EF4-FFF2-40B4-BE49-F238E27FC236}">
                <a16:creationId xmlns:a16="http://schemas.microsoft.com/office/drawing/2014/main" id="{C56F3BC2-F184-F17D-BECB-3D65CD011247}"/>
              </a:ext>
            </a:extLst>
          </p:cNvPr>
          <p:cNvSpPr>
            <a:spLocks noGrp="1"/>
          </p:cNvSpPr>
          <p:nvPr>
            <p:ph idx="1"/>
          </p:nvPr>
        </p:nvSpPr>
        <p:spPr/>
        <p:txBody>
          <a:bodyPr/>
          <a:lstStyle/>
          <a:p>
            <a:r>
              <a:rPr lang="en-US" dirty="0"/>
              <a:t>Idea: Nodes with edges between them</a:t>
            </a:r>
          </a:p>
          <a:p>
            <a:pPr lvl="1"/>
            <a:r>
              <a:rPr lang="en-US" dirty="0"/>
              <a:t>Directed or undirected</a:t>
            </a:r>
          </a:p>
          <a:p>
            <a:pPr lvl="1"/>
            <a:r>
              <a:rPr lang="en-US" dirty="0"/>
              <a:t>Weighted or unweighted</a:t>
            </a:r>
          </a:p>
          <a:p>
            <a:pPr lvl="1"/>
            <a:r>
              <a:rPr lang="en-US" dirty="0"/>
              <a:t>Simple or non-simple</a:t>
            </a:r>
          </a:p>
          <a:p>
            <a:r>
              <a:rPr lang="en-US" dirty="0"/>
              <a:t>Operations we’ll need:</a:t>
            </a:r>
          </a:p>
          <a:p>
            <a:pPr lvl="1"/>
            <a:r>
              <a:rPr lang="en-US" dirty="0" err="1"/>
              <a:t>addEdge</a:t>
            </a:r>
            <a:r>
              <a:rPr lang="en-US" dirty="0"/>
              <a:t>: an in a new edge between preexisting nodes</a:t>
            </a:r>
          </a:p>
          <a:p>
            <a:pPr lvl="1"/>
            <a:r>
              <a:rPr lang="en-US" dirty="0" err="1"/>
              <a:t>removeEdge</a:t>
            </a:r>
            <a:r>
              <a:rPr lang="en-US" dirty="0"/>
              <a:t>: remove an edge</a:t>
            </a:r>
          </a:p>
          <a:p>
            <a:pPr lvl="1"/>
            <a:r>
              <a:rPr lang="en-US" dirty="0"/>
              <a:t>exists: Check if a particular edge exists</a:t>
            </a:r>
          </a:p>
          <a:p>
            <a:pPr lvl="1"/>
            <a:r>
              <a:rPr lang="en-US" dirty="0" err="1"/>
              <a:t>getNeighbors</a:t>
            </a:r>
            <a:r>
              <a:rPr lang="en-US" dirty="0"/>
              <a:t>: give a list of all neighbors of a given node</a:t>
            </a:r>
          </a:p>
          <a:p>
            <a:pPr lvl="2"/>
            <a:r>
              <a:rPr lang="en-US" dirty="0"/>
              <a:t>For a directed graph, we also might want </a:t>
            </a:r>
            <a:r>
              <a:rPr lang="en-US" dirty="0" err="1"/>
              <a:t>getNeighborsIncoming</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12537E7-17E1-645A-BC70-5BEF318FA94D}"/>
                  </a:ext>
                </a:extLst>
              </p14:cNvPr>
              <p14:cNvContentPartPr/>
              <p14:nvPr/>
            </p14:nvContentPartPr>
            <p14:xfrm>
              <a:off x="842040" y="3934080"/>
              <a:ext cx="8655840" cy="1901880"/>
            </p14:xfrm>
          </p:contentPart>
        </mc:Choice>
        <mc:Fallback>
          <p:pic>
            <p:nvPicPr>
              <p:cNvPr id="4" name="Ink 3">
                <a:extLst>
                  <a:ext uri="{FF2B5EF4-FFF2-40B4-BE49-F238E27FC236}">
                    <a16:creationId xmlns:a16="http://schemas.microsoft.com/office/drawing/2014/main" id="{012537E7-17E1-645A-BC70-5BEF318FA94D}"/>
                  </a:ext>
                </a:extLst>
              </p:cNvPr>
              <p:cNvPicPr/>
              <p:nvPr/>
            </p:nvPicPr>
            <p:blipFill>
              <a:blip r:embed="rId3"/>
              <a:stretch>
                <a:fillRect/>
              </a:stretch>
            </p:blipFill>
            <p:spPr>
              <a:xfrm>
                <a:off x="832680" y="3924720"/>
                <a:ext cx="8674560" cy="1920600"/>
              </a:xfrm>
              <a:prstGeom prst="rect">
                <a:avLst/>
              </a:prstGeom>
            </p:spPr>
          </p:pic>
        </mc:Fallback>
      </mc:AlternateContent>
    </p:spTree>
    <p:extLst>
      <p:ext uri="{BB962C8B-B14F-4D97-AF65-F5344CB8AC3E}">
        <p14:creationId xmlns:p14="http://schemas.microsoft.com/office/powerpoint/2010/main" val="357287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Data Structure</a:t>
            </a:r>
          </a:p>
        </p:txBody>
      </p:sp>
      <p:grpSp>
        <p:nvGrpSpPr>
          <p:cNvPr id="5" name="Group 4" descr="An illustration of the following undirected graph:&#10;&#10;The vertices are: 1,2,3,4,5,6,7,8&#10;The edges are as follows:&#10;(1,2), (1,3), &#10;(2,5), (2,3), &#10;(3,4), (3,6), &#10;(4,5), (4,6), &#10;(5,7), (5,8), &#10;(6,7), &#10;(7,8), (7,9), &#10;(8,9)"/>
          <p:cNvGrpSpPr/>
          <p:nvPr/>
        </p:nvGrpSpPr>
        <p:grpSpPr>
          <a:xfrm>
            <a:off x="1524000" y="1246118"/>
            <a:ext cx="4600060" cy="2539233"/>
            <a:chOff x="0" y="3020093"/>
            <a:chExt cx="7044346" cy="3888478"/>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19" name="Group 18" descr="An adjacency list representation of the given graph.&#10;&#10;An adjacency list is a list of lists. There is one primary list per node in the graph. Each of these nodes then has a list of its neighbors.&#10;&#10;For the graph given, the adjacency list is as follows:&#10;&#10;1: [2, 3]&#10;2: [1, 3, 5]&#10;3: [1, 2, 4, 6]&#10;4: [3, 5, 6]&#10;5: [2, 4, 7, 8]&#10;6: [3, 4, 7]&#10;7: [5, 6, 8, 9]&#10;8: [5, 7, 9]&#10;9: [7, 8]">
            <a:extLst>
              <a:ext uri="{FF2B5EF4-FFF2-40B4-BE49-F238E27FC236}">
                <a16:creationId xmlns:a16="http://schemas.microsoft.com/office/drawing/2014/main" id="{7EB0366B-D86F-F1A0-AD41-EC958840BC04}"/>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DA5903-3571-D3F9-7AF6-CB63926F186F}"/>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xmlns="">
          <p:sp>
            <p:nvSpPr>
              <p:cNvPr id="3" name="TextBox 2">
                <a:extLst>
                  <a:ext uri="{FF2B5EF4-FFF2-40B4-BE49-F238E27FC236}">
                    <a16:creationId xmlns:a16="http://schemas.microsoft.com/office/drawing/2014/main" id="{29DA5903-3571-D3F9-7AF6-CB63926F186F}"/>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96849" y="3869510"/>
                <a:ext cx="5556699"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xmlns="">
          <p:sp>
            <p:nvSpPr>
              <p:cNvPr id="81" name="TextBox 80"/>
              <p:cNvSpPr txBox="1">
                <a:spLocks noRot="1" noChangeAspect="1" noMove="1" noResize="1" noEditPoints="1" noAdjustHandles="1" noChangeArrowheads="1" noChangeShapeType="1" noTextEdit="1"/>
              </p:cNvSpPr>
              <p:nvPr/>
            </p:nvSpPr>
            <p:spPr>
              <a:xfrm>
                <a:off x="96849" y="3869510"/>
                <a:ext cx="5556699" cy="3046988"/>
              </a:xfrm>
              <a:prstGeom prst="rect">
                <a:avLst/>
              </a:prstGeom>
              <a:blipFill>
                <a:blip r:embed="rId3"/>
                <a:stretch>
                  <a:fillRect l="-1756"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8B0CB9D-08E8-A010-0CE1-BA966D58BE80}"/>
                  </a:ext>
                </a:extLst>
              </p14:cNvPr>
              <p14:cNvContentPartPr/>
              <p14:nvPr/>
            </p14:nvContentPartPr>
            <p14:xfrm>
              <a:off x="227520" y="563400"/>
              <a:ext cx="10044360" cy="5853960"/>
            </p14:xfrm>
          </p:contentPart>
        </mc:Choice>
        <mc:Fallback>
          <p:pic>
            <p:nvPicPr>
              <p:cNvPr id="4" name="Ink 3">
                <a:extLst>
                  <a:ext uri="{FF2B5EF4-FFF2-40B4-BE49-F238E27FC236}">
                    <a16:creationId xmlns:a16="http://schemas.microsoft.com/office/drawing/2014/main" id="{58B0CB9D-08E8-A010-0CE1-BA966D58BE80}"/>
                  </a:ext>
                </a:extLst>
              </p:cNvPr>
              <p:cNvPicPr/>
              <p:nvPr/>
            </p:nvPicPr>
            <p:blipFill>
              <a:blip r:embed="rId5"/>
              <a:stretch>
                <a:fillRect/>
              </a:stretch>
            </p:blipFill>
            <p:spPr>
              <a:xfrm>
                <a:off x="218160" y="554040"/>
                <a:ext cx="10063080" cy="5872680"/>
              </a:xfrm>
              <a:prstGeom prst="rect">
                <a:avLst/>
              </a:prstGeom>
            </p:spPr>
          </p:pic>
        </mc:Fallback>
      </mc:AlternateContent>
    </p:spTree>
    <p:extLst>
      <p:ext uri="{BB962C8B-B14F-4D97-AF65-F5344CB8AC3E}">
        <p14:creationId xmlns:p14="http://schemas.microsoft.com/office/powerpoint/2010/main" val="601178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(Weighted)</a:t>
            </a:r>
          </a:p>
        </p:txBody>
      </p:sp>
      <p:grpSp>
        <p:nvGrpSpPr>
          <p:cNvPr id="124" name="Group 123"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4D19F696-5548-15EA-EAB6-8A6E02CA8B19}"/>
              </a:ext>
            </a:extLst>
          </p:cNvPr>
          <p:cNvGrpSpPr/>
          <p:nvPr/>
        </p:nvGrpSpPr>
        <p:grpSpPr>
          <a:xfrm>
            <a:off x="1524000" y="1143000"/>
            <a:ext cx="4600060" cy="2787240"/>
            <a:chOff x="0" y="2862182"/>
            <a:chExt cx="7044346" cy="4268266"/>
          </a:xfrm>
        </p:grpSpPr>
        <p:cxnSp>
          <p:nvCxnSpPr>
            <p:cNvPr id="125" name="Straight Connector 124">
              <a:extLst>
                <a:ext uri="{FF2B5EF4-FFF2-40B4-BE49-F238E27FC236}">
                  <a16:creationId xmlns:a16="http://schemas.microsoft.com/office/drawing/2014/main" id="{53DE259D-9034-9B3D-5EC4-DDD8E2DDC8F5}"/>
                </a:ext>
              </a:extLst>
            </p:cNvPr>
            <p:cNvCxnSpPr>
              <a:stCxn id="153" idx="7"/>
              <a:endCxn id="154"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00F064A-9EA6-2346-9FD2-6D7C878741F6}"/>
                </a:ext>
              </a:extLst>
            </p:cNvPr>
            <p:cNvCxnSpPr>
              <a:stCxn id="154" idx="6"/>
              <a:endCxn id="157"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0754BF9-F23A-64E4-9FC9-D8C00C7BF946}"/>
                </a:ext>
              </a:extLst>
            </p:cNvPr>
            <p:cNvCxnSpPr>
              <a:stCxn id="153" idx="4"/>
              <a:endCxn id="155"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BA6F304E-20EE-84AA-387B-778C945E958C}"/>
                </a:ext>
              </a:extLst>
            </p:cNvPr>
            <p:cNvCxnSpPr>
              <a:stCxn id="156" idx="3"/>
              <a:endCxn id="155"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B40A342-7886-3842-E103-4EE1B48F9158}"/>
                </a:ext>
              </a:extLst>
            </p:cNvPr>
            <p:cNvCxnSpPr>
              <a:stCxn id="158" idx="2"/>
              <a:endCxn id="155"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53F2A868-BB12-BF4F-B8C3-E46D41E28D92}"/>
                </a:ext>
              </a:extLst>
            </p:cNvPr>
            <p:cNvCxnSpPr>
              <a:stCxn id="156" idx="5"/>
              <a:endCxn id="158"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C2CD981-8616-F667-62EF-DB0103A9E88F}"/>
                </a:ext>
              </a:extLst>
            </p:cNvPr>
            <p:cNvCxnSpPr>
              <a:stCxn id="156" idx="7"/>
              <a:endCxn id="157"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62BEFD1-E5FB-315B-AF38-F2D298BEDCFF}"/>
                </a:ext>
              </a:extLst>
            </p:cNvPr>
            <p:cNvCxnSpPr>
              <a:stCxn id="158" idx="6"/>
              <a:endCxn id="159"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F8DBD37-0CD6-E31F-4C9A-532CD6185060}"/>
                </a:ext>
              </a:extLst>
            </p:cNvPr>
            <p:cNvCxnSpPr>
              <a:stCxn id="159" idx="1"/>
              <a:endCxn id="157"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44C237A-6AAB-6817-E6B9-534CCEB7CFCA}"/>
                </a:ext>
              </a:extLst>
            </p:cNvPr>
            <p:cNvCxnSpPr>
              <a:stCxn id="161" idx="2"/>
              <a:endCxn id="157"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517E6B9-5FAD-1D92-1585-BCC74F25EB25}"/>
                </a:ext>
              </a:extLst>
            </p:cNvPr>
            <p:cNvCxnSpPr>
              <a:stCxn id="159" idx="0"/>
              <a:endCxn id="161"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180BF92C-AE8E-5157-E223-D4D83DAA35C1}"/>
                </a:ext>
              </a:extLst>
            </p:cNvPr>
            <p:cNvCxnSpPr>
              <a:stCxn id="160" idx="1"/>
              <a:endCxn id="161"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F363BD5-5FDA-E77C-8DEA-CC5C0E195765}"/>
                </a:ext>
              </a:extLst>
            </p:cNvPr>
            <p:cNvCxnSpPr>
              <a:stCxn id="160" idx="3"/>
              <a:endCxn id="159"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4E071D5E-15D2-5AF2-53D8-731A74F0CF0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39" name="TextBox 138">
              <a:extLst>
                <a:ext uri="{FF2B5EF4-FFF2-40B4-BE49-F238E27FC236}">
                  <a16:creationId xmlns:a16="http://schemas.microsoft.com/office/drawing/2014/main" id="{518557C3-85CC-BEF6-F48F-88C8BA0C1A9B}"/>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40" name="TextBox 139">
              <a:extLst>
                <a:ext uri="{FF2B5EF4-FFF2-40B4-BE49-F238E27FC236}">
                  <a16:creationId xmlns:a16="http://schemas.microsoft.com/office/drawing/2014/main" id="{D55F019B-1C59-1125-9827-21B16E49DB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41" name="TextBox 140">
              <a:extLst>
                <a:ext uri="{FF2B5EF4-FFF2-40B4-BE49-F238E27FC236}">
                  <a16:creationId xmlns:a16="http://schemas.microsoft.com/office/drawing/2014/main" id="{0CF82939-6E09-13CC-D97F-E560BA7843D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42" name="TextBox 141">
              <a:extLst>
                <a:ext uri="{FF2B5EF4-FFF2-40B4-BE49-F238E27FC236}">
                  <a16:creationId xmlns:a16="http://schemas.microsoft.com/office/drawing/2014/main" id="{C98494BD-6655-8F50-4790-9A0BBB60C68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43" name="TextBox 142">
              <a:extLst>
                <a:ext uri="{FF2B5EF4-FFF2-40B4-BE49-F238E27FC236}">
                  <a16:creationId xmlns:a16="http://schemas.microsoft.com/office/drawing/2014/main" id="{CFA7B874-2677-8E34-798E-8179ACD4FD4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44" name="TextBox 143">
              <a:extLst>
                <a:ext uri="{FF2B5EF4-FFF2-40B4-BE49-F238E27FC236}">
                  <a16:creationId xmlns:a16="http://schemas.microsoft.com/office/drawing/2014/main" id="{8F2F83A0-B969-19D8-5ABE-7FD1DE88991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45" name="TextBox 144">
              <a:extLst>
                <a:ext uri="{FF2B5EF4-FFF2-40B4-BE49-F238E27FC236}">
                  <a16:creationId xmlns:a16="http://schemas.microsoft.com/office/drawing/2014/main" id="{F95F8570-0D82-9501-E9AE-75D60BA6E19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46" name="TextBox 145">
              <a:extLst>
                <a:ext uri="{FF2B5EF4-FFF2-40B4-BE49-F238E27FC236}">
                  <a16:creationId xmlns:a16="http://schemas.microsoft.com/office/drawing/2014/main" id="{953B783E-FF23-6B52-438F-674A468879E4}"/>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47" name="TextBox 146">
              <a:extLst>
                <a:ext uri="{FF2B5EF4-FFF2-40B4-BE49-F238E27FC236}">
                  <a16:creationId xmlns:a16="http://schemas.microsoft.com/office/drawing/2014/main" id="{0A893A4E-4EB6-B07D-B0D4-EE0196BAE491}"/>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48" name="TextBox 147">
              <a:extLst>
                <a:ext uri="{FF2B5EF4-FFF2-40B4-BE49-F238E27FC236}">
                  <a16:creationId xmlns:a16="http://schemas.microsoft.com/office/drawing/2014/main" id="{9B8F87E7-4A5E-FF90-5FBD-706547EB4B5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49" name="TextBox 148">
              <a:extLst>
                <a:ext uri="{FF2B5EF4-FFF2-40B4-BE49-F238E27FC236}">
                  <a16:creationId xmlns:a16="http://schemas.microsoft.com/office/drawing/2014/main" id="{A2AB894E-2934-FDB6-4D23-436B6C4566B9}"/>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50" name="TextBox 149">
              <a:extLst>
                <a:ext uri="{FF2B5EF4-FFF2-40B4-BE49-F238E27FC236}">
                  <a16:creationId xmlns:a16="http://schemas.microsoft.com/office/drawing/2014/main" id="{6B4BF10C-B938-B868-6846-217819D9C43C}"/>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51" name="Straight Connector 150">
              <a:extLst>
                <a:ext uri="{FF2B5EF4-FFF2-40B4-BE49-F238E27FC236}">
                  <a16:creationId xmlns:a16="http://schemas.microsoft.com/office/drawing/2014/main" id="{1A55DDF5-D54E-B68D-2B1A-F2F79A1A54D9}"/>
                </a:ext>
              </a:extLst>
            </p:cNvPr>
            <p:cNvCxnSpPr>
              <a:stCxn id="154" idx="4"/>
              <a:endCxn id="155"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95C80263-D548-6F68-09D4-4D3420440F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53" name="Oval 152">
              <a:extLst>
                <a:ext uri="{FF2B5EF4-FFF2-40B4-BE49-F238E27FC236}">
                  <a16:creationId xmlns:a16="http://schemas.microsoft.com/office/drawing/2014/main" id="{DD9488D2-B8EF-8FDB-44AE-CB1A83360F25}"/>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4" name="Oval 153">
              <a:extLst>
                <a:ext uri="{FF2B5EF4-FFF2-40B4-BE49-F238E27FC236}">
                  <a16:creationId xmlns:a16="http://schemas.microsoft.com/office/drawing/2014/main" id="{6963990B-CD15-ACFE-15D8-27B89352DE7E}"/>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55" name="Oval 154">
              <a:extLst>
                <a:ext uri="{FF2B5EF4-FFF2-40B4-BE49-F238E27FC236}">
                  <a16:creationId xmlns:a16="http://schemas.microsoft.com/office/drawing/2014/main" id="{486583D9-0D6B-4722-E14B-49D47452CC0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56" name="Oval 155">
              <a:extLst>
                <a:ext uri="{FF2B5EF4-FFF2-40B4-BE49-F238E27FC236}">
                  <a16:creationId xmlns:a16="http://schemas.microsoft.com/office/drawing/2014/main" id="{AA8B5BB0-6947-0F92-05DA-19F7129D50F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57" name="Oval 156">
              <a:extLst>
                <a:ext uri="{FF2B5EF4-FFF2-40B4-BE49-F238E27FC236}">
                  <a16:creationId xmlns:a16="http://schemas.microsoft.com/office/drawing/2014/main" id="{23139458-4DB4-9D74-38A4-CE1D0EAAE6B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58" name="Oval 157">
              <a:extLst>
                <a:ext uri="{FF2B5EF4-FFF2-40B4-BE49-F238E27FC236}">
                  <a16:creationId xmlns:a16="http://schemas.microsoft.com/office/drawing/2014/main" id="{AD337E16-1EBE-88D1-EF21-7F2563787DE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9" name="Oval 158">
              <a:extLst>
                <a:ext uri="{FF2B5EF4-FFF2-40B4-BE49-F238E27FC236}">
                  <a16:creationId xmlns:a16="http://schemas.microsoft.com/office/drawing/2014/main" id="{653DFFF2-181E-3C12-F6D4-333170CB7DE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60" name="Oval 159">
              <a:extLst>
                <a:ext uri="{FF2B5EF4-FFF2-40B4-BE49-F238E27FC236}">
                  <a16:creationId xmlns:a16="http://schemas.microsoft.com/office/drawing/2014/main" id="{B8F22F5D-6223-4D66-9A1E-0C966266F48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61" name="Oval 160">
              <a:extLst>
                <a:ext uri="{FF2B5EF4-FFF2-40B4-BE49-F238E27FC236}">
                  <a16:creationId xmlns:a16="http://schemas.microsoft.com/office/drawing/2014/main" id="{7500B587-7CCC-AE36-EFC0-7B1F312CE49C}"/>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6" name="Group 5" descr="An adjacency list representation of the given graph.&#10;&#10;In the list defined per-node, each element is a pair representing the neighbor and the weight of the edge to that neighbor (respectively).&#10;&#10;For the graph given, the adjacency list is as follows:&#10;&#10;1: [(2,10), (3,12)]&#10;2: [(1,10), (3,9), (5,8)]&#10;3: [(1,12), (2,9), (4,3), (6,1)]&#10;4: [(3,3), (5,7), (6,3)]&#10;5: [(2,8), (4,7), (7,5), (8,8)]&#10;6: [(3,1), (4,3), (7,6)]&#10;7: [(5,5), (6,6), (8,9), (9,11)]&#10;8: [(5,8), (7,9), (9,2)]&#10;9: [(7,11), (8,2)]">
            <a:extLst>
              <a:ext uri="{FF2B5EF4-FFF2-40B4-BE49-F238E27FC236}">
                <a16:creationId xmlns:a16="http://schemas.microsoft.com/office/drawing/2014/main" id="{389CF602-807D-585B-D4A2-E35D7B6F72A6}"/>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(10)</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(12)</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(10)</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(9)</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(12)</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(9)</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(1)</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(7)</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(3)</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(8)</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(7)</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(5)</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(6)</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(9)</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(11)</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(9)</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(2)</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(11)</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a:t>(2)</a:t>
              </a:r>
              <a:endParaRPr lang="en-US" dirty="0"/>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46170E-54D0-4B76-DEF7-4A7EED2AE8E2}"/>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xmlns="">
          <p:sp>
            <p:nvSpPr>
              <p:cNvPr id="3" name="TextBox 2">
                <a:extLst>
                  <a:ext uri="{FF2B5EF4-FFF2-40B4-BE49-F238E27FC236}">
                    <a16:creationId xmlns:a16="http://schemas.microsoft.com/office/drawing/2014/main" id="{D346170E-54D0-4B76-DEF7-4A7EED2AE8E2}"/>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0B161E-1F73-15E4-3E7D-EC4F2E75C53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xmlns="">
          <p:sp>
            <p:nvSpPr>
              <p:cNvPr id="5" name="TextBox 4">
                <a:extLst>
                  <a:ext uri="{FF2B5EF4-FFF2-40B4-BE49-F238E27FC236}">
                    <a16:creationId xmlns:a16="http://schemas.microsoft.com/office/drawing/2014/main" id="{1D0B161E-1F73-15E4-3E7D-EC4F2E75C53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r="-86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C4D5C30-6D96-6116-9A8D-B9ECCB0B4C8E}"/>
                  </a:ext>
                </a:extLst>
              </p14:cNvPr>
              <p14:cNvContentPartPr/>
              <p14:nvPr/>
            </p14:nvContentPartPr>
            <p14:xfrm>
              <a:off x="1416600" y="474480"/>
              <a:ext cx="10176480" cy="6047280"/>
            </p14:xfrm>
          </p:contentPart>
        </mc:Choice>
        <mc:Fallback>
          <p:pic>
            <p:nvPicPr>
              <p:cNvPr id="4" name="Ink 3">
                <a:extLst>
                  <a:ext uri="{FF2B5EF4-FFF2-40B4-BE49-F238E27FC236}">
                    <a16:creationId xmlns:a16="http://schemas.microsoft.com/office/drawing/2014/main" id="{2C4D5C30-6D96-6116-9A8D-B9ECCB0B4C8E}"/>
                  </a:ext>
                </a:extLst>
              </p:cNvPr>
              <p:cNvPicPr/>
              <p:nvPr/>
            </p:nvPicPr>
            <p:blipFill>
              <a:blip r:embed="rId5"/>
              <a:stretch>
                <a:fillRect/>
              </a:stretch>
            </p:blipFill>
            <p:spPr>
              <a:xfrm>
                <a:off x="1407240" y="465120"/>
                <a:ext cx="10195200" cy="6066000"/>
              </a:xfrm>
              <a:prstGeom prst="rect">
                <a:avLst/>
              </a:prstGeom>
            </p:spPr>
          </p:pic>
        </mc:Fallback>
      </mc:AlternateContent>
    </p:spTree>
    <p:extLst>
      <p:ext uri="{BB962C8B-B14F-4D97-AF65-F5344CB8AC3E}">
        <p14:creationId xmlns:p14="http://schemas.microsoft.com/office/powerpoint/2010/main" val="2068406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Data Structure</a:t>
            </a:r>
          </a:p>
        </p:txBody>
      </p:sp>
      <p:grpSp>
        <p:nvGrpSpPr>
          <p:cNvPr id="52" name="Group 51" descr="An illustration of the following undirected graph:&#10;&#10;The vertices are: 1,2,3,4,5,6,7,8&#10;The edges are as follows:&#10;(1,2), (1,3), &#10;(2,5), (2,3), &#10;(3,4), (3,6), &#10;(4,5), (4,6), &#10;(5,7), (5,8), &#10;(6,7), &#10;(7,8), (7,9), &#10;(8,9)">
            <a:extLst>
              <a:ext uri="{FF2B5EF4-FFF2-40B4-BE49-F238E27FC236}">
                <a16:creationId xmlns:a16="http://schemas.microsoft.com/office/drawing/2014/main" id="{01D50B7B-3100-C794-83B3-651BDC5F3DB5}"/>
              </a:ext>
            </a:extLst>
          </p:cNvPr>
          <p:cNvGrpSpPr/>
          <p:nvPr/>
        </p:nvGrpSpPr>
        <p:grpSpPr>
          <a:xfrm>
            <a:off x="1524000" y="1246118"/>
            <a:ext cx="4600060" cy="2539233"/>
            <a:chOff x="0" y="3020093"/>
            <a:chExt cx="7044346" cy="3888478"/>
          </a:xfrm>
        </p:grpSpPr>
        <p:cxnSp>
          <p:nvCxnSpPr>
            <p:cNvPr id="53" name="Straight Connector 52">
              <a:extLst>
                <a:ext uri="{FF2B5EF4-FFF2-40B4-BE49-F238E27FC236}">
                  <a16:creationId xmlns:a16="http://schemas.microsoft.com/office/drawing/2014/main" id="{4F3342EE-A9B2-FA6C-73D4-46AB375F0854}"/>
                </a:ext>
              </a:extLst>
            </p:cNvPr>
            <p:cNvCxnSpPr>
              <a:stCxn id="67" idx="7"/>
              <a:endCxn id="68"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D91CB77-4C51-BFDB-275E-23A95C506138}"/>
                </a:ext>
              </a:extLst>
            </p:cNvPr>
            <p:cNvCxnSpPr>
              <a:stCxn id="68" idx="6"/>
              <a:endCxn id="71"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BCF58B5-ECF0-F95A-3D8E-C1FF823F9D9C}"/>
                </a:ext>
              </a:extLst>
            </p:cNvPr>
            <p:cNvCxnSpPr>
              <a:stCxn id="67" idx="4"/>
              <a:endCxn id="69"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0012D5-F9F9-6C25-7F84-273687242B73}"/>
                </a:ext>
              </a:extLst>
            </p:cNvPr>
            <p:cNvCxnSpPr>
              <a:stCxn id="70" idx="3"/>
              <a:endCxn id="69"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6B8498-7F38-B175-608F-5EACB1DC882D}"/>
                </a:ext>
              </a:extLst>
            </p:cNvPr>
            <p:cNvCxnSpPr>
              <a:stCxn id="72" idx="2"/>
              <a:endCxn id="69"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0622185-67AE-8746-83C4-9430F0B601B1}"/>
                </a:ext>
              </a:extLst>
            </p:cNvPr>
            <p:cNvCxnSpPr>
              <a:stCxn id="70" idx="5"/>
              <a:endCxn id="72"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5DCB21F-5EFD-8B37-9029-945FB9DCD116}"/>
                </a:ext>
              </a:extLst>
            </p:cNvPr>
            <p:cNvCxnSpPr>
              <a:stCxn id="70" idx="7"/>
              <a:endCxn id="71"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F30A11C-A644-608E-EE8D-8169A2CBE13E}"/>
                </a:ext>
              </a:extLst>
            </p:cNvPr>
            <p:cNvCxnSpPr>
              <a:stCxn id="72" idx="6"/>
              <a:endCxn id="73"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5536144-ADFE-4E2B-0E88-0B75DA8A2636}"/>
                </a:ext>
              </a:extLst>
            </p:cNvPr>
            <p:cNvCxnSpPr>
              <a:stCxn id="73" idx="1"/>
              <a:endCxn id="71"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32896E5-4865-638B-963D-3F36DDC7066A}"/>
                </a:ext>
              </a:extLst>
            </p:cNvPr>
            <p:cNvCxnSpPr>
              <a:stCxn id="75" idx="2"/>
              <a:endCxn id="71"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4325C00-F967-9FE5-EEC3-96943F31E68D}"/>
                </a:ext>
              </a:extLst>
            </p:cNvPr>
            <p:cNvCxnSpPr>
              <a:stCxn id="73" idx="0"/>
              <a:endCxn id="75"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0DA5262-2679-9A04-1545-443C541D5549}"/>
                </a:ext>
              </a:extLst>
            </p:cNvPr>
            <p:cNvCxnSpPr>
              <a:stCxn id="74" idx="1"/>
              <a:endCxn id="75"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D583069-4000-75DF-D600-CD6DF4A08E4A}"/>
                </a:ext>
              </a:extLst>
            </p:cNvPr>
            <p:cNvCxnSpPr>
              <a:stCxn id="74" idx="3"/>
              <a:endCxn id="73"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16408F-FB91-869A-9BF7-8700A532C2CD}"/>
                </a:ext>
              </a:extLst>
            </p:cNvPr>
            <p:cNvCxnSpPr>
              <a:stCxn id="68" idx="4"/>
              <a:endCxn id="69"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075E689-1532-32F5-D97D-16160EE5DF90}"/>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8" name="Oval 67">
              <a:extLst>
                <a:ext uri="{FF2B5EF4-FFF2-40B4-BE49-F238E27FC236}">
                  <a16:creationId xmlns:a16="http://schemas.microsoft.com/office/drawing/2014/main" id="{0C49BF0B-5924-64AD-3493-7900DF244C30}"/>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9" name="Oval 68">
              <a:extLst>
                <a:ext uri="{FF2B5EF4-FFF2-40B4-BE49-F238E27FC236}">
                  <a16:creationId xmlns:a16="http://schemas.microsoft.com/office/drawing/2014/main" id="{C8CE1177-4B0A-2EF3-CBE7-03AEBA8FB12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0" name="Oval 69">
              <a:extLst>
                <a:ext uri="{FF2B5EF4-FFF2-40B4-BE49-F238E27FC236}">
                  <a16:creationId xmlns:a16="http://schemas.microsoft.com/office/drawing/2014/main" id="{977C052A-E54F-19DA-8B07-AFD851537FB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1" name="Oval 70">
              <a:extLst>
                <a:ext uri="{FF2B5EF4-FFF2-40B4-BE49-F238E27FC236}">
                  <a16:creationId xmlns:a16="http://schemas.microsoft.com/office/drawing/2014/main" id="{85B67BCC-2BD0-A862-35D2-10179B59465B}"/>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Oval 71">
              <a:extLst>
                <a:ext uri="{FF2B5EF4-FFF2-40B4-BE49-F238E27FC236}">
                  <a16:creationId xmlns:a16="http://schemas.microsoft.com/office/drawing/2014/main" id="{86BC8E41-DAB6-A248-2348-C7CDEC8BF5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Oval 72">
              <a:extLst>
                <a:ext uri="{FF2B5EF4-FFF2-40B4-BE49-F238E27FC236}">
                  <a16:creationId xmlns:a16="http://schemas.microsoft.com/office/drawing/2014/main" id="{B5294341-350D-16C6-4C8B-5EDE404D826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4" name="Oval 73">
              <a:extLst>
                <a:ext uri="{FF2B5EF4-FFF2-40B4-BE49-F238E27FC236}">
                  <a16:creationId xmlns:a16="http://schemas.microsoft.com/office/drawing/2014/main" id="{4AD7798D-D1F8-988C-F9BD-C2195897EC6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Oval 74">
              <a:extLst>
                <a:ext uri="{FF2B5EF4-FFF2-40B4-BE49-F238E27FC236}">
                  <a16:creationId xmlns:a16="http://schemas.microsoft.com/office/drawing/2014/main" id="{280C5C2A-FCF2-7A58-5811-CC6F91457247}"/>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graph.&#10;&#10;An adjacency matrix is a 2-dimensional array of size nxn. There is one row and one column for each node in the graph. Each cell contains a value (e.g. true/false, 1/0, non-null/null) to indicate whether the edge from the row-node to the column-node exists in the graph. &#10;&#10;For the graph given, the adjacency matrix will have true/1/non-null for each of the following cells:&#10;(1,2), (1,3), &#10;(2,5), (2,3), &#10;(3,4), (3,6), &#10;(4,5), (4,6), &#10;(5,7), (5,8), &#10;(6,7), &#10;(7,8), (7,9), &#10;(8,9)&#10;&#10;All other cells contain false/0/null.">
            <a:extLst>
              <a:ext uri="{FF2B5EF4-FFF2-40B4-BE49-F238E27FC236}">
                <a16:creationId xmlns:a16="http://schemas.microsoft.com/office/drawing/2014/main" id="{804530F0-7B2E-DB7F-6AE3-B36747BC4BBE}"/>
              </a:ext>
            </a:extLst>
          </p:cNvPr>
          <p:cNvGrpSpPr/>
          <p:nvPr/>
        </p:nvGrpSpPr>
        <p:grpSpPr>
          <a:xfrm>
            <a:off x="7572412" y="1567190"/>
            <a:ext cx="4261557" cy="4789160"/>
            <a:chOff x="7572412" y="1567190"/>
            <a:chExt cx="4261557" cy="4789160"/>
          </a:xfrm>
        </p:grpSpPr>
        <p:grpSp>
          <p:nvGrpSpPr>
            <p:cNvPr id="6" name="Group 5">
              <a:extLst>
                <a:ext uri="{FF2B5EF4-FFF2-40B4-BE49-F238E27FC236}">
                  <a16:creationId xmlns:a16="http://schemas.microsoft.com/office/drawing/2014/main" id="{05F24138-8109-0E8D-9A94-B2DAAB47463C}"/>
                </a:ext>
              </a:extLst>
            </p:cNvPr>
            <p:cNvGrpSpPr/>
            <p:nvPr/>
          </p:nvGrpSpPr>
          <p:grpSpPr>
            <a:xfrm>
              <a:off x="7572412" y="1567190"/>
              <a:ext cx="4261557" cy="4144421"/>
              <a:chOff x="6939843" y="1796152"/>
              <a:chExt cx="2935140" cy="2854463"/>
            </a:xfrm>
          </p:grpSpPr>
          <p:sp>
            <p:nvSpPr>
              <p:cNvPr id="7" name="Rectangle 6">
                <a:extLst>
                  <a:ext uri="{FF2B5EF4-FFF2-40B4-BE49-F238E27FC236}">
                    <a16:creationId xmlns:a16="http://schemas.microsoft.com/office/drawing/2014/main" id="{F3BEDE1C-162E-FF38-9E93-924FD9538E69}"/>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Rectangle 7">
                <a:extLst>
                  <a:ext uri="{FF2B5EF4-FFF2-40B4-BE49-F238E27FC236}">
                    <a16:creationId xmlns:a16="http://schemas.microsoft.com/office/drawing/2014/main" id="{D9592046-7BDE-0391-1A02-3FA66A4A546D}"/>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a:extLst>
                  <a:ext uri="{FF2B5EF4-FFF2-40B4-BE49-F238E27FC236}">
                    <a16:creationId xmlns:a16="http://schemas.microsoft.com/office/drawing/2014/main" id="{F6DB79B1-4142-F7C1-4F13-7BD223503D72}"/>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 name="Rectangle 9">
                <a:extLst>
                  <a:ext uri="{FF2B5EF4-FFF2-40B4-BE49-F238E27FC236}">
                    <a16:creationId xmlns:a16="http://schemas.microsoft.com/office/drawing/2014/main" id="{AF0E4E52-D602-9393-EE4D-D1DFE19278E5}"/>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 name="Rectangle 10">
                <a:extLst>
                  <a:ext uri="{FF2B5EF4-FFF2-40B4-BE49-F238E27FC236}">
                    <a16:creationId xmlns:a16="http://schemas.microsoft.com/office/drawing/2014/main" id="{9DC6BD2E-9E6F-019F-C7F4-986D4F0FF75C}"/>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Rectangle 11">
                <a:extLst>
                  <a:ext uri="{FF2B5EF4-FFF2-40B4-BE49-F238E27FC236}">
                    <a16:creationId xmlns:a16="http://schemas.microsoft.com/office/drawing/2014/main" id="{DD5C63C2-47CE-DA48-0A30-604376BFE54F}"/>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3" name="Rectangle 12">
                <a:extLst>
                  <a:ext uri="{FF2B5EF4-FFF2-40B4-BE49-F238E27FC236}">
                    <a16:creationId xmlns:a16="http://schemas.microsoft.com/office/drawing/2014/main" id="{C51C2C80-FE73-E919-26DC-4602CCC0AB47}"/>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 name="Rectangle 13">
                <a:extLst>
                  <a:ext uri="{FF2B5EF4-FFF2-40B4-BE49-F238E27FC236}">
                    <a16:creationId xmlns:a16="http://schemas.microsoft.com/office/drawing/2014/main" id="{878B1666-1646-40EC-830B-4B739BC8DD5B}"/>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5" name="Rectangle 14">
                <a:extLst>
                  <a:ext uri="{FF2B5EF4-FFF2-40B4-BE49-F238E27FC236}">
                    <a16:creationId xmlns:a16="http://schemas.microsoft.com/office/drawing/2014/main" id="{138D820F-7A95-7569-160C-3C2EB05286DF}"/>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16" name="Group 15">
                <a:extLst>
                  <a:ext uri="{FF2B5EF4-FFF2-40B4-BE49-F238E27FC236}">
                    <a16:creationId xmlns:a16="http://schemas.microsoft.com/office/drawing/2014/main" id="{6295B66B-7A96-DE75-5BC3-A559065430F6}"/>
                  </a:ext>
                </a:extLst>
              </p:cNvPr>
              <p:cNvGrpSpPr/>
              <p:nvPr/>
            </p:nvGrpSpPr>
            <p:grpSpPr>
              <a:xfrm>
                <a:off x="7233357" y="1796152"/>
                <a:ext cx="2641626" cy="298875"/>
                <a:chOff x="5709357" y="1796152"/>
                <a:chExt cx="2641626" cy="298875"/>
              </a:xfrm>
            </p:grpSpPr>
            <p:sp>
              <p:nvSpPr>
                <p:cNvPr id="225" name="Rectangle 224">
                  <a:extLst>
                    <a:ext uri="{FF2B5EF4-FFF2-40B4-BE49-F238E27FC236}">
                      <a16:creationId xmlns:a16="http://schemas.microsoft.com/office/drawing/2014/main" id="{0B6CBBF9-159E-053D-5A51-E98D01348AE8}"/>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6" name="Rectangle 225">
                  <a:extLst>
                    <a:ext uri="{FF2B5EF4-FFF2-40B4-BE49-F238E27FC236}">
                      <a16:creationId xmlns:a16="http://schemas.microsoft.com/office/drawing/2014/main" id="{5F2DA22A-8ACA-486D-50A0-01BB3128699E}"/>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7" name="Rectangle 226">
                  <a:extLst>
                    <a:ext uri="{FF2B5EF4-FFF2-40B4-BE49-F238E27FC236}">
                      <a16:creationId xmlns:a16="http://schemas.microsoft.com/office/drawing/2014/main" id="{90892587-A746-94BC-D132-2678B6F53363}"/>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8" name="Rectangle 227">
                  <a:extLst>
                    <a:ext uri="{FF2B5EF4-FFF2-40B4-BE49-F238E27FC236}">
                      <a16:creationId xmlns:a16="http://schemas.microsoft.com/office/drawing/2014/main" id="{2CAFDCF4-7A23-2421-32B7-4DEAE473D683}"/>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29" name="Rectangle 228">
                  <a:extLst>
                    <a:ext uri="{FF2B5EF4-FFF2-40B4-BE49-F238E27FC236}">
                      <a16:creationId xmlns:a16="http://schemas.microsoft.com/office/drawing/2014/main" id="{BD3D173D-6EAC-3302-D38E-460DA3E77D0A}"/>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30" name="Rectangle 229">
                  <a:extLst>
                    <a:ext uri="{FF2B5EF4-FFF2-40B4-BE49-F238E27FC236}">
                      <a16:creationId xmlns:a16="http://schemas.microsoft.com/office/drawing/2014/main" id="{8446EA45-5253-383C-330D-64E537492699}"/>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31" name="Rectangle 230">
                  <a:extLst>
                    <a:ext uri="{FF2B5EF4-FFF2-40B4-BE49-F238E27FC236}">
                      <a16:creationId xmlns:a16="http://schemas.microsoft.com/office/drawing/2014/main" id="{3ADB3227-882F-D751-7B50-6830E2201E16}"/>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32" name="Rectangle 231">
                  <a:extLst>
                    <a:ext uri="{FF2B5EF4-FFF2-40B4-BE49-F238E27FC236}">
                      <a16:creationId xmlns:a16="http://schemas.microsoft.com/office/drawing/2014/main" id="{7905CB36-005A-8678-1B61-29A02DB834C8}"/>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33" name="Rectangle 232">
                  <a:extLst>
                    <a:ext uri="{FF2B5EF4-FFF2-40B4-BE49-F238E27FC236}">
                      <a16:creationId xmlns:a16="http://schemas.microsoft.com/office/drawing/2014/main" id="{F7034F8C-2A37-5209-3C20-D91BFE3DF3DC}"/>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17" name="Rectangle 16">
                <a:extLst>
                  <a:ext uri="{FF2B5EF4-FFF2-40B4-BE49-F238E27FC236}">
                    <a16:creationId xmlns:a16="http://schemas.microsoft.com/office/drawing/2014/main" id="{F411BA86-E8CB-776D-2759-FF65D7544E35}"/>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9E1AED3-C978-77C8-718B-51E3122DE9B7}"/>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 name="Rectangle 18">
                <a:extLst>
                  <a:ext uri="{FF2B5EF4-FFF2-40B4-BE49-F238E27FC236}">
                    <a16:creationId xmlns:a16="http://schemas.microsoft.com/office/drawing/2014/main" id="{3FA8999E-7289-EA98-A2CB-35D9BAD4EBC4}"/>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Rectangle 19">
                <a:extLst>
                  <a:ext uri="{FF2B5EF4-FFF2-40B4-BE49-F238E27FC236}">
                    <a16:creationId xmlns:a16="http://schemas.microsoft.com/office/drawing/2014/main" id="{33A61119-53D3-B881-2BA0-2FEEBB606CE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6206A82-976A-D001-E70B-6145CC1B3C77}"/>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BF37149-D5D9-5046-7C31-1CB01803E7D4}"/>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D1AC1D2-0249-4049-5D2A-B2E2DA96E066}"/>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3CD6231-77F2-6038-4C47-B64CCD06A09E}"/>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6F0C9FB-7CBF-2B7A-5621-B2D951B4095A}"/>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F67F544-B237-CFFE-8D86-67B3F437C05A}"/>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Rectangle 26">
                <a:extLst>
                  <a:ext uri="{FF2B5EF4-FFF2-40B4-BE49-F238E27FC236}">
                    <a16:creationId xmlns:a16="http://schemas.microsoft.com/office/drawing/2014/main" id="{E5EC77FF-EF1D-B6CD-61E8-CA5D6CE49AC9}"/>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2902CF4E-3318-84C9-746B-074DCE3D587F}"/>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9" name="Rectangle 28">
                <a:extLst>
                  <a:ext uri="{FF2B5EF4-FFF2-40B4-BE49-F238E27FC236}">
                    <a16:creationId xmlns:a16="http://schemas.microsoft.com/office/drawing/2014/main" id="{955EF377-C4B3-3717-0CEB-60F6A5F0D21A}"/>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BAB0D630-6E8B-6C9C-2EDC-9B77B3007F06}"/>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1" name="Rectangle 30">
                <a:extLst>
                  <a:ext uri="{FF2B5EF4-FFF2-40B4-BE49-F238E27FC236}">
                    <a16:creationId xmlns:a16="http://schemas.microsoft.com/office/drawing/2014/main" id="{4F5AA962-1C31-9072-553C-FCF783351ADE}"/>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93D2B5DE-72B5-1577-FEB1-C838026F2D27}"/>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F95E4625-B29D-90BD-EC69-D25E5D4666C4}"/>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21790D2B-D11E-B0BE-37F1-0C23259823DF}"/>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4C12EEBF-6286-3F7E-7997-D9486C83FE40}"/>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6" name="Rectangle 35">
                <a:extLst>
                  <a:ext uri="{FF2B5EF4-FFF2-40B4-BE49-F238E27FC236}">
                    <a16:creationId xmlns:a16="http://schemas.microsoft.com/office/drawing/2014/main" id="{EFB23445-F548-9521-8A86-403C24DC6593}"/>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7" name="Rectangle 36">
                <a:extLst>
                  <a:ext uri="{FF2B5EF4-FFF2-40B4-BE49-F238E27FC236}">
                    <a16:creationId xmlns:a16="http://schemas.microsoft.com/office/drawing/2014/main" id="{21DFB15B-8AF5-99A6-3D93-CA584F341EAD}"/>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1528B84B-F081-7AB9-C898-F1580B1C1864}"/>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9" name="Rectangle 38">
                <a:extLst>
                  <a:ext uri="{FF2B5EF4-FFF2-40B4-BE49-F238E27FC236}">
                    <a16:creationId xmlns:a16="http://schemas.microsoft.com/office/drawing/2014/main" id="{5E39C1AA-A4DA-C5C0-F037-3EE6E05036B3}"/>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2E89DD73-B290-8532-6504-EC8F0F2A9BB9}"/>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3262E8E-6BAB-717B-C121-C340ED4F9B6B}"/>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3E0915E8-8969-2A1F-C316-9D12F842A7E8}"/>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E1911B69-191C-9A75-EE43-964E59EFCFEA}"/>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6015F67B-D4C4-E3F1-6D19-800626619D46}"/>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44B00D37-B87F-D591-EE13-97A2B61EB7F1}"/>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39B97067-B0CA-CA55-0258-0363DC57A738}"/>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2" name="Rectangle 81">
                <a:extLst>
                  <a:ext uri="{FF2B5EF4-FFF2-40B4-BE49-F238E27FC236}">
                    <a16:creationId xmlns:a16="http://schemas.microsoft.com/office/drawing/2014/main" id="{83AE19C3-3BD7-B1D0-A20B-857728649CD3}"/>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B08D9A26-A031-9465-AD6B-CDEA0EAA865B}"/>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4" name="Rectangle 83">
                <a:extLst>
                  <a:ext uri="{FF2B5EF4-FFF2-40B4-BE49-F238E27FC236}">
                    <a16:creationId xmlns:a16="http://schemas.microsoft.com/office/drawing/2014/main" id="{C47B4E70-4956-F378-3697-9C2DE49C7910}"/>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4" name="Rectangle 93">
                <a:extLst>
                  <a:ext uri="{FF2B5EF4-FFF2-40B4-BE49-F238E27FC236}">
                    <a16:creationId xmlns:a16="http://schemas.microsoft.com/office/drawing/2014/main" id="{150F985B-C270-B43C-674F-DD56C5493563}"/>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3066248C-F07E-2FCD-34F1-80F05AAEBB0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BDC5D651-4FF2-DA88-A28E-B066F36D2F8E}"/>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7310B719-47A1-842F-FDD0-646F1E329E50}"/>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9E5A75B4-A437-F887-930F-C6F1A4122658}"/>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4" name="Rectangle 143">
                <a:extLst>
                  <a:ext uri="{FF2B5EF4-FFF2-40B4-BE49-F238E27FC236}">
                    <a16:creationId xmlns:a16="http://schemas.microsoft.com/office/drawing/2014/main" id="{C514CD3F-BE62-89AA-2DA6-A6B0B774685E}"/>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F637B4AF-C48A-C908-F719-5E09B85A290D}"/>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4" name="Rectangle 173">
                <a:extLst>
                  <a:ext uri="{FF2B5EF4-FFF2-40B4-BE49-F238E27FC236}">
                    <a16:creationId xmlns:a16="http://schemas.microsoft.com/office/drawing/2014/main" id="{7D1AD1C8-559B-5E89-7299-8940E5958881}"/>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346021F1-B36D-53B9-226E-5B8968337FF3}"/>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C5A89DDD-FFBD-BA9C-30F3-265215DBE999}"/>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6" name="Rectangle 185">
                <a:extLst>
                  <a:ext uri="{FF2B5EF4-FFF2-40B4-BE49-F238E27FC236}">
                    <a16:creationId xmlns:a16="http://schemas.microsoft.com/office/drawing/2014/main" id="{69FC2EF3-3F99-D034-15CD-CED561F0D468}"/>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7" name="Rectangle 186">
                <a:extLst>
                  <a:ext uri="{FF2B5EF4-FFF2-40B4-BE49-F238E27FC236}">
                    <a16:creationId xmlns:a16="http://schemas.microsoft.com/office/drawing/2014/main" id="{096C9FB3-C3B3-006A-D938-1E0F87A2FC17}"/>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952B2BA1-FDA9-66CC-1D6C-C661B58CA220}"/>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Rectangle 188">
                <a:extLst>
                  <a:ext uri="{FF2B5EF4-FFF2-40B4-BE49-F238E27FC236}">
                    <a16:creationId xmlns:a16="http://schemas.microsoft.com/office/drawing/2014/main" id="{D016FDBD-A9D6-9E06-7834-58C1182145EB}"/>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F74BE5B5-078C-2288-D641-A7EE095F60BE}"/>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1" name="Rectangle 190">
                <a:extLst>
                  <a:ext uri="{FF2B5EF4-FFF2-40B4-BE49-F238E27FC236}">
                    <a16:creationId xmlns:a16="http://schemas.microsoft.com/office/drawing/2014/main" id="{692F102C-1442-78BD-119D-741777BC2B80}"/>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2" name="Rectangle 191">
                <a:extLst>
                  <a:ext uri="{FF2B5EF4-FFF2-40B4-BE49-F238E27FC236}">
                    <a16:creationId xmlns:a16="http://schemas.microsoft.com/office/drawing/2014/main" id="{0CB2AB59-42A3-02A6-155F-B54B23BE4C71}"/>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B309B349-3402-EC71-A6A2-341E3456E746}"/>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BFDF31AD-315F-C9F1-63CB-0BAA1B5A9B12}"/>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5" name="Rectangle 194">
                <a:extLst>
                  <a:ext uri="{FF2B5EF4-FFF2-40B4-BE49-F238E27FC236}">
                    <a16:creationId xmlns:a16="http://schemas.microsoft.com/office/drawing/2014/main" id="{10A4BE9B-BF10-3C39-7B2E-1E3BB794205E}"/>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10B6BB57-E71B-AA95-E8AA-1C11211476FA}"/>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Rectangle 196">
                <a:extLst>
                  <a:ext uri="{FF2B5EF4-FFF2-40B4-BE49-F238E27FC236}">
                    <a16:creationId xmlns:a16="http://schemas.microsoft.com/office/drawing/2014/main" id="{03540A32-CA4A-4B2C-9727-FCEBACE3D35B}"/>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AF644BB0-FD07-9D15-74C5-870B7E3D6790}"/>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A79F36F5-4F28-E1D6-AA76-6162D8E1AE82}"/>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Rectangle 199">
                <a:extLst>
                  <a:ext uri="{FF2B5EF4-FFF2-40B4-BE49-F238E27FC236}">
                    <a16:creationId xmlns:a16="http://schemas.microsoft.com/office/drawing/2014/main" id="{F61781B7-22DA-3BB2-98A8-2AF991952025}"/>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919113C0-F95D-7C7B-1D19-7F8F504C2F5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2" name="Rectangle 201">
                <a:extLst>
                  <a:ext uri="{FF2B5EF4-FFF2-40B4-BE49-F238E27FC236}">
                    <a16:creationId xmlns:a16="http://schemas.microsoft.com/office/drawing/2014/main" id="{B9288655-5878-70F4-9853-2079EE3A604C}"/>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3" name="Rectangle 202">
                <a:extLst>
                  <a:ext uri="{FF2B5EF4-FFF2-40B4-BE49-F238E27FC236}">
                    <a16:creationId xmlns:a16="http://schemas.microsoft.com/office/drawing/2014/main" id="{D1E62A57-A03B-53C5-F1AC-5D6FA9AEF9E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4B2D91C-2A2C-CB5D-E624-1924C1DDB93F}"/>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CA504059-64F6-482E-C9DB-A3F3B277ED29}"/>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6" name="Rectangle 205">
                <a:extLst>
                  <a:ext uri="{FF2B5EF4-FFF2-40B4-BE49-F238E27FC236}">
                    <a16:creationId xmlns:a16="http://schemas.microsoft.com/office/drawing/2014/main" id="{369297AF-D2B9-461D-26A8-FF0C47389EC5}"/>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8A2BDEB0-DAF1-789E-D728-C51880FA110F}"/>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2DEF8D40-790B-080E-4B92-5229AF8F0144}"/>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Rectangle 208">
                <a:extLst>
                  <a:ext uri="{FF2B5EF4-FFF2-40B4-BE49-F238E27FC236}">
                    <a16:creationId xmlns:a16="http://schemas.microsoft.com/office/drawing/2014/main" id="{CF92D234-9AAD-AFAE-8D74-30F92CF982C6}"/>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53DFF053-C17B-9554-D194-EEE573FD992E}"/>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1" name="Rectangle 210">
                <a:extLst>
                  <a:ext uri="{FF2B5EF4-FFF2-40B4-BE49-F238E27FC236}">
                    <a16:creationId xmlns:a16="http://schemas.microsoft.com/office/drawing/2014/main" id="{CABED3E4-FA5C-D4A2-7B36-FACCE1DAA527}"/>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20B2ABA7-A6C8-EE0F-C036-96BCADBFF2E2}"/>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3" name="Rectangle 212">
                <a:extLst>
                  <a:ext uri="{FF2B5EF4-FFF2-40B4-BE49-F238E27FC236}">
                    <a16:creationId xmlns:a16="http://schemas.microsoft.com/office/drawing/2014/main" id="{66601ABF-2BEA-F4C5-FD20-BDEA7EE20B75}"/>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5C3BE22A-F23C-58FD-D4AF-3ABF673656A9}"/>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5" name="Rectangle 214">
                <a:extLst>
                  <a:ext uri="{FF2B5EF4-FFF2-40B4-BE49-F238E27FC236}">
                    <a16:creationId xmlns:a16="http://schemas.microsoft.com/office/drawing/2014/main" id="{0C97010D-850D-0E00-431F-EF8F3E160F9B}"/>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Rectangle 215">
                <a:extLst>
                  <a:ext uri="{FF2B5EF4-FFF2-40B4-BE49-F238E27FC236}">
                    <a16:creationId xmlns:a16="http://schemas.microsoft.com/office/drawing/2014/main" id="{BEAE6B6F-99D7-A7AC-C708-9F90578DC4A8}"/>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Rectangle 216">
                <a:extLst>
                  <a:ext uri="{FF2B5EF4-FFF2-40B4-BE49-F238E27FC236}">
                    <a16:creationId xmlns:a16="http://schemas.microsoft.com/office/drawing/2014/main" id="{BB65FDC9-507A-64A5-B94D-A79944413342}"/>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88A8C969-37FD-E522-5D79-BBA9B468E068}"/>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 name="Rectangle 218">
                <a:extLst>
                  <a:ext uri="{FF2B5EF4-FFF2-40B4-BE49-F238E27FC236}">
                    <a16:creationId xmlns:a16="http://schemas.microsoft.com/office/drawing/2014/main" id="{692085C9-0F8E-3089-4650-6CFE8C9A25AD}"/>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Rectangle 219">
                <a:extLst>
                  <a:ext uri="{FF2B5EF4-FFF2-40B4-BE49-F238E27FC236}">
                    <a16:creationId xmlns:a16="http://schemas.microsoft.com/office/drawing/2014/main" id="{BBF9E504-E1BC-AAC3-1A2F-1788ACACC4EA}"/>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AEC1B7DA-6965-D182-3A3F-7F96AEA222ED}"/>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2" name="Rectangle 221">
                <a:extLst>
                  <a:ext uri="{FF2B5EF4-FFF2-40B4-BE49-F238E27FC236}">
                    <a16:creationId xmlns:a16="http://schemas.microsoft.com/office/drawing/2014/main" id="{9879EB31-BEBD-B17C-D6FC-4E3881FCC7A6}"/>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3" name="Rectangle 222">
                <a:extLst>
                  <a:ext uri="{FF2B5EF4-FFF2-40B4-BE49-F238E27FC236}">
                    <a16:creationId xmlns:a16="http://schemas.microsoft.com/office/drawing/2014/main" id="{68A8D64A-AB39-208A-2E2E-992161F1F5B7}"/>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84DC3593-A585-0E23-D961-05E472C600B9}"/>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99C7D1C1-360C-6F42-DBF2-DF99CE37B493}"/>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null/0s </a:t>
              </a:r>
            </a:p>
            <a:p>
              <a:r>
                <a:rPr lang="en-US" dirty="0"/>
                <a:t>(omitted for readability)</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1EEF3EE-F08F-C10B-1FA5-B418A992199C}"/>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xmlns="">
          <p:sp>
            <p:nvSpPr>
              <p:cNvPr id="43" name="TextBox 42">
                <a:extLst>
                  <a:ext uri="{FF2B5EF4-FFF2-40B4-BE49-F238E27FC236}">
                    <a16:creationId xmlns:a16="http://schemas.microsoft.com/office/drawing/2014/main" id="{31EEF3EE-F08F-C10B-1FA5-B418A992199C}"/>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64DDF-8436-4E12-4E3C-42EF46279474}"/>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xmlns="">
          <p:sp>
            <p:nvSpPr>
              <p:cNvPr id="5" name="TextBox 4">
                <a:extLst>
                  <a:ext uri="{FF2B5EF4-FFF2-40B4-BE49-F238E27FC236}">
                    <a16:creationId xmlns:a16="http://schemas.microsoft.com/office/drawing/2014/main" id="{C7064DDF-8436-4E12-4E3C-42EF46279474}"/>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6C0360A-39E1-37E8-3158-CD7F7B8922BD}"/>
                  </a:ext>
                </a:extLst>
              </p14:cNvPr>
              <p14:cNvContentPartPr/>
              <p14:nvPr/>
            </p14:nvContentPartPr>
            <p14:xfrm>
              <a:off x="1413360" y="1194120"/>
              <a:ext cx="9872640" cy="4935600"/>
            </p14:xfrm>
          </p:contentPart>
        </mc:Choice>
        <mc:Fallback>
          <p:pic>
            <p:nvPicPr>
              <p:cNvPr id="4" name="Ink 3">
                <a:extLst>
                  <a:ext uri="{FF2B5EF4-FFF2-40B4-BE49-F238E27FC236}">
                    <a16:creationId xmlns:a16="http://schemas.microsoft.com/office/drawing/2014/main" id="{E6C0360A-39E1-37E8-3158-CD7F7B8922BD}"/>
                  </a:ext>
                </a:extLst>
              </p:cNvPr>
              <p:cNvPicPr/>
              <p:nvPr/>
            </p:nvPicPr>
            <p:blipFill>
              <a:blip r:embed="rId5"/>
              <a:stretch>
                <a:fillRect/>
              </a:stretch>
            </p:blipFill>
            <p:spPr>
              <a:xfrm>
                <a:off x="1404000" y="1184760"/>
                <a:ext cx="9891360" cy="4954320"/>
              </a:xfrm>
              <a:prstGeom prst="rect">
                <a:avLst/>
              </a:prstGeom>
            </p:spPr>
          </p:pic>
        </mc:Fallback>
      </mc:AlternateContent>
    </p:spTree>
    <p:extLst>
      <p:ext uri="{BB962C8B-B14F-4D97-AF65-F5344CB8AC3E}">
        <p14:creationId xmlns:p14="http://schemas.microsoft.com/office/powerpoint/2010/main" val="201473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(weighted)</a:t>
            </a:r>
          </a:p>
        </p:txBody>
      </p:sp>
      <p:grpSp>
        <p:nvGrpSpPr>
          <p:cNvPr id="5" name="Group 4"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5ACFD0F0-CAEA-3F3D-4355-8F6A6099BAF2}"/>
              </a:ext>
            </a:extLst>
          </p:cNvPr>
          <p:cNvGrpSpPr/>
          <p:nvPr/>
        </p:nvGrpSpPr>
        <p:grpSpPr>
          <a:xfrm>
            <a:off x="1524000" y="1143000"/>
            <a:ext cx="4600060" cy="2787240"/>
            <a:chOff x="0" y="2862182"/>
            <a:chExt cx="7044346" cy="4268266"/>
          </a:xfrm>
        </p:grpSpPr>
        <p:cxnSp>
          <p:nvCxnSpPr>
            <p:cNvPr id="6" name="Straight Connector 5">
              <a:extLst>
                <a:ext uri="{FF2B5EF4-FFF2-40B4-BE49-F238E27FC236}">
                  <a16:creationId xmlns:a16="http://schemas.microsoft.com/office/drawing/2014/main" id="{B03DEDC3-8A71-12E6-C383-365BED1D0704}"/>
                </a:ext>
              </a:extLst>
            </p:cNvPr>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D13497-D3B5-06B8-BA9A-196C3F3CFA4C}"/>
                </a:ext>
              </a:extLst>
            </p:cNvPr>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E80AC92-7DA0-5EB1-D6CE-1E8BA2CB5025}"/>
                </a:ext>
              </a:extLst>
            </p:cNvPr>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893485-66AB-41D4-CF14-FB8728D94384}"/>
                </a:ext>
              </a:extLst>
            </p:cNvPr>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88FF82B-B6A8-E4C4-C963-B485543BCF62}"/>
                </a:ext>
              </a:extLst>
            </p:cNvPr>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CEC1AEF-3C5A-1795-38D8-7A50C4715784}"/>
                </a:ext>
              </a:extLst>
            </p:cNvPr>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E99C1B-E24F-309C-8930-89C0B541DFD1}"/>
                </a:ext>
              </a:extLst>
            </p:cNvPr>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B7B7152-5659-CA66-3DC9-869D534DC20E}"/>
                </a:ext>
              </a:extLst>
            </p:cNvPr>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FBF6DE-D4F3-74B3-F635-3EAC0B9133B7}"/>
                </a:ext>
              </a:extLst>
            </p:cNvPr>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405ACC5-E2D3-52BE-EB40-DF5A49484DDE}"/>
                </a:ext>
              </a:extLst>
            </p:cNvPr>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F6380E6-3FDA-E358-FB09-F29C47E60825}"/>
                </a:ext>
              </a:extLst>
            </p:cNvPr>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87A88A-409D-8D94-92EF-A3CA1A4D9C2F}"/>
                </a:ext>
              </a:extLst>
            </p:cNvPr>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CB830C-4010-0F6D-CA49-A03849EE150A}"/>
                </a:ext>
              </a:extLst>
            </p:cNvPr>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61D52A1-F216-4E52-3B19-7DFF0E17611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A021CB0-78A1-941A-85AF-73FD3BC82E3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8B11E92-FCF0-7B03-799F-5C45C46FB4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DF920580-31C5-D681-D472-7CB082553E0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5E6DA40A-FBEB-EA6E-6D79-F18C272C5E6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E82202B9-C6D8-1DC9-E3C3-1B4219FD9E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A28D2EB-E2B9-B81C-731B-E1B186DB6F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A9769688-4212-57E0-B979-91690162228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F52D6641-22D1-96ED-B8FF-BC87203F711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A3F7DC8D-E02F-E016-85C4-79B772C0049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8FC20B16-5381-A254-5556-B6D4501B511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581AD04-A3AE-9309-DFF4-EF3D9FE20F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34350CB-BC96-454D-1F32-9D4A085A13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34BAA6F-E4FA-01D2-F81D-B9E528E7C8FB}"/>
                </a:ext>
              </a:extLst>
            </p:cNvPr>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52282C8-F2F7-45DF-CCA9-6ECABF092DF1}"/>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BCD5587-B982-D447-D64F-888A5676E718}"/>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a:extLst>
                <a:ext uri="{FF2B5EF4-FFF2-40B4-BE49-F238E27FC236}">
                  <a16:creationId xmlns:a16="http://schemas.microsoft.com/office/drawing/2014/main" id="{585891CD-0431-39DE-BEC0-93F30DF20BE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a:extLst>
                <a:ext uri="{FF2B5EF4-FFF2-40B4-BE49-F238E27FC236}">
                  <a16:creationId xmlns:a16="http://schemas.microsoft.com/office/drawing/2014/main" id="{3D48CA4F-80A5-D018-7F37-89E1A32D888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a:extLst>
                <a:ext uri="{FF2B5EF4-FFF2-40B4-BE49-F238E27FC236}">
                  <a16:creationId xmlns:a16="http://schemas.microsoft.com/office/drawing/2014/main" id="{C220B665-2751-C1E6-D211-A728A19C716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a:extLst>
                <a:ext uri="{FF2B5EF4-FFF2-40B4-BE49-F238E27FC236}">
                  <a16:creationId xmlns:a16="http://schemas.microsoft.com/office/drawing/2014/main" id="{E19D09CA-9AB0-12FB-2963-943D2B7BA8D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a:extLst>
                <a:ext uri="{FF2B5EF4-FFF2-40B4-BE49-F238E27FC236}">
                  <a16:creationId xmlns:a16="http://schemas.microsoft.com/office/drawing/2014/main" id="{6BB5E38A-97F6-1782-B853-200D6649939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a:extLst>
                <a:ext uri="{FF2B5EF4-FFF2-40B4-BE49-F238E27FC236}">
                  <a16:creationId xmlns:a16="http://schemas.microsoft.com/office/drawing/2014/main" id="{62BE4707-E84E-A8F1-278A-779689EB8E1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a:extLst>
                <a:ext uri="{FF2B5EF4-FFF2-40B4-BE49-F238E27FC236}">
                  <a16:creationId xmlns:a16="http://schemas.microsoft.com/office/drawing/2014/main" id="{25256ABF-7D43-EFB9-D701-A07B680CB27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a:extLst>
                <a:ext uri="{FF2B5EF4-FFF2-40B4-BE49-F238E27FC236}">
                  <a16:creationId xmlns:a16="http://schemas.microsoft.com/office/drawing/2014/main" id="{BDAFED39-706A-A91E-BFFD-A74F814C4C10}"/>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weighted graph.&#10;&#10;An adjacency matrix is a 2-dimensional array of size nxn. There is one row and one column for each node in the graph. Each cell contains either the weight of the edge from the row-node to the column-node (if that edge exists) or else a default value to indicate that the edge does not exist in the graph. The default value should be chosen so that it cannot be confused for an edge's weight (e.g. if all edge weights are guaranteed to be positive then 0 may work, if the programming language has a value for infinity then that could work, null could work).&#10;&#10;For the graph given, the adjacency matrix has the following weights:&#10;(1,2)=10, (2,1)=10, (1,3)=12, (3,1)=12&#10;(2,5)=8, (5,2)=8, (2,3)=9, (3,2)=9, &#10;(3,4)=3, (4,3)=3, (3,6)=1, (6,3)=1, &#10;(4,5)=7, (5,40=7, (4,6)=3, (6,4)=3 &#10;(5,7)=5, (7,5)=5, (5,8)=8, (8,5)=5 &#10;(6,7)=1, (7,6)=1, &#10;(7,8)=9, (8,7)=9, (7,9)=11, (9,7)=11, &#10;(8,9)=2, (9,8)=2&#10;&#10;All other cells contain the default value.">
            <a:extLst>
              <a:ext uri="{FF2B5EF4-FFF2-40B4-BE49-F238E27FC236}">
                <a16:creationId xmlns:a16="http://schemas.microsoft.com/office/drawing/2014/main" id="{B2F4209F-108A-99D1-D35D-92C91D81E2E3}"/>
              </a:ext>
            </a:extLst>
          </p:cNvPr>
          <p:cNvGrpSpPr/>
          <p:nvPr/>
        </p:nvGrpSpPr>
        <p:grpSpPr>
          <a:xfrm>
            <a:off x="7572412" y="1567190"/>
            <a:ext cx="4261557" cy="4789160"/>
            <a:chOff x="7572412" y="1567190"/>
            <a:chExt cx="4261557" cy="4789160"/>
          </a:xfrm>
        </p:grpSpPr>
        <p:grpSp>
          <p:nvGrpSpPr>
            <p:cNvPr id="53" name="Group 52">
              <a:extLst>
                <a:ext uri="{FF2B5EF4-FFF2-40B4-BE49-F238E27FC236}">
                  <a16:creationId xmlns:a16="http://schemas.microsoft.com/office/drawing/2014/main" id="{2A8B9FD3-0952-DF9D-2B9F-7B7432FB3F78}"/>
                </a:ext>
              </a:extLst>
            </p:cNvPr>
            <p:cNvGrpSpPr/>
            <p:nvPr/>
          </p:nvGrpSpPr>
          <p:grpSpPr>
            <a:xfrm>
              <a:off x="7572412" y="1567190"/>
              <a:ext cx="4261557" cy="4144421"/>
              <a:chOff x="6939843" y="1796152"/>
              <a:chExt cx="2935140" cy="2854463"/>
            </a:xfrm>
          </p:grpSpPr>
          <p:sp>
            <p:nvSpPr>
              <p:cNvPr id="54" name="Rectangle 53">
                <a:extLst>
                  <a:ext uri="{FF2B5EF4-FFF2-40B4-BE49-F238E27FC236}">
                    <a16:creationId xmlns:a16="http://schemas.microsoft.com/office/drawing/2014/main" id="{020B040A-D691-CEA4-F502-F81661DEB89B}"/>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a:extLst>
                  <a:ext uri="{FF2B5EF4-FFF2-40B4-BE49-F238E27FC236}">
                    <a16:creationId xmlns:a16="http://schemas.microsoft.com/office/drawing/2014/main" id="{E635869D-F69A-D822-C45F-FC53CEED4D41}"/>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6" name="Rectangle 55">
                <a:extLst>
                  <a:ext uri="{FF2B5EF4-FFF2-40B4-BE49-F238E27FC236}">
                    <a16:creationId xmlns:a16="http://schemas.microsoft.com/office/drawing/2014/main" id="{33C46242-AD63-61EC-FCDE-053AFD4EFBD6}"/>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7" name="Rectangle 56">
                <a:extLst>
                  <a:ext uri="{FF2B5EF4-FFF2-40B4-BE49-F238E27FC236}">
                    <a16:creationId xmlns:a16="http://schemas.microsoft.com/office/drawing/2014/main" id="{9843E1B2-7C34-670F-5824-A6FFE5F4FA87}"/>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58" name="Rectangle 57">
                <a:extLst>
                  <a:ext uri="{FF2B5EF4-FFF2-40B4-BE49-F238E27FC236}">
                    <a16:creationId xmlns:a16="http://schemas.microsoft.com/office/drawing/2014/main" id="{3A558606-9D8A-BDC0-460F-2BB3D0103A95}"/>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9" name="Rectangle 58">
                <a:extLst>
                  <a:ext uri="{FF2B5EF4-FFF2-40B4-BE49-F238E27FC236}">
                    <a16:creationId xmlns:a16="http://schemas.microsoft.com/office/drawing/2014/main" id="{D481FD5C-1E85-7056-FBEB-C38843522486}"/>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0" name="Rectangle 59">
                <a:extLst>
                  <a:ext uri="{FF2B5EF4-FFF2-40B4-BE49-F238E27FC236}">
                    <a16:creationId xmlns:a16="http://schemas.microsoft.com/office/drawing/2014/main" id="{8E53BDB2-10C4-C7B8-7AA6-9752A3AF065C}"/>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1" name="Rectangle 60">
                <a:extLst>
                  <a:ext uri="{FF2B5EF4-FFF2-40B4-BE49-F238E27FC236}">
                    <a16:creationId xmlns:a16="http://schemas.microsoft.com/office/drawing/2014/main" id="{E5577C13-E466-8541-4DC9-A7B736FE950C}"/>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2" name="Rectangle 61">
                <a:extLst>
                  <a:ext uri="{FF2B5EF4-FFF2-40B4-BE49-F238E27FC236}">
                    <a16:creationId xmlns:a16="http://schemas.microsoft.com/office/drawing/2014/main" id="{A16F37A4-3CB4-10D7-5954-A6A0BB8257B7}"/>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63" name="Group 62">
                <a:extLst>
                  <a:ext uri="{FF2B5EF4-FFF2-40B4-BE49-F238E27FC236}">
                    <a16:creationId xmlns:a16="http://schemas.microsoft.com/office/drawing/2014/main" id="{07F16E3A-4C68-2C93-5D37-C20E9645A1E6}"/>
                  </a:ext>
                </a:extLst>
              </p:cNvPr>
              <p:cNvGrpSpPr/>
              <p:nvPr/>
            </p:nvGrpSpPr>
            <p:grpSpPr>
              <a:xfrm>
                <a:off x="7233357" y="1796152"/>
                <a:ext cx="2641626" cy="298875"/>
                <a:chOff x="5709357" y="1796152"/>
                <a:chExt cx="2641626" cy="298875"/>
              </a:xfrm>
            </p:grpSpPr>
            <p:sp>
              <p:nvSpPr>
                <p:cNvPr id="239" name="Rectangle 238">
                  <a:extLst>
                    <a:ext uri="{FF2B5EF4-FFF2-40B4-BE49-F238E27FC236}">
                      <a16:creationId xmlns:a16="http://schemas.microsoft.com/office/drawing/2014/main" id="{46D00E4C-B1AC-AF7F-34FE-7CF342C6A807}"/>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0" name="Rectangle 239">
                  <a:extLst>
                    <a:ext uri="{FF2B5EF4-FFF2-40B4-BE49-F238E27FC236}">
                      <a16:creationId xmlns:a16="http://schemas.microsoft.com/office/drawing/2014/main" id="{C18CA2D0-E13D-8A75-0AFB-6835D86B5FF8}"/>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1" name="Rectangle 240">
                  <a:extLst>
                    <a:ext uri="{FF2B5EF4-FFF2-40B4-BE49-F238E27FC236}">
                      <a16:creationId xmlns:a16="http://schemas.microsoft.com/office/drawing/2014/main" id="{8536A049-CE2F-B6B4-D47D-5C4417DDF072}"/>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42" name="Rectangle 241">
                  <a:extLst>
                    <a:ext uri="{FF2B5EF4-FFF2-40B4-BE49-F238E27FC236}">
                      <a16:creationId xmlns:a16="http://schemas.microsoft.com/office/drawing/2014/main" id="{5700AAA3-D817-1DBB-C3CB-FC83847ACF28}"/>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43" name="Rectangle 242">
                  <a:extLst>
                    <a:ext uri="{FF2B5EF4-FFF2-40B4-BE49-F238E27FC236}">
                      <a16:creationId xmlns:a16="http://schemas.microsoft.com/office/drawing/2014/main" id="{1A765714-6374-659E-7D29-DEA5E83E48D2}"/>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4" name="Rectangle 243">
                  <a:extLst>
                    <a:ext uri="{FF2B5EF4-FFF2-40B4-BE49-F238E27FC236}">
                      <a16:creationId xmlns:a16="http://schemas.microsoft.com/office/drawing/2014/main" id="{D8A123CF-4E5D-CA02-3A48-9BEA462D2137}"/>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45" name="Rectangle 244">
                  <a:extLst>
                    <a:ext uri="{FF2B5EF4-FFF2-40B4-BE49-F238E27FC236}">
                      <a16:creationId xmlns:a16="http://schemas.microsoft.com/office/drawing/2014/main" id="{621B422B-9ED9-F643-3001-1FD93D901CF1}"/>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46" name="Rectangle 245">
                  <a:extLst>
                    <a:ext uri="{FF2B5EF4-FFF2-40B4-BE49-F238E27FC236}">
                      <a16:creationId xmlns:a16="http://schemas.microsoft.com/office/drawing/2014/main" id="{2AE2285F-30A9-2C91-0262-FB6E59DDAD67}"/>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47" name="Rectangle 246">
                  <a:extLst>
                    <a:ext uri="{FF2B5EF4-FFF2-40B4-BE49-F238E27FC236}">
                      <a16:creationId xmlns:a16="http://schemas.microsoft.com/office/drawing/2014/main" id="{8DF7DD9A-01EB-25E5-8F09-BE7A9E2FB71D}"/>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64" name="Rectangle 63">
                <a:extLst>
                  <a:ext uri="{FF2B5EF4-FFF2-40B4-BE49-F238E27FC236}">
                    <a16:creationId xmlns:a16="http://schemas.microsoft.com/office/drawing/2014/main" id="{A3A13CEA-8590-E485-026B-2592CBFDEBE2}"/>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982245A8-3E5D-0665-B1A2-0FE17E4B3211}"/>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66" name="Rectangle 65">
                <a:extLst>
                  <a:ext uri="{FF2B5EF4-FFF2-40B4-BE49-F238E27FC236}">
                    <a16:creationId xmlns:a16="http://schemas.microsoft.com/office/drawing/2014/main" id="{8F7A5DB8-3769-FD0B-9893-6F8DD59EA977}"/>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67" name="Rectangle 66">
                <a:extLst>
                  <a:ext uri="{FF2B5EF4-FFF2-40B4-BE49-F238E27FC236}">
                    <a16:creationId xmlns:a16="http://schemas.microsoft.com/office/drawing/2014/main" id="{2A354EF1-9926-5A03-C1DF-053566DDF83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457E048A-6E6A-C52D-EA4B-ACB2C95A1F40}"/>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9CFFA454-3905-508D-B84A-CC2CC3B7BD0D}"/>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3695419-F2A9-293F-2804-1582D9DDEAAB}"/>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4E8090A-0BF5-B9D5-EB08-246526DFE04A}"/>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60A9F269-4522-94BE-5F2E-214C85D5BFE7}"/>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3B831239-46C0-130B-06A1-8FFD40535148}"/>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74" name="Rectangle 73">
                <a:extLst>
                  <a:ext uri="{FF2B5EF4-FFF2-40B4-BE49-F238E27FC236}">
                    <a16:creationId xmlns:a16="http://schemas.microsoft.com/office/drawing/2014/main" id="{311A15AD-944F-B69B-D8D0-CB05688AC44D}"/>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30FE4655-6A00-0E45-56CB-995DE7BAFFE7}"/>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6" name="Rectangle 75">
                <a:extLst>
                  <a:ext uri="{FF2B5EF4-FFF2-40B4-BE49-F238E27FC236}">
                    <a16:creationId xmlns:a16="http://schemas.microsoft.com/office/drawing/2014/main" id="{90337FFB-B02E-210D-B991-2D7414F55D07}"/>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1599A13A-E040-718F-1BF8-920BBD894F53}"/>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80" name="Rectangle 79">
                <a:extLst>
                  <a:ext uri="{FF2B5EF4-FFF2-40B4-BE49-F238E27FC236}">
                    <a16:creationId xmlns:a16="http://schemas.microsoft.com/office/drawing/2014/main" id="{DD4514AB-3181-C394-C7FE-523BD8A86AF6}"/>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5FFC4C39-13B6-4EE7-0CD2-789669898353}"/>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17E82FDF-8449-2FDA-4243-A67148A34190}"/>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E7A36F0E-40BA-348F-F623-35DB3C9C4B99}"/>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3E677215-ED50-700C-2C0E-6AE5B9B82DF8}"/>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94" name="Rectangle 93">
                <a:extLst>
                  <a:ext uri="{FF2B5EF4-FFF2-40B4-BE49-F238E27FC236}">
                    <a16:creationId xmlns:a16="http://schemas.microsoft.com/office/drawing/2014/main" id="{7E5DF689-B965-D205-D37B-F1E9F8F46B64}"/>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4" name="Rectangle 103">
                <a:extLst>
                  <a:ext uri="{FF2B5EF4-FFF2-40B4-BE49-F238E27FC236}">
                    <a16:creationId xmlns:a16="http://schemas.microsoft.com/office/drawing/2014/main" id="{1A296B77-E128-BEA7-24E2-9321156AAF47}"/>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9D2F262E-71A7-FD7A-A0C9-76D9346161A7}"/>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4" name="Rectangle 123">
                <a:extLst>
                  <a:ext uri="{FF2B5EF4-FFF2-40B4-BE49-F238E27FC236}">
                    <a16:creationId xmlns:a16="http://schemas.microsoft.com/office/drawing/2014/main" id="{D4FB3173-D01B-8071-816F-472E9B0888D4}"/>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CEC4F9C7-9CD3-8D07-89AF-189D70CF6BE5}"/>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37B25563-E875-6F5C-F7AF-A130AAA41A1E}"/>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CE90BA0D-F4D4-922F-9D3B-AA6ED277C444}"/>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2D624605-69AE-399F-CEE6-4233C89C54D2}"/>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C89E9568-88D9-F39E-E18D-A0BA276EBEAD}"/>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49914660-6881-65EE-60DE-1B92F8660C3E}"/>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185">
                <a:extLst>
                  <a:ext uri="{FF2B5EF4-FFF2-40B4-BE49-F238E27FC236}">
                    <a16:creationId xmlns:a16="http://schemas.microsoft.com/office/drawing/2014/main" id="{9E8E80E8-30C9-B9B4-ED3A-1B5544A54C8C}"/>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87" name="Rectangle 186">
                <a:extLst>
                  <a:ext uri="{FF2B5EF4-FFF2-40B4-BE49-F238E27FC236}">
                    <a16:creationId xmlns:a16="http://schemas.microsoft.com/office/drawing/2014/main" id="{9365B3EE-50D9-C7B6-6846-D39D21763D79}"/>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374DF524-DD18-18D3-2654-BD12ABBFF614}"/>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89" name="Rectangle 188">
                <a:extLst>
                  <a:ext uri="{FF2B5EF4-FFF2-40B4-BE49-F238E27FC236}">
                    <a16:creationId xmlns:a16="http://schemas.microsoft.com/office/drawing/2014/main" id="{E1235047-D44E-015E-7EB3-998E060D99BE}"/>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0" name="Rectangle 189">
                <a:extLst>
                  <a:ext uri="{FF2B5EF4-FFF2-40B4-BE49-F238E27FC236}">
                    <a16:creationId xmlns:a16="http://schemas.microsoft.com/office/drawing/2014/main" id="{E7F71730-990E-1C7F-EF0C-667176BA317B}"/>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FFA3E394-B504-D1DC-C3DC-6F87FF52C0F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Rectangle 191">
                <a:extLst>
                  <a:ext uri="{FF2B5EF4-FFF2-40B4-BE49-F238E27FC236}">
                    <a16:creationId xmlns:a16="http://schemas.microsoft.com/office/drawing/2014/main" id="{6BBBDC82-8F76-D6EB-4BFF-D1C07FAB43B2}"/>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A5B2D63F-4BFB-4928-13DA-4CD20A316A94}"/>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38506921-4BCB-193E-D6E7-ED1229A0A9C4}"/>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95" name="Rectangle 194">
                <a:extLst>
                  <a:ext uri="{FF2B5EF4-FFF2-40B4-BE49-F238E27FC236}">
                    <a16:creationId xmlns:a16="http://schemas.microsoft.com/office/drawing/2014/main" id="{E40C4518-BC4D-89B0-14EB-90ECE897CCDA}"/>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89FBFF86-7CFD-6BAA-67FB-E9CF4FFA8FAE}"/>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97" name="Rectangle 196">
                <a:extLst>
                  <a:ext uri="{FF2B5EF4-FFF2-40B4-BE49-F238E27FC236}">
                    <a16:creationId xmlns:a16="http://schemas.microsoft.com/office/drawing/2014/main" id="{76CE0A94-87B6-E067-064B-813FB6BBF06C}"/>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009584B1-0B0C-8B3A-616C-54ADDDA2514C}"/>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3824CAE7-E2AB-2364-0CB3-ADAB6D88FABE}"/>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00" name="Rectangle 199">
                <a:extLst>
                  <a:ext uri="{FF2B5EF4-FFF2-40B4-BE49-F238E27FC236}">
                    <a16:creationId xmlns:a16="http://schemas.microsoft.com/office/drawing/2014/main" id="{BCB11E18-F06E-C0C0-9BC5-1CFCCACD006E}"/>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01" name="Rectangle 200">
                <a:extLst>
                  <a:ext uri="{FF2B5EF4-FFF2-40B4-BE49-F238E27FC236}">
                    <a16:creationId xmlns:a16="http://schemas.microsoft.com/office/drawing/2014/main" id="{4C65895C-86DA-1023-D15F-6172D98E9B09}"/>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5D80DF42-C609-E1A4-1EAB-48571B96D2DE}"/>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90617654-A906-3357-FBFD-6944EA87FB3C}"/>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6C6C56A-3C91-CABE-7424-12B8E3224E2C}"/>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B9E23314-210A-2DA1-1864-DA4A387DCC56}"/>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06" name="Rectangle 205">
                <a:extLst>
                  <a:ext uri="{FF2B5EF4-FFF2-40B4-BE49-F238E27FC236}">
                    <a16:creationId xmlns:a16="http://schemas.microsoft.com/office/drawing/2014/main" id="{7A3382D8-40C2-D247-ADDE-0EF2C3571970}"/>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FCE50D8F-92CF-05E2-EB62-805981D4239F}"/>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35869B93-1DEE-3053-80DF-465350599508}"/>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9" name="Rectangle 208">
                <a:extLst>
                  <a:ext uri="{FF2B5EF4-FFF2-40B4-BE49-F238E27FC236}">
                    <a16:creationId xmlns:a16="http://schemas.microsoft.com/office/drawing/2014/main" id="{9FFADA9E-92FF-0C87-DAE2-2B3DC62C89A1}"/>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20780218-0012-0AD6-0781-940F2B4F3D89}"/>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Rectangle 210">
                <a:extLst>
                  <a:ext uri="{FF2B5EF4-FFF2-40B4-BE49-F238E27FC236}">
                    <a16:creationId xmlns:a16="http://schemas.microsoft.com/office/drawing/2014/main" id="{D4435889-6ECD-93DC-ED45-5D97BC80D4AE}"/>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2C1055A-64B0-F49B-BF5C-B61010588AD5}"/>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Rectangle 212">
                <a:extLst>
                  <a:ext uri="{FF2B5EF4-FFF2-40B4-BE49-F238E27FC236}">
                    <a16:creationId xmlns:a16="http://schemas.microsoft.com/office/drawing/2014/main" id="{CBD20EEB-CF82-4200-F4FD-AD63E7118DE4}"/>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35EBCF2B-29BC-BFA8-DE41-F76662E47820}"/>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9718F445-42DB-E1FA-7FC7-62B81423434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16" name="Rectangle 215">
                <a:extLst>
                  <a:ext uri="{FF2B5EF4-FFF2-40B4-BE49-F238E27FC236}">
                    <a16:creationId xmlns:a16="http://schemas.microsoft.com/office/drawing/2014/main" id="{DB535213-1BB8-A5C8-C07C-E5FF60AF4E77}"/>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7" name="Rectangle 216">
                <a:extLst>
                  <a:ext uri="{FF2B5EF4-FFF2-40B4-BE49-F238E27FC236}">
                    <a16:creationId xmlns:a16="http://schemas.microsoft.com/office/drawing/2014/main" id="{436A88BB-4F98-0EA2-B588-91299E8E480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BADB46B8-3969-05C1-A14D-50C6D311500D}"/>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19" name="Rectangle 218">
                <a:extLst>
                  <a:ext uri="{FF2B5EF4-FFF2-40B4-BE49-F238E27FC236}">
                    <a16:creationId xmlns:a16="http://schemas.microsoft.com/office/drawing/2014/main" id="{61DC2207-3388-7603-368C-455C0767150C}"/>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20" name="Rectangle 219">
                <a:extLst>
                  <a:ext uri="{FF2B5EF4-FFF2-40B4-BE49-F238E27FC236}">
                    <a16:creationId xmlns:a16="http://schemas.microsoft.com/office/drawing/2014/main" id="{E65F2E02-3647-7E7D-1E97-9CA6D6C5ECFF}"/>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C2822572-67A5-3244-5576-C070DBD56629}"/>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2" name="Rectangle 221">
                <a:extLst>
                  <a:ext uri="{FF2B5EF4-FFF2-40B4-BE49-F238E27FC236}">
                    <a16:creationId xmlns:a16="http://schemas.microsoft.com/office/drawing/2014/main" id="{E1D23C74-83F6-98B4-6FCC-9F73A8739E7D}"/>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3" name="Rectangle 222">
                <a:extLst>
                  <a:ext uri="{FF2B5EF4-FFF2-40B4-BE49-F238E27FC236}">
                    <a16:creationId xmlns:a16="http://schemas.microsoft.com/office/drawing/2014/main" id="{E273F2E9-A7D4-F5A2-DE4E-2112721DC9E1}"/>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19635530-1731-C417-EFDD-F79BD4102F1D}"/>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25" name="Rectangle 224">
                <a:extLst>
                  <a:ext uri="{FF2B5EF4-FFF2-40B4-BE49-F238E27FC236}">
                    <a16:creationId xmlns:a16="http://schemas.microsoft.com/office/drawing/2014/main" id="{59578B0C-4826-0BCB-4F4D-8AB33DFE8FE0}"/>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6" name="Rectangle 225">
                <a:extLst>
                  <a:ext uri="{FF2B5EF4-FFF2-40B4-BE49-F238E27FC236}">
                    <a16:creationId xmlns:a16="http://schemas.microsoft.com/office/drawing/2014/main" id="{46BB244F-8C9F-3C3A-6190-C77EBC879DF5}"/>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27" name="Rectangle 226">
                <a:extLst>
                  <a:ext uri="{FF2B5EF4-FFF2-40B4-BE49-F238E27FC236}">
                    <a16:creationId xmlns:a16="http://schemas.microsoft.com/office/drawing/2014/main" id="{54806C63-CA0B-1415-C26C-550597AB0AB2}"/>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Rectangle 227">
                <a:extLst>
                  <a:ext uri="{FF2B5EF4-FFF2-40B4-BE49-F238E27FC236}">
                    <a16:creationId xmlns:a16="http://schemas.microsoft.com/office/drawing/2014/main" id="{35AE33C8-EA03-7C5E-AB28-232B0AA5533E}"/>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9" name="Rectangle 228">
                <a:extLst>
                  <a:ext uri="{FF2B5EF4-FFF2-40B4-BE49-F238E27FC236}">
                    <a16:creationId xmlns:a16="http://schemas.microsoft.com/office/drawing/2014/main" id="{F9983296-660F-C205-11B9-24606012248A}"/>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229">
                <a:extLst>
                  <a:ext uri="{FF2B5EF4-FFF2-40B4-BE49-F238E27FC236}">
                    <a16:creationId xmlns:a16="http://schemas.microsoft.com/office/drawing/2014/main" id="{6A12B6CF-8B85-2377-E69D-9FF7D38256B9}"/>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ectangle 230">
                <a:extLst>
                  <a:ext uri="{FF2B5EF4-FFF2-40B4-BE49-F238E27FC236}">
                    <a16:creationId xmlns:a16="http://schemas.microsoft.com/office/drawing/2014/main" id="{465344EC-2A68-3228-FB7C-2C900D196EB1}"/>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Rectangle 231">
                <a:extLst>
                  <a:ext uri="{FF2B5EF4-FFF2-40B4-BE49-F238E27FC236}">
                    <a16:creationId xmlns:a16="http://schemas.microsoft.com/office/drawing/2014/main" id="{F163B6FA-996A-FB9B-E6CB-707F416E200A}"/>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ectangle 232">
                <a:extLst>
                  <a:ext uri="{FF2B5EF4-FFF2-40B4-BE49-F238E27FC236}">
                    <a16:creationId xmlns:a16="http://schemas.microsoft.com/office/drawing/2014/main" id="{280970B2-26E7-E1E3-4E0A-988A0D59A812}"/>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ectangle 233">
                <a:extLst>
                  <a:ext uri="{FF2B5EF4-FFF2-40B4-BE49-F238E27FC236}">
                    <a16:creationId xmlns:a16="http://schemas.microsoft.com/office/drawing/2014/main" id="{A78B5C94-8CAB-4BAD-C744-35F1F7826633}"/>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 name="Rectangle 234">
                <a:extLst>
                  <a:ext uri="{FF2B5EF4-FFF2-40B4-BE49-F238E27FC236}">
                    <a16:creationId xmlns:a16="http://schemas.microsoft.com/office/drawing/2014/main" id="{91BCF726-3FD5-82A8-DB8C-1598381C944E}"/>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36" name="Rectangle 235">
                <a:extLst>
                  <a:ext uri="{FF2B5EF4-FFF2-40B4-BE49-F238E27FC236}">
                    <a16:creationId xmlns:a16="http://schemas.microsoft.com/office/drawing/2014/main" id="{B310B0C0-D862-1B81-867C-8FC4BA4A9495}"/>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7" name="Rectangle 236">
                <a:extLst>
                  <a:ext uri="{FF2B5EF4-FFF2-40B4-BE49-F238E27FC236}">
                    <a16:creationId xmlns:a16="http://schemas.microsoft.com/office/drawing/2014/main" id="{1D4E0400-AD84-4DF9-AE42-62E258ADB510}"/>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8" name="Rectangle 237">
                <a:extLst>
                  <a:ext uri="{FF2B5EF4-FFF2-40B4-BE49-F238E27FC236}">
                    <a16:creationId xmlns:a16="http://schemas.microsoft.com/office/drawing/2014/main" id="{3A6A84B5-A1EB-78EF-2457-FCDA8393B030}"/>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E958D204-964A-2F70-9FCB-E74461209F1B}"/>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 </a:t>
              </a:r>
            </a:p>
            <a:p>
              <a:r>
                <a:rPr lang="en-US" dirty="0"/>
                <a:t>(omitted for readability)</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5A9DD58-CA05-E29B-B6EB-476D0BC67FD6}"/>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xmlns="">
          <p:sp>
            <p:nvSpPr>
              <p:cNvPr id="43" name="TextBox 42">
                <a:extLst>
                  <a:ext uri="{FF2B5EF4-FFF2-40B4-BE49-F238E27FC236}">
                    <a16:creationId xmlns:a16="http://schemas.microsoft.com/office/drawing/2014/main" id="{35A9DD58-CA05-E29B-B6EB-476D0BC67FD6}"/>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1FB8B3D-BAAC-3A35-6028-01D2A3E2476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Tradeoffs</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xmlns="">
          <p:sp>
            <p:nvSpPr>
              <p:cNvPr id="52" name="TextBox 51">
                <a:extLst>
                  <a:ext uri="{FF2B5EF4-FFF2-40B4-BE49-F238E27FC236}">
                    <a16:creationId xmlns:a16="http://schemas.microsoft.com/office/drawing/2014/main" id="{D1FB8B3D-BAAC-3A35-6028-01D2A3E2476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4"/>
                <a:stretch>
                  <a:fillRect l="-1980"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6DC22E5C-25A1-2383-01F2-E7A580F28AC5}"/>
                  </a:ext>
                </a:extLst>
              </p14:cNvPr>
              <p14:cNvContentPartPr/>
              <p14:nvPr/>
            </p14:nvContentPartPr>
            <p14:xfrm>
              <a:off x="8446680" y="881640"/>
              <a:ext cx="571680" cy="1534320"/>
            </p14:xfrm>
          </p:contentPart>
        </mc:Choice>
        <mc:Fallback>
          <p:pic>
            <p:nvPicPr>
              <p:cNvPr id="4" name="Ink 3">
                <a:extLst>
                  <a:ext uri="{FF2B5EF4-FFF2-40B4-BE49-F238E27FC236}">
                    <a16:creationId xmlns:a16="http://schemas.microsoft.com/office/drawing/2014/main" id="{6DC22E5C-25A1-2383-01F2-E7A580F28AC5}"/>
                  </a:ext>
                </a:extLst>
              </p:cNvPr>
              <p:cNvPicPr/>
              <p:nvPr/>
            </p:nvPicPr>
            <p:blipFill>
              <a:blip r:embed="rId6"/>
              <a:stretch>
                <a:fillRect/>
              </a:stretch>
            </p:blipFill>
            <p:spPr>
              <a:xfrm>
                <a:off x="8437320" y="872280"/>
                <a:ext cx="590400" cy="1553040"/>
              </a:xfrm>
              <a:prstGeom prst="rect">
                <a:avLst/>
              </a:prstGeom>
            </p:spPr>
          </p:pic>
        </mc:Fallback>
      </mc:AlternateContent>
    </p:spTree>
    <p:extLst>
      <p:ext uri="{BB962C8B-B14F-4D97-AF65-F5344CB8AC3E}">
        <p14:creationId xmlns:p14="http://schemas.microsoft.com/office/powerpoint/2010/main" val="139756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D8CA-9965-F96E-527A-B3B96E0A9B73}"/>
              </a:ext>
            </a:extLst>
          </p:cNvPr>
          <p:cNvSpPr>
            <a:spLocks noGrp="1"/>
          </p:cNvSpPr>
          <p:nvPr>
            <p:ph type="title"/>
          </p:nvPr>
        </p:nvSpPr>
        <p:spPr/>
        <p:txBody>
          <a:bodyPr/>
          <a:lstStyle/>
          <a:p>
            <a:r>
              <a:rPr lang="en-US" dirty="0"/>
              <a:t>Comparison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8206F4-AEBA-AFF0-5435-30521973FE94}"/>
                  </a:ext>
                </a:extLst>
              </p:cNvPr>
              <p:cNvSpPr>
                <a:spLocks noGrp="1"/>
              </p:cNvSpPr>
              <p:nvPr>
                <p:ph idx="1"/>
              </p:nvPr>
            </p:nvSpPr>
            <p:spPr>
              <a:xfrm>
                <a:off x="838200" y="1825625"/>
                <a:ext cx="10515600" cy="4857808"/>
              </a:xfrm>
            </p:spPr>
            <p:txBody>
              <a:bodyPr>
                <a:normAutofit fontScale="92500" lnSpcReduction="20000"/>
              </a:bodyPr>
              <a:lstStyle/>
              <a:p>
                <a:r>
                  <a:rPr lang="en-US" dirty="0"/>
                  <a:t>Adjacency List:</a:t>
                </a:r>
              </a:p>
              <a:p>
                <a:pPr lvl="1"/>
                <a:r>
                  <a:rPr lang="en-US" dirty="0"/>
                  <a:t>Less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Operations with running time linear in degree of source node</a:t>
                </a:r>
              </a:p>
              <a:p>
                <a:pPr lvl="2"/>
                <a:r>
                  <a:rPr lang="en-US" dirty="0"/>
                  <a:t>Add an edge</a:t>
                </a:r>
              </a:p>
              <a:p>
                <a:pPr lvl="2"/>
                <a:r>
                  <a:rPr lang="en-US" dirty="0"/>
                  <a:t>Remove an edge</a:t>
                </a:r>
              </a:p>
              <a:p>
                <a:pPr lvl="2"/>
                <a:r>
                  <a:rPr lang="en-US" dirty="0"/>
                  <a:t>Check for edge</a:t>
                </a:r>
              </a:p>
              <a:p>
                <a:pPr lvl="2"/>
                <a:r>
                  <a:rPr lang="en-US" dirty="0"/>
                  <a:t>Get neighbors</a:t>
                </a:r>
              </a:p>
              <a:p>
                <a:r>
                  <a:rPr lang="en-US" dirty="0"/>
                  <a:t>Adjacency Matrix:</a:t>
                </a:r>
              </a:p>
              <a:p>
                <a:pPr lvl="1"/>
                <a:r>
                  <a:rPr lang="en-US" dirty="0"/>
                  <a:t>Similar amount of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Constant time operations:</a:t>
                </a:r>
              </a:p>
              <a:p>
                <a:pPr lvl="2"/>
                <a:r>
                  <a:rPr lang="en-US" dirty="0"/>
                  <a:t>Add an edge</a:t>
                </a:r>
              </a:p>
              <a:p>
                <a:pPr lvl="2"/>
                <a:r>
                  <a:rPr lang="en-US" dirty="0"/>
                  <a:t>Remove an edge</a:t>
                </a:r>
              </a:p>
              <a:p>
                <a:pPr lvl="2"/>
                <a:r>
                  <a:rPr lang="en-US" dirty="0"/>
                  <a:t>Check for an edge</a:t>
                </a:r>
              </a:p>
              <a:p>
                <a:pPr lvl="1"/>
                <a:r>
                  <a:rPr lang="en-US" dirty="0"/>
                  <a:t>Operations running with linear time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oMath>
                </a14:m>
                <a:endParaRPr lang="en-US" dirty="0"/>
              </a:p>
              <a:p>
                <a:pPr lvl="2"/>
                <a:r>
                  <a:rPr lang="en-US" dirty="0">
                    <a:solidFill>
                      <a:srgbClr val="FF0000"/>
                    </a:solidFill>
                  </a:rPr>
                  <a:t>Get neighbors</a:t>
                </a:r>
              </a:p>
              <a:p>
                <a:pPr lvl="1"/>
                <a:endParaRPr lang="en-US" dirty="0"/>
              </a:p>
            </p:txBody>
          </p:sp>
        </mc:Choice>
        <mc:Fallback xmlns="">
          <p:sp>
            <p:nvSpPr>
              <p:cNvPr id="3" name="Content Placeholder 2">
                <a:extLst>
                  <a:ext uri="{FF2B5EF4-FFF2-40B4-BE49-F238E27FC236}">
                    <a16:creationId xmlns:a16="http://schemas.microsoft.com/office/drawing/2014/main" id="{218206F4-AEBA-AFF0-5435-30521973FE94}"/>
                  </a:ext>
                </a:extLst>
              </p:cNvPr>
              <p:cNvSpPr>
                <a:spLocks noGrp="1" noRot="1" noChangeAspect="1" noMove="1" noResize="1" noEditPoints="1" noAdjustHandles="1" noChangeArrowheads="1" noChangeShapeType="1" noTextEdit="1"/>
              </p:cNvSpPr>
              <p:nvPr>
                <p:ph idx="1"/>
              </p:nvPr>
            </p:nvSpPr>
            <p:spPr>
              <a:xfrm>
                <a:off x="838200" y="1825625"/>
                <a:ext cx="10515600" cy="4857808"/>
              </a:xfrm>
              <a:blipFill>
                <a:blip r:embed="rId2"/>
                <a:stretch>
                  <a:fillRect l="-928" t="-3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0F1998-AC84-2B98-EFCA-7D0342965B19}"/>
                  </a:ext>
                </a:extLst>
              </p:cNvPr>
              <p:cNvSpPr txBox="1"/>
              <p:nvPr/>
            </p:nvSpPr>
            <p:spPr>
              <a:xfrm>
                <a:off x="6974378" y="3369973"/>
                <a:ext cx="4912822" cy="2246769"/>
              </a:xfrm>
              <a:prstGeom prst="rect">
                <a:avLst/>
              </a:prstGeom>
              <a:noFill/>
              <a:ln>
                <a:solidFill>
                  <a:srgbClr val="0070C0"/>
                </a:solidFill>
              </a:ln>
            </p:spPr>
            <p:txBody>
              <a:bodyPr wrap="square" rtlCol="0">
                <a:spAutoFit/>
              </a:bodyPr>
              <a:lstStyle/>
              <a:p>
                <a:r>
                  <a:rPr lang="en-US" sz="2000" dirty="0">
                    <a:solidFill>
                      <a:schemeClr val="accent5">
                        <a:lumMod val="75000"/>
                      </a:schemeClr>
                    </a:solidFill>
                  </a:rPr>
                  <a:t>Adjacency List is more common in practice:</a:t>
                </a:r>
              </a:p>
              <a:p>
                <a:pPr marL="285750" indent="-285750">
                  <a:buFont typeface="Arial" panose="020B0604020202020204" pitchFamily="34" charset="0"/>
                  <a:buChar char="•"/>
                </a:pPr>
                <a:r>
                  <a:rPr lang="en-US" sz="2000" dirty="0">
                    <a:solidFill>
                      <a:schemeClr val="accent5">
                        <a:lumMod val="75000"/>
                      </a:schemeClr>
                    </a:solidFill>
                  </a:rPr>
                  <a:t>Most graphs have </a:t>
                </a:r>
                <a14:m>
                  <m:oMath xmlns:m="http://schemas.openxmlformats.org/officeDocument/2006/math">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𝐸</m:t>
                        </m:r>
                      </m:e>
                    </m:d>
                    <m:r>
                      <a:rPr lang="en-US" sz="2000" b="0" i="1" smtClean="0">
                        <a:solidFill>
                          <a:schemeClr val="accent5">
                            <a:lumMod val="75000"/>
                          </a:schemeClr>
                        </a:solidFill>
                        <a:latin typeface="Cambria Math" panose="02040503050406030204" pitchFamily="18" charset="0"/>
                      </a:rPr>
                      <m:t>≪</m:t>
                    </m:r>
                    <m:sSup>
                      <m:sSupPr>
                        <m:ctrlPr>
                          <a:rPr lang="en-US" sz="2000" b="0" i="1" smtClean="0">
                            <a:solidFill>
                              <a:schemeClr val="accent5">
                                <a:lumMod val="75000"/>
                              </a:schemeClr>
                            </a:solidFill>
                            <a:latin typeface="Cambria Math" panose="02040503050406030204" pitchFamily="18" charset="0"/>
                          </a:rPr>
                        </m:ctrlPr>
                      </m:sSupPr>
                      <m:e>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𝑉</m:t>
                            </m:r>
                          </m:e>
                        </m:d>
                      </m:e>
                      <m:sup>
                        <m:r>
                          <a:rPr lang="en-US" sz="2000" b="0" i="1" smtClean="0">
                            <a:solidFill>
                              <a:schemeClr val="accent5">
                                <a:lumMod val="75000"/>
                              </a:schemeClr>
                            </a:solidFill>
                            <a:latin typeface="Cambria Math" panose="02040503050406030204" pitchFamily="18" charset="0"/>
                          </a:rPr>
                          <m:t>2</m:t>
                        </m:r>
                      </m:sup>
                    </m:sSup>
                  </m:oMath>
                </a14:m>
                <a:endParaRPr lang="en-US" sz="2000" dirty="0">
                  <a:solidFill>
                    <a:schemeClr val="accent5">
                      <a:lumMod val="75000"/>
                    </a:schemeClr>
                  </a:solidFill>
                </a:endParaRPr>
              </a:p>
              <a:p>
                <a:pPr marL="742950" lvl="1" indent="-285750">
                  <a:buFont typeface="Arial" panose="020B0604020202020204" pitchFamily="34" charset="0"/>
                  <a:buChar char="•"/>
                </a:pPr>
                <a:r>
                  <a:rPr lang="en-US" sz="2000" dirty="0">
                    <a:solidFill>
                      <a:schemeClr val="accent5">
                        <a:lumMod val="75000"/>
                      </a:schemeClr>
                    </a:solidFill>
                  </a:rPr>
                  <a:t>Saves memory</a:t>
                </a:r>
              </a:p>
              <a:p>
                <a:pPr marL="742950" lvl="1" indent="-285750">
                  <a:buFont typeface="Arial" panose="020B0604020202020204" pitchFamily="34" charset="0"/>
                  <a:buChar char="•"/>
                </a:pPr>
                <a:r>
                  <a:rPr lang="en-US" sz="2000" dirty="0">
                    <a:solidFill>
                      <a:schemeClr val="accent5">
                        <a:lumMod val="75000"/>
                      </a:schemeClr>
                    </a:solidFill>
                  </a:rPr>
                  <a:t>Most nodes will have small degree</a:t>
                </a:r>
              </a:p>
              <a:p>
                <a:pPr marL="285750" indent="-285750">
                  <a:buFont typeface="Arial" panose="020B0604020202020204" pitchFamily="34" charset="0"/>
                  <a:buChar char="•"/>
                </a:pPr>
                <a:r>
                  <a:rPr lang="en-US" sz="2000" dirty="0">
                    <a:solidFill>
                      <a:schemeClr val="accent5">
                        <a:lumMod val="75000"/>
                      </a:schemeClr>
                    </a:solidFill>
                  </a:rPr>
                  <a:t>Getting neighbors is a common operation</a:t>
                </a:r>
              </a:p>
              <a:p>
                <a:pPr marL="285750" indent="-285750">
                  <a:buFont typeface="Arial" panose="020B0604020202020204" pitchFamily="34" charset="0"/>
                  <a:buChar char="•"/>
                </a:pPr>
                <a:r>
                  <a:rPr lang="en-US" sz="2000" dirty="0">
                    <a:solidFill>
                      <a:schemeClr val="accent5">
                        <a:lumMod val="75000"/>
                      </a:schemeClr>
                    </a:solidFill>
                  </a:rPr>
                  <a:t>Adjacency Matrix may be better if the graph is “dense” or if its edges change a lot</a:t>
                </a:r>
              </a:p>
            </p:txBody>
          </p:sp>
        </mc:Choice>
        <mc:Fallback xmlns="">
          <p:sp>
            <p:nvSpPr>
              <p:cNvPr id="4" name="TextBox 3">
                <a:extLst>
                  <a:ext uri="{FF2B5EF4-FFF2-40B4-BE49-F238E27FC236}">
                    <a16:creationId xmlns:a16="http://schemas.microsoft.com/office/drawing/2014/main" id="{A30F1998-AC84-2B98-EFCA-7D0342965B19}"/>
                  </a:ext>
                </a:extLst>
              </p:cNvPr>
              <p:cNvSpPr txBox="1">
                <a:spLocks noRot="1" noChangeAspect="1" noMove="1" noResize="1" noEditPoints="1" noAdjustHandles="1" noChangeArrowheads="1" noChangeShapeType="1" noTextEdit="1"/>
              </p:cNvSpPr>
              <p:nvPr/>
            </p:nvSpPr>
            <p:spPr>
              <a:xfrm>
                <a:off x="6974378" y="3369973"/>
                <a:ext cx="4912822" cy="2246769"/>
              </a:xfrm>
              <a:prstGeom prst="rect">
                <a:avLst/>
              </a:prstGeom>
              <a:blipFill>
                <a:blip r:embed="rId3"/>
                <a:stretch>
                  <a:fillRect l="-1114" t="-1351" r="-1114" b="-3784"/>
                </a:stretch>
              </a:blipFill>
              <a:ln>
                <a:solidFill>
                  <a:srgbClr val="0070C0"/>
                </a:solidFill>
              </a:ln>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492A45E8-491C-7F60-4FBD-0829665C2A90}"/>
                  </a:ext>
                </a:extLst>
              </p14:cNvPr>
              <p14:cNvContentPartPr/>
              <p14:nvPr/>
            </p14:nvContentPartPr>
            <p14:xfrm>
              <a:off x="3748680" y="1812600"/>
              <a:ext cx="3134160" cy="4412160"/>
            </p14:xfrm>
          </p:contentPart>
        </mc:Choice>
        <mc:Fallback>
          <p:pic>
            <p:nvPicPr>
              <p:cNvPr id="5" name="Ink 4">
                <a:extLst>
                  <a:ext uri="{FF2B5EF4-FFF2-40B4-BE49-F238E27FC236}">
                    <a16:creationId xmlns:a16="http://schemas.microsoft.com/office/drawing/2014/main" id="{492A45E8-491C-7F60-4FBD-0829665C2A90}"/>
                  </a:ext>
                </a:extLst>
              </p:cNvPr>
              <p:cNvPicPr/>
              <p:nvPr/>
            </p:nvPicPr>
            <p:blipFill>
              <a:blip r:embed="rId5"/>
              <a:stretch>
                <a:fillRect/>
              </a:stretch>
            </p:blipFill>
            <p:spPr>
              <a:xfrm>
                <a:off x="3739320" y="1803240"/>
                <a:ext cx="3152880" cy="4430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27EDBCE6-02E2-2190-6C79-81E1E465B8E6}"/>
                  </a:ext>
                </a:extLst>
              </p14:cNvPr>
              <p14:cNvContentPartPr/>
              <p14:nvPr/>
            </p14:nvContentPartPr>
            <p14:xfrm>
              <a:off x="522360" y="1491120"/>
              <a:ext cx="4007160" cy="4773240"/>
            </p14:xfrm>
          </p:contentPart>
        </mc:Choice>
        <mc:Fallback>
          <p:pic>
            <p:nvPicPr>
              <p:cNvPr id="6" name="Ink 5">
                <a:extLst>
                  <a:ext uri="{FF2B5EF4-FFF2-40B4-BE49-F238E27FC236}">
                    <a16:creationId xmlns:a16="http://schemas.microsoft.com/office/drawing/2014/main" id="{27EDBCE6-02E2-2190-6C79-81E1E465B8E6}"/>
                  </a:ext>
                </a:extLst>
              </p:cNvPr>
              <p:cNvPicPr/>
              <p:nvPr/>
            </p:nvPicPr>
            <p:blipFill>
              <a:blip r:embed="rId7"/>
              <a:stretch>
                <a:fillRect/>
              </a:stretch>
            </p:blipFill>
            <p:spPr>
              <a:xfrm>
                <a:off x="513000" y="1481760"/>
                <a:ext cx="4025880" cy="4791960"/>
              </a:xfrm>
              <a:prstGeom prst="rect">
                <a:avLst/>
              </a:prstGeom>
            </p:spPr>
          </p:pic>
        </mc:Fallback>
      </mc:AlternateContent>
    </p:spTree>
    <p:extLst>
      <p:ext uri="{BB962C8B-B14F-4D97-AF65-F5344CB8AC3E}">
        <p14:creationId xmlns:p14="http://schemas.microsoft.com/office/powerpoint/2010/main" val="196771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F8EA80D-B423-C118-DDAB-B2AE0B4B9958}"/>
                  </a:ext>
                </a:extLst>
              </p14:cNvPr>
              <p14:cNvContentPartPr/>
              <p14:nvPr/>
            </p14:nvContentPartPr>
            <p14:xfrm>
              <a:off x="930960" y="1377720"/>
              <a:ext cx="9820440" cy="5165280"/>
            </p14:xfrm>
          </p:contentPart>
        </mc:Choice>
        <mc:Fallback>
          <p:pic>
            <p:nvPicPr>
              <p:cNvPr id="4" name="Ink 3">
                <a:extLst>
                  <a:ext uri="{FF2B5EF4-FFF2-40B4-BE49-F238E27FC236}">
                    <a16:creationId xmlns:a16="http://schemas.microsoft.com/office/drawing/2014/main" id="{CF8EA80D-B423-C118-DDAB-B2AE0B4B9958}"/>
                  </a:ext>
                </a:extLst>
              </p:cNvPr>
              <p:cNvPicPr/>
              <p:nvPr/>
            </p:nvPicPr>
            <p:blipFill>
              <a:blip r:embed="rId4"/>
              <a:stretch>
                <a:fillRect/>
              </a:stretch>
            </p:blipFill>
            <p:spPr>
              <a:xfrm>
                <a:off x="921600" y="1368360"/>
                <a:ext cx="9839160" cy="5184000"/>
              </a:xfrm>
              <a:prstGeom prst="rect">
                <a:avLst/>
              </a:prstGeom>
            </p:spPr>
          </p:pic>
        </mc:Fallback>
      </mc:AlternateContent>
    </p:spTree>
    <p:extLst>
      <p:ext uri="{BB962C8B-B14F-4D97-AF65-F5344CB8AC3E}">
        <p14:creationId xmlns:p14="http://schemas.microsoft.com/office/powerpoint/2010/main" val="3174278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9A8BEF0-0AAE-9D9C-AA58-B73462FEA2CF}"/>
                  </a:ext>
                </a:extLst>
              </p14:cNvPr>
              <p14:cNvContentPartPr/>
              <p14:nvPr/>
            </p14:nvContentPartPr>
            <p14:xfrm>
              <a:off x="2980440" y="2265480"/>
              <a:ext cx="8388360" cy="3640680"/>
            </p14:xfrm>
          </p:contentPart>
        </mc:Choice>
        <mc:Fallback>
          <p:pic>
            <p:nvPicPr>
              <p:cNvPr id="4" name="Ink 3">
                <a:extLst>
                  <a:ext uri="{FF2B5EF4-FFF2-40B4-BE49-F238E27FC236}">
                    <a16:creationId xmlns:a16="http://schemas.microsoft.com/office/drawing/2014/main" id="{69A8BEF0-0AAE-9D9C-AA58-B73462FEA2CF}"/>
                  </a:ext>
                </a:extLst>
              </p:cNvPr>
              <p:cNvPicPr/>
              <p:nvPr/>
            </p:nvPicPr>
            <p:blipFill>
              <a:blip r:embed="rId4"/>
              <a:stretch>
                <a:fillRect/>
              </a:stretch>
            </p:blipFill>
            <p:spPr>
              <a:xfrm>
                <a:off x="2971080" y="2256120"/>
                <a:ext cx="8407080" cy="3659400"/>
              </a:xfrm>
              <a:prstGeom prst="rect">
                <a:avLst/>
              </a:prstGeom>
            </p:spPr>
          </p:pic>
        </mc:Fallback>
      </mc:AlternateContent>
    </p:spTree>
    <p:extLst>
      <p:ext uri="{BB962C8B-B14F-4D97-AF65-F5344CB8AC3E}">
        <p14:creationId xmlns:p14="http://schemas.microsoft.com/office/powerpoint/2010/main" val="39980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extLst>
              <p:ext uri="{D42A27DB-BD31-4B8C-83A1-F6EECF244321}">
                <p14:modId xmlns:p14="http://schemas.microsoft.com/office/powerpoint/2010/main" val="3860555495"/>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506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759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extLst>
              <p:ext uri="{D42A27DB-BD31-4B8C-83A1-F6EECF244321}">
                <p14:modId xmlns:p14="http://schemas.microsoft.com/office/powerpoint/2010/main" val="4161720483"/>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1677093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extLst>
              <p:ext uri="{D42A27DB-BD31-4B8C-83A1-F6EECF244321}">
                <p14:modId xmlns:p14="http://schemas.microsoft.com/office/powerpoint/2010/main" val="38631411"/>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2339483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B57A399-4141-D090-EB46-5DA1AA18B807}"/>
                  </a:ext>
                </a:extLst>
              </p14:cNvPr>
              <p14:cNvContentPartPr/>
              <p14:nvPr/>
            </p14:nvContentPartPr>
            <p14:xfrm>
              <a:off x="6317280" y="3906720"/>
              <a:ext cx="4547880" cy="2532240"/>
            </p14:xfrm>
          </p:contentPart>
        </mc:Choice>
        <mc:Fallback>
          <p:pic>
            <p:nvPicPr>
              <p:cNvPr id="4" name="Ink 3">
                <a:extLst>
                  <a:ext uri="{FF2B5EF4-FFF2-40B4-BE49-F238E27FC236}">
                    <a16:creationId xmlns:a16="http://schemas.microsoft.com/office/drawing/2014/main" id="{BB57A399-4141-D090-EB46-5DA1AA18B807}"/>
                  </a:ext>
                </a:extLst>
              </p:cNvPr>
              <p:cNvPicPr/>
              <p:nvPr/>
            </p:nvPicPr>
            <p:blipFill>
              <a:blip r:embed="rId4"/>
              <a:stretch>
                <a:fillRect/>
              </a:stretch>
            </p:blipFill>
            <p:spPr>
              <a:xfrm>
                <a:off x="6307920" y="3897360"/>
                <a:ext cx="4566600" cy="2550960"/>
              </a:xfrm>
              <a:prstGeom prst="rect">
                <a:avLst/>
              </a:prstGeom>
            </p:spPr>
          </p:pic>
        </mc:Fallback>
      </mc:AlternateContent>
    </p:spTree>
    <p:extLst>
      <p:ext uri="{BB962C8B-B14F-4D97-AF65-F5344CB8AC3E}">
        <p14:creationId xmlns:p14="http://schemas.microsoft.com/office/powerpoint/2010/main" val="2324569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0FDA8FE-8331-8177-BED7-0C3D0FBC77B4}"/>
                  </a:ext>
                </a:extLst>
              </p14:cNvPr>
              <p14:cNvContentPartPr/>
              <p14:nvPr/>
            </p14:nvContentPartPr>
            <p14:xfrm>
              <a:off x="4399920" y="241920"/>
              <a:ext cx="4606200" cy="4678560"/>
            </p14:xfrm>
          </p:contentPart>
        </mc:Choice>
        <mc:Fallback>
          <p:pic>
            <p:nvPicPr>
              <p:cNvPr id="4" name="Ink 3">
                <a:extLst>
                  <a:ext uri="{FF2B5EF4-FFF2-40B4-BE49-F238E27FC236}">
                    <a16:creationId xmlns:a16="http://schemas.microsoft.com/office/drawing/2014/main" id="{D0FDA8FE-8331-8177-BED7-0C3D0FBC77B4}"/>
                  </a:ext>
                </a:extLst>
              </p:cNvPr>
              <p:cNvPicPr/>
              <p:nvPr/>
            </p:nvPicPr>
            <p:blipFill>
              <a:blip r:embed="rId4"/>
              <a:stretch>
                <a:fillRect/>
              </a:stretch>
            </p:blipFill>
            <p:spPr>
              <a:xfrm>
                <a:off x="4390560" y="232560"/>
                <a:ext cx="4624920" cy="4697280"/>
              </a:xfrm>
              <a:prstGeom prst="rect">
                <a:avLst/>
              </a:prstGeom>
            </p:spPr>
          </p:pic>
        </mc:Fallback>
      </mc:AlternateContent>
    </p:spTree>
    <p:extLst>
      <p:ext uri="{BB962C8B-B14F-4D97-AF65-F5344CB8AC3E}">
        <p14:creationId xmlns:p14="http://schemas.microsoft.com/office/powerpoint/2010/main" val="396291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97DF763-EC21-DEE9-C55E-439C5EF5F981}"/>
                  </a:ext>
                </a:extLst>
              </p14:cNvPr>
              <p14:cNvContentPartPr/>
              <p14:nvPr/>
            </p14:nvContentPartPr>
            <p14:xfrm>
              <a:off x="2651760" y="3266640"/>
              <a:ext cx="9227160" cy="2774160"/>
            </p14:xfrm>
          </p:contentPart>
        </mc:Choice>
        <mc:Fallback>
          <p:pic>
            <p:nvPicPr>
              <p:cNvPr id="3" name="Ink 2">
                <a:extLst>
                  <a:ext uri="{FF2B5EF4-FFF2-40B4-BE49-F238E27FC236}">
                    <a16:creationId xmlns:a16="http://schemas.microsoft.com/office/drawing/2014/main" id="{E97DF763-EC21-DEE9-C55E-439C5EF5F981}"/>
                  </a:ext>
                </a:extLst>
              </p:cNvPr>
              <p:cNvPicPr/>
              <p:nvPr/>
            </p:nvPicPr>
            <p:blipFill>
              <a:blip r:embed="rId3"/>
              <a:stretch>
                <a:fillRect/>
              </a:stretch>
            </p:blipFill>
            <p:spPr>
              <a:xfrm>
                <a:off x="2642400" y="3257280"/>
                <a:ext cx="9245880" cy="2792880"/>
              </a:xfrm>
              <a:prstGeom prst="rect">
                <a:avLst/>
              </a:prstGeom>
            </p:spPr>
          </p:pic>
        </mc:Fallback>
      </mc:AlternateContent>
    </p:spTree>
    <p:extLst>
      <p:ext uri="{BB962C8B-B14F-4D97-AF65-F5344CB8AC3E}">
        <p14:creationId xmlns:p14="http://schemas.microsoft.com/office/powerpoint/2010/main" val="2467908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extLst>
              <p:ext uri="{D42A27DB-BD31-4B8C-83A1-F6EECF244321}">
                <p14:modId xmlns:p14="http://schemas.microsoft.com/office/powerpoint/2010/main" val="3960382664"/>
              </p:ext>
            </p:extLst>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638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p:spTree>
    <p:extLst>
      <p:ext uri="{BB962C8B-B14F-4D97-AF65-F5344CB8AC3E}">
        <p14:creationId xmlns:p14="http://schemas.microsoft.com/office/powerpoint/2010/main" val="3749809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2311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6031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757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26881</TotalTime>
  <Words>2838</Words>
  <Application>Microsoft Office PowerPoint</Application>
  <PresentationFormat>Widescreen</PresentationFormat>
  <Paragraphs>893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 Light</vt:lpstr>
      <vt:lpstr>Calibri</vt:lpstr>
      <vt:lpstr>Cambria Math</vt:lpstr>
      <vt:lpstr>Arial</vt:lpstr>
      <vt:lpstr>Aptos</vt:lpstr>
      <vt:lpstr>Office Theme</vt:lpstr>
      <vt:lpstr>CSE 332 Winter 2026 Lecture 16: Graphs 2</vt:lpstr>
      <vt:lpstr>Graph Applications</vt:lpstr>
      <vt:lpstr>Some Graph Terms</vt:lpstr>
      <vt:lpstr>Definition: Complete Graph</vt:lpstr>
      <vt:lpstr>Graph Density, Data Structures, Efficiency</vt:lpstr>
      <vt:lpstr>Definition: Path</vt:lpstr>
      <vt:lpstr>Definition: (Strongly) Connected Graph</vt:lpstr>
      <vt:lpstr>Definition: Weakly Connected Graph</vt:lpstr>
      <vt:lpstr>Definition: Tree</vt:lpstr>
      <vt:lpstr>Graph “ADT”</vt:lpstr>
      <vt:lpstr>Adjacency List Data Structure</vt:lpstr>
      <vt:lpstr>Adjacency List (Weighted)</vt:lpstr>
      <vt:lpstr>Adjacency Matrix Data Structure</vt:lpstr>
      <vt:lpstr>Adjacency Matrix (weighted)</vt:lpstr>
      <vt:lpstr>Comparison</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272</cp:revision>
  <dcterms:created xsi:type="dcterms:W3CDTF">2023-10-13T16:06:42Z</dcterms:created>
  <dcterms:modified xsi:type="dcterms:W3CDTF">2026-05-08T17:37:12Z</dcterms:modified>
</cp:coreProperties>
</file>