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4" r:id="rId3"/>
    <p:sldId id="260" r:id="rId4"/>
    <p:sldId id="272" r:id="rId5"/>
    <p:sldId id="274" r:id="rId6"/>
    <p:sldId id="278" r:id="rId7"/>
    <p:sldId id="335" r:id="rId8"/>
    <p:sldId id="282" r:id="rId9"/>
    <p:sldId id="283" r:id="rId10"/>
    <p:sldId id="284" r:id="rId11"/>
    <p:sldId id="285" r:id="rId12"/>
    <p:sldId id="286" r:id="rId13"/>
    <p:sldId id="288" r:id="rId14"/>
    <p:sldId id="289" r:id="rId15"/>
    <p:sldId id="290" r:id="rId16"/>
    <p:sldId id="291" r:id="rId17"/>
    <p:sldId id="292" r:id="rId18"/>
    <p:sldId id="293" r:id="rId19"/>
    <p:sldId id="336" r:id="rId20"/>
    <p:sldId id="294" r:id="rId21"/>
    <p:sldId id="295" r:id="rId22"/>
    <p:sldId id="296" r:id="rId23"/>
    <p:sldId id="322" r:id="rId24"/>
    <p:sldId id="298" r:id="rId25"/>
    <p:sldId id="300" r:id="rId26"/>
    <p:sldId id="301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1" r:id="rId44"/>
    <p:sldId id="310" r:id="rId45"/>
    <p:sldId id="312" r:id="rId46"/>
    <p:sldId id="31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34:39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7152 9295 0,'0'0'15,"0"0"-15,0 0 0,0 0 0,0 0 16,0 0-1,0 9-15,0-1 16,0-8 0,9 0-16,25 0 15,43 9-15,34-9 16,42 8 0,52-8-1,68 9-15,43-9 16,51-9-1,34 1-15,17-1 16,43-16 0,17 8-16,9 8 15,8-8 1,0 9-16,-94 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35:14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13161 3002 0,'0'9'0,"8"33"0,9 35 0,1 203 0,-27-169 0,0-9 16,-8-26-1,9-16-15,16 0 16,44-1 0,76-8-16,76-17 15,61-25 1,34-9-16,-9-9 16,9-16-1,25-9-15,69 17 16,42 8-1,9 1-15,51-1 16,34-16-16,9 16 16,8 18-1,-17-1 1,17 9-16,-17 34 16,-25 0-1,-35 0-15,-8 17 16,9-25-1,-9-1-15,-52-8 16,-50-8-16,-26-1 31,-18 1-31,-50-9 0,-52-17 32,-25-17-32,-51-9 15,-26-16-15,-43-18 16,-17-8-1,-17-42-15,-17-18 16,-17-25 0,-8-43-1,-1-84-15,26-77 16</inkml:trace>
  <inkml:trace contextRef="#ctx0" brushRef="#br0" timeOffset="7655.56">6435 11923 0,'0'0'0,"-17"0"0,-17 0 15,-17 0 1,-9 17-16,18 0 16,7 17-1,-16 17-15,-34 34 16,-18 17-1,1-25-15,8-26 16,26 0 0,17 9-16,16 33 15,1 18 1,-17-9-16,0-17 16,-9 0-1,-25 51-15,-1 8 16,27-42-1,-1 9-15,9 25 16,17 26-16,17-35 16,8-25-1,9 9-15,9 33 16,25-7 0,8-44-16,10 18 15,7 25 1,10-9-1,-1-16-15,-17-43 16,-8-26 0,8 9-16,34 26 15,26 8 1,9 9-16,-26-18 16,-35-25-16,10 0 15,33 0 1,18-8-1,-1-1-15,-42 1 16,0-1 0,42 35-16,52-1 15,-35-16 1,-50-26-16,25 0 16,77 0-1,-43-34-15,-26 0 16,69-9-1,0 1-15,-77 8 16,8 8 0,69 1-16,-26-9 15,-51 0 1,68 8-16,9 1 16,-60-1-16,34-8 15,60 9-15,-51-9 16,34 17 15,17-9-31,-60 1 16,68-1-1,-42 1-15,-60-1 16,85 9-16,-25-8 16,0-18-16,68-8 15,-51-17 1,42 0-1,-16-8-15,-26 8 16,42 0 0,-17-9-1,35 1-15,-17-1 16,16-8-16,-8 0 16,9 9-1,-1 16-15,1 1 16,-18-1-1,35-8-15,0 0 16,-1 0 0,27-8-16,-35-1 15,26-8 1,-26 17-16,25-8 16,-16 8-1,8 8 1,9 9-16,8 0 15,9 8 1,-17-8-16,16 0 16,-33 0-1,51 0-15,-17 0 16,-17-8 0,-9 16-16,-17-8 15,-17 0 1,-9-17-16,-16-8 15,-18-1-15,9-16 16,-60-1 0,-17-8-16,9-8 15,-43-1 1,-9-8-16,-25 0 16,-17-8-1,-9-35 1,-17-8-16,-17 25 15,-8 9 1,-18 9-16,-25-18 16,-17-8-16,-26 17 15,-34 9 1,-25 7-16,-26 1 16,-26-8-1,-9 8 1,1 8-16,-9 18 15,-17-1-15,-8 9 16,17 17 0,-1 9-16,-8-1 15,-8-8 1,-9 9-16,0-18 16,8 1-1,-8-18-15,0 18 16,-8 7-1,-9 10-15,0 8 16,-9 17 0,9-9-1,9 1-15,-1-9 16,1 0-16,16-9 16,1 9-16,-1 0 15,-8-8 1,17 8-1,1 0 1,-10 0-16,1-9 16,8 1-16,17-1 15,-25-8 1,8 9-16,0-18 16,-9 9-1,18 0-15,-1 17 16,1-8-16,17-1 31,8 1-31,-8-9 16,-1-9-1,1 1-15,17 8 16,-34-9-16,25 9 16,26 17-1,-35 0 1,18 0-16,8-8 15,-33 8 1,16 0-16,26 0 0,-26 0 31,0 17-31,17-9 16,-25 18-16,17 8 16,17 0-1,-18 0-15,10-9 16,25 9-16,-26-8 31,0 8-31,26 0 16,-8-9-1,-1 9-15,-8 0 16,0 17 0,-1-8-16,-7 8 0,-1-9 15,-8 1-15,8-9 31,-8 8-15,-17 1-16,-1 16 16,9 26-1,-16 0-15,7 0 16,27 0 0,-10 9-16,-110 33 15</inkml:trace>
  <inkml:trace contextRef="#ctx0" brushRef="#br0" timeOffset="43166.12">2287 12969 0,'0'0'0,"0"0"15,0 0-15,120 9 0,42-1 0,-77-8 0,154-34 16,9-8-1,-120 25-15,128-17 16,-51 0-16,-137 34 16,77 0-1,9 0 1,-77 0-16,-26 0 16,-26-9-16,-16 1 15</inkml:trace>
  <inkml:trace contextRef="#ctx0" brushRef="#br0" timeOffset="43418.49">3593 12434 0,'0'0'0,"0"0"15,26 0-15,51 17 16,-9 8-1,43 18-15,34 8 16,-26 8-16,-16-8 16,-35 9-1,-34-9 1,-8-9-16,-18-8 16,-8 9-16,-68 67 15,-120 145 1</inkml:trace>
  <inkml:trace contextRef="#ctx0" brushRef="#br0" timeOffset="59271.57">6930 5485 0,'0'0'0,"0"0"0,9 0 16,17 0-16,16-8 15,26-9 1,95-9-1,24 9-15,95 43 16,25-1 0,60-8-16,128 9 15,-25 16 1,-69 1-16</inkml:trace>
  <inkml:trace contextRef="#ctx0" brushRef="#br0" timeOffset="65732.47">6094 9482 0,'0'0'0,"0"0"0,0 0 31,0 0-31,-9 9 16,-25 8-16,-25 0 0,-27 9 31,-16-1-15,16-8-16,27 17 15,-18 17 1,-8 0-16,-9 17 16,-17 34-1,17-8-15,34-26 16,26-34-1,17-9-15,17-16 16,8-1 0,27 1-16,41-1 15,27-8-15,-44 9 16,-16-1 0,8 9-1,1 9-15,-18 8 16,-34 8-1,0 35-15,-9 8 16,-8 0-16,-17-8 16,-17-9-1,8-26 1,9-16-16,17-9 16,0-9-1,0 1-15,17-1 16,0-8-16,0 0 15,8 0 1,26 9-16,1-1 16,-10 9-1,1 9-15,-1 42 16,-8 51 0,-17 0-1,-8-43-15,-1 1 16,1 8-1,16-8-15,9-9 16,-8-34-16</inkml:trace>
  <inkml:trace contextRef="#ctx0" brushRef="#br0" timeOffset="91308.96">18785 10188 0,'0'0'15,"0"0"-15,0 0 0,0 0 16,0 0-16,0 0 15,0 0 1,0 0-16,0 0 16,0 0-1,0 0-15,0 0 16,0 0 0,17-8-16,1-1 15,-1 1-15,0-1 16,8 1-1,1-1 1,-9 1 0,0-1-16,0 9 15,-8 0 1,-1 0-16,1 0 16,-1 0-16,1 0 15,-1 0 1,1 0-16,-9 0 15,8 0 1,35 17-16,34 17 16,0-8-1,0-1-15,-18 1 16,-16-18 0,-17 9-16,-1 0 15,1 0-15,-1 0 16,-8 17-1,-8 17-15,-9 18 32,-26 16-32,-16 0 15,-18-26-15,-25 1 16,-1-9 0,18 0-16,-43 17 0,-51 0 31,25 0-16,69-26-15,8 1 16,-8-18 0,17 1-16,17-18 0,17 1 15,8-18 1,-8-16 0,8-18-1,1 9-15,-1 0 0,1 17 31,8 0-31,0 9 16,0 8 0,0 0-16,0 0 15,0-9 1,0 9-16,-9 0 16,1 9-1,-26 25-15,-9 17 16,0 8-1,1-8-15,-1-8 16,9-18 0,17 1-16,0-9 15,17-9-15,8 9 16,35 0 0,51 17-1,0-8-15,17-9 16,93 26-16,138 16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37:17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11309 7646 0,'8'0'0,"26"17"0,9 0 15,68 17 1,77 8 0,-9-16-16,26-18 15,8-16-15,52-1 16,34 9-1,76 17-15,35 9 16,-9 16 0,60-16-1,-77-9-15</inkml:trace>
  <inkml:trace contextRef="#ctx0" brushRef="#br0" timeOffset="3506.26">4455 11711 0,'0'0'0,"0"0"0,0 0 15,0 0 1,0 0-16,0 8 16,-8 18-1,-9 25-15,-9 17 16,0 17-16,9-9 16,17-16-1,0-9-15,9-9 16,-1-16-1,1-1-15,8-8 16,9 0 0,16 9-1,10 8-15,7-9 16,44 1 0,8-9-16,17-17 15,42 9 1,10-18-16,16-8 15,26 0 1,0 17 0,-17-9-16,8 1 15,0-9-15,9 0 16,-43 8 0,-8 1-16,-9-1 15,-25 1 1,-35 8-16,-42 0 15,-17 0-15,-18 0 16,-16 0 0,-18-9-16,1 1 15,-9-18 1,8-25 0,9 26-16</inkml:trace>
  <inkml:trace contextRef="#ctx0" brushRef="#br0" timeOffset="14726.13">9943 15155 0,'0'0'0,"0"0"15,26 8-15,76 26 16,26-17-1,145-42-15,69-26 16,-18-60 0,188-93-1,-119 60-15</inkml:trace>
  <inkml:trace contextRef="#ctx0" brushRef="#br0" timeOffset="20954.66">4498 15903 0,'0'0'0,"8"0"0,61 0 0,67 17 16,-25 17-1,34 43-15,77 16 16,-43-42-1,129 18-15,93-1 16</inkml:trace>
  <inkml:trace contextRef="#ctx0" brushRef="#br0" timeOffset="21563.86">11684 16992 0,'26'-9'0,"102"-16"0,196-18 16,171 18-1,52-9-15,-129 8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41:05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8313 13369 0,'0'0'0,"0"0"0,0 0 15,0 0-15,-8 9 16,-1 25 0,-8 17-16,0 8 15,8 9 1,1 9-16,8-9 16,0-9-1,17-16-15,8-9 16,27 8-1,7 1-15,10-18 16,7-16 0,-16-1-16,9 1 15,7-9 1,18 0-16,9 8 16,-1-8-1,-17 0-15,9 0 16,17 9-1,17-1-15,17-16 16,9-9 0,25-9-16,9-16 15,0 8-15,-18 0 16,1 0 0,-9 17-16,-17 8 15,-8 9 1,-18 0-1,-16 9-15,-18 8 16,1 8-16,-10-8 16,10-8-1,-1-1 1,0 1-16,-8-9 16,-8 0-16,-1 8 15,-17-8 1,-8 0-1,-18-8-15,1 8 16,-9 0-16,0-9 16,-8 1-1,8-1 1,0-16-16,0-9 16,17-9-16,0-16 15,9-18 1,-1-16-1,1-1-15,-17 9 16,-1 17-16,-8 17 16,-8 17-1,-1 8 1,1 9-16,-9 9 16,0-1-1,0 9-15,-9-8 16,1-1-16,-1 9 15,1 0 1,-1 0-16,1 0 16,-18 0-1,-8 0 1,-17 0-16,-17-8 0,-35 8 31,-16-9-31,8 1 16,-17-9-1,-35 0-15,-7 0 16,8 0 0,-35 0-16,18 0 0,25 0 15,-33-9 17,7 1-32,18 8 0,-17 0 31,-9 0-31,18 8 15,-52 1 1,-17 8-16,8 0 16,-8 8-1,17 9-15,-8 9 16,-9 8 0,17-9-16,-94 1 15</inkml:trace>
  <inkml:trace contextRef="#ctx0" brushRef="#br0" timeOffset="4536.6">10293 15036 0,'0'0'0,"0"0"0,0 0 15,0 0-15,17 0 16,9 0 0,8 8-16,17 9 15,17 0 1,9 9-16,17-1 15,60-8 1,34-17-16,51-17 16,17 0-1,51 0-15,26 17 16,-9 9 0,60-18-16,9 9 15,-9 9 1,-9 8-16,1 8 15</inkml:trace>
  <inkml:trace contextRef="#ctx0" brushRef="#br0" timeOffset="5528.39">7417 9278 0,'0'0'0,"0"0"0,0 0 16,17 9-1,26 8-15,42 0 16,60 8-16,43-8 16,76-17-1,44-34 1,42-17-1</inkml:trace>
  <inkml:trace contextRef="#ctx0" brushRef="#br0" timeOffset="9106.81">8245 11387 0,'0'0'0,"0"0"0,0 0 16,0 0-16,0 0 15,0 0-15,0 0 16,0 0 0,0 0-16,17-8 15,17-1 1,9-16 0,33-18-16,35-8 31,26 0-31,17 9 15,16 25-15,52 8 0,60 9 32,59-17-32,43-17 15,-8-8 1</inkml:trace>
  <inkml:trace contextRef="#ctx0" brushRef="#br0" timeOffset="16019.88">8390 17443 0,'0'0'0,"-9"-9"0,1 9 0,-1-8 15,1 8 1,-9 0 0,8 8-16,1 18 15,-9 25 1,-1 8-16,1 1 16,0-1-1,9 26-15,-9 34 16,0 0-1,8-25-15,9-26 16,0-25-16,0-18 16,9-8-1,-1-8-15,1-1 16,8 1 0,0 8-1,26 0-15,8 0 16,0 17-16,17 0 15,-8 8 1,0 9 0,8 9-16,-8-9 15,17 8 1,33 18-16,36-18 16,-18-25-1,17-17-15,42-17 16,-7-34-16,7-8 15,27-9 1,8 0-16,17-9 16,-9 1-1,1-1-15,-1 9 16,-8 17 0,0 9-1,-51 8-15,-18 8 16,18 1-16,-43-1 15,-51 9 1,-18-8-16,-16 8 16,0-9-1,0 1 1,-18-1-16,1-8 16,8-17-1,0-34-15,0-25 16,-8 16-16,-18 9 15,1-9 1,-18-8-16,1 26 16,-18 8-1,-8 0-15,0 8 16,-9 9 0,-17 9-1,-16 8-15,-27 8 16,-33 1-16,-18 8 15,-68 8-15,-8 9 16,-52 0 0,-34-8-1,-17-1 1,-76 1-16,25-9 16,8-17-1,-25-17-15,17-17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39:38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2671 2288 0,'0'0'0,"0"0"0,0 8 0,18 35 16,-1 42 0,-9 42-16,-16 26 15,-9 26 1,-18 17-16,1-9 16,17-17-1,9-17 1,16-34-16,18-43 15,16-7 1,27-10-16,59-16 16,25-26-16,44-17 15,16-9 1,9-8 0,8-8-16,18 8 15,16 17-15,18 0 16,25 8-1,52 9-15,8 9 16,34 8 0,-17 8-16,-51 1 15,60-1 1,8 1-16,-68-18 16,-1-8-1,-50 9 1,-60-26-16,-17-9 15,-52-8-15,-33-8 16,-26-1 0,-26 1-16,-25-1 15,-18-16 1,1-9-16,-17-43 16,-18-76-1,-17-153-15</inkml:trace>
  <inkml:trace contextRef="#ctx0" brushRef="#br0" timeOffset="8822.04">12256 5783 0,'0'0'0,"0"0"0,0 0 16,0 17-16,0 0 31,-8 0-15,-1 9-16,1-1 15,-1 1 1,1-1-16,8 1 16,0-1-1,0-16-15,0-1 0,0 1 31,25-1-31,18 1 16,42-1 0,43 1-16,0-1 15,9 9 1,33 0-16,27 0 16,-27 9-1,18-1-15,26 18 16,-10-1-1,1 9-15,-25 9 16,7-9 0,1 0-16,-43-9 15,-17 1 1,-51-18-16,-26-16 0,-25-1 31,8-25-31,0-17 0,9-51 16,8-42-1,9-18 1,-18 9 0,-16 9-16,0 8 15,-9 59 1</inkml:trace>
  <inkml:trace contextRef="#ctx0" brushRef="#br0" timeOffset="29590.2">5898 7909 0,'0'0'0,"0"9"15,17 8-15,0 17 16,0 8-1,-9-8 1,1 17-16,-1-8 16,-8-9-16,0-9 15,0 1 1,0-1 0,0 1-16,9-9 15,8 0 1,17 17-16,34-9 15,26 1-15,26-18 16,16-16 0,18-1-1,42-8-15,-16-8 16,-1 8-16,9 17 16,-26 0-16,-17 8 15,-9 1 1,-50 8-1,-35-9 1,-25 1-16,-18-1 16,-8-8-16,-17-17 15,-26-17 1,1-42 0,-18-77-16,-34-145 15</inkml:trace>
  <inkml:trace contextRef="#ctx0" brushRef="#br0" timeOffset="33187.94">7699 8845 0,'0'0'0,"0"0"0,0 0 15,0 0-15,-9 0 16,9 8 0,-9 9-1,9 0-15,0 17 0,0-8 32,18 8-32,16 0 15,0 8-15,8-16 16,-7-1-1,-10 1-15,9-9 16,1-9-16,-1 1 16,17-1-1,0-16-15,0-1 16,9 1 0,17 8-1,25 0-15,26-9 16,9 1-16,34-9 15,42-9 1,-51-8-16,-8 0 31,25 0-31,-43 17 16,-33 9 0,16 16-16,-8 9 15,-8 0-15,-18-8 31,-25-1-31,-17-16 16,-18-1 0,1 1-16,-9-9 15,0-34-15,0 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44:28.1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4105 6472 0,'0'0'0,"43"0"0,42 8 0,368-59 15,-283 17-15,-7 0 0,-163 34 0,187-42 0,121-18 16</inkml:trace>
  <inkml:trace contextRef="#ctx0" brushRef="#br0" timeOffset="543.11">5710 6200 0,'0'0'0,"0"0"0,8 8 16,9 9 0,9 0-16,34 0 15,8-8-15,0-1 16,35 1-1,50-26 1,-7-17-16,-78 17 16</inkml:trace>
  <inkml:trace contextRef="#ctx0" brushRef="#br0" timeOffset="992.51">8322 6038 0,'0'0'0,"0"0"16,0 0-16,0 0 16,0 0-16,0 0 15,0 0 1,0 0-16,0 0 15,0 0 1,0-8-16,17-1 16,17 9-1,0 0-15,26 0 0,25 26 32,-17-1-17,18 1-15,-35-18 0</inkml:trace>
  <inkml:trace contextRef="#ctx0" brushRef="#br0" timeOffset="1480.27">11351 6353 0,'0'0'0,"0"0"0,18 0 16,7 8 0,9-8-16,43 0 15,60-17-15,8-17 32,17 9-32,68-1 15,120-16-15</inkml:trace>
  <inkml:trace contextRef="#ctx0" brushRef="#br0" timeOffset="1900.97">14194 6642 0,'0'0'0,"0"0"0,0 0 0,8 0 16,35 17-1,17-8-15,25-1 16,26 1 0,43-9-16,50 0 15,18 8 1,60 1-16,59-1 16,18-8-16,85 0 15,59 17 1,43 0-16,26 0 15,-162-8 1</inkml:trace>
  <inkml:trace contextRef="#ctx0" brushRef="#br0" timeOffset="11546.41">8407 7535 0,'0'0'0,"0"0"0,0 0 16,17-9-1,-8 1-15,-1 8 16,1 0-16,-1 0 16,1 17-1,-1 8-15,1 35 16,-1 25 0,-16 26-1,8-1-15,0-16 16,0-9-1,0-17-15,17-17 16,17-26-16,34-8 16,43-34-1,51-8 1,18-18-16,7-8 16,10 9-1,-18-1-15,0 9 16,9 17-1,-17 17-15,-9 0 16,-26 9 0,-16 8-16,-18-9 15,-34 1 1,-25-1-16,-9 1 16,-8-1-1,0-16-15,-9-9 16,0-17-1,0-43-15,17-59 16,-26-68 0,-8-128-16</inkml:trace>
  <inkml:trace contextRef="#ctx0" brushRef="#br0" timeOffset="15434.39">12632 7263 0,'0'0'0,"0"0"0,0 0 16,0 0-16,0 0 16,0 0-16,0 0 15,0 17 1,0 0-1,0 17-15,0 0 16,0 0 0,0 8-16,8-8 15,1 0-15,-1-8 16,1-1 0,-1-16-1,9-1-15,9 1 16,34-1-1,25-8-15,35-8 16,33-18-16,18 9 16,0 0-1,16 9-15,10 8 16,-1 8 0,17 9-1,9 17-15,17 9 16,17 8-1,0 9-15,-25-18 16,-18 1 0,-34-9-16,-42-9 15,-26 1 1,-17-9-16,-34-9 16,-18 1-1,-8-18-15,9-16 16,8-35-1,9-33-15,-9-35 16,-17 9 0,-25-9-16,-9 60 15</inkml:trace>
  <inkml:trace contextRef="#ctx0" brushRef="#br0" timeOffset="32350.87">15295 9219 0,'0'0'0,"0"0"0,34 0 16,51 8-1,43 1-15,-8-9 16,25 17 0,77 17-16,-18 0 15,61 0-15,8 8 16,26 9 0,59 0-16,-33-8 15,67-17 1,120-1-1,0-8 1,-59-17-16,33-17 16,18 0-16,-9 0 15,-17 17 1,-51 9-16,34 25 16,-35 17-1,-127 0-15,0 0 16,-69-9-1,-51 1-15,1-1 0,-44-16 32,-50-9-17,-35-9-15,-26-8 16,-8 0 0,-8-8-16,-9-1 15,-26-16 1,-68-26-16,-34 0 15,-59 8 1,-44 1-16,-16 16 16,-18 9-16,-25 17 15,8 9 1,-34 8-16,1-9 16,-27-16-1,1-1 1,34 1-16,-69-1 15,18-8 1,25-8-16,-68 16 16,-1 18-16,44-1 15,-60-8 1,25 0-16,35 0 16,-9-17-1,17 0 1,34 0-16,9-8 15,34-1 1,51 0-16,-9-8 16,52-8-1,34-1-15,17 1 16,17 8-16,43 8 16,25 9-1,17 0 1,18 17-16,8 0 0,25 0 15,61 0 1,33 9-16,43 16 16,69 26-1,-9-8 1,42-1-16,27 1 16,-1-18-16,51-8 31,18 9-31,-1-9 15,52 9 1,-9 16-16,-26 1 16,44 8-1,16 0-15,-34 0 16,-8-9 0,16 9-16,52 9 15,-34-1 1,-26-8-16,17-8 15,9-18 1,-17 9-16,-43 9 0,0-18 16,-34 9-1,-52 9 1,-8-9-16,-25-17 16,68-9-16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45:23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 4524 0,'0'0'0,"0"0"0,0 0 0,0-8 16,8 8 0,-8 0-16,17-9 15,43 1 1,77 8-1,-9 0 1,-43 0-16,111-9 16,43 1-1,-68-1-15,153 1 16</inkml:trace>
  <inkml:trace contextRef="#ctx0" brushRef="#br0" timeOffset="4520.27">9312 7101 0,'0'0'0,"0"0"0,0 0 16,0 17-1,102 17-15,77 0 16,103 0-16</inkml:trace>
  <inkml:trace contextRef="#ctx0" brushRef="#br0" timeOffset="9863.79">10916 7203 0,'0'0'0,"0"9"0,-8 42 0,8 17 16,0 8-1,0-8 1,0 0-16,0-8 16,0 0-16,8-18 15,-8-8 1,9-8-16,-1-18 16,26-8-1,43-17 1,43-17-16,8 0 15,17 0-15,34 0 16,9 17 0,17-9-16,42-8 15,18 0 1,-9-8-16,51-1 16,-8 18-16,34 8 15,0 17 1,-26 8-16,0-8 31,-25 9-31,-1-1 16,-16 1-16,-35-1 15,-25 1 1,-17-1 0,-17-8-16,-43-8 15,-51-1 1,-26 1-16,-17-1 0,-9-16 31,1-9-31,-17-43 16,-18-42-1,1 60-15</inkml:trace>
  <inkml:trace contextRef="#ctx0" brushRef="#br0" timeOffset="15152.96">8509 9772 0,'0'0'0,"0"0"15,-8 0-15,-1 0 16,1 0-1,8 0-15,0 0 16,51 25 0,43 9-16,213 9 15,197-26 1,8-34-16,43-9 16,-137 1-1</inkml:trace>
  <inkml:trace contextRef="#ctx0" brushRef="#br0" timeOffset="17190.66">7818 11277 0,'0'0'0,"0"0"0,0 0 31,0 0-15,-9 8-16,1 9 16,-18 17-1,9 0-15,0 0 16,-8 1 0,8 7-16,-1-8 15,18 0 1,0 9-16,0-18 15,26 9 1,42 9-16,86-26 16,76-17-1,44-34-15,33-26 16,43-8 0,34 9-16,51 8 15,9 8 1,-43 26-16,-17 8 15</inkml:trace>
  <inkml:trace contextRef="#ctx0" brushRef="#br0" timeOffset="17923.11">8689 14322 0,'0'0'0,"59"-9"0,121 1 0,50 8 16,69 17 0,34 8-1,-52 9-15,69 17 16</inkml:trace>
  <inkml:trace contextRef="#ctx0" brushRef="#br0" timeOffset="119814.25">12589 8309 0,'0'0'0,"0"0"15,0 0-15,0 0 16,0 0-16,0 0 16,0 0-16,-8 0 15,-10 0-15,-16 8 32,-17 9-32,-17 9 15,-43 8 1,17 0-16,9 34 15,-35 8 1,-51 10-16,35-10 16,59-8-1,-25 0 1,-18 9-16,18-26 16,25-26-16,17-16 15,26-18 1,25-25-16,9 9 15</inkml:trace>
  <inkml:trace contextRef="#ctx0" brushRef="#br0" timeOffset="120054.8">11351 8658 0,'0'0'0,"-8"0"15,-18 0-15,-25 17 16,-34 17-16,8 17 15,26 25 1,8 35-16,9-18 16,17-33-1,17-18-15,0 1 16,85-9 0,77 0-16,69-17 15,33-17 1,69-26-16</inkml:trace>
  <inkml:trace contextRef="#ctx0" brushRef="#br0" timeOffset="122046.12">12615 12417 0,'8'0'0,"35"8"0,59 1 16,1-1-1,-26 1 1,-43-1-16,-9 1 15,9-1-15,9 1 16,0-1 0,-18 9-1,1-8-15,-9-1 16,-8-8 0,-9 0-16,0 0 15,-9-8-15,0-1 16,-16-25-1,-69-34-15,-68-17 16,34 17 0,68 17-1,0 0-15,1 0 16,7 8 0,18 26-16,17 0 15,9 0-15,8 17 16</inkml:trace>
  <inkml:trace contextRef="#ctx0" brushRef="#br0" timeOffset="122427.15">12077 12604 0,'0'0'0,"0"0"16,-9-9-16,1 1 16,-1-1-16,1-8 15,-1 0 1,1-8-16,-1-9 16,1-9-1,8 1-15,0-18 16,8 0-1,18 9 1,42 9-16,35 16 16,-10 18-1,-24 16-15,-10 9 16,10 9-16,25-1 16,25-16-16,9-18 15,-60 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47:35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19869 9534 0,'0'0'0,"0"0"0,0 0 16,0 0-1,0 0 1,0 0-16,0 0 0,0 0 31,0 0-15,0 0-16,17 0 15,26-9-15,17 0 0,0 9 32,33 0-32,1 0 0,-8 0 31,-1 0-15,-8 9-16,-17 0 15,-18-9 1,-8 0-16,-8 8 15,0 1 1,-9-9-16,-9 8 16,1-8-1,-9 0-15,-17 0 16,-26 0 0,-42 17-16,-26-8 15,0-9-15,17 8 16,34 1-1,17-1 1,18-8-16,8 0 16,0 0-1,17 0-15,0 0 16,17-8-16,17-1 16,26 1-1,-1-1 1,1 9-16,-17 0 15,-18 0-15,1 0 16,-17 0 0,-1 0-1,-8 0-15,0 0 16,-8 0 0,-18-8-16,-17-1 15,1 1 1,-1-1-16,17 9 15,18 9 1</inkml:trace>
  <inkml:trace contextRef="#ctx0" brushRef="#br0" timeOffset="84982.26">10421 8377 0,'0'0'0,"0"0"0,0 17 0,0 34 31,0 8-15,-8-8-16,-1-8 15,1 25 1,-1 26-16,-8 8 0,-9-9 31,1-8-31,-1-34 16,9-8 0,0-9-16,0 0 0,8-9 31,9 1-31,0-18 0,9 1 31,8-1-31,9 1 16,-1-1-1,1-8-15,34 17 16,25-8 0,34 8-16,-8-9 15,-34 1 1,26 8-16,50 0 15,1 17 1,-35-9-16,-16 1 16,59 16-1,0-16-15,-8 0 16,25-18-16,26-8 16,-35 0-1,18-8 1,9-9-16,24-9 15,44-8 1,-17 0-16,-1 0 16,-16 0-16,25 8 15,-17 9 1,8-8-16,1 8 16,-18 8-1,9 1-15,-9-1 16,9 1-1,-17 8 1,0 0-16,0 0 16,9-9-1,16 1-15,-25 8 16,-17 0 0,-34 0-16,-1 8 15,1-8 1,-17 17-16,-26 0 15,0 9 1,-9-1-16,-25 1 16,8-9-16,-8 8 15,0-16 1,9-1-16,-18 1 16,-17-9-1,-8-9-15,0 1 16,-9-1-1,-8 1 1,-1-1-16,18-16 16,8-1-1,9 1-15,-26-1 16,-8 9-16,-17 0 16,-1 9-1,-8-1 1,0 1-16,0-9 15,9-9 1,-9 1-16,9-18 16,-1 1-16,-16-1 15,-1-8 1,1-8-16,-1-1 16,1-8-16,-9-8 15,0 8 1,0 0-1,-9 16 1,1 18-16,-1 0 16,1 17-1,-1 0-15,1 0 16,-1 9 0,-16-1-16,-1 9 15,-34 0 1,-51 17-16,-25 26 15,-9-1 1,-26 9-16,0-16 0,35-10 31,-35 1-31,-8-18 16,8-16 0,-51-9-16,-17 0 15,-25-9 1,-10-8-1,-24 8-15,-9 9 16,-9 9 0,-51-9-16,34 8 15,0 9-15,-17-8 16,26-1 0,-18-8-16,9 0 15,1 9 1,-35-1-16,51 1 15,26-18 1,8 1-16,-8-1 16,17-8-1,8 0-15,-8 9 16,0 8 0,0 17-1,8 8-15,18 1 16,8-9-1,68-17-15,120 8 16</inkml:trace>
  <inkml:trace contextRef="#ctx0" brushRef="#br0" timeOffset="106970.3">4942 9984 0,'0'0'0,"0"0"0,0 0 0,0 0 16,0 17-1,-9 0-15,1 26 16,-1 8-16,1 8 31,-1-8-31,1-8 16,-1-1-16,0-8 0,-8 17 15,0-8 1,0 0-16,9-18 31,-1 1-31,9-18 16,0 1-1,0-1 1,0 9-16,17 0 16,0 0-16,17 0 15,9 0 1,34 9-16,34-18 16,17 1-1,0-9 1,-9 0-16,18 0 0,8 0 15,-17 0 1,-8 8 0,8 1-1,-9-1-15,1 1 16,-27-9 0,-7 17-16,8 0 15,-17-9 1,-18 1-16,-16-1 15,-17 1 1,-1-9-16,-16 8 16,-1-8-1,1 0-15,-1 0 16,-8 0 0,0 0-16,9 0 15,8-8 1,0-1-16,17-25 15,0-34 1,-8-17-16,8-25 16,9-18-1,16-8-15,1 8 16,-9 43 0,-16 26-16,-10 25 15,-16 8 1,-1 9-16,-8 9 15,0-1 1,0 9-16,0 0 16,0 0-1,0 0-15,0 0 16,-8-8-16,-9-9 16,-43-9-1,-17-8-15,-17 0 16,-25 0-1,-61 17-15,-24 26 16,-18 25 0,-9 17-16,43 0 15,-25-9 1,17-8-16,34-8 16,-26-9-1,17-9-15,9-16 16,-137-9-1</inkml:trace>
  <inkml:trace contextRef="#ctx0" brushRef="#br0" timeOffset="109342.7">10908 11498 0,'0'0'0,"0"0"0,-9 0 0,-8 0 15,-17 0 1,0 0 0,0 0-16,17 0 15,-1 0 1,27 9-16,25-1 16,103 1-1,102-9 1,145-26-16,25-8 15</inkml:trace>
  <inkml:trace contextRef="#ctx0" brushRef="#br0" timeOffset="127809.79">11462 13692 0,'0'0'0,"0"0"0,0 0 0,0 0 15,0 0 1,9 17-16,0-8 15,8 8 1,0 0-16,0 0 16,0 8-1,0 9 1,8 0-16,1-8 16,-9-1-1,0-8-15,0 0 16,9 0-16,-1-8 15,10-1 1,-10 1 0,9-1-16,-8 1 15,0-1 1,-1 1-16,-16-1 0,-1-8 16,1 0-1,-1 0 1,-8 0-1,9 0-15,-9 0 16,8-8-16,9-1 16,1-16-16,7-26 15,26-43 1,9 1-16,-34 50 31</inkml:trace>
  <inkml:trace contextRef="#ctx0" brushRef="#br0" timeOffset="129657.32">14458 13718 0,'0'0'0,"9"0"0,50 0 16,180-9-16,146 9 16,41 0-1,121-17-15,-129 9 16</inkml:trace>
  <inkml:trace contextRef="#ctx0" brushRef="#br0" timeOffset="131487.23">15312 14619 0,'0'0'0,"0"0"0,0 0 16,0 9-1,-9 8-15,9 0 16,0 0-16,0 0 16,0 0-1,0 0 1,0 17-16,0 0 16,17 0-16,0 0 15,9 8-15,0 1 31,-9-9-31,-9-9 16,1 9 0,-1 0-16,-8-8 15,0-1-15,0-8 16,0 0 0,9-8-16,8-1 15,0 1 1,8 8-1,27 0-15,7-9 16,1-8-16,8-8 16,60-1-1,26-8-15,-34 9 16,-27-1 0,18 9-1,17 0-15,-25 9 16,-26-1-1,-18 9-15,-16-8 16,-17-1 0,-1 1-16,-16 0 15,-1-1-15,1-8 16,-9 0 0,0-8-1,17-10-15,0-50 16,17-85-1,26-17-15,59-93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51:47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10558 5758 0,'0'0'0,"0"0"16,0 0-16,0 17 16,-9 8-16,1 9 15,-1 17-15,-16 17 0,-18 9 31,9-1-15,17-8-16,0-25 16,17-1-1,0-16-15,17 8 16,8-9 0,9 1-16,9-18 15,17 1 1,17-1-16,16-8 15,10 0 1,8 0-16,8 0 16,52 0-1,17 9-15,25-1 16,18 1 0,8-9-16,17-9 15,17 1 1,0 8-16,-17 8 15,-17 1 1,-26 8 0,-8 17-16,0 0 15,-9 0 1,-25-9-16,-17-8 16,-1-8-16,-25-1 15,-42 1 1,-18-18-16,-17 9 15,-8-8 1,-18-1-16,1-8 16,0-8-1,-9-26-15,0-17 16,0-17-16,0-34 16,8-17-1,-7-17-15,-10 0 16,9-137-1</inkml:trace>
  <inkml:trace contextRef="#ctx0" brushRef="#br0" timeOffset="3298.36">12043 8555 0,'17'0'0,"128"17"16,128-17-16,26-34 16,17-42-1,34-43-15</inkml:trace>
  <inkml:trace contextRef="#ctx0" brushRef="#br0" timeOffset="3899.89">11292 10852 0,'0'0'0,"0"0"0,0 0 15,8 8-15,18 9 16,17 9-16,93-9 15,120-9 1,120-25-16,16-8 16</inkml:trace>
  <inkml:trace contextRef="#ctx0" brushRef="#br0" timeOffset="4504.37">11471 13752 0,'0'0'0,"0"0"0,0 0 0,0 0 16,0 0 0,68 17-1,111 25-15,86 26 16,34 9-1,59 8-15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52:16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11616 7365 0,'0'0'0,"0"0"0,43 25 16,76 9-1,154-8-15,52-1 16,33-33 0,69-1-16,-43 26 15</inkml:trace>
  <inkml:trace contextRef="#ctx0" brushRef="#br0" timeOffset="7401.14">16157 7663 0,'17'-9'0,"94"-8"0,128-34 16,42-26-16,9-8 15,69-34 1,17 9-1</inkml:trace>
  <inkml:trace contextRef="#ctx0" brushRef="#br0" timeOffset="8854.86">14168 10648 0,'0'0'0,"0"0"0,0 0 15,0 0-15</inkml:trace>
  <inkml:trace contextRef="#ctx0" brushRef="#br0" timeOffset="8987.91">13972 10316 0,'8'0'0,"35"0"0,119 8 16,120 1-16,136-1 15,103-8 1,25-25 0,-128-9-16</inkml:trace>
  <inkml:trace contextRef="#ctx0" brushRef="#br0" timeOffset="11266.55">11701 12765 0,'0'0'0,"0"0"0,17 9 16,69-1-16,144-8 16,95-25-1,59-35-15,8-8 16</inkml:trace>
  <inkml:trace contextRef="#ctx0" brushRef="#br0" timeOffset="27767.85">11522 6293 0,'0'0'0,"0"0"0,0 0 0,17-8 16,9-1-1,-9 1-15,-9 8 16,1 0 0,0 0-16,-1 0 15,1 25 1,-1 26 0,-8 34-16,-8 60 15,-1 25 1,26-51-16,0-34 15,0-8-15,17-9 16,1-26 0,-1 1-16,8-9 15,1-9 1,0-16-16,-1-1 16,35 1-1,17-9-15,0-9 16,0 1-1,-9-1 1,-8 1-16,25 8 16,-8 0-1,-25 0-15,-10 8 16,-16 1-16,-17-1 16,-18 1-1,1-9 1,-1 0-16,1 0 15,-9-9-15,8-8 16,9-34 0,0-42-1,9-52-15,-9 9 16,-8 17 0,-1 0-16,-8 8 15,0 18-15,0 16 16,0 26-1,0 9-15,0 8 16,-8 17 0,-1-9-1,-8 9-15,-34-8 16,-60 8 0,-77 0-16,-76 8 0,-86 9 31,-26-17-31</inkml:trace>
  <inkml:trace contextRef="#ctx0" brushRef="#br0" timeOffset="42985.23">5368 4414 0,'-8'-9'15,"-1"1"-15,1-1 16,-1 1 0,-8-1-1,0 1-15,-8-1 16,-10 1-1,-7-9-15,-1 0 16,9 0 0,8 17-16,-16 0 15,-18 0 1,-25 17-16,-9 17 16,8 0-1,1 17-15,17 0 16,8 34-16,9 25 15,8 35 1,9 34-16,0 33 16,17 35-1,8 25 1,18 9-16,-1 8 16,1 8-1,-1 18-15,-8 42 16,0 26-1,-8-9-15,-9 26 16,-17 34-16,-26 25 16,9-17-1,-18-25-15,-16-9 16,8 17 0,35 35-16,-1-69 15,-8-26 1,-1 1-1,10-51-15,8-35 16,17-33 0,8-26-16,9-8 15,9-26-15,8 8 16,0 10 0,0 7-1,-9-8-15,9-17 16,-8 9-1,-1-26-15,-16-42 16,-1-26-16,1-9 16,8-25-1,0-8-15,0-9 16,0-9 0,0-8-16,17 0 15,0-8 1,9-1-1,25-8-15,77-8 16,43-1 0,33 9-16,78 17 15,76 9-15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0:58:19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4797 6225 0,'0'0'0,"0"0"15,0 0-15,0 0 0,0 0 16,0 0-16,-9 26 15,-17 33 1,-16 43 0,-9 34-16,-9 26 15,0 8 1,9 0 0,8 9-16,9-18 15,8-59-15,18-25 16,8-26-16,0-8 15,8-18 1,10 1 0,33-9-16,60 0 15,25-9 1,9-16-16,43-18 16,8 1-1,1-1-15,42 1 16,-26-1-1,18 9-15,-1-9 16,18 9 0,8-8-16,8-1 15,1-8 1,8 0-16,0 9 16,0-9-1,-8 0-15,-35 17 16,18-9-1,-52 9 1,-25 17-16,25 0 0,-60 0 16,-16 0-1,25 0 1,9-8-16,-35-1 16,-42 1-1,-9-1-15,-8 9 16,-17 0-1,-18 0-15,-8 0 16,0 0 0,1-8-16,-1-9 15,17-26 1,8-50-16,1-35 16,-17-8-1,-1-8-15,1-1 16,-1 26-1,-16 8-15,0 26 0,-9 17 32,0 9-17,0 16-15,0 9 0,-9 17 32,0 0-32,1 0 15,-18 0 1,-8 9-16,-43-9 15,-34 17 1,-34 8-16,-34 26 16,-17 9-1,0-1-15,-26-8 16,-9 9 0,1-18-16,-1-8 15,26-17-15,-16-8 16,-10-1-1,-8 1-15,0 8 0,0-9 32,-17 9-17,-17 0-15,-17 0 16,-9-8 0,-8-1-16,0 9 15,-9 9 1,17 8-16,-51 25 15,-25 9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01:12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12444 4414 0,'0'0'0,"0"0"0,0 0 16,0 0-16,-9 0 15,9 8 1,0-8-16,0 0 16,0 0-16,9 0 15,17 0 1,85 0-16,102 0 15,17-8 1,43 16 0,-59-8-16,-154 0 15</inkml:trace>
  <inkml:trace contextRef="#ctx0" brushRef="#br0" timeOffset="5580.7">17505 4482 0,'0'0'0,"9"17"0,42 25 16,43 9-16,8-17 15,-33-25 1,101-18-16,69-8 16,0 9-1,34-1 1,60 1-16</inkml:trace>
  <inkml:trace contextRef="#ctx0" brushRef="#br0" timeOffset="84359.18">2006 3878 0,'0'0'0,"25"0"0,27 0 16,357 60-16,-204-43 0,77-17 0,33-26 15,27-25 1</inkml:trace>
  <inkml:trace contextRef="#ctx0" brushRef="#br0" timeOffset="92751.04">1212 6574 0,'0'0'0,"0"0"0,-17 0 16,-9 25-16,-16 9 15,-61-8-15,9 0 31,17-1-31,35-8 16,-1 17-16,9 34 16,25 9-16,-16 8 15,16 76 1,-16 35 0,25-26-16,0 85 15,-9-25-15,9 16 16,9 26-1,-9 26 1,0 0 0,0-18-16,0 120 15,0-85-15,0 25 16,-9 51 0,9-110-16,9 110 15,-9-17-15,17-119 16,-9 162-1,-16-68 1,16-94-16,-8 43 16,34-35-1,-8-67-15,34 59 16,-9-25 0,-17-77-1,0 93-15,-17-76 16,9 26-16,8 34 15,-25-120 1,25 35-16,-26 84 16,1-84-1,-9-43-15,0 128 16,0-43 0,-9-136-1,1 17-15,8 0 0,-17-26 31,17 1-31,0-18 16,0-16 0,0 8-16,0 8 15,25 18-15,9 16 16,1 18-16,-18-18 31,8-33-31,-8 25 16,94 94-1,51 59-15,-51-85 16,-59-85 0,16 0-16,-25-17 15</inkml:trace>
  <inkml:trace contextRef="#ctx0" brushRef="#br0" timeOffset="145332.92">3371 9151 0,'0'0'0,"0"0"0,0-9 15,0 9 1,0 0-16,0 0 15,-8 0 1,-1 9-16,9-1 16,0-8-1,0 0-15,0 0 16,17 0 0,120 17-16,34 9 15,-35-26 1,129 17-16,110 0 15</inkml:trace>
  <inkml:trace contextRef="#ctx0" brushRef="#br0" timeOffset="151692.17">12017 9806 0,'0'0'0,"0"0"16,0 0-16,0 0 16,0 0-1,0 0-15,9 0 16,59-9-1,94 1 1,-25-1-16,33 9 16,69 0-16,-42 0 15,50 0 1,-25 9 0,60-9-16,-18 0 15,-221 0 1</inkml:trace>
  <inkml:trace contextRef="#ctx0" brushRef="#br0" timeOffset="152362.95">17172 9823 0,'0'0'0,"0"0"16,34 0-16,18 17 15,42-9-15,51 1 16,34-1-1,-17 9 1,51 17-16,9 9 16,60 42-16</inkml:trace>
  <inkml:trace contextRef="#ctx0" brushRef="#br0" timeOffset="158001.22">16925 10367 0,'0'0'0,"0"0"0,0 0 0,0 0 16,0 17 0,0 0-1,0 17-15,0 0 16,0 17 0,17 0-16,77 0 15,51-8 1,-43-43-16,9-9 15,128 9 1,-34 9-16,77 8 16,-1 8-16,-238-16 15</inkml:trace>
  <inkml:trace contextRef="#ctx0" brushRef="#br0" timeOffset="159374.53">26134 10792 0,'0'0'0,"9"0"0,33-8 15,86-1 1,34-16-16,9-1 15,51-8-15,8 17 32,61 51-32,76 26 15</inkml:trace>
  <inkml:trace contextRef="#ctx0" brushRef="#br0" timeOffset="198078.3">13562 11660 0,'9'0'0,"84"25"15,121 1-15,699-18 0,-512 1 0</inkml:trace>
  <inkml:trace contextRef="#ctx0" brushRef="#br0" timeOffset="199456.92">19852 11558 0,'0'0'0,"-8"-9"0,-1 1 15,1-18-15,-1 1 16,1 8 0,8 0-16,0 8 15,0 1 1,42-10-16,52-16 16,102-17-1,61-17-15,-1 17 16,8 17-1,69 0-15</inkml:trace>
  <inkml:trace contextRef="#ctx0" brushRef="#br0" timeOffset="208207.77">1212 13190 0,'0'0'0,"0"0"0,0 0 0,0 0 16,0 0-16,0 0 15,8 0 1,61 9 0,76-26-1,111-34-15,26 0 16,102 8-16,25 9 15</inkml:trace>
  <inkml:trace contextRef="#ctx0" brushRef="#br0" timeOffset="-214395.72">8202 13378 0,'0'0'0,"0"0"0,-8 0 16,-1 0-16,0 17 16,1 8-1,-9 1-15,8-1 16,-8 18 0,-8 16-1,-1 9-15,9-8 16,8-1-16,9-16 15,0-1 1,0-16-16,9-1 16,8 1-1,0-1-15,0 1 16,9-9 0,16 0-16,10 0 15,7-9 1,1 9-16,8 0 15,9 9 1,0-1-16,0-8 16,25-8-1,35-9-15,8-9 16,9 1 0,-1-9-1,9 0-15,-8 8 16,-9 1-1,9 8-15,-9 0 16,8 0 0,1 0-16,8-9 15,0 1-15,-8-9 16,8 8 0,0-8-16,-25 17 15,-9 0-15,-17 17 31,-9 0-31,-16 0 16,-18 0-16,-8 0 16,-26-8-1,-9-1-15,1 1 16,-17-1-16,-1-8 16,1-8-1,8-9 1,0-34-1,17-60-15,17-42 16,69-110 0</inkml:trace>
  <inkml:trace contextRef="#ctx0" brushRef="#br0" timeOffset="-211291.04">16046 13684 0,'0'0'0,"0"0"0,0 0 15,0 0 1,0 17-16,0 0 0,0 8 31,0 1-31,0-1 16,0 1-16,0-18 0,0 1 31,0-1-15,0 1-16,0-1 15,17 9-15,17 9 16,51 8 0,52 0-1,-1 0-15,44 0 16,24 8-1,1-8-15,26-8 16,25-9-16,8-9 16,9-8-1,-8 0-15,-17 9 16,-27-1 0,-7 1-16,-35-1 15,-42 9 1,-18-8-1,-25-1-15,-43-8 16,-25 9 0,-9-9-16,-9 0 15,-8 0 1,-8-9-16,-1 1 16,-16-18-1,-1-33-15,9-35 16,9-33-16,33-171 15</inkml:trace>
  <inkml:trace contextRef="#ctx0" brushRef="#br0" timeOffset="-183486.56">14911 16295 0,'0'0'0,"0"0"0,0 0 15,0 0 1,0 0-16,0 0 16,0 0-1,0 0-15,0 0 16,17 8-16,34 9 16,34 0-1,43 17-15,86 0 16,-18-8-1,26 8-15,42 0 16,52-9 0,68 9-1</inkml:trace>
  <inkml:trace contextRef="#ctx0" brushRef="#br0" timeOffset="-175945.24">22191 16626 0,'0'0'0,"8"0"0,18-8 32,42 8-32,120 0 15,-9-9-15,18-25 16,59-8-1,-9-18 1,26 1-16,9 8 16,8 17-1,86 8-15,-9 1 16,-60 25 0,111 0-16,-8 0 0</inkml:trace>
  <inkml:trace contextRef="#ctx0" brushRef="#br0" timeOffset="-169803.11">29249 16686 0,'0'0'0,"26"-9"16,42-25-16,69-17 16,102-25-16,51 25 15,60 42 1,42 9-16</inkml:trace>
  <inkml:trace contextRef="#ctx0" brushRef="#br0" timeOffset="-133539.5">8791 15359 0,'0'0'0,"0"0"0,0 0 0,-9-17 0,1 0 0,-1 0 16,1 9-16,-1-1 16,1 9-1,-1 0-15,1 0 16,-1 0 0,1 9-1,-18 8-15,0 17 16,1 17-1,8 17-15,0 0 16,0-9 0,17-16-16,0-18 15,0-8-15,17-8 16,0-1 0,17-16-16,17-18 15,9-8 1,8-8-1,0-1-15,18 1 16,8-1 0,-9 1-16,17-1 15,9 26-15,-8 0 16,-1 9 0,-8 8-1,-9 8-15,18 9 16,-9 9-1,8 8-15,1 8 16,-10-8 0,10 0-16,-1 9 15,-8-18-15,9 1 16,-1-9 0,18-9-1,-1 1-15,-8-9 16,8 0-16,-8-9 15,9 9 1,-9 0 0,0 0-16,0 0 15,8 0-15,1 0 16,-9 0 0,8 0-16,1 0 15,-1-8 1,9-1-1,-8 9 1,8-8-16,0 8 16,0-9-16,-9 9 15,9 0 1,-8 0 0,8 0-16,-9 9 15,9-9 1,9-9-16,16 1 15,1-18-15,8 1 16,0-1 0,9 1-1,8-1-15,18 9 16,-18 9 0,0 8-16,9 0 15,-17 0 1,16 0-16,1 0 15,0-9 1,0 9-16,8 0 16,9 0-1,-9 0-15,0 0 16,-8-8 0,-9-1-16,1 1 15,-1-9 1,-8 0-16,-9 0 15,0 0-15,-34 0 16,-9 17 0,-8 0-16,-17 8 15,-25 1 1,-10-1 0,-16 9-16,0-8 15,-18-1-15,1 1 16,-9-1-1,-9 1-15,1-9 16,0 8 0,-1-8-1,-8 0-15,0 0 16,0-17 0,0-34-16,0-25 15,9 24 1</inkml:trace>
  <inkml:trace contextRef="#ctx0" brushRef="#br0" timeOffset="-130763.2">31349 13582 0,'0'0'0,"0"0"0,0 0 15,0 0-15,0 0 16,0 0-1,0 8-15,0 26 16,-9 43 0,-8 50-16,-17 18 15,-17 8 1,-17 17-16,-26-8 16,0-18-16,9-42 15,16-17 1,1-25-1,17-18-15,0-25 16,16-17 0,-7-25-16,-1-26 0,9-17 31,0-9-31,17-8 16,0 0-16,8 26 31,9 25-31,0 17 0,0 17 31,0 8-31,17 35 16,9 50-16,-1 52 15,1-9 1,-9-26-16,0-16 16,9-9-16,-9-26 15,8-8 1,10-8-1,7-17-15,44-26 16,-27-9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06:56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9039 4652 0,'0'0'0,"0"0"0,0 0 0,0 0 31,0 0-31,0 0 16,0 0-16,-9 17 15,0 0 1,1 8-16,-1 1 15,9 8-15,0 0 32,0 9-32,9 8 15,-1 0 1,10 0-16,-1 0 16,0 0-1,8 0-15,1-9 16,8 1-1,9-1-15,16-8 16,18-8 0,26-1-16,25-16 15,17-9 1,17-17-16,-8-17 16,-1 0-16,-8 0 15,-17 0 1,-17 17-1,-17 0-15,-17 17 16,-26 0-16,-25 0 16,-1 8-1,-8-8 1,-8 0-16,0 0 16,-9 0-16,0-8 15,0-18 1,0-50-16,25-94 15,35-145 1</inkml:trace>
  <inkml:trace contextRef="#ctx0" brushRef="#br0" timeOffset="24016.79">4993 6310 0,'0'0'0,"0"0"0,0 0 0,0 0 15,0 0 1,0 0-16,0 0 16,0 0-1,17 9-15,34-1 16,35-16-1,59-1-15,42-8 16,27 0 0,16 0-16,26 9 15,43 16 1,51 1-16,17-1 16,34-8-1,17 9-15,1-1 16,-27 9-1,-16 9-15</inkml:trace>
  <inkml:trace contextRef="#ctx0" brushRef="#br0" timeOffset="24891.02">5633 10316 0,'0'0'0,"0"0"0,9 0 15,16 0 1,26-9-16,35 1 16,42-18-16,17 1 15,0-1-15,85-16 32,78-9-32,42-9 15,25 9-15,-25 9 16,9 8-1,16 17 1,-51 8-16,35-16 16</inkml:trace>
  <inkml:trace contextRef="#ctx0" brushRef="#br0" timeOffset="25902.44">5761 14041 0,'0'0'0,"0"0"0,0 0 16,0 0-1,0 0-15,0 0 16,0-9 0,9 1-1,8-1-15,0 1 16,8-9-16,10 0 15,33 0 1,17 8-16,18 9 16,16 0-1,60 9 1,43-1-16,9-8 16,25 17-1,25 0-15,27 0 16,50 0-1,77-8-15,1-9 16,-44 17 0</inkml:trace>
  <inkml:trace contextRef="#ctx0" brushRef="#br0" timeOffset="52883.52">9568 6540 0,'0'0'16,"-9"-9"-16,-25 1 0,-9 8 15,9 0-15,-34 8 16,-35 1 0,-33 8-16,16-9 15,35 1 1,-26-9-16,-60 0 16,18 0-1,16 17-15,-8 0 16,-43 17-1,43-8-15,51 25 16,-17 17-16,-8 8 16,-1 9-1,27-8 1,33-9-16,17 25 16,18 9-1,50 9-15,43 8 16,60-8-1,69 8-15,67-17 16,27-17 0,-10-26-16,129 1 15,-9-18 1,-51-25-16,51 9 16,60 8-1,-26-9-15,-25-8 16,-17-17-1,42 0-15,0-8 16,-85-26 0,9-26-1,-10 1-15,-50 8 16,-43-26-16,-25 1 16,-103-1-1,-60-8-15,-17-17 16,-34-9-1,-34-33 1,-60-26-16,-76 8 16,-26 9-1,-26 17-15,-60 0 0,-76 8 16,-43 43 0,-86 51-1,-68 26-15,9 25 16,9 34-1,16 42 1,94 9-16,52 1 16</inkml:trace>
  <inkml:trace contextRef="#ctx0" brushRef="#br0" timeOffset="53944.25">9337 10103 0,'0'0'0,"-25"-17"0,-35-17 15,-68-17-15,-9 0 16,18 26 0,-35 8-16,-17 8 15,-16 35-15,-10 33 16,-7 26-1,7 34 1,-8 9-16,35-1 16,42 10-1,8-1-15,18 8 16,42 1 0,43-18-16,34 1 15,34-1 1,18 10-16,59 7 15,59-8 1,44-34-16,42-25 16,34-1-1,-8 1-15,102-1 16,17-16 0,-59-26-16,50-9 15,35-25 1,51 9-16,-51-9 15,8-17 1,26-17-16,-17-9 16,-25-16-1,24-9-15,-24 17 16,-61-9 0,-25-33-16,-60 16 15,-59 9 1,-52 0-16,-42 9 15,-35 8 1,-42 0-16,-35-17 16,-42-26-1,-85-34-15,-112-25 16,-67-8-16,-35 16 16,-34 26-1,-34 9 1,0-1-16,-26-17 15,9 26-15,-34 43 16,-60 16 0,-17 35-1,25 25-15,35 42 16,59 1 0</inkml:trace>
  <inkml:trace contextRef="#ctx0" brushRef="#br0" timeOffset="55660.21">8066 13854 0,'-18'0'0,"-41"17"0,-35 25 16,-26 18 0,-8 33-16,-42 26 15,7 18-15,10 7 16,-9 35-1,25-26 1,35-9-16,25 18 16,26 34-16,8-1 15,9 9 1,17 17-16,8-42 16,26 8-1,0-8-15,0-52 16,1 1-1,16 25-15,60 8 16,34-41 0,-26-52-1,-8-9 1,102 26-16,18 0 16,-86-17-1,136 0-15,-33-25 0,16-26 31,9-9-31,26-16 16,-1-1-16,18 9 16,8 9-1,-33 8 1,41 8-16,-50 1 16,76-9-16,-42-9 15,34-16 1,17 16-16,-60-8 15,86 0 1,-44 9 0,18-18-16,43 1 15,-60-1 1,34-8-16,60-8 16,-26-1-1,-43 1-15,60-9 16,69 8-16,-60 9 15,-26 0 1,17 17 0,9-8-16,51-1 15,-26 1 1,0-18 0,-8 1-16,-51-18 15,42 1-15,-25-1 16,-26-25-1,17-17-15,-60 0 16,-8 0 0,-17-9-16,-17-16 15,-26-9 1,-51 25-16,-26 9 16,-51 9-1,-42 8-15,-27-9 16,-24 1-1,-27 7-15,-25-7 16,-42-26-16,-52-43 16,-68-16-1,-35 25 1,-33 34-16,-35 8 16,-16 18-16,-27 7 15,-7 1 1,-35 0-1,17 17-15,-34 0 16,-26-17 0,9 0-16,8 0 15,-16-8 1,33 8-16,-42 8 16,-68 18-1,8 33-15,-51 9 16,-17 17-1,-26-17 1,-25 9-16,-26 8 0,0 0 16,-17 17-1,-35 0 1,44 0-16,-18-9 16,-16 18-1,50-18-15,-25-25 16,26 9-16,8-9 31,8-9-31,35-16 16,136-18-16</inkml:trace>
  <inkml:trace contextRef="#ctx0" brushRef="#br0" timeOffset="-128149.1">18546 6982 0,'0'0'0,"0"0"0,0 0 15,0 0-15,-8-8 16,-18-1 0,-25 1-16,-34-9 15,-26 8 1,25 1 0,27 25-16,-69 17 15,-86 17-15,44-9 16,-27 9-1,-16 9 1,17-9-16,-78 0 16,61-9-1,34-16-15,-17-9 16,76-17-16,77-9 16,1 1-1,8-9-15,17-17 16,-1-17-1,27-17-15,51-26 16,51-16 0,-9 33-1,-42 35-15,-26 25 16,-8 17 0,-9 0-16,-9 17 15,-16 34-15,-44 34 16,-76 25-1,0 9-15,9-17 16,-35 0 0,1 0-1,50-25-15,61-34 16,7-1 0,61 18-16,111 16 15,213 18-15,51-1 16</inkml:trace>
  <inkml:trace contextRef="#ctx0" brushRef="#br0" timeOffset="-125391.23">15841 7033 0,'0'0'0,"-9"17"0,-8 68 16,-8 68-1,8-25-15,0-35 16,-9-16-1,0 0-15,9-26 16,17-17-16,0-9 16,17-16-1,69-43 1,153-103-16,68-84 16,-34 9-1,-25 25-15,-52 17 16,-60 68-1,-59 51-15,-43 25 16,-17 17-16,-17 44 16,-51 101-1,-85 102-15,8 0 16,59-77 0,10-59-16,33-25 15,26-34 1,17-26-16,103-26 15,101-68 1,87-93 0,-44 26-16,-102 67 15,-16 26-15,-78 34 16,-17 26 0,-17 67-16,-42 86 15,-69 119-15,-51 76 16</inkml:trace>
  <inkml:trace contextRef="#ctx0" brushRef="#br0" timeOffset="-124584.22">19323 10758 0,'-8'-8'0,"-27"-9"16,-7-26-16,-1 9 15,17 9 1,-33-18-16,-44-8 16,-42 9-16,9-1 15,16 17 1,-33 9 0,-10 9-16,1 25 15,-8 8-15,-27 27 16,35-10-1,43-8-15,16-25 16,35-18 0,8-25-16,17-8 15,18-10 1,25 10-16,8-1 16,9 9-1,-8 9 1,0 8-16,-1 8 15,-8 9 1,0 0-16,0 0 16,0 17-16,-8 17 15,-27 43 1,-7 25 0,-10 0-16,1-8 15,26-18 1,25-8-16,42 0 15,69 17-15,86 9 16,84 8 0,69 0-1,26-9-15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09:20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1306 11149 0,'0'0'0,"0"0"0,0 9 16,-9 16-16,1 18 16,8 25-1,0 42-15,0 27 16,0-18 0,0-17-1,-17 8-15,0 9 16,17-8-16,0-43 15,8-17-15,18-9 32,-18-16-32,9-9 15,35-17 1,33-26-16,9-25 16,17-8-1,42-1-15,-7 18 0,7 16 16,26 9-1,26 17 1,0 9 0,17 8-16,-26 0 15,18 8-15,16 9 16,-25-8-16,-9 8 31,18-9-31,-10-16 16,-7-18-16,-35 1 15,-17-9-15,-26 0 16,-25 0 0,-25 8-1,-35 1 1,-9 8-16,-16 0 16,-1-9-1,1-25-15,0 9 16</inkml:trace>
  <inkml:trace contextRef="#ctx0" brushRef="#br0" timeOffset="101483.28">1169 10979 0,'0'0'0,"0"0"0,0 9 16,-25 50-16,8 43 31,-18-8-31,10 16 16,8 18-1,-9 8-15,18-34 16,8-34-1,17-8-15,8 8 0,9-9 32,1-16-17,-18-18-15,34 1 16,26-1-16,17-16 16,25-18-1,-16 1-15,25 8 16,42 0-1,-25 8-15,9-8 16,51 0 0,-35-8-16,27-1 15,42-16 1,-34 8-16,8 0 16,-17 17-1,1 0-15,7 8 16,-33-8-1,-17 17-15,-1 0 16,-16 0 0,-26 9-16,-26-1 15,-25 1 1,0-1-16,-18 1 16,-16-18-1,-17 1-15,-1-1 16,1 1-1,-9-18-15,8-16 16,9-52 0,9-16-16,8-52 15,17-42 1,52-102-16</inkml:trace>
  <inkml:trace contextRef="#ctx0" brushRef="#br0" timeOffset="104828.71">8706 12136 0,'0'0'0,"0"0"16,-9 0-1,1-9-15,-9 1 16,-9-9-16,0-17 15,1 0 1,-1 8 0,-17 9-16,-8 0 15,-9 0-15,1 17 16,-10 17-16,-24 9 16,-18 8-1,-17 17 1,8 0-1,9 8-15,-17 9 16,9-8-16,-1-1 0,9 1 31,17 8-15,0 9-16,26 8 16,8-9-1,9 9-15,0-8 16,17 16-16,8 18 15,18 8 1,25-26 0,8 1-16,18 17 15,34 25 1,0 0-16,-9-34 16,34 17-1,26 25-15,9 10 16,-26-35-1,17-26-15,68 1 16,-8-18 0,34-25-16,8-8 15,1-18 1,33 18-16,-16-1 16,34-8-1,-18-8-15,9-26 16,0-9-1,-8-25-15,25-17 16,-17 0 0,9-8-16,-9-1 15,-17 9 1,26-8-16,-18-35 16,1-16-1,-26 8-15,-17 8 16,-52 17-1,-16-8 1,0-25-16,-18-9 16,-33 8-1,-18-8-15,-25-8 16,-26 16 0,-34 9-16,-17-9 15,-43-8-15,-42-8 16,-35 8-1,-16 25-15,-44 1 16,-16 8 0,-26 25-16,-17 9 15,-34 17 1,-26 8-16,-8 9 16,-9 17-1,-26 0-15,1-8 16,8-9-1,-26 17-15,-16-9 16,-18 18-16,0 33 16,-51 52-1,-59 68 1,136-9-16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09:33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5511 0,'0'0'0,"0"0"0,0 0 16,0 0-16,0 0 15,-9 0-15,1 0 16,-1 0 0,1 0-1</inkml:trace>
  <inkml:trace contextRef="#ctx0" brushRef="#br0" timeOffset="1533.38">1494 4950 0,'0'0'0,"0"0"0,0 0 16,0 0-16,0 0 16,0 8-16,8 9 15,1 26 1,-9 42-1,-9 25-15,1 35 16,-18 67 0,9 27-16,-17 24 15,8 1 1,9 25 0,9 0-16,-18-25 15,0-1-15,1 10 16,-18 24-1,9-33-15,17-18 16,-9-7-16,1-27 31,8-16-31,-18-1 0,1-33 32,0-43-32,17 0 15,-17-8 1,25-18-16,-16-16 15,16-26 1,-8-9-16,9 1 16,-1-18-1,9 1-15,0-9 16,0-9-16,0 1 16,0-1-1,0 1 1,0-9-16,0 0 15,9 8 1,16-8-16,18-8 16,42-1-1,26-16-15,34-9 16,26 0 0,34-9-16,17 1 15,34-1 1,-9 9-16,27 0 15,-18 17 1,-17 17-16,-9 9 16,-25 8-1,-26 17-15,-25-9 16,-26 9 0,-17-8-16,-17-1 15,-9 1-15,-25-1 16,-26-16-1,-9-1-15,-8 1 16,-8-1 0,0-8-1,-1 0-15,-8 0 16,0 0 0,0-8-16,0-26 15,0-43-15,0-33 16,0-26-1,0-43 1,9-25-16,16-26 16,1-25-16,-1-42 15,1-35 1,8-17 0,9-33-16,-1-10 15,-7-16 1,-18-9-16,0 26 15,8 8 1,-8 9-16,-8 43 16,-9 33-16,0 43 15,-9 51 1,-8 34 0,9 59-1,-1 43-15,1 25 16,-1 18-16,9 16 15</inkml:trace>
  <inkml:trace contextRef="#ctx0" brushRef="#br0" timeOffset="2984.49">2287 9721 0,'0'0'0,"0"0"0,0 0 0,0 0 16,0 0-1,0 0-15,0-9 16,0-25 0,17-34-16,35-43 15,7 1-15,10-26 16,25-34 0,-9 25-1,-17 35-15,-8 16 16,8 26-1,-8 9-15,-17 24 16,-1 18 0,-16 26-16,8 25 15,0 34-15,-8 60 16,-9 33 0,-9-25-1,1 9-15,-9-9 16,8-17-1,1-34-15,-9-25 16,9-18-16,-1 1 16,1-18-1,-1 1 1,1-18-16,-9-8 16</inkml:trace>
  <inkml:trace contextRef="#ctx0" brushRef="#br0" timeOffset="3280.51">2578 9159 0,'0'0'0,"0"0"16,0 0-16,8 0 16,18 17-16,25 0 15,51 0-15,18-8 32,25 8-32,-9-9 15,-76-8-15</inkml:trace>
  <inkml:trace contextRef="#ctx0" brushRef="#br0" timeOffset="3919.45">1451 8173 0,'0'0'0,"0"0"16,0 0-16,0 0 15,0 0 1</inkml:trace>
  <inkml:trace contextRef="#ctx0" brushRef="#br0" timeOffset="4295.87">1511 7748 0,'0'0'0,"0"0"16,0 0-16,17 0 16,-9-9-1,35 1-15,25-1 16,-8 9 0,17 9-16,25 8 15,26 17 1,34 17-16,9 0 15,17 0 1,17 8-16,-9-16 16,26-18-1,0 1-15,-26-9 16,-8-9 0,-34 1-16,-26-1 15,-26-8 1,-51 9-16</inkml:trace>
  <inkml:trace contextRef="#ctx0" brushRef="#br0" timeOffset="5209.84">2646 6140 0,'-9'9'0,"-8"42"15,-8 42-15,-1 1 16,0 8 0,-16 0-16,-1 0 15,0 0 1,1-17-16,8-17 15,17-34 1,-1-8-16,10-9 16,8-9-1,0-8-15,0-8 16,26-26 0,16-43-16,26-16 15,1-1 1,-1 9-16,0 0 15,9 17 1,-9 8-16,9 9 16,-9 9-1,-8 8-15,-9 17 16,-8 0-16,-17 8 16,-1 9-1,-8 0 1,-8 17-16,-1 17 15,-16 26 1,-9 8-16,-9-9 16,-16 1-1,-1-9-15,9-17 16,17-8-16,0-18 16,8 1-1,1-1 1,8 1-16,0-9 15,17 8 1,17 9-16,17 0 16,0 17-1,9 0-15,-17 17 16,-9 9-16,-17-1 16,-17 9-16,-26 9 31,-51 16-31,-68 9 15,-51-25 1,0-52-16,-9-33 16,-111-52-1</inkml:trace>
  <inkml:trace contextRef="#ctx0" brushRef="#br0" timeOffset="12695.36">13101 9678 0,'0'0'0,"0"0"0,0 0 15,0 9-15,-8 16 16,-1 18 0,-25 50-16,-17 26 15,0-17 1,-1-25-16,10-18 16,-10-16-1,1-1-15,9-16 16,24-18-1,1 1-15,0-9 16,9-17 0,-9-34-16,0-43 15,25-25 1,35 17-16,17 26 16,25-9-1,9 8-15,-17 18 16,8-1-1,26 1-15,8 7 16,-16 10 0,-26 25-16,-18 0 15,1 17 1,-17 8-16,-9 9 16,-8 26-1,-26 17-15,-17 8 16,-35 0-1,-7 0-15,7-17 16,10-17 0,8-9-16,16-16 15,1-1-15,9 1 16,8-1 0,0-8-1,0 0-15,17 0 16,26 17-1,-1 0-15,1 9 16,0 16 0,8 9-16,-8 0 15,-9-8 1,-17-9-16,-17 8 16,-26 9-1,-34 9-15,-25-18 16,-26-8-1,0-25-15,9-18 16,59 1 0</inkml:trace>
  <inkml:trace contextRef="#ctx0" brushRef="#br0" timeOffset="14470.13">2748 6599 0,'0'0'0,"0"0"0,0 0 16,-8 9-16,-35 25 0,-34 68 15,-34 60 1,-8 33-1,-1 18-15,18-26 16,34-42 0,16-26-1,18-43-15,17-42 0,17-34 16,34-42 0,60-145-1,17-77-15,9 17 16,-1 1-16,-16 67 15,-27 43 1,-24 25 0,-27 60-1,-16 26-15,-1 8 16,-16 25 0,-35 69-16,-59 136 15,-43 33 1,17-8-16,17-17 15,34-51-15,34-76 16,17-34 0,9-26-1,17-26-15,35-42 0,84-111 32,60-67-32,-8 8 15,-34 25-15,-27 43 16,-33 51-1,-43 51-15,-17 17 16,-8 17 0,-43 60-1,-60 144-15,-34 68 16,34-43 0,26-50-16,25-68 15,26-60-15,17-34 16,26-51-1,102-111 1,59-110 0,-7-17-16,-35 34 15,-43 68-15,-42 67 16,-26 52 0,-25 26-16,-35 50 15,-85 146-15,-60 118 16,9 0-1,43-51 1,42-68-16,34-51 16,35-59-1,8-35-15,34-42 0,77-76 32,85-146-17,-8-16-15,-52 77 0,-33 16 16,-35 77-1,-34 43-15,-25 33 16,-9 77 0,-43 136-1,-42 68 1,16-59-16,27-68 16,25-60-16,17-34 15,8-26 1,35-33-1,59-69-15,69-67 16,-9-35 0,-51 34-16,-51 69 15,-26 33-15,-25 35 16,-18 33 0,-25 94-1,-34 51-15,16-33 16,27-44-1,16-42-15,26-17 16,52-17 0,118-51-16,61-34 15,85-34-15</inkml:trace>
  <inkml:trace contextRef="#ctx0" brushRef="#br0" timeOffset="20524.62">21252 11175 0,'0'0'0,"0"0"0,0 0 16,0 0-16,0-9 0,17-8 15,9-17 1,33-25-16,10-9 16,8 0-1,8-26-15,-8-25 16,-9 9 0,9 16-1,-9 26-15,-8 25 16,-18 9-1,-7 17-15,-10 0 16,-8 9 0,-8 8-16,-1 0 15,1 25 1,-1 60-16,-8 52 16,-8-1-1,-1-9 1,9 9-16,0-17 15,0-34-15,0-34 16,0-17 0,0-8-16,0-9 15,0-9 1,0 1 0,9-1-16,-1 1 15,1-9 1</inkml:trace>
  <inkml:trace contextRef="#ctx0" brushRef="#br0" timeOffset="20703.41">21337 10954 0,'0'0'0,"0"8"0,35 26 16,41 26-16,52-1 16,69-33-1,136-9-15</inkml:trace>
  <inkml:trace contextRef="#ctx0" brushRef="#br0" timeOffset="25833.18">2236 8547 0,'0'0'0,"0"0"0,-8 0 0,-9 25 16,-18 35 0,-7 68-16,-9 50 15,16 9 1,1-25-1,17-18-15,17-33 16,9-51 0,8-26-16,8-34 15,35-51 1,43-77-16,16-51 16,9-16-16,-26 16 15,-16 43 1,-35 34-16,-25 51 15,-18 26 1,1 16 0,-18 18-16,-8 67 15,-26 86 1,-8 42-16,-9 0 16,9-26-16,26-58 15,16-69 1,9-17-1,0-17-15,17-43 16,51-76 0,43-77-16,17-25 15,0 17 1,-25 68-16,-26 43 16,-26 42-1,-25 25-15,-9 26 16,-26 102-16,-34 119 15,-50 43 1,-10-34-16,43-69 16,26-67-16,17-52 31,17-33-31,17-35 16,60-67-1,94-111-15,-9-18 16,-34 61-16,8 42 15,-33 59 1,-18 52 0,-51 8-16</inkml:trace>
  <inkml:trace contextRef="#ctx0" brushRef="#br0" timeOffset="31059.05">5957 8266 0,'-8'9'0,"-18"50"0,-16 52 16,-18 16-16,-17 44 16,-8 33-1,25-51-15,9 0 16,0 17 0,8-42-16,17-60 15,9-34-15,0-9 16,9-8-1,-1-8 1,0-9-16,1-34 16,8-85-1,17-26-15,43-51 16,8-16 0,9 42-16,17 0 15,8-9 1,-25 68-16,-17 35 15,-18 25 1,1 17-16,-9 17 16,0 0-1,18 17-15,-10 8 16,1 26 0,-17 26-16,-1 33 15,-25 9 1,-17-8-16,-26 0 15,1-1 1,-1-16-16,9-9 16,8-34-1,9-9-15,9-16 16,8-1 0,0 1-16,0-9 15,8 0 1,35 0-16,51-9 15,8 9 1,-8 17-16,-26 17 16,-25 9-1,-9 16-15,-25 60 16,-52 85 0,-51-25-16,-25-9 15,-44 26 1,-16-69-16,17-67 15,-9-52 1,-59-59-16,-103-51 16</inkml:trace>
  <inkml:trace contextRef="#ctx0" brushRef="#br0" timeOffset="36212.37">5497 7637 0,'0'0'0,"0"0"0,0 0 16,0 0-16,0 0 0,0 0 31,8-26-31,77-127 16,52-17-16,0 51 15,-27-85 1,-33 17-1,60-9-15,25-59 16,-51 94 0,-43 25-16,18-51 15,16 50-15,-34 61 16,-17 33 0,-8 18-1,0 8-15,-9 17 16,9 59-1,-9 69-15,-9 59 0,-16 77 32,-18-26-32,-25 9 15,0-35-15,0-33 32,-9 42-32,18-94 15,8-67-15,0-26 16,-1-9-1,-7 1-15,-1-18 16,-8-25 0,-9-51-16,26 17 0</inkml:trace>
  <inkml:trace contextRef="#ctx0" brushRef="#br0" timeOffset="36435.41">6111 6948 0,'0'0'0,"0"0"15,43 17-15,68 17 16,25-8 0,26-9-16,52 0 15,-44-9 1,-16 1-16,59-1 15,120 9 1</inkml:trace>
  <inkml:trace contextRef="#ctx0" brushRef="#br0" timeOffset="56467.87">8219 10282 0,'0'0'0,"0"0"0,0 0 16,0 0-1,0 0 1,0 0-16,0 0 16,-17 0-16,-17 8 0,-9 1 31,-25 8-15,-17 17-16,-1-9 15,44 1 1,7 8-16,1 0 0,0 9 15,0-9 1,17-9 0,17 9-16,0-8 15,0-1 1,26 9 0,33 0-16,1 0 0,-17-8 15,-1-9 1,-16 8-16,-17 1 31,-9-1-31,-17 9 16,-18 0-1,1-8-15,0-1 16,17-8-16,0-8 0,0-1 31,8 1-15,9-9-16,0 0 15,0 8 1,0 1-16,9-1 16,-1 1-16,1-1 15,-1 9 1,-16 0-16,-9 17 16,-9 17-1,1 26-15,-18 42 16,0 26-1,18-18 1,33-42-16,9-25 16,52-1-1,118-25-15,163 9 0</inkml:trace>
  <inkml:trace contextRef="#ctx0" brushRef="#br0" timeOffset="70860.56">8842 9236 0,'0'0'0,"0"0"0,0 0 16,0 0-16,0 0 15,0 0 1,-8 0-16,-1 0 16,-8 0-16,-9 8 15,-16 9 1,-18 9 0,-17 16-16,-25 26 15,-18 34-15,9 9 16,0 8-1,-8 9 1,17-9-16,-1-9 16,18-8-16,8-17 15,9 0 1,8 9-16,9 0 16,8-9-1,17 0 1,-8 17-16,17-9 15,9 1 1,8-18-16,0-16 16,8-9-1,9-9-15,9-8 16,17 17-16,8 0 16,17-8-1,26 8-15,8 0 16,1 0-1,8-8 1,-17-1-16,8-8 16,0 0-16,1 0 15,8-8 1,0-1 0,0 1-16,0-1 15,0 1 1,8 8-1,-8-9-15,17 1 16,0-1-16,0-8 16,-17 0-1,17 0 1,9 9-16,8-9 16,-9-9-16,1-8 15,25-8-15,-17-18 16,-8 1-1,8-9 1,8 0-16,-7 8 16,-27-8-16,-8 0 15,8-17 1,1-34 0,-9-8-16,-26-1 15,-16 1-15,16-44 31,9-7-31,-26 16 16,-25 18-16,-18-1 16,1 1-1,-18-1-15,-8 18 16,-17 7 0,-8-7-1,-18-18-15,-17 1 16,-8-1-1,0 1-15,0 16 16,8 9-16,-8 9 16,-18-1-1,-33 9 1,-1 17-16,-25-9 16,-34 1-1,-17 8-15,25 8 16,-60 35-1,-33 16-15,-35 43 16,-68 26 0,9 8-16,-44 43 15,-7 16 1,-1 18-16,26-18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15:05.80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4942 4422 0,'-17'0'0,"-43"26"0,-68 25 0,-299 212 0,274-152 0,7 25 16,-7 43-16,-44 16 16,44 18-16,59-9 15,-17 34 1,0 0-1,51-42-15,35 8 16,42-42-16,43-18 16,16 9-1,18 26 1,51-9-16,17-17 16,-8 9-1,-9-1-15,9-8 16,-26 0-16,-34 9 15,-43 17 1,-17 33 0,-51 18-16,-94 50 15,-51-16-15,25-68 16,-8-18 0,-8-42-16,42-59 15,42-43 1,27-9-1,16-16-15,9-1 0,9-8 16,8 0 0,0 0-1,25 0 1,60 17-16,35 17 16,-26 26-1,8 76-15,43 111 16,-42 67-16,-43 86 15,-52 42 1,-76 9 0,-35 0-16,35 8 15,0 9 1,25 16-16,60-84 16,26-94-1,153 94-15,60-102 16,69-154-1,50 26-15</inkml:trace>
  <inkml:trace contextRef="#ctx0" brushRef="#br0" timeOffset="194125.13">5010 7450 0,'9'0'0,"50"-9"0,78-8 0,-18-17 15,1 0 1,42 0 0,0 9-16,9 33 15,68 18-15,17 25 16,51 8 0,35 1-16,-35-26 15,137-9 1,42 1-1,-85-1-15,-17 1 16</inkml:trace>
  <inkml:trace contextRef="#ctx0" brushRef="#br0" timeOffset="195256.36">5386 9780 0,'0'0'0,"0"0"0,17-8 16,42-1-1,52-16-15,43-1 16,8 1-1,9-1-15,34-8 16,-9 17-16,26 9 16,25-9-1,26 0 1,43 0-16,17 8 16,17 1-1,17 8-15,17 0 16,94-35-1,-68 10-15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17:17.33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2689 3351 0,'0'0'0,"8"17"16,9 85-1,0 59 1,-42 35-16,-27 51 15,10-60 1,16-77-16,18-25 16,16-17-1,43-17-15,9-25 16,85-60 0,77-26-16,34-33 15,26-18 1,-18 1-16,1-1 15,-9 18 1,9 25-16,-9 42 16,0 9-1,-34 9-15,-18 8 16,-7 0 0,-95-9-16,-34-8 0,-16 9 31,-27-1-31,1 1 15,-18-18 1,9-68-16,0-42 16,26-136-1</inkml:trace>
  <inkml:trace contextRef="#ctx0" brushRef="#br0" timeOffset="1031.55">8859 3113 0,'0'0'0,"0"8"16,9 43-1,-1 43 1,1 50-16,-1 1 16,-8-18-16,-17-8 15,0-16 1,9-18-16,8-26 15,25-16 1,52-9-16,43-26 0,59-33 16,43-26 15,-26 0-31,0 0 16,35 0-1,-9 17-15,17 0 16,8 17-1,1 8-15,-1 26 16,-8 9 0,-8 8-16,8 17 15,8 8 1,-76-16-16,-26-1 16,-17-16-16,-43-18 15,-8-8 1,-17-17-1,-9-25-15,9-43 16,-17-51 0,-43-9-16,-26-34 15,-51-118 1</inkml:trace>
  <inkml:trace contextRef="#ctx0" brushRef="#br0" timeOffset="7062.42">9337 7331 0,'0'0'0,"0"0"0,0 0 32,0 0-32,0 0 15,0 25 1,-8 9-16,-1 17 0,1 0 16,-1-8-1,1-1 1,-1 1-16,9 0 15,0-9 1,0-9-16,9 1 0,8-18 31,42 1-31,52-9 0,17-9 32,-8-8-17,16 0-15,27 0 16,-27 17-1,9 0-15,26 17 16,8 0 0,17 17-16,26 9 15,-51-18 1,-9 9-16,9 9 0,-35-18 31,-25 1-31,-51-18 16,-17 1-16,-18-1 15,1-16 1,8-9-16,0-17 16,0-26-1,-8-25-15,-9-17 16,-34-17-16,0 51 31</inkml:trace>
  <inkml:trace contextRef="#ctx0" brushRef="#br0" timeOffset="16474.66">20714 6642 0,'0'0'16,"0"0"-16,0-9 0,0 1 0,0-1 16,0-8-1,0-8-15,-8-1 16,-9-16-16,-17-1 31,-18 9-31,-7 17 16,-27 0-1,9 0-15,9 9 0,0 8 32,-17 0-32,-1 0 15,-16-9-15,-9 1 16,25 16-1,-7 9-15,-18 26 16,8 8 0,18-9-1,17 9-15,16 17 16,27 1 0,16 7-16,18-8 15,16 0 1,10 9-16,24-9 15,18 8 1,34 1-16,43-9 16,16-17-1,27-17-15,25-34 16,-9-34 0,-8-17-16,-9-17 15,-34-17 1,-17-9-16,-17-8 15,-25 17 1,-35 0-16,-25 9 16,-26-10-1,-17 10 1,-43-9-16,-59-9 16,-112 9-16,-127 43 15,-86 76 1,35 34-16</inkml:trace>
  <inkml:trace contextRef="#ctx0" brushRef="#br0" timeOffset="19024.64">20902 7220 0,'-8'-8'0,"-18"-1"0,-8 1 31,-9-18-31,-25-16 0,-26 8 31,-8 0-31,-18 0 16,9 17 0,-25 17-16,-27 17 15,18 8 1,0 18-16,0 16 15,-26 9-15,35 9 16,25 16 0,0 9-1,17-8-15,26-9 16,8 9-16,34-18 16,35-16-1,25 8 1,34 8-16,43-8 15,77 17-15,8-25 0,69-9 16,25-9 15,26-33-31,34-9 16,-68-9 0,42-8-16,-8 17 15,17 9 1,25-9-16,-51 0 15,43 0 1,-25 0-16,-10-9 16,-7 1-1,-61-1-15,-42-8 16,-26-8 0,0-1-16,-34-25 15,-34 0 1,-17 0-16,-17-8 15,-26-18 1,-25-8-16,-35-34 16,-42-17-1,-43 17-15,-68-9 16,-51 18-16,-52 8 16,-59 0-1,-69 25 1,-42 18-16,-69 16 15,-42 26 1,-9 26 0,1 42-16,-10 42 15,155 1-15</inkml:trace>
  <inkml:trace contextRef="#ctx0" brushRef="#br0" timeOffset="31614.71">19084 9363 0,'0'0'0,"0"0"0,0 0 15,0 0-15,0 0 16,-8 0-16,-9 0 16,-18-8-1,-7-1-15,-18 1 16,-8-1 0,-18 9-1,10 9-15,-18 8 16,-26 17-16,-25 17 31,0-9-31,8 10 16,9-1-1,9-9-15,-1 9 16,35 0-16,25-8 16,1 8-1,-1 17-15,0 8 0,9 9 31,17 0-15,17-8-16,17-18 16,17 18-1,34 8-15,43 17 16,68 0 0,43-17-16,42-17 15,9-8 1,18-35-16,-27-8 15,-8-17-15,0 0 16,-94-8 0,-17-18-1,0-8-15,-34-8 16,-9-18 0,-33-25-16,-27-59 15,-50-35 1,-69-8-16,-77-51 15,-102-17 1,-179 25-16,67 68 16</inkml:trace>
  <inkml:trace contextRef="#ctx0" brushRef="#br0" timeOffset="35993.11">9406 10010 0,'0'0'0,"0"0"0,-9 0 15,-8 0 1,-34 0-16,-26 0 16,-34 8-1,0-8-15,17 0 16,-25 17-16,-26 17 16,-1 9-1,10-1 1,-1 26-16,-16 17 15,8 0 1,34 9-16,42 8 16,10 0-1,16-8 1,17 16-16,35 1 16,8-26-16,34 0 15,86 0 1,16-17-16,52-17 15,43-9-15,42-16 16,17-9 0,52-17-16,16 0 15,-42-25 1,43-10 0,-61 1-16,-42 9 15,-17-1-15,-42-8 16,-18-8-1,-59-9 1,-18-9-16,-25 9 16,-34-17-1,-35-17-15,-50-51 16,-86-34-16,-102-43 31,-129 1-31,-110 50 16,-86 43-16,-128 85 15,-25 111-15,-94 144 16,315-68 0</inkml:trace>
  <inkml:trace contextRef="#ctx0" brushRef="#br0" timeOffset="39274.53">19024 11311 0,'0'0'0,"-8"0"0,-1 0 16,9 0-1,0 0 1,0 0-1,-8 0-15,-1-9 0,1 1 16,-1 8 0,1-9-1,8 9-15,-9 0 16,9 0-16,-8-8 16,-1-1-1,-17 9 1,1-8-1,-1 8-15,-8 0 16,0 0 0,-9 0-16,-16-9 15,-10 9 1,1 0-16,17 0 0,0-8 31,-1 8-31,1 0 16,-9 0-16,-8-9 15,-17 1 1,-1 8 0,18 0-16,8 8 0,1 1 15,7 8 1,1 0 0,9 0-16,-1 17 15,-17 8 1,0 1-1,9 8-15,17 9 16,8 8-16,9 0 0,17 17 31,17-17-31,9 0 16,34 8 0,17 1-16,34-1 15,17-8 1,42 0-16,52-17 15,34-8 1,0-18-16,34 10 16,-8-10-1,8-8-15,26 9 16,-17 8 0,17 8-16,-9-8 15,0-8 1,9-1-16,17-16 15,17-1 1,-17 1-16,8-18 16,-25 1-1,-43-18-15,-34 1 16,-43-18 0,-34-8-1,-51 0-15,-34 0 16,-26-9-16,-17 1 15,-34-43 1,-25-43-16,-60-25 16,-69-25-1,-42-18-15,-43 26 16,-35 25 0,-24-8-16,-35 26 15,-9 59 1,-76 25-16,-34 35 15,-35 33 1,-33 26-16,-18 34 16,0 43-16,9 50 15,145-25 1</inkml:trace>
  <inkml:trace contextRef="#ctx0" brushRef="#br0" timeOffset="57050.85">23386 9559 0,'0'0'16,"-9"34"-16,-25 26 0,-34 59 15,-35 51 1,-16 17-16,16 0 16,44-17-1,16-42-15,26-43 16,0-9-1,-9 9 1,1-8-16,-1-18 16,0-25-16,1-17 15,-35-42 1,-25-26-16,51 25 16</inkml:trace>
  <inkml:trace contextRef="#ctx0" brushRef="#br0" timeOffset="57268.13">22319 10758 0,'-9'0'0,"-8"17"0,-34 34 15,-26 34 1,0 17 0,35-25-16,25-35 15,17-8 1,0-8-16,25-1 15,35-8-15,17-17 16,76-51 0,69-42-16,-8-9 15,84-43 1</inkml:trace>
  <inkml:trace contextRef="#ctx0" brushRef="#br0" timeOffset="72853.2">17275 11643 0,'0'0'0,"0"0"0,0 0 16,0 0-16,-9 0 16,1 0-1,-1 0-15,-8 0 16,-17 0-16,-26-9 16,0 9-1,18 17 1,-27 0-16,-24 0 0,-18 0 15,-9 0 1,18-8 0,-9-1-1,-17 1 1,-26-9-16,18 0 16,-1 0-1,-34 0-15,9-9 16,0 1-1,-60-1-15,34 9 16,9-8-16,-60-1 16,26 1-1,16 8-15,1 0 16,17-9 0,-43 1-1,34 8-15,0 17 16,-33 0-16,41 0 15,27 8 1,-27 1-16,35-9 16,60-9-1,17 1 1,-1-1-16,10 1 16,25-1-1,16-8-15,10 0 16,8 0-1,8-8-15,10-18 16,24-16 0,35-1-16,0 1 15,-26 8 1,-17 17-16,-8 0 16,-18 8-1,1 9-15,-9 0 16,0 0-16,-26 0 15,-25 9 1,-9 8 0,-25 8-16,-9 9 15,17 0-15,35 0 16,16-8 0,17 8-16,27 8 31,24 9-31,52 9 15,51-1-15,137 26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18:44.61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18879 5809 0,'0'0'0,"0"0"0,-8 0 15,-1 8 1,-8 9-16,-8 0 0,-35 9 31,-8 8-31,8 17 0,0-9 32,-17 9-32,-8 9 15,8 8 1,9 0-16,17-9 15,16-8 1,18 0-16,26 9 16,17 8-1,42 8-15,17-16 16,86-9 0,68-17-16,8-25 15,18-18 1,-1 1-16,-7-1 15,-18-16 1,-18-1-16,-41-25 16,-10-17-1,-16-9-15,-52 1 16,-33-9 0,-35 0-16,-43-17 15,-59-26 1,-94-8-16,-128 9 15,-129 33 1,-93 51-16,-51 43 16,0 60-1,-9 76-15,171-17 16</inkml:trace>
  <inkml:trace contextRef="#ctx0" brushRef="#br0" timeOffset="1444.79">19630 6872 0,'0'0'0,"0"0"0,0 0 16,0 0-16,0 0 15,-8-9 1,-9-16-16,-34-1 16,-26 1-1,-34-1 1,8 1-16,9 25 16,-25 8-16,-18 9 15,9 17 1,26 9-1,-17 16-15,-1 26 16,43-8 0,9-18-16,25 1 15,18-1 1,33 9-16,52 26 16,42-1-1,78-8-15,24-25 16,27-43-16,33-25 15,-93-35 1,-9-17-16,18-8 16,-61 0-1,-42 9 1,-26-9-16,-25-26 16,-43 1-16,-77-9 15,-120-9 1,-84 26-1,-86 17-15,-1 9 16</inkml:trace>
  <inkml:trace contextRef="#ctx0" brushRef="#br0" timeOffset="2261.64">24794 7629 0,'0'0'16,"-17"-9"-16,-17 0 0,-17-8 16,-1 17-1,1 0 1,-26 0-16,-51 17 16,-34 9-16,-9 17 15,-8-9 1,0 8-1,17 9-15,17 9 16,17 8 0,17 0-16,17 17 15,43-17-15,34 8 16,68 18 0,68-1-1,86 1-15,60-43 16,-18-51-1,9-26-15,-59-16 16,-44-18 0,-16-8-16,-60-25 15,-43-18 1,-77-16-16,-68-9 16,51 76-16</inkml:trace>
  <inkml:trace contextRef="#ctx0" brushRef="#br0" timeOffset="2789.5">24854 8717 0,'0'0'0,"-9"-17"0,-25-8 15,-43-18 1,-42 9-16,-26 17 15,-43 0 1,-17 17-16,9 17 16,8 17-16,26 17 15,42 17 1,18 26 0,34 16-16,42 18 15,60 16 1,52-8-16,101-8 15,44-51 1,25-60-16,0-60 16,-17-34-1,17-42-15,-94-8 16,-42-1 0,-61-33-16,-84-35 15,-214-42-15,-86 8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18:59.02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17428 10350 0,'0'0'0,"0"0"0,0 0 16,0 8-16,0 1 15,0-1 1,0 9-16,34 34 15,43 18 1,77-1 0,-17-17-16,8-17 15,94-9 1,76-50-16,10-26 16,50-26-16,95-34 15,-86 18 1</inkml:trace>
  <inkml:trace contextRef="#ctx0" brushRef="#br0" timeOffset="2421.4">8253 10852 0,'0'0'0</inkml:trace>
  <inkml:trace contextRef="#ctx0" brushRef="#br0" timeOffset="3441.89">8023 10750 0,'0'0'0,"0"0"15,0 0 1,0 0-16,0 0 16,0 8-16,0 18 15,8 25 1,1 59-16,-18 35 15,9-43 1,0-43-16,9 9 16,8-8-1,17 0-15,-8-18 16,-1-16 0,-8-18-1,35 1-15,59-18 16,34-16-16,-34-1 15,25 1 1,69-10 0,-43 18-16,0 9 15,52-1 1,-44 9 0,18 0-16,60 9 0,-18-9 15,18 8 1,-44 9-1,44 18-15,0-1 16,-44-9-16,61 9 16,-94-17-1,16-17-15,18 0 16,-94-8 0,-60 8-16,-25 0 15,-9 0 1,-8-9-1,-1 1-15,-16-9 16,-9-17-16,-1 8 16</inkml:trace>
  <inkml:trace contextRef="#ctx0" brushRef="#br0" timeOffset="7414.48">17275 11456 0,'0'0'0,"0"0"0,0 0 15,0 8-15,0 9 16,0 26 0,0 8-16,0 17 15,-9 17 1,1 8-16,-1-16 16,1-1-16,-1-16 15,9-1 1,17-8-1,17-8-15,26-1 16,59-16-16,52-9 16,26-26-1,7 1 1,18-18-16,17 9 16,9 0-16,-1 17 15,-16 17 1,-26 0-16,-18 9 15,-16-9 1,-43 0 0,-43-9-16,-33 1 15,-27-9-15,1 0 16,-9 0 0,-9-9-1,1-8-15,-9-17 16,0-51-1,0 26-15</inkml:trace>
  <inkml:trace contextRef="#ctx0" brushRef="#br0" timeOffset="11330.91">8902 12144 0,'-9'-8'0,"1"-1"16,-9 1-16,8-1 15,-16 1 1,-18-18-16,-17-8 16,1 9-1,-10 8 1,1 8-16,0 9 15,-1 17-15,18 0 16,-9 0 0,1 17-16,-10 17 15,1 0 1,8 0-16,9 9 16,-9 8-1,9 9-15,9 25 16,24 8-1,27 1-15,17-18 16,16 1 0,18-1-1,17 1-15,0-9 16,8 0-16,35-8 16,42 8-1,0-17-15,34 8 16,18 1-1,-1-9 1,26-17-16,-9-34 16,35-17-1,-35-26-15,-33-8 16,16-17-16,-59 9 16,-1-9-1,18-17-15,-52 0 16,-42-9-1,-26-17-15,-33-33 16,-27-35-16,-34-8 31,-51-25-31,-42 8 16,-43 25-16,-52 17 16,-33 18-1,-35 25 1,-34 34-16,-42 59 15,-35 77 1,-17 77-16,-68 84 16,120-41-16</inkml:trace>
  <inkml:trace contextRef="#ctx0" brushRef="#br0" timeOffset="15740.75">24197 13539 0,'0'0'0,"-17"0"0,-18 0 16,10 0-1</inkml:trace>
  <inkml:trace contextRef="#ctx0" brushRef="#br0" timeOffset="16290.19">23753 13309 0,'0'0'0,"0"0"0,-9 0 0,-8 0 16,-17 0 0,-26-8-1,1 8-15,-1 0 16,-26 17-1,-16 9-15,-9 8 16,9 0 0,16 0-16,18 8 15,-17 18 1,-1 16-16,18 18 16,8 8-1,9 8-15,0 18 16,17 33-16,34-7 15,34-10 1,51 9-16,26-8 16,34-18-1,43-8 1,8-42-16,9-43 16,-17-17-1,17-34-15,-9-17 16,-34-43-1,-25-25-15,-9-34 16,-34-8-16,-43-18 16,-51-42-1,-60-9 1,-85-8-16,-94-8 16,-111 25-1,-34 67-15,-26 61 16,26 25-16</inkml:trace>
  <inkml:trace contextRef="#ctx0" brushRef="#br0" timeOffset="25379">10421 11345 0,'0'0'0,"0"0"16,0 0-16,0-9 0,0-16 15,0-1 1,-8-16-16,-1-1 31,-25 1-31,-34 8 16,-43 8-16,8 9 15,52 17-15,8 0 32,-25 0-32,-60 0 15,-34 0-15,51 0 16,51-8-16,-34-1 15,-42 9 1,-18 0 0,52 0-1,51 17-15,-35-8 16,-33 16-16,-43 1 16,34-1-16,25 9 15,-42 17 1,-34 0-1,42-8 1,52 8-16,-26 9 16,-9 25-16,1-9 15,34-25 1,33-8 0,18-1-16,17-8 15,0-8 1,0-1-16,8 1 15,1-1-15,8 9 0,17 9 32,51 8-17,43 0-15,-8-9 16,-35-16 0,51-9-16,78 0 15,-44-17 1,-33 0-16,68-9 15,-9 9 1,-34 0-16,51 9 16,1-9-1,-52 0-15,34 8 16,17-8 0,-68 0-16,26-8 15,59-1 1,-68 9-1,9 0-15,59 9 16,-59-1-16,-17-8 16,42 9-1,-9-9-15,-59-9 16,0 1 0,34-1-16,-8-8 15,-35 9 1,-50-1-16,7-16 15,10 8 1,-10-9-16,1 1 16,-9-9-1,-16-9-15,-10 1 16,-16-18 0,-9 1-16,-43-18 15,-17 1-15,-17 8 16,-51-9-1,-25 0 1,-35 26-16,-68 9 16,0 25-1,-17 8-15,-17 18 16,8-1 0,-34 1-16,9 8 15,-103 17-15,9 0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5T21:19:46.79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14134 12408 0,'0'-8'16,"-9"-18"-16,1-42 0,-18-34 0,1 25 15,8 18 1,-1 8 0,1 17-16,0 8 15,9 9-15,-1 0 16,1 9-1,-1 8 1,1 0-16,-1 8 16,-8 18-1,-9 42-15,-8 51 0,-8 8 32,-10 10-32,-7-27 15,7-25 1,18-25-16,17-26 15,0-17 1,9-17-16,-1-17 16,-8-26-1,0 1-15,8 8 16,1 8 0,-1 9-16,9 0 15,0 17-15,0 0 16,-8 9-1,-18 50 1,1 43-16,16 17 16,9-25-1,17-18-15,9 1 16,8-18 0,0-25-16,26-17 15,42-34 1,43-34-16,137-42 15</inkml:trace>
  <inkml:trace contextRef="#ctx0" brushRef="#br0" timeOffset="14256.07">12359 9797 0,'8'0'16,"26"0"-16,94 0 0,120-8 16,-1-9-1,35 8-15,17 18 16,-18 16-16,163 43 15,-26 0 1</inkml:trace>
  <inkml:trace contextRef="#ctx0" brushRef="#br0" timeOffset="14877.12">5275 12867 0,'8'-8'0,"43"-1"16,69-8-16,127 0 15,44 17 1,-10 17-1,86 0-15</inkml:trace>
  <inkml:trace contextRef="#ctx0" brushRef="#br0" timeOffset="20088.23">12862 12910 0,'0'0'0,"0"0"0,0 0 15,0 0-15,0 0 16,0 0-1,-8 17-15,-1 34 16,-25 76 0,0 35-1,-9-34-15,0 16 16,9 26-16,17-42 16,9-43-1,-1-9-15,1 1 16,8-9-1,17-9-15,0-8 16,0-16 0,17-10-16,17 1 15,35-18 1,7 1-16,18-9 16,34 17-1,9 0 1,-26 0-16,-25 8 15,16 1 1,9-9-16,0 0 16,-25-9-16,-18-8 15,-8 0 1,-18 0-16,-16 0 16,-17-8-1,-1-1 1,-16 1-16,-1-9 15,-16-43 1,-18-42-16,-16-34 16,-1-43-1,9 9 1,17 34-16,17-8 0,0 8 16,0 25-1,17 26 1,8 25-16,1 18 15,-9 8 1,-8 17-16,-1 0 16,-25 17-16,-60 25 15,-136 69 1,-103 50-16,-34-16 16,-17-17-1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19: Concurrency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EC1A-6CA5-98A7-F39E-5B051CE8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1AF-5BCA-E54E-4929-B7B6A0D8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time slicing, a thread can be interrupted at any time</a:t>
            </a:r>
          </a:p>
          <a:p>
            <a:pPr lvl="1"/>
            <a:r>
              <a:rPr lang="en-US" dirty="0"/>
              <a:t>Between any two lines of code</a:t>
            </a:r>
          </a:p>
          <a:p>
            <a:pPr lvl="1"/>
            <a:r>
              <a:rPr lang="en-US" dirty="0"/>
              <a:t>Within a single line of code</a:t>
            </a:r>
          </a:p>
          <a:p>
            <a:r>
              <a:rPr lang="en-US" dirty="0"/>
              <a:t>The sequence that operations occur across two threads is called an interleaving</a:t>
            </a:r>
          </a:p>
          <a:p>
            <a:r>
              <a:rPr lang="en-US" dirty="0"/>
              <a:t>Without doing anything else, we have no control over how different threads might be interleaved</a:t>
            </a:r>
          </a:p>
        </p:txBody>
      </p:sp>
    </p:spTree>
    <p:extLst>
      <p:ext uri="{BB962C8B-B14F-4D97-AF65-F5344CB8AC3E}">
        <p14:creationId xmlns:p14="http://schemas.microsoft.com/office/powerpoint/2010/main" val="402623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CE2-9CC3-DF86-BABE-D4BE2D4A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9A95-C324-F33C-8E0D-40758B326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Concurrency: </a:t>
            </a:r>
          </a:p>
          <a:p>
            <a:pPr lvl="1"/>
            <a:r>
              <a:rPr lang="en-US" dirty="0"/>
              <a:t>Correctly and efficiently managing access to shared resources across multiple possibly-simultaneous tasks</a:t>
            </a:r>
          </a:p>
          <a:p>
            <a:r>
              <a:rPr lang="en-US" dirty="0"/>
              <a:t>Requires synchronization to avoid incorrect simultaneous access</a:t>
            </a:r>
          </a:p>
          <a:p>
            <a:pPr lvl="1"/>
            <a:r>
              <a:rPr lang="en-US" dirty="0"/>
              <a:t>Use some way of “blocking” other tasks from using a resource when another modifies it or makes decisions based on its state</a:t>
            </a:r>
          </a:p>
          <a:p>
            <a:pPr lvl="1"/>
            <a:r>
              <a:rPr lang="en-US" dirty="0"/>
              <a:t>That blocking task will free up the resource when it’s done</a:t>
            </a:r>
          </a:p>
          <a:p>
            <a:r>
              <a:rPr lang="en-US" dirty="0"/>
              <a:t>Warning:</a:t>
            </a:r>
          </a:p>
          <a:p>
            <a:pPr lvl="1"/>
            <a:r>
              <a:rPr lang="en-US" dirty="0"/>
              <a:t>Because we have no control over when threads are scheduled by the OS, even correct implementations are highly non-deterministic</a:t>
            </a:r>
          </a:p>
          <a:p>
            <a:pPr lvl="1"/>
            <a:r>
              <a:rPr lang="en-US" dirty="0"/>
              <a:t>Errors are hard to reproduce, which complicates debugging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A5324D-DABE-936B-EC77-1992DE39D386}"/>
                  </a:ext>
                </a:extLst>
              </p14:cNvPr>
              <p14:cNvContentPartPr/>
              <p14:nvPr/>
            </p14:nvContentPartPr>
            <p14:xfrm>
              <a:off x="2574720" y="3324960"/>
              <a:ext cx="1865520" cy="3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A5324D-DABE-936B-EC77-1992DE39D3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5360" y="3315600"/>
                <a:ext cx="188424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09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attempt at Mutual Exclusion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Boolean busy = false;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busy = true;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busy = false;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81092B-C5D7-9972-3B6F-8E28B122289F}"/>
                  </a:ext>
                </a:extLst>
              </p14:cNvPr>
              <p14:cNvContentPartPr/>
              <p14:nvPr/>
            </p14:nvContentPartPr>
            <p14:xfrm>
              <a:off x="823320" y="1028880"/>
              <a:ext cx="8133480" cy="479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81092B-C5D7-9972-3B6F-8E28B12228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3960" y="1019520"/>
                <a:ext cx="8152200" cy="48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914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EEC-82A4-7735-C350-4DA0E1BB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94BA-009A-BCE3-1087-2A0C36A4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need a construct from Java to do this</a:t>
            </a:r>
          </a:p>
          <a:p>
            <a:r>
              <a:rPr lang="en-US" dirty="0"/>
              <a:t>One Solution – A </a:t>
            </a:r>
            <a:r>
              <a:rPr lang="en-US" b="1" dirty="0"/>
              <a:t>Mutual Exclusion Lock</a:t>
            </a:r>
            <a:r>
              <a:rPr lang="en-US" dirty="0"/>
              <a:t> (called a Mutex or Lock)</a:t>
            </a:r>
          </a:p>
          <a:p>
            <a:r>
              <a:rPr lang="en-US" dirty="0"/>
              <a:t>We define a </a:t>
            </a:r>
            <a:r>
              <a:rPr lang="en-US" b="1" dirty="0"/>
              <a:t>Lock</a:t>
            </a:r>
            <a:r>
              <a:rPr lang="en-US" dirty="0"/>
              <a:t> to be an ADT with operations:</a:t>
            </a:r>
          </a:p>
          <a:p>
            <a:pPr lvl="1"/>
            <a:r>
              <a:rPr lang="en-US" dirty="0"/>
              <a:t>New: </a:t>
            </a:r>
          </a:p>
          <a:p>
            <a:pPr lvl="2"/>
            <a:r>
              <a:rPr lang="en-US" dirty="0"/>
              <a:t>make a new lock, initially “not held”</a:t>
            </a:r>
          </a:p>
          <a:p>
            <a:pPr lvl="1"/>
            <a:r>
              <a:rPr lang="en-US" dirty="0"/>
              <a:t>Acquire:</a:t>
            </a:r>
          </a:p>
          <a:p>
            <a:pPr lvl="2"/>
            <a:r>
              <a:rPr lang="en-US" dirty="0"/>
              <a:t>If lock is not held, mark it as “held”</a:t>
            </a:r>
          </a:p>
          <a:p>
            <a:pPr lvl="3"/>
            <a:r>
              <a:rPr lang="en-US" dirty="0"/>
              <a:t>These two steps always done together in a way that cannot be interrupted!</a:t>
            </a:r>
          </a:p>
          <a:p>
            <a:pPr lvl="2"/>
            <a:r>
              <a:rPr lang="en-US" dirty="0"/>
              <a:t>If lock is held, pause until it is marked as “not held”</a:t>
            </a:r>
          </a:p>
          <a:p>
            <a:pPr lvl="1"/>
            <a:r>
              <a:rPr lang="en-US" dirty="0"/>
              <a:t>Release:</a:t>
            </a:r>
          </a:p>
          <a:p>
            <a:pPr lvl="2"/>
            <a:r>
              <a:rPr lang="en-US" dirty="0"/>
              <a:t>Mark the lock as “not held”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7ACBEA-0EEB-0EB3-359B-12E55855A19D}"/>
                  </a:ext>
                </a:extLst>
              </p14:cNvPr>
              <p14:cNvContentPartPr/>
              <p14:nvPr/>
            </p14:nvContentPartPr>
            <p14:xfrm>
              <a:off x="1569960" y="2752560"/>
              <a:ext cx="3789000" cy="336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7ACBEA-0EEB-0EB3-359B-12E55855A1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0600" y="2743200"/>
                <a:ext cx="3807720" cy="33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65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Withdraw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finally 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41CF-8A8F-00EF-539B-A42DE40C58E9}"/>
              </a:ext>
            </a:extLst>
          </p:cNvPr>
          <p:cNvSpPr txBox="1"/>
          <p:nvPr/>
        </p:nvSpPr>
        <p:spPr>
          <a:xfrm>
            <a:off x="8585200" y="1690688"/>
            <a:ext cx="3484881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deposit have its own lock object?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they share one?</a:t>
            </a:r>
          </a:p>
        </p:txBody>
      </p:sp>
    </p:spTree>
    <p:extLst>
      <p:ext uri="{BB962C8B-B14F-4D97-AF65-F5344CB8AC3E}">
        <p14:creationId xmlns:p14="http://schemas.microsoft.com/office/powerpoint/2010/main" val="34646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getBalance</a:t>
            </a:r>
            <a:r>
              <a:rPr lang="en-US" dirty="0"/>
              <a:t> needs the lock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(int x) {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try{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return balance;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finally{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 </a:t>
            </a:r>
            <a:r>
              <a:rPr lang="en-US" dirty="0" err="1"/>
              <a:t>lk.release</a:t>
            </a:r>
            <a:r>
              <a:rPr lang="en-US" dirty="0"/>
              <a:t>(); 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89A4-2E43-E9E9-22B3-678B76A05715}"/>
              </a:ext>
            </a:extLst>
          </p:cNvPr>
          <p:cNvSpPr txBox="1"/>
          <p:nvPr/>
        </p:nvSpPr>
        <p:spPr>
          <a:xfrm>
            <a:off x="7416800" y="1690688"/>
            <a:ext cx="4500880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One more issue!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calls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can never finish because in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the lock will always be held!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784F1F-987F-D65A-FC56-A63C77D45C4B}"/>
                  </a:ext>
                </a:extLst>
              </p14:cNvPr>
              <p14:cNvContentPartPr/>
              <p14:nvPr/>
            </p14:nvContentPartPr>
            <p14:xfrm>
              <a:off x="2670120" y="3340080"/>
              <a:ext cx="2504520" cy="344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784F1F-987F-D65A-FC56-A63C77D45C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0760" y="3330720"/>
                <a:ext cx="2523240" cy="34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75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5F7-665A-9FC5-2A1E-EF711A9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Re-entrant Lock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8F06-605F-B023-345D-50BEED1A0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re-entrant lock (a.k.a. recursive lock)</a:t>
            </a:r>
          </a:p>
          <a:p>
            <a:r>
              <a:rPr lang="en-US" dirty="0"/>
              <a:t>“Remembers” </a:t>
            </a:r>
          </a:p>
          <a:p>
            <a:pPr lvl="1"/>
            <a:r>
              <a:rPr lang="en-US" dirty="0"/>
              <a:t>the thread (if any) that currently holds it </a:t>
            </a:r>
          </a:p>
          <a:p>
            <a:pPr lvl="1"/>
            <a:r>
              <a:rPr lang="en-US" dirty="0"/>
              <a:t>a count of “layers” that the thread holds it</a:t>
            </a:r>
          </a:p>
          <a:p>
            <a:r>
              <a:rPr lang="en-US" dirty="0"/>
              <a:t>When the lock goes from not-held to held, the count is set to 0 </a:t>
            </a:r>
          </a:p>
          <a:p>
            <a:r>
              <a:rPr lang="en-US" dirty="0"/>
              <a:t>If (code running in) the current holder calls acquire: </a:t>
            </a:r>
          </a:p>
          <a:p>
            <a:pPr lvl="1"/>
            <a:r>
              <a:rPr lang="en-US" dirty="0"/>
              <a:t>it does not block </a:t>
            </a:r>
          </a:p>
          <a:p>
            <a:pPr lvl="1"/>
            <a:r>
              <a:rPr lang="en-US" dirty="0"/>
              <a:t>it increments the count </a:t>
            </a:r>
          </a:p>
          <a:p>
            <a:r>
              <a:rPr lang="en-US" dirty="0"/>
              <a:t>On release: </a:t>
            </a:r>
          </a:p>
          <a:p>
            <a:pPr lvl="1"/>
            <a:r>
              <a:rPr lang="en-US" dirty="0"/>
              <a:t>if the count is &gt; 0, the count is decremented </a:t>
            </a:r>
          </a:p>
          <a:p>
            <a:pPr lvl="1"/>
            <a:r>
              <a:rPr lang="en-US" dirty="0"/>
              <a:t>if the count is 0, the lock becomes not-held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5E1D69-A307-A67B-F303-381B2104231E}"/>
                  </a:ext>
                </a:extLst>
              </p14:cNvPr>
              <p14:cNvContentPartPr/>
              <p14:nvPr/>
            </p14:nvContentPartPr>
            <p14:xfrm>
              <a:off x="934200" y="823680"/>
              <a:ext cx="4618440" cy="248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5E1D69-A307-A67B-F303-381B210423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4840" y="814320"/>
                <a:ext cx="4637160" cy="24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110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C8CE-76D5-72C9-751C-2441A08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Java’s Re-entrant Lock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1571-7770-8F19-F192-B62EF32D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java.util.concurrent.locks.ReentrantLock</a:t>
            </a:r>
            <a:r>
              <a:rPr lang="en-US" dirty="0"/>
              <a:t> </a:t>
            </a:r>
          </a:p>
          <a:p>
            <a:r>
              <a:rPr lang="en-US" dirty="0"/>
              <a:t>Has methods lock() and unlock() </a:t>
            </a:r>
          </a:p>
          <a:p>
            <a:r>
              <a:rPr lang="en-US" dirty="0"/>
              <a:t>Important to guarantee that lock is always released!!! </a:t>
            </a:r>
          </a:p>
          <a:p>
            <a:r>
              <a:rPr lang="en-US" dirty="0"/>
              <a:t>Recommend something like this: </a:t>
            </a:r>
          </a:p>
          <a:p>
            <a:pPr marL="457200" lvl="1" indent="0">
              <a:buNone/>
            </a:pPr>
            <a:r>
              <a:rPr lang="en-US" dirty="0" err="1"/>
              <a:t>myLock.lock</a:t>
            </a:r>
            <a:r>
              <a:rPr lang="en-US" dirty="0"/>
              <a:t>(); </a:t>
            </a:r>
          </a:p>
          <a:p>
            <a:pPr marL="457200" lvl="1" indent="0">
              <a:buNone/>
            </a:pPr>
            <a:r>
              <a:rPr lang="en-US" dirty="0"/>
              <a:t>try { // method body }</a:t>
            </a:r>
          </a:p>
          <a:p>
            <a:pPr marL="457200" lvl="1" indent="0">
              <a:buNone/>
            </a:pPr>
            <a:r>
              <a:rPr lang="en-US" dirty="0"/>
              <a:t>finally { </a:t>
            </a:r>
            <a:r>
              <a:rPr lang="en-US" dirty="0" err="1"/>
              <a:t>myLock.unlock</a:t>
            </a:r>
            <a:r>
              <a:rPr lang="en-US" dirty="0"/>
              <a:t>(); 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54CEF5-E4D3-4777-CEF9-CFF55D92FD38}"/>
                  </a:ext>
                </a:extLst>
              </p14:cNvPr>
              <p14:cNvContentPartPr/>
              <p14:nvPr/>
            </p14:nvContentPartPr>
            <p14:xfrm>
              <a:off x="1477800" y="2167560"/>
              <a:ext cx="7734240" cy="156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54CEF5-E4D3-4777-CEF9-CFF55D92FD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8440" y="2158200"/>
                <a:ext cx="7752960" cy="158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110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looks in Java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java.util.concurrent.locks.ReentrantLock</a:t>
            </a:r>
            <a:r>
              <a:rPr lang="en-US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		balance = x; }</a:t>
            </a:r>
          </a:p>
          <a:p>
            <a:pPr marL="0" indent="0">
              <a:buNone/>
            </a:pPr>
            <a:r>
              <a:rPr lang="en-US" dirty="0"/>
              <a:t>		finally{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14417A-774A-6C11-5A92-6C58F47A2A51}"/>
                  </a:ext>
                </a:extLst>
              </p14:cNvPr>
              <p14:cNvContentPartPr/>
              <p14:nvPr/>
            </p14:nvContentPartPr>
            <p14:xfrm>
              <a:off x="411840" y="1607400"/>
              <a:ext cx="5577120" cy="3588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14417A-774A-6C11-5A92-6C58F47A2A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" y="1598040"/>
                <a:ext cx="5595840" cy="36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833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545-F6D7-FF86-2C4F-2973D3D6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Synchronized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7616-0B51-EF39-FDB9-C13F0827A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Syntactic sugar for re-entrant locks</a:t>
            </a:r>
          </a:p>
          <a:p>
            <a:r>
              <a:rPr lang="en-US" dirty="0"/>
              <a:t>You can use the synchronized statement as an alternative to declaring a </a:t>
            </a:r>
            <a:r>
              <a:rPr lang="en-US" dirty="0" err="1"/>
              <a:t>ReentrantLock</a:t>
            </a:r>
            <a:endParaRPr lang="en-US" dirty="0"/>
          </a:p>
          <a:p>
            <a:r>
              <a:rPr lang="en-US" dirty="0"/>
              <a:t>Syntax:</a:t>
            </a:r>
          </a:p>
          <a:p>
            <a:r>
              <a:rPr lang="en-US" dirty="0"/>
              <a:t>Any Object can serve as a “lock”</a:t>
            </a:r>
          </a:p>
          <a:p>
            <a:pPr lvl="1"/>
            <a:r>
              <a:rPr lang="en-US" dirty="0"/>
              <a:t>Primitive types (e.g. int) cannot serve as a lock</a:t>
            </a:r>
          </a:p>
          <a:p>
            <a:r>
              <a:rPr lang="en-US" dirty="0"/>
              <a:t>Acquires a lock and blocks if necessary</a:t>
            </a:r>
          </a:p>
          <a:p>
            <a:pPr lvl="1"/>
            <a:r>
              <a:rPr lang="en-US" dirty="0"/>
              <a:t>Once you get past the “{“, you have the lock</a:t>
            </a:r>
          </a:p>
          <a:p>
            <a:r>
              <a:rPr lang="en-US" dirty="0"/>
              <a:t>Released the lock when you pass “}”</a:t>
            </a:r>
          </a:p>
          <a:p>
            <a:pPr lvl="1"/>
            <a:r>
              <a:rPr lang="en-US" dirty="0"/>
              <a:t>Even in the cases of returning, exceptions, anything!</a:t>
            </a:r>
          </a:p>
          <a:p>
            <a:pPr lvl="1"/>
            <a:r>
              <a:rPr lang="en-US" dirty="0"/>
              <a:t>Impossible to forget to release the lock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D1961-CD41-26DA-F57A-3D4184303799}"/>
              </a:ext>
            </a:extLst>
          </p:cNvPr>
          <p:cNvSpPr txBox="1"/>
          <p:nvPr/>
        </p:nvSpPr>
        <p:spPr>
          <a:xfrm>
            <a:off x="2296160" y="3012440"/>
            <a:ext cx="630589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synchronized( /* expression returning an Object */ ) {statements}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FF3EFD-5A1B-B12F-64BC-C7185B299A75}"/>
                  </a:ext>
                </a:extLst>
              </p14:cNvPr>
              <p14:cNvContentPartPr/>
              <p14:nvPr/>
            </p14:nvContentPartPr>
            <p14:xfrm>
              <a:off x="1649880" y="2951280"/>
              <a:ext cx="5804640" cy="2541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FF3EFD-5A1B-B12F-64BC-C7185B299A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0520" y="2941920"/>
                <a:ext cx="5823360" cy="256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504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Object 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 = new Object();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A32DED-0B65-CEFA-0EA1-CA8BECC4F485}"/>
                  </a:ext>
                </a:extLst>
              </p14:cNvPr>
              <p14:cNvContentPartPr/>
              <p14:nvPr/>
            </p14:nvContentPartPr>
            <p14:xfrm>
              <a:off x="3742560" y="1974600"/>
              <a:ext cx="1766880" cy="3080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A32DED-0B65-CEFA-0EA1-CA8BECC4F4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3200" y="1965240"/>
                <a:ext cx="1785600" cy="309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923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 // deposit would also use synchronized(</a:t>
            </a:r>
            <a:r>
              <a:rPr lang="en-US" dirty="0" err="1"/>
              <a:t>lk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EFB39-E530-049D-8D9C-B920D9F62D15}"/>
              </a:ext>
            </a:extLst>
          </p:cNvPr>
          <p:cNvSpPr txBox="1"/>
          <p:nvPr/>
        </p:nvSpPr>
        <p:spPr>
          <a:xfrm>
            <a:off x="7416800" y="1690688"/>
            <a:ext cx="4500880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Since we have one lock per account regardless of operation, it’s more intuitive to use the account object itself as the lock!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794B71-89FF-1EE2-3A13-3D7CF4F6478C}"/>
                  </a:ext>
                </a:extLst>
              </p14:cNvPr>
              <p14:cNvContentPartPr/>
              <p14:nvPr/>
            </p14:nvContentPartPr>
            <p14:xfrm>
              <a:off x="1321200" y="1546200"/>
              <a:ext cx="5097960" cy="429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794B71-89FF-1EE2-3A13-3D7CF4F647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1840" y="1536840"/>
                <a:ext cx="5116680" cy="43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80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4A2-54C4-FDD2-E365-2A9EFFF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Syntactic Sugar!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3A75-790A-FBFC-D455-485A246C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object itself as a lock is common enough that Java has convenient syntax for that as well!</a:t>
            </a:r>
          </a:p>
          <a:p>
            <a:r>
              <a:rPr lang="en-US" dirty="0"/>
              <a:t>Declaring a method as “</a:t>
            </a:r>
            <a:r>
              <a:rPr lang="en-US" b="1" dirty="0"/>
              <a:t>synchronized</a:t>
            </a:r>
            <a:r>
              <a:rPr lang="en-US" dirty="0"/>
              <a:t>” puts its body into a synchronized block with “this” as the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4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(Final)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 (which would use synchronized)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BC70AA-1FFC-B101-CDC8-0F9F226B2CBC}"/>
                  </a:ext>
                </a:extLst>
              </p14:cNvPr>
              <p14:cNvContentPartPr/>
              <p14:nvPr/>
            </p14:nvContentPartPr>
            <p14:xfrm>
              <a:off x="1579320" y="2134080"/>
              <a:ext cx="2295720" cy="65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BC70AA-1FFC-B101-CDC8-0F9F226B2C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9960" y="2124720"/>
                <a:ext cx="2314440" cy="6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518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8ECE-174A-7C43-2874-DBA6552F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48"/>
            <a:ext cx="10515600" cy="1325563"/>
          </a:xfrm>
        </p:spPr>
        <p:txBody>
          <a:bodyPr/>
          <a:lstStyle/>
          <a:p>
            <a:r>
              <a:rPr lang="en-US" dirty="0"/>
              <a:t>Concurrency 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260B-B93F-B6B0-8B30-28A9E355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63" y="1052945"/>
            <a:ext cx="11360727" cy="57080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Race Condition:</a:t>
            </a:r>
          </a:p>
          <a:p>
            <a:pPr lvl="1"/>
            <a:r>
              <a:rPr lang="en-US" dirty="0"/>
              <a:t>Occurs when the computation result depends on scheduling (how threads are interleaved) </a:t>
            </a:r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threads call withdraw. Different schedules cause different threads to see the Exception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trident did not prevent a race condition, </a:t>
            </a:r>
            <a:r>
              <a:rPr lang="en-US" i="1" dirty="0"/>
              <a:t>which</a:t>
            </a:r>
            <a:r>
              <a:rPr lang="en-US" dirty="0"/>
              <a:t> name is the last one in the box may differ, depending on who grabbed the trident first</a:t>
            </a:r>
          </a:p>
          <a:p>
            <a:r>
              <a:rPr lang="en-US" b="1" dirty="0"/>
              <a:t>Data Race: </a:t>
            </a:r>
          </a:p>
          <a:p>
            <a:pPr lvl="1"/>
            <a:r>
              <a:rPr lang="en-US" dirty="0"/>
              <a:t>Either:</a:t>
            </a:r>
          </a:p>
          <a:p>
            <a:pPr lvl="2"/>
            <a:r>
              <a:rPr lang="en-US" sz="2400" dirty="0"/>
              <a:t>There is the potential for two threads to be writing to a variable in parallel</a:t>
            </a:r>
          </a:p>
          <a:p>
            <a:pPr lvl="2"/>
            <a:r>
              <a:rPr lang="en-US" sz="2400" dirty="0"/>
              <a:t>There is the potential for one thread to be reading a variable while another writes to it</a:t>
            </a:r>
            <a:endParaRPr lang="en-US" dirty="0"/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different threads attempt to change a static variable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trident corrected a data race, no two people can use the box at the same time</a:t>
            </a:r>
          </a:p>
          <a:p>
            <a:r>
              <a:rPr lang="en-US" b="1" dirty="0"/>
              <a:t>Bad Interleaving:</a:t>
            </a:r>
          </a:p>
          <a:p>
            <a:pPr lvl="1"/>
            <a:r>
              <a:rPr lang="en-US" dirty="0"/>
              <a:t>An error due to a race condition other than a data race</a:t>
            </a:r>
          </a:p>
          <a:p>
            <a:pPr lvl="2"/>
            <a:r>
              <a:rPr lang="en-US" dirty="0"/>
              <a:t>It’s a race condition the results in behavior our specification says in incorrect</a:t>
            </a:r>
          </a:p>
          <a:p>
            <a:pPr lvl="1"/>
            <a:r>
              <a:rPr lang="en-US" dirty="0"/>
              <a:t>Usually it looks like exposing a “bad” intermediate state</a:t>
            </a:r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threads insert into a hash table. One thread computes the index, the other resizes the table. Now the index might be incorrect. 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race condition present after the trident is not a bad interleaving because either result is still correct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D8A206-5D75-66BE-6285-637AD30698FD}"/>
                  </a:ext>
                </a:extLst>
              </p14:cNvPr>
              <p14:cNvContentPartPr/>
              <p14:nvPr/>
            </p14:nvContentPartPr>
            <p14:xfrm>
              <a:off x="236520" y="1396080"/>
              <a:ext cx="11049480" cy="500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D8A206-5D75-66BE-6285-637AD30698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160" y="1386720"/>
                <a:ext cx="11068200" cy="50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875"/>
            <a:ext cx="10515600" cy="1325563"/>
          </a:xfrm>
        </p:spPr>
        <p:txBody>
          <a:bodyPr/>
          <a:lstStyle/>
          <a:p>
            <a:r>
              <a:rPr lang="en-US" dirty="0"/>
              <a:t>Example: Shared Stack (no problems 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440"/>
            <a:ext cx="10515600" cy="6258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return end ==-1;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array[++ end] = </a:t>
            </a:r>
            <a:r>
              <a:rPr lang="en-US" dirty="0" err="1"/>
              <a:t>val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E pop() { </a:t>
            </a:r>
          </a:p>
          <a:p>
            <a:pPr marL="0" indent="0">
              <a:buNone/>
            </a:pPr>
            <a:r>
              <a:rPr lang="en-US" dirty="0"/>
              <a:t>		if(</a:t>
            </a:r>
            <a:r>
              <a:rPr lang="en-US" dirty="0" err="1"/>
              <a:t>isEmpty</a:t>
            </a:r>
            <a:r>
              <a:rPr lang="en-US" dirty="0"/>
              <a:t>())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StackEmptyException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return array[end--]; </a:t>
            </a:r>
          </a:p>
          <a:p>
            <a:pPr marL="0" indent="0">
              <a:buNone/>
            </a:pPr>
            <a:r>
              <a:rPr lang="en-US" dirty="0"/>
              <a:t>	}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93AB9-3041-0C12-9F0A-B8332694E888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6D4256-2B2A-4E79-6708-F5C6F0B40ABD}"/>
                  </a:ext>
                </a:extLst>
              </p14:cNvPr>
              <p14:cNvContentPartPr/>
              <p14:nvPr/>
            </p14:nvContentPartPr>
            <p14:xfrm>
              <a:off x="1797480" y="1656360"/>
              <a:ext cx="6975000" cy="473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6D4256-2B2A-4E79-6708-F5C6F0B40A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8120" y="1647000"/>
                <a:ext cx="6993720" cy="475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8350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but no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F7C49-A9B0-D71B-2293-78AC65711059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7E0154-4B8A-F9DA-FF20-C5DD1CB6074E}"/>
                  </a:ext>
                </a:extLst>
              </p14:cNvPr>
              <p14:cNvContentPartPr/>
              <p14:nvPr/>
            </p14:nvContentPartPr>
            <p14:xfrm>
              <a:off x="365760" y="3952440"/>
              <a:ext cx="4728960" cy="1436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7E0154-4B8A-F9DA-FF20-C5DD1CB607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6400" y="3943080"/>
                <a:ext cx="4747680" cy="14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1664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ABED-FC58-1B03-048A-19E1A971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9F99-C319-6183-5B10-5E2F36F6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Peeks Break LIFO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9A3-9914-01AF-96F7-48F7C3C82C53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CFE3B-7878-8C9D-BF13-BD426649936C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62BD0-463C-1DCB-EF49-5A3FD44E6D3F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184C2-B0C7-D9B8-F4BB-CE27730DFF96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0B527-2773-B825-D04E-300DF91EA384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9CF3D-8C79-8ECE-BA54-AEF4FF39558A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5616B5-61DE-0B60-7E3E-BD7385C499EE}"/>
                  </a:ext>
                </a:extLst>
              </p14:cNvPr>
              <p14:cNvContentPartPr/>
              <p14:nvPr/>
            </p14:nvContentPartPr>
            <p14:xfrm>
              <a:off x="322560" y="1350000"/>
              <a:ext cx="7635960" cy="300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5616B5-61DE-0B60-7E3E-BD7385C499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200" y="1340640"/>
                <a:ext cx="7654680" cy="30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4971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including a </a:t>
            </a:r>
            <a:r>
              <a:rPr lang="en-US" dirty="0">
                <a:solidFill>
                  <a:srgbClr val="FF0000"/>
                </a:solidFill>
              </a:rPr>
              <a:t>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System.out.println</a:t>
            </a:r>
            <a:r>
              <a:rPr lang="en-US" dirty="0">
                <a:solidFill>
                  <a:srgbClr val="FF0000"/>
                </a:solidFill>
              </a:rPr>
              <a:t>(end);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A55556-8AB6-64D5-4DFB-29FD01089777}"/>
                  </a:ext>
                </a:extLst>
              </p14:cNvPr>
              <p14:cNvContentPartPr/>
              <p14:nvPr/>
            </p14:nvContentPartPr>
            <p14:xfrm>
              <a:off x="1118520" y="1591920"/>
              <a:ext cx="2424600" cy="4145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A55556-8AB6-64D5-4DFB-29FD010897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9160" y="1582560"/>
                <a:ext cx="2443320" cy="41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7747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</a:t>
            </a:r>
            <a:r>
              <a:rPr lang="en-US" dirty="0" err="1"/>
              <a:t>isEmpty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should not see an empty stack if there is a push but no pop.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E99F43-E3E5-5930-7533-BB030AE4163A}"/>
                  </a:ext>
                </a:extLst>
              </p14:cNvPr>
              <p14:cNvContentPartPr/>
              <p14:nvPr/>
            </p14:nvContentPartPr>
            <p14:xfrm>
              <a:off x="928080" y="1120680"/>
              <a:ext cx="8124120" cy="343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E99F43-E3E5-5930-7533-BB030AE416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720" y="1111320"/>
                <a:ext cx="8142840" cy="345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736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Items from a stack are popped in LIFO order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5150FC-5A3C-1091-1528-8D436900FC7C}"/>
                  </a:ext>
                </a:extLst>
              </p14:cNvPr>
              <p14:cNvContentPartPr/>
              <p14:nvPr/>
            </p14:nvContentPartPr>
            <p14:xfrm>
              <a:off x="6265080" y="2023560"/>
              <a:ext cx="2771640" cy="142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5150FC-5A3C-1091-1528-8D436900FC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5720" y="2014200"/>
                <a:ext cx="2790360" cy="14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5725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A511B1-9BA3-13D8-62F8-F6FD869A6EE5}"/>
                  </a:ext>
                </a:extLst>
              </p14:cNvPr>
              <p14:cNvContentPartPr/>
              <p14:nvPr/>
            </p14:nvContentPartPr>
            <p14:xfrm>
              <a:off x="2590200" y="3719880"/>
              <a:ext cx="6283800" cy="1748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A511B1-9BA3-13D8-62F8-F6FD869A6E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80840" y="3710520"/>
                <a:ext cx="6302520" cy="17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3336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How to fix this?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206291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Fixed!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818060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Did this fix it?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return array[end];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770E1-80A0-988D-5BDB-B8758C3C4D0A}"/>
              </a:ext>
            </a:extLst>
          </p:cNvPr>
          <p:cNvSpPr txBox="1"/>
          <p:nvPr/>
        </p:nvSpPr>
        <p:spPr>
          <a:xfrm>
            <a:off x="7832436" y="690880"/>
            <a:ext cx="4128655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 Now it has a data race!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Push/pop will be changing end!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358C0FB-2826-8E5B-D90F-D29106DE0EC8}"/>
                  </a:ext>
                </a:extLst>
              </p14:cNvPr>
              <p14:cNvContentPartPr/>
              <p14:nvPr/>
            </p14:nvContentPartPr>
            <p14:xfrm>
              <a:off x="1899000" y="3514680"/>
              <a:ext cx="3410640" cy="1705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358C0FB-2826-8E5B-D90F-D29106DE0E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9640" y="3505320"/>
                <a:ext cx="3429360" cy="17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82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ED13-22A1-8328-2908-CCDB1D5C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10F9-037F-8B63-FA98-ED21F813E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two or more threads are mutually blocking each other</a:t>
            </a:r>
          </a:p>
          <a:p>
            <a:r>
              <a:rPr lang="en-US" dirty="0"/>
              <a:t>T1 is blocked by T2, which is blocked by T3, …, Tn is blocked by T1</a:t>
            </a:r>
          </a:p>
          <a:p>
            <a:pPr lvl="1"/>
            <a:r>
              <a:rPr lang="en-US" dirty="0"/>
              <a:t>A cycle of blocking</a:t>
            </a:r>
          </a:p>
          <a:p>
            <a:pPr lvl="1"/>
            <a:endParaRPr lang="en-US" dirty="0"/>
          </a:p>
          <a:p>
            <a:r>
              <a:rPr lang="en-US" dirty="0"/>
              <a:t>Three requirements for deadlock:</a:t>
            </a:r>
          </a:p>
          <a:p>
            <a:pPr lvl="1"/>
            <a:r>
              <a:rPr lang="en-US" dirty="0"/>
              <a:t>Multiple threads each need to acquire </a:t>
            </a:r>
            <a:r>
              <a:rPr lang="en-US" b="1" dirty="0"/>
              <a:t>multiple locks</a:t>
            </a:r>
          </a:p>
          <a:p>
            <a:pPr lvl="1"/>
            <a:r>
              <a:rPr lang="en-US" dirty="0"/>
              <a:t>The locks need to be </a:t>
            </a:r>
            <a:r>
              <a:rPr lang="en-US" b="1" dirty="0"/>
              <a:t>held at the same time </a:t>
            </a:r>
            <a:r>
              <a:rPr lang="en-US" dirty="0"/>
              <a:t>by the threads</a:t>
            </a:r>
          </a:p>
          <a:p>
            <a:pPr lvl="1"/>
            <a:r>
              <a:rPr lang="en-US" dirty="0"/>
              <a:t>The locks may be </a:t>
            </a:r>
            <a:r>
              <a:rPr lang="en-US" b="1" dirty="0"/>
              <a:t>acquired in multiple orders</a:t>
            </a:r>
          </a:p>
        </p:txBody>
      </p:sp>
    </p:spTree>
    <p:extLst>
      <p:ext uri="{BB962C8B-B14F-4D97-AF65-F5344CB8AC3E}">
        <p14:creationId xmlns:p14="http://schemas.microsoft.com/office/powerpoint/2010/main" val="4142712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synchronized 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 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a.deposit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24490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58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66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E02C-5673-38D6-4439-D43D5A72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BB86-88A0-A30B-3F0C-216BDA9EB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Option 1: Address the “multiple locks” requirement</a:t>
            </a:r>
          </a:p>
          <a:p>
            <a:pPr lvl="1"/>
            <a:r>
              <a:rPr lang="en-US" dirty="0"/>
              <a:t>Have a coarser lock granularity</a:t>
            </a:r>
          </a:p>
          <a:p>
            <a:pPr lvl="1"/>
            <a:r>
              <a:rPr lang="en-US" dirty="0"/>
              <a:t>E.g. one lock for ALL bank accounts</a:t>
            </a:r>
          </a:p>
          <a:p>
            <a:r>
              <a:rPr lang="en-US" dirty="0"/>
              <a:t>Option 2: Address the “held at the same time” requirement</a:t>
            </a:r>
          </a:p>
          <a:p>
            <a:pPr lvl="1"/>
            <a:r>
              <a:rPr lang="en-US" dirty="0"/>
              <a:t>Have a finer critical section so that only one lock is needed at a time</a:t>
            </a:r>
          </a:p>
          <a:p>
            <a:pPr lvl="1"/>
            <a:r>
              <a:rPr lang="en-US" dirty="0"/>
              <a:t>E.g. instead of a synchronized </a:t>
            </a:r>
            <a:r>
              <a:rPr lang="en-US" dirty="0" err="1"/>
              <a:t>transferTo</a:t>
            </a:r>
            <a:r>
              <a:rPr lang="en-US" dirty="0"/>
              <a:t>, have the withdraw and deposit steps locked separately</a:t>
            </a:r>
          </a:p>
          <a:p>
            <a:r>
              <a:rPr lang="en-US" dirty="0"/>
              <a:t>Option 3: Address the “acquired in multiple orders” requirement</a:t>
            </a:r>
          </a:p>
          <a:p>
            <a:pPr lvl="1"/>
            <a:r>
              <a:rPr lang="en-US" dirty="0"/>
              <a:t>Force the threads to always acquire the locks in the same order</a:t>
            </a:r>
          </a:p>
          <a:p>
            <a:pPr lvl="1"/>
            <a:r>
              <a:rPr lang="en-US" dirty="0"/>
              <a:t>E.g. make </a:t>
            </a:r>
            <a:r>
              <a:rPr lang="en-US" dirty="0" err="1"/>
              <a:t>transferTo</a:t>
            </a:r>
            <a:r>
              <a:rPr lang="en-US" dirty="0"/>
              <a:t> acquire both locks before doing either the withdraw or deposit, make sure both threads agree on the order to </a:t>
            </a:r>
            <a:r>
              <a:rPr lang="en-US" dirty="0" err="1"/>
              <a:t>aquire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93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Coarser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static final Object BANK = new Object();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synchronized(BANK){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35221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Finer 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3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synchronized(this){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synchronized(a){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2183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n-US" dirty="0"/>
              <a:t>Option 3: First Get All Locks In A Fixed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840"/>
            <a:ext cx="10515600" cy="61874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this.acctNum</a:t>
            </a:r>
            <a:r>
              <a:rPr lang="en-US" dirty="0"/>
              <a:t> &lt; </a:t>
            </a:r>
            <a:r>
              <a:rPr lang="en-US" dirty="0" err="1"/>
              <a:t>a.acctNum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synchronized(this){</a:t>
            </a:r>
          </a:p>
          <a:p>
            <a:pPr marL="0" indent="0">
              <a:buNone/>
            </a:pPr>
            <a:r>
              <a:rPr lang="en-US" dirty="0"/>
              <a:t>				synchronized(a){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</a:t>
            </a:r>
          </a:p>
          <a:p>
            <a:pPr marL="0" indent="0">
              <a:buNone/>
            </a:pPr>
            <a:r>
              <a:rPr lang="en-US" dirty="0"/>
              <a:t>		else {</a:t>
            </a:r>
          </a:p>
          <a:p>
            <a:pPr marL="0" indent="0">
              <a:buNone/>
            </a:pPr>
            <a:r>
              <a:rPr lang="en-US" dirty="0"/>
              <a:t>			synchronized(a){</a:t>
            </a:r>
          </a:p>
          <a:p>
            <a:pPr marL="0" indent="0">
              <a:buNone/>
            </a:pPr>
            <a:r>
              <a:rPr lang="en-US" dirty="0"/>
              <a:t>				synchronized(this){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		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218861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8F22-9A08-0993-D878-46864D9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Code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2497-4370-4006-0BE4-92CEAB21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48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F9FC-FCC2-7595-4DA6-972C382C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F2E3-1391-65DE-BDE7-03579C50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memory must fit one of three categories: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Thread Local: Each thread has its own copy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Immutable: There is just one copy, but nothing will ever write to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Mutable: There is just one copy, it may change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Requires Synchronization!</a:t>
            </a:r>
          </a:p>
        </p:txBody>
      </p:sp>
    </p:spTree>
    <p:extLst>
      <p:ext uri="{BB962C8B-B14F-4D97-AF65-F5344CB8AC3E}">
        <p14:creationId xmlns:p14="http://schemas.microsoft.com/office/powerpoint/2010/main" val="3791496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891D-8375-FE99-21C6-EBE114E1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Local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5F66-6709-670F-93F3-2247BD9C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sharing resources</a:t>
            </a:r>
          </a:p>
          <a:p>
            <a:r>
              <a:rPr lang="en-US" dirty="0"/>
              <a:t>Dodges all race conditions, since no other threads can touch it!</a:t>
            </a:r>
          </a:p>
          <a:p>
            <a:pPr lvl="1"/>
            <a:r>
              <a:rPr lang="en-US" dirty="0"/>
              <a:t>No synchronization necessary! (Remember </a:t>
            </a:r>
            <a:r>
              <a:rPr lang="en-US" dirty="0" err="1"/>
              <a:t>Ahmdal’s</a:t>
            </a:r>
            <a:r>
              <a:rPr lang="en-US" dirty="0"/>
              <a:t> law)</a:t>
            </a:r>
          </a:p>
          <a:p>
            <a:r>
              <a:rPr lang="en-US" dirty="0"/>
              <a:t>Use whenever threads do not need to communicate using the resource</a:t>
            </a:r>
          </a:p>
          <a:p>
            <a:pPr lvl="1"/>
            <a:r>
              <a:rPr lang="en-US" dirty="0"/>
              <a:t>E.g., each thread should have its on Random object</a:t>
            </a:r>
          </a:p>
          <a:p>
            <a:r>
              <a:rPr lang="en-US" dirty="0"/>
              <a:t>In most cases, most objects should be in this category</a:t>
            </a:r>
          </a:p>
        </p:txBody>
      </p:sp>
    </p:spTree>
    <p:extLst>
      <p:ext uri="{BB962C8B-B14F-4D97-AF65-F5344CB8AC3E}">
        <p14:creationId xmlns:p14="http://schemas.microsoft.com/office/powerpoint/2010/main" val="1839542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2544-9CC0-FB0D-054C-7DA324CA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0D9C-3674-310D-619B-0737288B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changing objects</a:t>
            </a:r>
          </a:p>
          <a:p>
            <a:pPr lvl="1"/>
            <a:r>
              <a:rPr lang="en-US" dirty="0"/>
              <a:t>Make new objects instead</a:t>
            </a:r>
          </a:p>
          <a:p>
            <a:r>
              <a:rPr lang="en-US" dirty="0"/>
              <a:t>Parallel reads are not data races</a:t>
            </a:r>
          </a:p>
          <a:p>
            <a:pPr lvl="1"/>
            <a:r>
              <a:rPr lang="en-US" dirty="0"/>
              <a:t>If an object is never written to, no synchronization necessary!</a:t>
            </a:r>
          </a:p>
          <a:p>
            <a:r>
              <a:rPr lang="en-US" dirty="0"/>
              <a:t>Many programmers over-use mutation, minimize it</a:t>
            </a:r>
          </a:p>
        </p:txBody>
      </p:sp>
    </p:spTree>
    <p:extLst>
      <p:ext uri="{BB962C8B-B14F-4D97-AF65-F5344CB8AC3E}">
        <p14:creationId xmlns:p14="http://schemas.microsoft.com/office/powerpoint/2010/main" val="3849426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68A4-910D-48CC-0436-66F2F2FF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and 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BC2D-B37B-2C4D-BE10-5A379763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everything else, use locks</a:t>
            </a:r>
          </a:p>
          <a:p>
            <a:r>
              <a:rPr lang="en-US" dirty="0"/>
              <a:t>Avoid all data races</a:t>
            </a:r>
          </a:p>
          <a:p>
            <a:pPr lvl="1"/>
            <a:r>
              <a:rPr lang="en-US" dirty="0"/>
              <a:t>Every read and write should be projected with a lock, even if it “seems safe”</a:t>
            </a:r>
          </a:p>
          <a:p>
            <a:pPr lvl="1"/>
            <a:r>
              <a:rPr lang="en-US" dirty="0"/>
              <a:t>Almost every Java/C program with a data race is wrong</a:t>
            </a:r>
          </a:p>
          <a:p>
            <a:r>
              <a:rPr lang="en-US" dirty="0"/>
              <a:t>Even without data races, it still may be incorrect</a:t>
            </a:r>
          </a:p>
          <a:p>
            <a:pPr lvl="1"/>
            <a:r>
              <a:rPr lang="en-US" dirty="0"/>
              <a:t>Watch for bad </a:t>
            </a:r>
            <a:r>
              <a:rPr lang="en-US" dirty="0" err="1"/>
              <a:t>interleavings</a:t>
            </a:r>
            <a:r>
              <a:rPr lang="en-US" dirty="0"/>
              <a:t> as well!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52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955C-25A9-B2A3-AFBC-4B1D253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E940-22B3-5589-4120-B555EBEC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location needing synchronization, have a lock that is always held when reading or writing the location</a:t>
            </a:r>
          </a:p>
          <a:p>
            <a:r>
              <a:rPr lang="en-US" dirty="0"/>
              <a:t>The same lock can (and often should) “guard” multiple fields/objects</a:t>
            </a:r>
          </a:p>
          <a:p>
            <a:pPr lvl="1"/>
            <a:r>
              <a:rPr lang="en-US" dirty="0"/>
              <a:t>Clearly document what each lock guards!</a:t>
            </a:r>
          </a:p>
          <a:p>
            <a:pPr lvl="1"/>
            <a:r>
              <a:rPr lang="en-US" dirty="0"/>
              <a:t>In Java, the lock should usually be the object itself (i.e. “this”)</a:t>
            </a:r>
          </a:p>
          <a:p>
            <a:r>
              <a:rPr lang="en-US" dirty="0"/>
              <a:t>Have a mapping between memory locations and lock objects and stick to it!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577DD-8FD9-9AD9-885F-3D517938C6E5}"/>
              </a:ext>
            </a:extLst>
          </p:cNvPr>
          <p:cNvSpPr/>
          <p:nvPr/>
        </p:nvSpPr>
        <p:spPr>
          <a:xfrm>
            <a:off x="339344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DA4BCB-B840-E23A-D909-CCF2B6BB9715}"/>
              </a:ext>
            </a:extLst>
          </p:cNvPr>
          <p:cNvSpPr/>
          <p:nvPr/>
        </p:nvSpPr>
        <p:spPr>
          <a:xfrm>
            <a:off x="4582160" y="502412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06CE46-E52A-8089-5737-93BA6D4D0C96}"/>
              </a:ext>
            </a:extLst>
          </p:cNvPr>
          <p:cNvSpPr/>
          <p:nvPr/>
        </p:nvSpPr>
        <p:spPr>
          <a:xfrm>
            <a:off x="398780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2BF3E40-7798-000B-70F0-ABC980897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3987800" y="5713254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B28564-6754-5437-B662-DB42C2261A4C}"/>
              </a:ext>
            </a:extLst>
          </p:cNvPr>
          <p:cNvCxnSpPr>
            <a:cxnSpLocks/>
            <a:stCxn id="4" idx="4"/>
            <a:endCxn id="1026" idx="0"/>
          </p:cNvCxnSpPr>
          <p:nvPr/>
        </p:nvCxnSpPr>
        <p:spPr>
          <a:xfrm>
            <a:off x="3591560" y="5466080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DC13-B389-D700-8088-2E7A18BAA99C}"/>
              </a:ext>
            </a:extLst>
          </p:cNvPr>
          <p:cNvCxnSpPr>
            <a:cxnSpLocks/>
            <a:stCxn id="6" idx="4"/>
            <a:endCxn id="1026" idx="0"/>
          </p:cNvCxnSpPr>
          <p:nvPr/>
        </p:nvCxnSpPr>
        <p:spPr>
          <a:xfrm flipH="1">
            <a:off x="4168769" y="5466080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07CB1-7832-EEB4-B6A5-C67E1913F643}"/>
              </a:ext>
            </a:extLst>
          </p:cNvPr>
          <p:cNvCxnSpPr>
            <a:cxnSpLocks/>
            <a:stCxn id="5" idx="4"/>
            <a:endCxn id="1026" idx="0"/>
          </p:cNvCxnSpPr>
          <p:nvPr/>
        </p:nvCxnSpPr>
        <p:spPr>
          <a:xfrm flipH="1">
            <a:off x="4168769" y="5420360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000D68-FFF8-4EFD-3C14-C45241A874C9}"/>
              </a:ext>
            </a:extLst>
          </p:cNvPr>
          <p:cNvSpPr/>
          <p:nvPr/>
        </p:nvSpPr>
        <p:spPr>
          <a:xfrm>
            <a:off x="6003931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533211-2389-E0D6-BD14-CA40BEB073C4}"/>
              </a:ext>
            </a:extLst>
          </p:cNvPr>
          <p:cNvSpPr/>
          <p:nvPr/>
        </p:nvSpPr>
        <p:spPr>
          <a:xfrm>
            <a:off x="7192651" y="491140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9673F94-4B64-11B3-33A6-4DBBD8B77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6598291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37DFB-6235-79F0-97A7-B6D83CC0FEA2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6202051" y="5353368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8FA8E0-58BD-1596-FB94-73B07082C10E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79260" y="5307648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4D660FD-E3EA-5857-DED0-2FF6289614CF}"/>
              </a:ext>
            </a:extLst>
          </p:cNvPr>
          <p:cNvSpPr/>
          <p:nvPr/>
        </p:nvSpPr>
        <p:spPr>
          <a:xfrm>
            <a:off x="1916116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710A18DC-401F-68BA-C1EC-52F5FFF2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1916116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5ACF62-48CF-8852-F989-3128D30DBD3B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 flipH="1">
            <a:off x="2097085" y="5353368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84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CE9F-71A4-091E-38F4-0E9AC18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479E-F96C-37FB-4532-C0B632D5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 Grained: Fewer locks guarding more things each</a:t>
            </a:r>
          </a:p>
          <a:p>
            <a:pPr lvl="1"/>
            <a:r>
              <a:rPr lang="en-US" dirty="0"/>
              <a:t>One lock for an entire data structure</a:t>
            </a:r>
          </a:p>
          <a:p>
            <a:pPr lvl="1"/>
            <a:r>
              <a:rPr lang="en-US" dirty="0"/>
              <a:t>One lock shared by multiple objects (e.g. one lock for all bank accounts)</a:t>
            </a:r>
          </a:p>
          <a:p>
            <a:r>
              <a:rPr lang="en-US" dirty="0"/>
              <a:t>Fine Grained: More locks guarding fewer things each</a:t>
            </a:r>
          </a:p>
          <a:p>
            <a:pPr lvl="1"/>
            <a:r>
              <a:rPr lang="en-US" dirty="0"/>
              <a:t>One lock per data structure location (e.g. array index)</a:t>
            </a:r>
          </a:p>
          <a:p>
            <a:pPr lvl="1"/>
            <a:r>
              <a:rPr lang="en-US" dirty="0"/>
              <a:t>One lock per object or per field in one object (e.g. one lock for each account)</a:t>
            </a:r>
          </a:p>
          <a:p>
            <a:r>
              <a:rPr lang="en-US" dirty="0"/>
              <a:t>Note: there’s really a continuum between them…</a:t>
            </a:r>
          </a:p>
        </p:txBody>
      </p:sp>
    </p:spTree>
    <p:extLst>
      <p:ext uri="{BB962C8B-B14F-4D97-AF65-F5344CB8AC3E}">
        <p14:creationId xmlns:p14="http://schemas.microsoft.com/office/powerpoint/2010/main" val="362613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4CA6-1854-5021-AEEB-6D4AA75E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Separate Chaining </a:t>
            </a:r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5089-EBD9-F387-17F4-29696B6B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Coarse-grained: One lock for the entire </a:t>
            </a:r>
            <a:r>
              <a:rPr lang="en-US" dirty="0" err="1"/>
              <a:t>hashtable</a:t>
            </a:r>
            <a:r>
              <a:rPr lang="en-US" dirty="0"/>
              <a:t> </a:t>
            </a:r>
          </a:p>
          <a:p>
            <a:r>
              <a:rPr lang="en-US" dirty="0"/>
              <a:t>Fine-grained: One lock for each bucket </a:t>
            </a:r>
          </a:p>
          <a:p>
            <a:r>
              <a:rPr lang="en-US" dirty="0"/>
              <a:t>Which supports more parallelism in insert and find?</a:t>
            </a:r>
          </a:p>
          <a:p>
            <a:r>
              <a:rPr lang="en-US" dirty="0"/>
              <a:t>Which makes rehashing easier?</a:t>
            </a:r>
          </a:p>
          <a:p>
            <a:r>
              <a:rPr lang="en-US" dirty="0"/>
              <a:t>What happens if you want to have a size field?</a:t>
            </a:r>
          </a:p>
        </p:txBody>
      </p:sp>
    </p:spTree>
    <p:extLst>
      <p:ext uri="{BB962C8B-B14F-4D97-AF65-F5344CB8AC3E}">
        <p14:creationId xmlns:p14="http://schemas.microsoft.com/office/powerpoint/2010/main" val="2450249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1A01-CF23-81CE-05E5-CE64EE39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8F36-3486-B957-F723-92EF8DB0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Coarse-Grained Locking:</a:t>
            </a:r>
          </a:p>
          <a:p>
            <a:pPr lvl="1"/>
            <a:r>
              <a:rPr lang="en-US" dirty="0"/>
              <a:t>Simpler to implement and avoid race conditions</a:t>
            </a:r>
          </a:p>
          <a:p>
            <a:pPr lvl="1"/>
            <a:r>
              <a:rPr lang="en-US" dirty="0"/>
              <a:t>Faster/easier to implement operations that access multiple locations (because all guarded by the same lock) </a:t>
            </a:r>
          </a:p>
          <a:p>
            <a:pPr lvl="1"/>
            <a:r>
              <a:rPr lang="en-US" dirty="0"/>
              <a:t>Much easier for operations that modify data-structure shape</a:t>
            </a:r>
          </a:p>
          <a:p>
            <a:r>
              <a:rPr lang="en-US" dirty="0"/>
              <a:t>Fine-Grained Locking:</a:t>
            </a:r>
          </a:p>
          <a:p>
            <a:pPr lvl="1"/>
            <a:r>
              <a:rPr lang="en-US" dirty="0"/>
              <a:t>More simultaneous access (performance when coarse grained would lead to unnecessary blocking) </a:t>
            </a:r>
          </a:p>
          <a:p>
            <a:pPr lvl="1"/>
            <a:r>
              <a:rPr lang="en-US" dirty="0"/>
              <a:t>Can make multi-location operations more difficult: say, rotations in an AVL tree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Start with coarse-grained, make finer only as necessary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65273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DF02-FA78-B96F-86DD-2652C9EA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But Separate Issue: Critical Section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8E75-4589-EA1E-4DF3-1CA20E41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</a:t>
            </a:r>
          </a:p>
          <a:p>
            <a:pPr lvl="1"/>
            <a:r>
              <a:rPr lang="en-US" dirty="0"/>
              <a:t>For every method that needs a lock, put the entire method body in a lock</a:t>
            </a:r>
          </a:p>
          <a:p>
            <a:r>
              <a:rPr lang="en-US" dirty="0"/>
              <a:t>Fine-grained</a:t>
            </a:r>
          </a:p>
          <a:p>
            <a:pPr lvl="1"/>
            <a:r>
              <a:rPr lang="en-US" dirty="0"/>
              <a:t>Keep the lock only for the sections of code where it’s necessary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Try to structure code so that expensive operations (like I/O) can be done outside of your critical section</a:t>
            </a:r>
          </a:p>
          <a:p>
            <a:pPr lvl="1"/>
            <a:r>
              <a:rPr lang="en-US" dirty="0"/>
              <a:t>E.g., if you’re trying to print all the values in a tree, maybe copy items into an array inside your critical section, then print the array’s contents outside.</a:t>
            </a:r>
          </a:p>
        </p:txBody>
      </p:sp>
    </p:spTree>
    <p:extLst>
      <p:ext uri="{BB962C8B-B14F-4D97-AF65-F5344CB8AC3E}">
        <p14:creationId xmlns:p14="http://schemas.microsoft.com/office/powerpoint/2010/main" val="4056517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D581-6E2B-54C1-90F9-E93A6CB5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61FC-6A57-8CB3-802A-294E8FE1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Atomic: indivisible</a:t>
            </a:r>
          </a:p>
          <a:p>
            <a:r>
              <a:rPr lang="en-US" dirty="0"/>
              <a:t>Atomic operation: one that should be thought of as a single step</a:t>
            </a:r>
          </a:p>
          <a:p>
            <a:r>
              <a:rPr lang="en-US" dirty="0"/>
              <a:t>Some sequences of operations should behave as if they are one unit</a:t>
            </a:r>
          </a:p>
          <a:p>
            <a:pPr lvl="1"/>
            <a:r>
              <a:rPr lang="en-US" dirty="0"/>
              <a:t>Between two operations you may need to avoid exposing an intermediate state</a:t>
            </a:r>
          </a:p>
          <a:p>
            <a:pPr lvl="1"/>
            <a:r>
              <a:rPr lang="en-US" dirty="0"/>
              <a:t>Usually ADT operations should be atomic </a:t>
            </a:r>
          </a:p>
          <a:p>
            <a:pPr lvl="2"/>
            <a:r>
              <a:rPr lang="en-US" dirty="0"/>
              <a:t>You don’t want another thread trying to do an insert while another thread is rotating the AVL tree</a:t>
            </a:r>
          </a:p>
          <a:p>
            <a:r>
              <a:rPr lang="en-US" dirty="0"/>
              <a:t>Think first in terms of what operations need to be atomic</a:t>
            </a:r>
          </a:p>
          <a:p>
            <a:pPr lvl="1"/>
            <a:r>
              <a:rPr lang="en-US" dirty="0"/>
              <a:t>Design critical sections and locking granularity based on these decisions</a:t>
            </a:r>
          </a:p>
        </p:txBody>
      </p:sp>
    </p:spTree>
    <p:extLst>
      <p:ext uri="{BB962C8B-B14F-4D97-AF65-F5344CB8AC3E}">
        <p14:creationId xmlns:p14="http://schemas.microsoft.com/office/powerpoint/2010/main" val="2493469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1513-6257-4293-7965-2B7E9E3A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Pre-Tested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C62B-845C-D299-42D4-0CD1A84A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use built-in libraries!</a:t>
            </a:r>
          </a:p>
          <a:p>
            <a:r>
              <a:rPr lang="en-US" dirty="0"/>
              <a:t>Other people have already invested tons of effort into making things both efficient and correct, use their work when you can!</a:t>
            </a:r>
          </a:p>
          <a:p>
            <a:pPr lvl="1"/>
            <a:r>
              <a:rPr lang="en-US" dirty="0"/>
              <a:t>Especially true for concurrent data structures</a:t>
            </a:r>
          </a:p>
          <a:p>
            <a:pPr lvl="1"/>
            <a:r>
              <a:rPr lang="en-US" dirty="0"/>
              <a:t>Use thread-safe data structures when available</a:t>
            </a:r>
          </a:p>
          <a:p>
            <a:pPr lvl="2"/>
            <a:r>
              <a:rPr lang="en-US" dirty="0"/>
              <a:t>E.g. Java as </a:t>
            </a:r>
            <a:r>
              <a:rPr lang="en-US" dirty="0" err="1"/>
              <a:t>ConcurrentHashMap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32323</TotalTime>
  <Words>4032</Words>
  <Application>Microsoft Office PowerPoint</Application>
  <PresentationFormat>Widescreen</PresentationFormat>
  <Paragraphs>546</Paragraphs>
  <Slides>46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CSE 332 Winter 2026 Lecture 19: Concurrency 2</vt:lpstr>
      <vt:lpstr>Interleaving</vt:lpstr>
      <vt:lpstr>Concurrent Programming</vt:lpstr>
      <vt:lpstr>A Bad attempt at Mutual Exclusion</vt:lpstr>
      <vt:lpstr>Solution</vt:lpstr>
      <vt:lpstr>Correct Withdraw</vt:lpstr>
      <vt:lpstr>Solution: getBalance needs the lock</vt:lpstr>
      <vt:lpstr>Re-entrant Lock Details</vt:lpstr>
      <vt:lpstr>Java’s Re-entrant Lock Class</vt:lpstr>
      <vt:lpstr>How this looks in Java</vt:lpstr>
      <vt:lpstr>Java Synchronized Keyword</vt:lpstr>
      <vt:lpstr>Back Account Using Synchronize (version 1)</vt:lpstr>
      <vt:lpstr>Back Account Using Synchronize (version 2)</vt:lpstr>
      <vt:lpstr>More Syntactic Sugar!</vt:lpstr>
      <vt:lpstr>Back Account Using Synchronize (Final)</vt:lpstr>
      <vt:lpstr>Concurrency Races</vt:lpstr>
      <vt:lpstr>Example: Shared Stack (no problems so far)</vt:lpstr>
      <vt:lpstr>Race Condition, but no Data Race</vt:lpstr>
      <vt:lpstr>Two Peeks Break LIFO Order</vt:lpstr>
      <vt:lpstr>Race Condition, including a Data Race</vt:lpstr>
      <vt:lpstr>Peek and isEmpty</vt:lpstr>
      <vt:lpstr>Peek and Push</vt:lpstr>
      <vt:lpstr>Peek and Push</vt:lpstr>
      <vt:lpstr>How to fix this?</vt:lpstr>
      <vt:lpstr>Fixed!</vt:lpstr>
      <vt:lpstr>Did this fix it?</vt:lpstr>
      <vt:lpstr>Deadlock</vt:lpstr>
      <vt:lpstr>Bank Account</vt:lpstr>
      <vt:lpstr>Deadlock Example</vt:lpstr>
      <vt:lpstr>Deadlock Example</vt:lpstr>
      <vt:lpstr>Resolving Deadlocks</vt:lpstr>
      <vt:lpstr>Option 1: Coarser Locking</vt:lpstr>
      <vt:lpstr>Option 2: Finer Critical Section</vt:lpstr>
      <vt:lpstr>Option 3: First Get All Locks In A Fixed Order</vt:lpstr>
      <vt:lpstr>Parallel Code Conventional Wisdom</vt:lpstr>
      <vt:lpstr>Memory Categories</vt:lpstr>
      <vt:lpstr>Thread Local Memory</vt:lpstr>
      <vt:lpstr>Immutable Objects</vt:lpstr>
      <vt:lpstr>Shared and Mutable Objects</vt:lpstr>
      <vt:lpstr>Consistent Locking</vt:lpstr>
      <vt:lpstr>Lock Granularity</vt:lpstr>
      <vt:lpstr>Example: Separate Chaining Hashtable</vt:lpstr>
      <vt:lpstr>Tradeoffs</vt:lpstr>
      <vt:lpstr>Similar But Separate Issue: Critical Section Granularity</vt:lpstr>
      <vt:lpstr>Atomicity</vt:lpstr>
      <vt:lpstr>Use Pre-Tested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309</cp:revision>
  <dcterms:created xsi:type="dcterms:W3CDTF">2023-10-13T16:06:42Z</dcterms:created>
  <dcterms:modified xsi:type="dcterms:W3CDTF">2026-02-25T21:35:41Z</dcterms:modified>
</cp:coreProperties>
</file>