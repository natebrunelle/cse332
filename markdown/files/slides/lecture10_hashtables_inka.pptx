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256" r:id="rId2"/>
    <p:sldId id="258" r:id="rId3"/>
    <p:sldId id="263" r:id="rId4"/>
    <p:sldId id="376" r:id="rId5"/>
    <p:sldId id="306" r:id="rId6"/>
    <p:sldId id="336" r:id="rId7"/>
    <p:sldId id="337" r:id="rId8"/>
    <p:sldId id="338" r:id="rId9"/>
    <p:sldId id="369" r:id="rId10"/>
    <p:sldId id="346" r:id="rId11"/>
    <p:sldId id="347" r:id="rId12"/>
    <p:sldId id="348" r:id="rId13"/>
    <p:sldId id="349" r:id="rId14"/>
    <p:sldId id="350" r:id="rId15"/>
    <p:sldId id="351" r:id="rId16"/>
    <p:sldId id="377" r:id="rId17"/>
    <p:sldId id="378" r:id="rId18"/>
    <p:sldId id="352" r:id="rId19"/>
    <p:sldId id="353" r:id="rId20"/>
    <p:sldId id="354" r:id="rId21"/>
    <p:sldId id="355" r:id="rId22"/>
    <p:sldId id="356" r:id="rId23"/>
    <p:sldId id="379" r:id="rId24"/>
    <p:sldId id="357" r:id="rId25"/>
    <p:sldId id="358" r:id="rId26"/>
    <p:sldId id="359" r:id="rId27"/>
    <p:sldId id="360" r:id="rId28"/>
    <p:sldId id="361" r:id="rId29"/>
    <p:sldId id="362" r:id="rId30"/>
    <p:sldId id="363" r:id="rId31"/>
    <p:sldId id="365" r:id="rId32"/>
    <p:sldId id="370" r:id="rId33"/>
    <p:sldId id="371" r:id="rId34"/>
    <p:sldId id="364" r:id="rId35"/>
    <p:sldId id="372" r:id="rId36"/>
    <p:sldId id="373" r:id="rId37"/>
    <p:sldId id="375" r:id="rId38"/>
    <p:sldId id="374" r:id="rId39"/>
  </p:sldIdLst>
  <p:sldSz cx="12192000" cy="6858000"/>
  <p:notesSz cx="6858000" cy="9144000"/>
  <p:embeddedFontLst>
    <p:embeddedFont>
      <p:font typeface="Cambria Math" panose="02040503050406030204" pitchFamily="18" charset="0"/>
      <p:regular r:id="rId42"/>
    </p:embeddedFont>
    <p:embeddedFont>
      <p:font typeface="Consolas" panose="020B0609020204030204" pitchFamily="49" charset="0"/>
      <p:regular r:id="rId43"/>
      <p:bold r:id="rId44"/>
      <p:italic r:id="rId45"/>
      <p:boldItalic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33:06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3781 7926 0,'0'0'0,"0"0"0,0 0 0,0 0 31,0 0-31,0 0 16,17 0-16,0 0 15,0 0 1,9 0-16,16 17 15,1-8 1,-9-1-16,0 1 16,1-1-16,-1 1 15,8-9 1,10 8-16,-1-8 31,-9-8-31,1 8 16,0 0-16,8 0 15,17-9 1,1 1 0,7-1-16,27-16 15,-18-1 1,1 1-16,7 8 16,1 0-1,-8 0-15,-1 8 0,9 1 16,17 8-1,-9 0 1,1 0-16,8 0 16,0 0-1,17 8 1,-17 9-16,-18 0 16,-7 9-1,16-9-15,9 8 16,-17 1-1,8-9-15,18-9 16,17 9-16,-9 0 16,-18-8-1,1-1-15,26-8 16,0 0 0,-18 0-1,9 0-15,34 0 16,0 0-16,-16 9 15,24-1-15,1-8 16,-9 0 0,-8-8-1,25 8-15,-17 0 16,-25-9-16,50 1 16,-16 8-1,-26 0-15,43-9 31,-9 9-31,-25 0 16,-1 0 0,18 0-16,-9 9 15,-34-1-15,43 1 16,0-1-16,-43-8 16,17-8-1,17-1 1,0 1-1,-25-9-15,25 0 0,-8 0 32,-18 0-32,-8-9 15,17 9 1,9-8-16,-1-18 16,27-16-16,118-26 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33:30.5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4447 6540 0,'0'0'0,"0"0"0,-9-9 15,-8 1 1,-26 8-16,-8 0 15,-9 0 1,-16 17-16,-10 17 31,9 0-31,-16 17 16,7 9-16,-8-1 16,9 1-16,0 8 15,-9 25 1,17-16-1,26-9-15,0 0 16,-1-9-16,10 9 16,-10 34-1,1 9 1,9-17-16,7-1 16,10-16-1,8 8-15,0 34 16,17 0-1,17-9 1,17-8-16,26 26 16,34 25-16,8-25 15,17-18 1,1-16 0,-9 16-16,-17 9 15,-34-34-15,-18-8 0,-16 8 31,-9 34-15,-43 9-16,-42-9 0,-43 0 16,-17-17-16,-9 0 15,-8 0 1,9-26-16,25-25 31,51-17-31,26-8 16,17-1-1,0-16 1,8-1-16,9 1 16,0-9-1,9 9-15,16 8 16,10 8 0,7 9-16,1 17 15,0 60-15,-18 50 16,-50 26-1,-52 43 1,0 0-16,34-18 16,26-16-1,34-18-15,60 9 16,68-8-16,51-43 16,95-76-1,84-52 1</inkml:trace>
  <inkml:trace contextRef="#ctx0" brushRef="#br0" timeOffset="18197.07">2287 13182 0,'0'0'0,"0"0"0,0 0 16,0 0 0,0 0-16,0 0 15,0 0 1,0 0-16,0 0 16,0 0-1,0 0-15,0 0 16,0 0-1,0 0-15,0 0 16,0 0 0,0 0-16,0 0 15,17 8-15,94-8 16,26-8 0,-9-9-1,17-9-15,34 1 16,-34 16-1,-34 9-15,17 0 16,-17-8-16,-17 8 16,-17 8-1,-34-16 1,-26 8-16</inkml:trace>
  <inkml:trace contextRef="#ctx0" brushRef="#br0" timeOffset="18571.41">3329 12952 0,'0'0'0,"0"0"0,0 0 16,0 0-1,8-8-15,43-1 16,18 1-1,33-1-15,9 9 16,-34 0 0,-9 0-16,9 0 15,-17 9 1,-18-9-16,-16 8 16,-18-8-1,-8 9-15,-68 42 16,-111 110-1,-17 9 1,93-59-16,35-17 16,42-52-16</inkml:trace>
  <inkml:trace contextRef="#ctx0" brushRef="#br0" timeOffset="26425.24">13485 12774 0,'0'0'0,"0"0"16,-8 0-16,-1-9 16,-8 1-16,0-1 15,0 1 1,8-1-1,1 9-15,8 0 16,-9 0 0,1 0-16,-1 17 0,1 0 31,-9 26-31,0 16 0,0 9 31,8 0-31,9-8 16,0-9-1,0-9-15,0-8 0,9-8 16,-1-1 15,-8 1-31,9-9 16,8-9-16,17 1 16,26-9-1,16-9-15,18-8 16,17-8-1,9-1 1,8-8-16,17 17 16,8 9-1,1 8-15,8 0 16,0 17 0,-8 8-16,17 1 15,-1-1 1,-16 1-16,17-1 15,-1 1 1,-24 0-16,-18-9 16,17 0-1,-26-9-15,-42-8 16,-17 0 0,-18 0-16,-16 0 15,-9 0 1,-8 0-16,-1 0 15,1-8-15,8-1 16,0-16 0,8-10-16,10-24 15,-1-9 1,0-9-16,-9-16 16,1 8-1,0 0 1,-9 17-16,-9 17 15,1 17 1,-1 0-16,1 8 16,-9 9-16,0 9 0,0-1 31,0 9-31,0 0 16,0 0-1,0 0 1,0 0-16,0 0 15,-9-8 1,1 8-16,-1-9 16,-25 1-1,-17-9-15,-26 8 16,-51-8 0,0 0-16,17 9 15,-8-9 1,-35-9-16,-8 9 15,34 0 1,-77 0-16,-26 9 16,52-1-1,-34 1-15,0-10 16,-44 10-16,-7-1 16,25 1-1,0-9 1,51 8-16,-25 1 15,-26-18 1,-94-8-16</inkml:trace>
  <inkml:trace contextRef="#ctx0" brushRef="#br0" timeOffset="37680.62">4148 13837 0,'0'0'0,"0"0"0,-9 8 15,1 9-15,-1 26 16,-16 16 0,-1 9-16,-17 9 15,-8 8 1,-8 0-1,7 9-15,18-18 16,9-16 0,8-26-16,8-9 15,9-16 1,0-1-16,0 1 16,0-9-1,0 0-15,34 8 16,26-16-1,17-1-15,17 9 16,34 0-16,34-8 16,0 8-1,9 0 1,33 0-16,-7 8 16,25 9-1,8-8-15,-17 8 16,18 8-16,-26-16 15,8-1 1,-8 9-16,-60-8 16,-17-1-1,-17 1-15,-34-1 16,-26 1 0,-25-9-1,-18 0-15,1-9 16,-1-25-1,-25-68-15,-25-51 16,7-77-16,18-76 16,26-51-16</inkml:trace>
  <inkml:trace contextRef="#ctx0" brushRef="#br0" timeOffset="44853.7">13682 14126 0,'0'0'0,"0"0"0,0 0 16,0 17-1,0 0-15,0 25 16,17 9-16,0 18 16,0 24-1,-9 9 1,1 9-16,-1-1 16,-8-25-16,0-8 15,0-18 1,9-8-1,8-8-15,17-1 16,9-8 0,16-8-16,35-1 15,43-8 1,17-8-16,33-18 16,27 9-16,-1 9 15,26-1 1,-8 1-16,-18 8 15,-8 17 1,-26 0-16,-17 9 16,-8-1-1,-43-8 1,-43-8-16,-25-1 16,-18-16-1,-8-1-15,-8 1 16,8-18-16,17-33 15,9-52-15,16-68 32,1-8-32,17-17 15,0 9 1,8-94-16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36:49.6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4455 7203 0,'0'0'16,"0"0"-16,0 26 16,9 33-1,-1 26 1,-16 0-16,-1 26 15,-8 34-15,-8 25 16,-10-43-16,10-33 16,8-1-1,17 1 1,0-26 0,17-17-16,0-17 15,-9-17-15,1-9 16,8 1-1,26-1 1,8-16-16,9-18 16,25 1-1,9-9-15,-17 0 16,17-9 0,8 1-16,-8 25 15,0 0 1,0 17-16,-26 0 15,17 0 1,26 0-16,-8 0 16,16 0-1,-16 8-15,8-8 16,8 0 0,-17 0-16,18 0 15,-18-8 1,1-1-16,16 1 15,-8 8 1,0 0-16,0-9 16,0 1-1,0-9-15,0 0 16,0 0 0,-17-9-16,0 9 15,0 0-15,-9 17 16,9 0-1,0-8-15,-17-1 16,-1 9 0,10 0-16,-9 0 15,-1 0 1,10 0-16,-1 0 16,-8-8-1,0 8 1,-1 8-16,-7 1 15,8-1-15,16 1 16,-7-1 0,-18-8-1,0 9-15,1-1 16,-10 1 0,-16-9-16,8 8 15,0 9 1,9 0-16,0 0 0,0-8 31,8-1-31,0 9 16,9-8-1,-9-1-15,1-8 16,-1 9 0,-8-9-16,-1 8 15,-7-8-15,7 0 16,18-8-1,-17 8 1,-9-9-16,0 1 16,1 8-1,-1 0-15,0 0 16,0-9 0,17 1-16,1-1 15,-1-8 1,0 9-16,18 8 15,-1 0-15,0-9 16,1 1 0,8 8-16,-9 0 15,9 0 1,8 8 0,1-8-16,16 0 15,-8 0 1,9 9-16,8-1 15,-9-8 1,1 0-16,-1 17 16,1 0-16,16 0 15,9 0 1,0-8-16,-8 8 16,-1 0-1,18-9 1,0 1-16,8-9 15,26 0 1,-9 0-16,9-9 16,-1 9-1,1-8-15,8-1 16,9-8 0,-8-8-1,7-1-15,-16 9 16,9-8-16,-10 8 15,-16 8 1,-9 9-16,0-8 16,-8 8-1,-9-9 1,0 1-16,-17-9 16,-17 0-16,-8 0 15,-10 0 1,-16 0-1,-8 8-15,-18-8 16,-9 0-16,1-8 16,-9-9-16,0-9 31,-8-33-31,-18-35 16,-16-34-16,-52-152 15</inkml:trace>
  <inkml:trace contextRef="#ctx0" brushRef="#br0" timeOffset="75415.5">2245 11387 0,'0'0'0,"0"0"0,-9 9 0,-34 204 16,26-120-1,9-16-15,-9 8 16,17 25-16,0 1 16,17-18-16,-17-25 31,17-25-31,-9-9 0,10-17 31,7-9-31,26 1 16,18-1-16,16-16 15,26-1 1,8-16 0,1-1-16,34 1 15,8-1 1,0 9-16,43 9 16,-26-9-1,0 17-15,9 8 16,-17 1-1,-9 8-15,0 0 16,9-9 0,-26-16-16,-34-1 15,0 1-15,-34-9 16,-9 0 0,-17 0-1,-17 0-15,-8-9 16,-18-25-16,-8-51 15,0 43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39:17.4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9363 2781 0,'0'0'0,"0"0"0,-9 25 16,9 35-1,0 25 1,-8 17-16,-18 9 16,9 8-1,0-9-15,17 1 16,0-26-1,0-17-15,17-26 16,0-16-16,9-1 16,8 1-1,9-1-15,8-7 16,34-10-16,35 1 16,25-18-1,8 1 1,18-18-1,17 9-15,42 8 16,18 1 0,16-1-16,9 9 15,26 0 1,8 9-16,1-1 16,42 1-1,-9 8-15,-8 0 16,-26 9-1,-17 8-15,26 0 16,0 0-16,0 0 16,0-9-1,-9-8-15,-34-8 16,-9-9 0,-16 8-1,-18-8-15,-59 0 16,-9 0-16,-8-8 15,-43-1 1,0 1 0,-26-9-16,-17 8 15,-25-8 1,-17 0-16,-1-8 16,-8-18-16,-17-25 15,-17-26 1,9-25-1,8 60-15</inkml:trace>
  <inkml:trace contextRef="#ctx0" brushRef="#br0" timeOffset="10933.19">1451 14075 0,'0'0'0,"0"0"16,0 0 0,0 0-1,0 0-15,0 0 0,0 0 16,0 0 0,0 0-1,8 8-15,1 1 16,8-1-1,26 9 1,-1-8-16,18-1 16,17-16-1,0-1 1,8 1-16,18-1 16,-1-8-16,0 0 0,9 0 15,0 0-15,17 9 16,9-1-1,-18 9-15,-16 0 32,-18 9-17,9 8-15,-17 8 0,-17 1 32,-1-9-32,-7 0 15,-10-9-15,1 1 16,0-1-1,-9-8 1,-9-8-16,1-9 16,0 0-1,-1 0-15,-8 8 16</inkml:trace>
  <inkml:trace contextRef="#ctx0" brushRef="#br0" timeOffset="11349.73">3371 13633 0,'0'0'0,"0"0"16,0 0-16,0 0 15,0 0-15,0 0 16,17 8-1,0 1 1,1 8-16,16 0 16,0 17-1,17 0-15,9 17 16,8 8 0,-8 9-16,0-8 0,-18-9 31,1-9-31,-18 1 0,1-18 31,-17-8-31,-1-8 16,-16 8-16,-9 0 15,-35 25-15,-59 18 16,-51 34 0,-102 67-16</inkml:trace>
  <inkml:trace contextRef="#ctx0" brushRef="#br0" timeOffset="19782.38">3918 6599 0,'0'0'0,"0"9"0,0 8 15,-9 17 1,0 0-1,-16 0-15,-9 0 16,0-8 0,-1-1-16,-7 1 15,-1-1 1,0 1-16,-8-18 16,-9 9-16,9 17 15,-17 9 1,-9 8-16,9 0 15,8 8-15,9 9 32,17 0-32,8-8 15,9 8 1,17 34-16,9 9 16,16-1-16,35 26 15,8 9 1,-17-26-1,-16-17-15,-1-9 16,-9 1 0,-16-9-16,-18-8 15,1-1 1,-9-16-16,-26-1 16,-17-16-1,1-1-15,-1-8 16,9-25-1,-1-1-15,18-8 16,17 0-16,0 0 16,0 0-1,17 0 1,0 0-16,17 0 16,9 9-16,8 8 15,0 0 1,0 25-1,-8 35-15,-18 50 16,-42 26 0,-34 18-16,-9-1 15,26-17 1,17 25-16,34 9 16,77 0-16,85 1 15,77-27 1,17-59-1,68-17-15</inkml:trace>
  <inkml:trace contextRef="#ctx0" brushRef="#br0" timeOffset="46143.25">13997 16779 0,'0'0'0,"0"0"0,0 0 0,0 0 16,0 0-1,17 0 1,0 0 0,1-8-16,16-9 15,0-17-15,34-43 16,35-25 0,-10-8-1,-7 8-15,-9 25 16,-26 17-16,-17 26 15,-8 9-15,-18 8 32,1 0-32,-18 8 0,-17-16 15,-59 8 1,-26 17 0,17 25-1,52 1-15,-530 93 16,563-119-1,1 26-15,8 16 0,0 1 16,0-18 0,17 1-1,0-1 1,17 1-16,0-18 16,9 1-1,34-18-15,8-16 16,34-18-16,27-16 15,-10-1 1,-25 18 0,-51 7-16,-26 18 15,-8 9-15,-18 8 16,9 8 0,-8 44-16,-1 58 15,-8 26 1,9-34-1,-1-68-15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41:05.3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3918 7101 0,'0'0'0,"0"0"0,0 0 15,0 0 1,-9 0-16,0 17 15,-16 17 1,-18 17-16,-8 0 16,0 17-1,8-8-15,0-9 16,-8 17 0,-9 8-1,1 10-15,25 16 16,-1 8-16,10-16 15,-1-18 1,9-16 0,17-9-1,0 0-15,0 0 16,9 8 0,-1-8-16,-8-8 15,17-1-15,17 9 16,18-8-1,16 0 1,26-1-16,0-16 16,-9-18-1,26 1-15,51-1 0,-17 1 16,-17-1 0,34-8-1,18 9-15,-18-18 16,-9 9-1,44 0-15,-27-8 16,-7 8 0,59-17-1,-26 0-15,0 0 16,-8 8 0,-17-8-16,42 9 15,-34-1-15,-8-8 16,68 0-16,-60-9 15,-17-8 1,77 0 0,-51 9-1,-17-1-15,51 1 16,-52 16-16,27-8 16,8 0-16,-26 0 15,26 0 1,-26 0-1,-34 0-15,26 9 16,8-9 0,-43 0-1,18 0-15,42 8 0,-51 9 32,-25-8-32,34 16 15,-1 9 1,-33-8-16,-35 8 15,26 8-15,8 1 16,9-1-16,-25 1 31,-35-9-31,9 8 16,34 1 0,-9-18-16,18 1 0,-35-9 15,-17-9 1,35 1-1,-1-9-15,-8-9 16,-8 9 0,-18 0-1,-8-8-15,-18-9 16,-8-17-16,9 0 16,0 0-1,-1 8 1,1-8-16,0 0 15,-18 0 1,1 0-16,0 0 16,-18-8-16,1-1 15,-1 9 1,1 0 0,-9 0-16,-9 8 15,1 9 1,-1 0-16,-8-8 15,-9-1-15,1 1 16,-9 8 0,0 8-1,-1 1-15,-41-18 16,-10 9 0,-8 0-16,0 0 15,18 17 1,-1-8-16,-26 8 15,10 0 1,-18 0-16,8 0 16,-16 8-16,-26 9 31,-9-8-31,26 8 0,-17 0 16,-17 0-1,8 0 1,9 8-16,0 9 15,-17-8-15,34-1 16,8 1 0,-16-1-1,-9-8 1,8 9-16,17-1 16,-25-8-1,-8 0-15,25 0 16,-9 0-1,-8 9-15,-17-9 16,25 17-16,-8-9 16,-17 1-16,8-1 15,9 9 1,-8-25 0,-35 8-16,34 0 15,1-9 1,-18-8-16,26 0 15,8 0 1,1 0-16,-18-8 16,9 8-1,0 0 1,-34 8-16,8 1 16,-17 8-16,-17 0 15,26 0 1,-26 0-1,-34 0-15,52 17 16,-10 0 0,-16 0-16,-17 8 15,-27-8 1,36 9-16,-1-18 0,8 1 16,-8-1-1,-110-8 1</inkml:trace>
  <inkml:trace contextRef="#ctx0" brushRef="#br0" timeOffset="9490.17">17975 8326 0,'0'0'0,"0"0"0,0 0 16,0 0-16,0 0 15,0 8 1,0 9-16,25 9 16,26-1-1,35 1-15,33-18 31,35 1-31,42-1 16,18 1-16,59-9 16,51 0-1,26 0-15,60-9 16,8 1 0,-51-1-1,0-8-15</inkml:trace>
  <inkml:trace contextRef="#ctx0" brushRef="#br0" timeOffset="92414.7">13673 6565 0,'0'0'0,"0"0"0,0 0 16,-9 0 0,-16 0-16,-9 0 15,0 0-15,-1 34 16,-16 60-16,9 42 31,16-17-31,9 26 16,8 42-1,9-51-15,0-26 16,-8 10 0,8-27-16,0-25 15,0-34-15,0-8 16,0-9-1,0-9 1,0 1-16,0-1 16,0-8-1,0 0-15,17 9 16,0-1 0,9 1-16,8-1 0,0-8 31,17 0-31,34-8 15,18 8 1,33-9-16,18 18 16,0 8-1,8 17-15,-9-9 16,-7 1 0,-1-1-16,8 1 15,9-9 1,-8-9-16,0 9 15,8 0 1,17 17-16,0-8 16,-25-1-1,25 1-15,0-1 0,-34-16 16,18-1 0,-1-16-1,8 8-15,1-9 16,8 9-1,1 0 1,-10 17-16,1 9 0,-9-1 16,9 1 15,0-1-31,-1 1 16,1-9-16,8-9 15,-8-8 1,0 0-16,8 0 15,-8 9 1,8-1-16,-8 9 16,-18 0-1,26-8-15,-8 8 16,-26 8 0,-8-16-1,-1-1-15,-8 1 16,-17 0-16,-8 8 15,-18 0 1,17 0-16,9 8 16,-8 1-1,-9-9-15,-9-9 16,-8 1 0,0-1-16,8 1 15,-17-18 1,-8 1-16,0 8 15,-18 0 1,-16 0-16,0 0 16,-18 0-16,1 0 31,-1 0-31,1 0 16,8-9-16,0 1 15,0-9 1,17-17-16,17-34 15,9-26 1,8-34-16,9-16 16,-17-9-1,-9 0-15,9 8 16,-17 9 0,-1 8-16,-16 18 15,-9 8 1,-9 17-16,-8 25 15,-8 26 1,-1 0 0,1 17-16,-1 0 15,1 0-15,-1 0 16,1 0 0,-26 0-16,-18 0 15,-16 0-15,-9 9 16,-17-1-1,-34 1-15,-25 8 32,8 0-32,-17 0 15,-35 8 1,-8 1-16,-25-1 16,-9-8-16,34-8 15,-34-9 1,9 8-1,-26-8-15,-9 0 16,0 0-16,-16 0 16,-9 0-1,-43-8-15,8 8 16,-7 8 0,-27 1-16,1-1 15,8 1 1,-17-1-16,-9 9 15,18 9-15,-35-9 32,18 0-32,25 8 15,-34-16 1,25 8-16,35 8 16,-26-16-16,43-9 15,25 8 1,-77-16-16</inkml:trace>
  <inkml:trace contextRef="#ctx0" brushRef="#br0" timeOffset="107631.76">4387 9380 0,'0'0'0,"0"0"16,-9 0-1,1 0-15,-18 0 16,-16 0 0,-35 9-16,-17-18 15,0 9 1,9-8-16,-1-9 15,10 8 1,-1-8-16,-17 9 16,8 16-1,1 26-15,-26 26 16,-8 25-16,-9 34 16,8 17-1,35 17-15,-9 51 16,9 9-1,16 17 1,18 33-16,17 26 16,8 35-1,9 16-15,0-17 16,-8 34 0,-10 9-16,1-1 15,9-7 1,8-52-16,8 0 15,9-8 1,-17-18-16,0-25 16,8-25-1,1-17-15,8-9 16,0-34 0,0-34-16,0-26 15,-9-42-15,9-8 16,0-17-1,0-1-15,17 9 16,9 9 0,25 8-1,26 8-15,34 9 16,51-25 0,60-18-16,51-25 15,52-42 1,50-1-16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43:41.09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6137 9755 0,'0'0'0,"0"-9"0,8 9 15,1-8 1,-1 8 0,-8 0-16,0 0 0,0-9 31,0 9-31,0 0 16,-8 0-16,-1 0 15,-8 0 1,-9 17-16,-8 9 31,0 8-31,0 17 0,17-9 16,0 1-1,8-18 1,9 1-16,0-1 16,0-8-1,9 0-15,-1 0 16,10 0-16,-1 9 15,8-9 1,9 0-16,0 8 16,9 1-1,8-1 1,1 9-16,16 0 16,0-8-1,0-1-15,18-8 16,-9-8-16,-18-1 15,-7 1 1,-10-1 0,1 1-16,-9-1 15,-8-8 1,-1 0-16,1 0 16,-9 0-1,0 0-15,-8 0 16,-1 0-1,1 0 1,-1 0-16,-8 0 16,0 0-16,0 0 15,0-8 1,9-9-16,-9-9 16,0-16-1,17-26-15,0-26 16,17 1-1,-8 50-15</inkml:trace>
  <inkml:trace contextRef="#ctx0" brushRef="#br0" timeOffset="3417.41">4165 9729 0,'0'0'0,"0"0"15,0 0 1,0 0-16,9 9 0,8 8 31,0 17-15,0 0-16,-9 8 16,1-8-1,-1-8 1,-8-1-16,0-16 15,0-1 1,0 1-16,9-1 16,8 1-16,9-1 15,8 9 1,17 0-16,17 0 16,1 0-1,16 9 1,17 16-16,18 1 15,-9-1-15,-26-8 16,-17 0 0,1-8-1,-10-1-15,1 1 16,-9-9-16,-8-9 16,0-8-1,-1-8-15,-7-1 16,-1-16-1,0-35 1,17-59-16,0-25 16,-25 76-1</inkml:trace>
  <inkml:trace contextRef="#ctx0" brushRef="#br0" timeOffset="16523.38">9619 10137 0,'0'0'0,"0"9"0,0 8 15,0 8-15,-9 1 16,1-9 0,-1 8-1,1 9-15,-1-8 16,1-1-16,-1 1 31,-16 8-31,-18 25 16,-51 18-1,-17-9-15,9-8 16,8-26-16,-26-9 16,1-25-1,8-17-15,8-34 16,1-25-16,-9-9 15,0 8 1,17 17 0,-8-16-16,-1-1 15,1 1 1,8 8 0,17 25-16,9 18 15,17 25-15,-9 25 16,9 18-16,8 8 15,26-9 1,0 18 0,17 8-16,0 17 15,8-17 1,10-8 0,-10-18-16,1-16 15,-1-1-15,1-16 16,-9-1-1,0-8-15,0-25 16,-9-35 0,1-8-16,-1-26 15,-17-42 1,9 9-16,9 25 16,8 42-1,8 26 1,18 9-16,51-1 15,59 18-15,44 33 16,135 43 0</inkml:trace>
  <inkml:trace contextRef="#ctx0" brushRef="#br0" timeOffset="21573.12">8791 13003 0,'0'0'0,"0"0"16,0 0-16,0 0 0,0 0 31,9 0-31,8 0 15,8 0 1,61 0-16,161-25 16,137-35-1,77-59 1,85-68-16,-153 34 0</inkml:trace>
  <inkml:trace contextRef="#ctx0" brushRef="#br0" timeOffset="26091.61">7997 15682 0,'0'0'0,"0"0"32,0 0-32,9 9 0,85 25 15,128 25 1,162-16 0,128-86-16,-111-33 15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45:52.1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10754 4414 0,'0'0'0,"0"0"15,0 0-15,0 0 16,-9-9 0,1-8-16,8-17 15,8-34 1,18-34-1,25 0-15,-8 34 16,8 17-16,35-17 16,16-8-1,17-1 1,-25 34-16,-42 9 16,-1 17-1,17 17-15,9 17 16,-9 17-16,-8 9 15,0 8-15,8 17 16,0 26 0,-17-1-1,-8-8 1,8-17-16,26-17 16,68-42-16,0-43 15,-8-51 1,42-26-16,-25 35 15,-69 50-15,-51 18 32</inkml:trace>
  <inkml:trace contextRef="#ctx0" brushRef="#br0" timeOffset="854.83">14953 3215 0,'0'0'0,"0"0"31,0 0-31,0 0 0,-8-9 16,-9 1-1,-18-18 1,-16-8-16,-26-34 15,-25 0 1,17 9-16,-9 8 16,8 25-16,27 9 31,8 17-31,-1 0 16,1 26-1,0 16-15,-9 52 16,9 25-1,8 42-15,-8 52 16,-9-18 0,-17 10-16,18-1 15,25-60 1,17 1-16,-1-1 16,18-25-16,0-34 15,0-25-15,0-9 31,0-8-31,18-9 16,7 0 0,18-9-16,17 1 15,16-9 1,1 0-16,-9-9 16,-33 1-1,-1-18-15,8 1 16,27-18-1,-10 1-15,-33 16 16</inkml:trace>
  <inkml:trace contextRef="#ctx0" brushRef="#br0" timeOffset="1134.91">13912 3853 0,'0'0'0,"0"0"16,0 8-16,0 9 16,0 9-1,26 8-15,16 17 16,27 0-1,24 0 1,1-9-16,17-25 16,17-25-16,154-35 15</inkml:trace>
  <inkml:trace contextRef="#ctx0" brushRef="#br0" timeOffset="1519.87">15841 3853 0,'0'0'0,"0"0"16,0 0-1,0 0-15,0 0 16,0 0-16,0 0 16,0 8-1,0 26 1,17 43 0,17 50-16,0 9 15,17 0-15,1 0 16,16 0-1,0-34-15,-17-42 16,-16-26-16,-10-8 31,1-9-31,-9-9 16</inkml:trace>
  <inkml:trace contextRef="#ctx0" brushRef="#br0" timeOffset="1764.97">16933 3989 0,'0'0'0,"-25"0"0,-44 25 16,-33 26-16,-35 17 16,-50 17-1,-27 26 1,9 8-1,26 0 1,51-17-16,34-26 16,26-16-1,42-34-15</inkml:trace>
  <inkml:trace contextRef="#ctx0" brushRef="#br0" timeOffset="2224.76">17625 3997 0,'0'0'0,"-9"9"16,-16 25-1,-27 34 1,-16 25-16,-26 1 15,9 8-15,8-9 16,26-16-16,25-9 16,18-17-1,25-9-15,51-8 32,43-25-32,34-52 15,9-33 1,-9-9-16,-26 0 15,-42 25 1,-43 18-16,-8 25 16,-18 0-1,1 17-15,-26 34 16,-51 93 0,-18 43-16,18-33 0,34-35 31,34-9-31,42-33 0,-7-43 31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46:55.3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6905 6659 0,'0'0'0,"0"0"16,0 0-16,8 17 15,1 17-15,-1 0 16,-8 0 0,0 17-1,-8 0-15,-1-8 16,1-9 0,8-9-16,0 1 15,0-1 1,0 1-1,8-9-15,9 0 0,0 0 16,9 0 0,8 8-1,9-16-15,25 8 16,26-9 0,-9-8-16,9 0 15,0 9-15,9-9 16,-1 17-1,9-9-15,0 9 32,-9 9-32,9-9 15,9 8-15,-1 1 16,9-1 0,-8 1-1,-9-9-15,8 0 16,9 0-1,-8-9-15,-9-8 16,8 9 0,9-9-16,9 8 0,-9 1 15,-17 8 1,0 0-16,8 0 16,9-9-1,-17 1 1,-8-1-16,8 1 0,8-1 31,9 1-15,0-18-16,17 1 15,17-1 1,0-8-16,-8 9 16,25 8-16,1 0 15,-18 0 1,34 0-1,0 0-15,1 0 16,25-9 0,8 9-16,18 9 0,-18 8 31,0 0-31,-8 8 0,0 9 16,0 9-1,17 0 1,0-1-16,0-8 15,-8 9-15,-18-18 16,-17-8 0,26-8-1,-17-9 1,-26-9-16,0-16 16,-16-1-16,-10 1 0,-8-1 15,0-25 16,-8 0-31,-18 8 16,-8-16 0,-8-1-16,-1 1 15,-16-1-15,-18 1 16,0-18 0,0 9-1,-16 9-15,-10-9 16,-16 34-1</inkml:trace>
  <inkml:trace contextRef="#ctx0" brushRef="#br0" timeOffset="24265.54">6196 7637 0,'0'0'0,"0"0"15,0 0-15,0 0 16,0 0 0,0 0-16,0 0 15,0 17 1,0 0-16,0 9 16,0 8-16,0 0 15,0 17 1,0 0-1,9 0-15,-1 17 16,1 8 0,0 1-16,-1-26 15,9-9 1,-8 1-16,-1-18 16,9 1-1,0-1 1,0-8-16,0 0 15,1-8-15,7-1 16,18 9 0,25 0-16,0-8 15,18-9 1,8-9 0,17 1-16,25 8 15,1 8-15,-9-8 16,8 9-1,18 8 1,0-9-16,-18 1 16,18-1-16,8 9 15,-17 0 1,9-8-16,25 8 16,-8 0-1,-9-9 1,25-8-16,-7 9 15,-35-9-15,43 0 16,-1 9 0,-33-1-1,25 1-15,-8-1 16,-52 1 0,1-1-16,16 1 15,-16-1 1,-35 1-16,-25 8 0,-17-9 31,-9 1-31,-9-1 16,1 1-1,-17-1-15,-1-8 16,1 0-16,-9-8 0,17-9 16,0-17 15,8-52-31,18-75 15,34-137 1</inkml:trace>
  <inkml:trace contextRef="#ctx0" brushRef="#br0" timeOffset="44878.88">20629 8147 0,'0'0'0,"0"0"0,-9 0 16,9 0 0,-8 0-16,-1 0 15,9 0-15,-8 0 16,-1 0-1,1 0 1,-1 0-16,1 0 16,8 0-16,0 0 15,0 0 1,0 0 0,0 0-16,0 0 15,0 0 1,0 0-16,8 9 15,9 8 1,0 0-16,0 0 16,-8 8-1,0 1-15,8-1 16,-9 1 0,1-1-1,-1 1-15,1-1 16,-1 1-16,1-9 15,-9 0 1,0 0-16,0-9 16,0 1-1,0-1-15,0 1 16,0-9 0,0 0-16,0 0 15,8 0 1,26 8-16,35-8 15,33-8 1,18-9 0,25 17-16,17-9 15,9 1-15,-26-1 16,8 18 0,9-9-16,-8 8 15,-26 9-15,0 9 16,-8-9-1,-18-9 1,-25 1-16,-34-1 16,-18 1-1,-8-9 1,-8 0-16,-1-9 16,1-16-16,-1-35 15,1-33-15,8-77 31,0-51-31,0-102 16</inkml:trace>
  <inkml:trace contextRef="#ctx0" brushRef="#br0" timeOffset="46193.69">24504 6208 0,'0'0'0,"0"0"0,0 0 16,0 0-16,0 0 0,0 0 31,0 0-15,0 0-1,-9 0-15,-8 17 16,-17 9-16,-26 16 16,-25 18-1,-34 25 1,8 17-16,17-9 15,0 1 1,17-17-16,26-26 16,17-26-16,8-8 15,-8-8 1,-9-26-16,26 8 16</inkml:trace>
  <inkml:trace contextRef="#ctx0" brushRef="#br0" timeOffset="46645.81">23420 5996 0,'0'0'0,"0"0"16,-9 0-1,1 17-15,-18 8 16,-8 9-16,0 0 16,17 9-1,17 16 1,34-8-16,60 9 15,77-9 1,-9-26-16,-43-25 16,1 0-16,-43-17 15,-26 0 1,-26 0 0,-16 0-16,-9-8 15,-26-9-15,-25 0 16,-17-17-1,25 17 1</inkml:trace>
  <inkml:trace contextRef="#ctx0" brushRef="#br0" timeOffset="47148.05">24922 6889 0,'0'0'0,"-17"8"16,-9 9-16,-8 9 31,0-1-31,8 18 15,9 8 1,9 0-16,16 8 16,27 9-1,16-17-15,0-25 16,-17-18 0,26-16-16,8-26 15,-17-9 1,-34-8-16,-42-8 15,-95-1-15,-93 35 16,-120 42 0</inkml:trace>
  <inkml:trace contextRef="#ctx0" brushRef="#br0" timeOffset="97539.22">6256 10239 0,'0'0'0,"0"0"16,0 0-16,0 0 16,0 0-1,0 17-15,0 0 0,-8 17 31,-1 0-31,1 0 16,-1-8 0,9-1-16,0-8 15,0-8 1,0 8-16,17 0 16,9 0-1,25-8 1,26-1-16,25-8 15,35-8-15,-9-18 16,8 0 0,26 1-1,1 8-15,-18 8 16,17 9 0,-26 0-16,-42 9 15,-34-1-15,-34 1 16,-1-1-1,-16-16-15,-1-18 16,1 1 0</inkml:trace>
  <inkml:trace contextRef="#ctx0" brushRef="#br0" timeOffset="104904.74">11471 10877 0,'0'0'0,"0"0"32,0 0-32,0 0 15,-9 9-15,1 16 16,-9 35-1,-17 50-15,-9-8 16,9-42 0,17-1-1,0 1-15,0-18 16,17 1-16,0 0 16,0-18-1,17 1 1,8 8-16,27 0 15,16 8-15,17-16 16,9-1 0,51-16-1,34-18-15,-8 1 16,17-9 0,8 0-16,0-9 15,26 1 1,0 8-16,-8-9 15,16 9-15,-25 17 16,-9 0 0,-17 9-16,-59 8 15,-26-9 1,-34 1-16,-26-1 16,-9 1-1,-16-1 1,-1-8-16,1-8 15,17-60 1,50-128-16,35-68 16,34-59-16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50:02.0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9499 2934 0,'0'0'0,"35"0"0,50 17 0,60 9 16,60-18-1,-17-8-15,-43 0 31,77-17-31,-35 0 16,35-8-16,43 16 16,-129 9-1,-16 0 1,-26 9-16,-43-9 16,-34 0-1,-17-9-15,-17 1 0,8-1 31</inkml:trace>
  <inkml:trace contextRef="#ctx0" brushRef="#br0" timeOffset="276.17">10950 2364 0,'0'0'0,"0"0"0,17 0 16,52-8-1,76 16-15,-17 1 16,25 8 0,86 8-16,-68 1 15,-26-1 1,17 9-16,-51-8 16,-51-1-1,-43-16-15,-17 8 16,-94 85-1,-102 51 1,-17-25-16,59-35 16,103-50-16</inkml:trace>
  <inkml:trace contextRef="#ctx0" brushRef="#br0" timeOffset="6141.64">4660 6336 0,'0'0'0,"0"8"0,17 9 16,9 17-16,8 0 15,-9-8 1,1-1-1,0 1-15,-1-9 16,1 0 0,-9 0-16,0 0 15,0 0 1,0-9-16,0 1 16,0 8-16,17-9 15,1 1 1,-1-1-16,0 1 15,9 0 1,8-18-16,34 0 16,43-16-1,9-1-15,8 9 16,60 0 0,8 9-1,9-1-15,25 9 16,1 0-1,17 9-15,16-9 16,-8 8 0,9 9-16,-9 0 0,0 0 15,0 9 1,0-18 0,9-16-16,-9-1 15,-8-16 1,-1 8-16,-8 0 15,-8 0-15,-18 8 32,-42 9-32,-9 0 15,-25-8 1,-52-1-16,-25 1 16,-26-1-1,-25 1-15,8-9 16,0-34-1,-8-60-15,-18-33 16,-25-128 0</inkml:trace>
  <inkml:trace contextRef="#ctx0" brushRef="#br0" timeOffset="9809.17">3081 9984 0,'0'0'0,"0"26"15,0 25-15,0 8 0,0-16 31,0 8-31,0 0 16,0 0-16,0 0 16,0 0-16,0-9 15,0 1 1,17-9-16,9-8 16,16-9-1,27 0 1,-1-9-16,9 1 15,8-9 1,18-9-16,8 9 16,25-8-1,18 8 1,8-9-16,34 9 16,18 9-1,7-1-15,10 18 16,-9-26-16,17 0 0,0-9 31,8-8-15,-25-8-16,0-1 15,-17 9 1,-34-8-16,-35 8 16,-8 0-1,-25 8-15,-35 0 16,-34 9-1,-8-8-15,-9-1 16,0-8-16,-9-25 16,1-69-1,-9-67 1,-17-137-16</inkml:trace>
  <inkml:trace contextRef="#ctx0" brushRef="#br0" timeOffset="12686.76">8629 10222 0,'0'0'0,"0"0"16,0 0-16,0 0 16,0 0-1,0 0-15,0-8 16,0 8 0,0 0-16,0 0 15,0 0 1,0 0-16,0 0 15,0 0 1,0 0-16,0 8 16,-9 18-1,9 8-15,0 8 16,0 1 0,0-9-16,0-9 15,0 1 1,0 0-16,0-1 15,17 1 1,0-9-16,9 8 16,8 1-1,0-1-15,-8-8 16,0-8 0,8-1-16,8 1 15,27-1 1,16-16-16,34 8 15,1-9 1,-9-8 0,0-8-16,25-9 15,18 8-15,8-8 16,-8 9 0,25 8-16,9 17 15,-35 0 1,35 0-16,26 8 15,16-8 1,9 0-16,-9 0 0,27 9 31,-18-1-15,-1 18-16,1 8 16,0 0-1,0 8-15,0-16 16,-17-18-16,9 1 15,-1 8-15,-42-9 16,17 9 0,0 0-1,-26 17 1,17-8-16,0-9 0,-8 0 16,-9 0-1,1-9-15,-10-8 31,-24 9-31,-18-1 16,-18 1-16,-7-1 16,-26 1-1,0-1-15,-1-8 16,-7-8-16,-27-1 31,-16 1-31,0-1 16,-1-16-1,-8-9-15,0-17 16,0-43-16,9-42 16,-9-9-1,9-135 1</inkml:trace>
  <inkml:trace contextRef="#ctx0" brushRef="#br0" timeOffset="23860.53">16925 10112 0,'0'0'0,"0"0"0,0 0 16,0 0-1,8 0-15,18 8 16,8 18 0,9 25-16,-1 34 15,1 25 1,-17 10-16,-18-10 16,1-16-1,-1-26-15,-8-17 16,0-17-1,9-9-15,8 1 16,0-1 0,26 1-1,42-1-15,26-8 16,8-8 0,52-26-16,25-9 15,-8 9-15,51-8 16,9-1-1,-9 18 1,-9 8-16,-76 17 16,-26 0-1,-26-9-15,-34 1 16,-33-1 0,-10 1-16,-16-18 15,-1 1 1</inkml:trace>
  <inkml:trace contextRef="#ctx0" brushRef="#br0" timeOffset="32601.44">29941 2330 0,'0'0'0,"0"0"31,17 17-15,17 17-16,8 0 15,27 0-15,33 0 0,-8-17 32,17-8-17,68-9-15,-17-26 16,-25 1-1,17-9-15,-9 0 16,-26 17-16,-51 8 16,-33 9-1,-10 0 1,-16 0-16,-1 0 16,-25 34-1,-94 60-15,-42 33 16,-44 35-16,-33 8 15,51-8 1,25-35 0,-34 1-16,60-26 15,77-43 1,25-25-16,9-8 16,0-18-1,17 1-15,0-26 16,43-51-1,42-77-15,18-42 16,-1 0-16,-25-9 16,-26 9-1,0 34 1,1 51-16,-10 43 16,-16 8-1,-1 17-15,-7 17 16,-10 8-1,1 9-15,16 34 16,9 51 0,26 85-16,0 17 15,-9-17-15,-8 1 16,-18-35 0,-16-34-1,-1-34-15,-8-26 16,0-16-16,-8-1 15,-18-16-15,-33-26 32,-27-34-32,-33-60 15,-26-67 1,34-44-16,17-33 0,34-25 16,9-77-16</inkml:trace>
  <inkml:trace contextRef="#ctx0" brushRef="#br0" timeOffset="38917.42">26672 2118 0,'0'0'0,"0"0"15,0 0-15,0 0 16,0 0 0,25 17-16,35 17 15,17 0 1,8-9-16,1-8 15,-35-25 1,0-1 0,17-8-16,-8 0 15,-17 0-15,-18 9 16,-8-1 0,-8 9-16,-1 0 15,-25 17 1,-25 51-16,-69 77 15,-17 16 1,8-16 0,18-9-16,42-17 15,26-17-15,8-34 16,9-34 0,9-8-16,-1-18 15,9 1 1,-8-26-16,-1-43 15,1-50 1,8-52 0,0-34-16,8 18 15,1 25 1,-1 0-16,-8 34 16,0 51-16,0 17 15,0 16 1,0 18-1,0 0-15,0 17 16,0 0 0,17 9-16,26 51 15,8 42-15,9 42 0,-26 43 16,-8 0 15,-9-8-31,-9-26 16,1-34-16,-1-42 0,-8-26 31,0-26-31,0 1 16,0-18-1,0 1 1,-8-18-16,-26-16 16,-26-69-16,-17-76 15,-17-60-15,9 9 16,17-8-1,8 16 1,-34-76 0</inkml:trace>
  <inkml:trace contextRef="#ctx0" brushRef="#br0" timeOffset="48065.89">27235 6098 0,'9'0'0,"25"17"16,60 0 0,34 8-16,-52-16 15,-16-9 1,68-17-16,77-17 15,-60 8 1,17 1-16,77-18 16,-85 1-1,17-26-15,68-17 16,-77 0-16,51-26 16,0 17-1,-76 26 1,34-25-16,16-9 15,-67 25 1,-60 1-16,-18-1 16,-16-16-1,0-1-15,-18 0 16,1 26-16,-1-8 16,-16 8-16,-9 8 15,-26-8 16,-25 17-31,-43 9 0,8 25 16,35 25 0,-43 26-1,0 0 1,43 9-16,34-18 16,17-8-1,0 0-15,17-8 16,8 8-16,35-9 15,8-8-15,43-8 16,34-18 0,0-8-1,-17-8 1,-51 8-16,-18 8 16,9 1-1,-8 8-15,0 0 16,-9 17-16,0 0 15,0 34 1,9 68-16,-9 51 16,0 25-1,26-7-15,17-44 16,-35-84-16</inkml:trace>
  <inkml:trace contextRef="#ctx0" brushRef="#br0" timeOffset="8967.25">26962 5987 0,'0'-8'0,"26"-1"0,8 9 16,8-8-16,-16-1 16,17 9-16,16 0 15,18 0 1,0 9-1,17-1 1,0 1-16,25-1 0,18-8 16,33 0-1,18-8-15,-26-18 16,26-8 0,-34-8-1,-26-18 1,43-33-16,8-35 15,0-17 1,9-25-16,0-25 16,-18 33-1,-25 26-15,-17 17 16,-42 25-16,-27 18 16,-24 33-1,-18 18-15,-17 8 16,-34 0-1,-77 17-15,-52 25 16,-16 18 0,-9 8-16,18 17 15,16 0 1,35-17 0,50-17-16,27-9 15,16-16 1,9 0-16,8-1 15,9 1 1,0-9-16,35 0 16,41-9-1,61-25-15,59-26 16,9-8 0,0-8-16,0 8 15,-26 8 1,-34 18-16,-34 25 15,-26 8 1,-16 18-16,-27 16 16,-25 60-1,-68 85-15,-43 60 16,9-9 0,51-42-16,25-111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0:51:20.8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3141 6021 0,'0'0'0,"0"0"16,0 0-16,0 0 31,-9-42-31,1-43 16,8 17-1,-9 34-15,9 17 16,0 8-16,0 9 15,0 0-15,0 0 16,-8 9 0,-1 16-1,1 18-15,-9 25 16,-26 42 0,0 9-16,26-34 15,0-34 1,9-8-16,8-9 15,0-9-15,17 1 32,0-9-32,8 0 15,35-9-15,25-8 16,-16-8 0,16-9-1,26-17-15,34 0 16,-17 0-1,0 17-15,34 0 16,0 0 0,9 17-16,25-9 15,1 1 1,-1 8-16,35 0 16,-18 0-16,0 0 15,9 8 1,9 9-16,25 9 15,-17-9 1,25-9 0,-8-8-1,0 9-15,0-9 16,17 8-16,-8-8 16,-26 17-1,17-8-15,9-1 16,-1-8-1,-16 0-15,-1 0 16,1 0-16,16 0 16,-25 0-1,17 0-15,-17 0 16,17 9 0,-8 8-16,-18 8 15,-8 1 1,-8 8-1,33-9-15,-16-8 16,16 0 0,-51 0-1,-16-8-15,33-1 0,-68 1 16,-25-26 0,25 0-16,-9 0 15,-16-9 1,-52-16-1,-25-18-15,-1-25 16,1-25 0,-9-18-1,9-76-15,0-136 16</inkml:trace>
  <inkml:trace contextRef="#ctx0" brushRef="#br0" timeOffset="9114.6">3073 6846 0,'0'0'0,"0"0"0,0 0 15,0 0 1,0 0-16,-9 9 15,1 25 1,-1 8 0,-17 9-16,-16 17 15,8 43 1,-1 8-16,10-17 16,8-34-1,0-9-15,8-16 16,1-9-1,-1-9-15,9 1 16,0-9 0,0-8-16,9-1 15,16 9 1,18 0-16,17-8 16,16-1-1,10 1-15,-18-1 16,17-8-1,26 9-15,0-9 16,9 0 0,-1 0-16,9 0 15,26 0 1,-9 0-16,0-17 16,17-9-1,18 1-15,7-1 16,-16 1-1,8-1-15,9 9 16,-9 0 0,26 0-16,8 8 15,-8 1 1,9-1-16,-9 1 16,33-1-16,1 1 15,18 16 1,-10 1-1,9 8-15,9 0 16,-9-9 0,8 9-16,1 9 15,17 0 1,-9-1-16,8 1 16,1 8-1,0 0-15,-1 0 16,-8 0-16,0 0 15,-8-9 1,0-8 0,-26-8-16,-43-9 15,9 0 1,-43-9-16,-25 1 16,-27-1-1,-33-8-15,-26 9 16,-8-1-1,-9 1-15,0-18 16,9-33 0,17-60-16,51-145 15</inkml:trace>
  <inkml:trace contextRef="#ctx0" brushRef="#br0" timeOffset="49200.85">3064 10614 0,'0'0'0,"0"0"0,0 0 0,-8 25 0,-10 26 31,-33 43-31,-9 50 16,9 1-1,17-43-15,9-26 0,7 1 16,1-1-1,9-7 1,8-18 0,8-9-16,1-16 15,8-1-15,0-8 16,26-8-16,25-1 16,43-8-1,0 9 1,8-9-1,78 0-15,-10-9 16,44-25 0,42 0-16,34-8 15,9 25 1,-26 8-16,18 9 16,-1 9-1,9 8-15,-26 17 16,94 8-1,17 1-15,-60-26 16,86-9 0,34-16-16,-51-1 15,-9 9 1,17 0-16,51 0 16,52 0-1,-17-8-15,16-26 16,27-26-1,-1 9-15,0 17 16,0 0 0,-34 8-16,-59 26 15,-1 26 1,-34 0-16,-17-1 16,-8 1-16,-60-1 15,0-8 1,-26 0-1,-42 0-15,-52 0 16,-51 0 0,-42-8-16,-52-1 15,-25-8-15,-18-8 32,1-9-32,8-26 0,0-59 15,0-60 1,26-144-1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1:12:00.0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1212 10631 0,'0'0'0,"0"0"0,0 0 15,0 0 1,0 0-16,0 0 16,8-9-1,61-16-15,50-35 0,9-25 16,0 0-1,34 0 1,1 0 0,-44 25-16,-51 9 15,18 0-15,-1 17 32,-17 0-32,-16 17 15,-18 0-15,-9 0 16,-16 17-1</inkml:trace>
  <inkml:trace contextRef="#ctx0" brushRef="#br0" timeOffset="313.14">1852 9619 0,'0'0'0,"0"0"31,0 0-31,0 0 16,17 8 0,17 1-16,35 8 15,24-9 1,10 1 0,-1-9-16,18 8 15,-18-8-15,-25 0 16,-26 9-1,-25 8-15,-1 8 16,-16 26 0,-18 34-16,-33 34 15,8-8 1,25-60-16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1:12:34.1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14288 11192 0,'0'0'0,"0"0"16,0 0-16,-9 17 15,-34 42 1,-34 52-16,-25 42 16,-17 17-16,-18 9 31,-8-18-31,34-25 15,43-59 1,25-35-16,26-16 16,0-18-1,8 1-15,9-1 16,0-33-16,0-26 16,17-26-1,-8-8 1,-9 26-16,-9 16 0,1 18 15,-1 8 1,1 8 0,-18 9-1,-34 34-15,-16 26 16,7 8-16,10 0 16,24-26-1,18-16 1,17-9-16,35 17 0,101-9 31,129-33-31,68-60 16,-35-34-1,27-34-15</inkml:trace>
  <inkml:trace contextRef="#ctx0" brushRef="#br0" timeOffset="98023.04">20160 11387 0,'0'0'0,"0"0"0,-9 17 16,9 18 0,0 7-1,17 35 1,9 25-16,8 8 16,17 35-16,0 33 15,-8-33 1,17-43-1,8 9-15,0-9 16,1-9 0,-1-8-16,9-25 15,-35-35 1</inkml:trace>
  <inkml:trace contextRef="#ctx0" brushRef="#br0" timeOffset="98311.46">21150 11787 0,'0'0'0,"-26"0"16,-25 17-1,-52 17-15,-33 17 16,-9 9 0,-35 8-16,-7 8 15,7 1 1,35-18-16,17 1 16,9 8-1,34-8-15,50-26 16</inkml:trace>
  <inkml:trace contextRef="#ctx0" brushRef="#br0" timeOffset="98832.82">22046 11940 0,'0'0'0,"0"0"0,0 0 16,17 17-16,8 0 15,18 17 1,8-8-16,9-1 31,17 1-31,-9-9 16,-8-9-16,0-8 16,-9-8-1,0-1 1,-25 9-16</inkml:trace>
  <inkml:trace contextRef="#ctx0" brushRef="#br0" timeOffset="99070.32">21969 12629 0,'0'0'0,"8"0"16,18 9-1,42 8-15,18-9 16,16 1-16,26-18 16,17 1-1,-25-18-15,-69 9 16</inkml:trace>
  <inkml:trace contextRef="#ctx0" brushRef="#br0" timeOffset="100008.37">23505 11694 0,'0'0'0,"17"0"0,26 8 0,34 1 16,17-1 0,-9 1-1,-17-1-15,-8 9 16,0-8-16,-18-1 16,-16 1-1,0-1-15,-18 9 16,1 17-1,-26 34 1,-26 26-16,-17-1 16,1-16-1,16-26 1,9-17-16,17-9 16,0-16-16,8-1 15,9 1-15,0-1 31,17 9-31,9 0 16,8 9 0,26 8-16,-1 17 15,-7 9 1,-18 16-16,-26 18 16,-42 33-1,-34 26-15,-43 0 16,-9-42-1,9-35-15,18-41 16,24-35-16,44 0 16</inkml:trace>
  <inkml:trace contextRef="#ctx0" brushRef="#br0" timeOffset="100588.88">24828 11770 0,'0'0'0,"0"0"0,0 0 16,0 0-1,0 17-15,17 17 0,9 0 32,8 9-32,9-9 15,25 8 1,9 1-16,0-18 16,-9 1-16,0 8 15,-17-9-15,-25-8 31,0 0-31,-18 0 16,-16 26 0,-44 42-16,-67 60 15,-43 25-15,-18-9 0,27-33 32,42-26-32,51-34 15,26-26 1,25-25-1</inkml:trace>
  <inkml:trace contextRef="#ctx0" brushRef="#br0" timeOffset="101872.97">25955 12723 0,'0'0'0,"0"0"0,0 0 16,0 0-1,0 0-15,0 0 16,0 0-16,0 0 16,0 0-1,-9 0 1,1 17-16,-9 0 16,0 0-1,-1 0 1,10-9-16,-1 1 15,9-1 1,0-8-16,0 0 16,9-8-16,17-1 15,8-8-15,-9 0 32,-8 9-32,-8 8 15,-1 0 1,-8 0-16,0 0 15,0 0 1,-8 8-16,8 9 16,0-8-1</inkml:trace>
  <inkml:trace contextRef="#ctx0" brushRef="#br0" timeOffset="104209.07">27261 11328 0,'0'0'0,"0"0"16,0 0-16,-9 0 0,-8 17 16,-26 8-1,-16 26 1,-27 35-1,9 24-15,9 9 16,-9 34 0,18 17-16,24 9 15,10-9 1,25 0-16,17-17 16,17-42-1,9-18-15,8-8 16,17-34-1,-34-34-15</inkml:trace>
  <inkml:trace contextRef="#ctx0" brushRef="#br0" timeOffset="104559.88">27431 11889 0,'0'0'0,"0"0"0,0 0 16,0 9-16,17 33 15,9 26 1,25 26-16,17 16 31,-8-16-31,17 0 16,34 8-16,8-26 16,-8-25-1,-51-34-15,-34-8 16</inkml:trace>
  <inkml:trace contextRef="#ctx0" brushRef="#br0" timeOffset="104821.69">28165 11949 0,'-17'8'0,"-34"26"16,-51 26-16,-35 42 15,-34 17-15,-16 0 32,50-25-32,52-9 15,8 0-15,43-17 16,25-34-1</inkml:trace>
  <inkml:trace contextRef="#ctx0" brushRef="#br0" timeOffset="105150.93">29386 12000 0,'0'0'0,"0"0"0,-9 8 16,-8 18-1,-25 16 1,-18 35-16,-26 16 15,-25 26 1,18-8-16,41-9 16,18-17-1,0-34-15,17-8 16,17-26 0</inkml:trace>
  <inkml:trace contextRef="#ctx0" brushRef="#br0" timeOffset="105410.02">28336 12306 0,'0'0'0,"0"0"15,17 17 1,34 17-1,35 17 1,16 9-16,9-18 16,9-16-1,33-18-15,-8-25 0,-76 0 32</inkml:trace>
  <inkml:trace contextRef="#ctx0" brushRef="#br0" timeOffset="106107.8">30598 11932 0,'0'0'0,"0"8"0,-17 9 16,-34 17 0,-35 17-16,-33 17 15,-9 9 1,0 8 0,25 17-16,18-8 15,34-9 1,25-17-16,35-9 15,8-8 1,25-17-16,52-17 16,51-42-1,0-43-15,-25-17 0,-9-9 32,-26 9-32,-17 0 0,-16 8 15,-18 18 1,-26 33-1,1 9-15,-1 0 16,-8 17 0,-8 0-16,-9 26 15,-17 16-15,-18 43 32,1 35-32,9-1 15,25 8 1,17-16-16,17-43 15,0-17-15,0-26 16,0-16 0</inkml:trace>
  <inkml:trace contextRef="#ctx0" brushRef="#br0" timeOffset="106409.66">31699 11336 0,'-17'9'0,"-26"25"0,-59 77 15,-35 42 1,-17 34-16,18 17 15,16 0 1,18 0-16,34 0 16,42-34-1,52-25-15,25-18 16,-17-67 0</inkml:trace>
  <inkml:trace contextRef="#ctx0" brushRef="#br0" timeOffset="106925.97">31844 11566 0,'0'0'0,"-17"0"16,-26 17-16,-34 17 15,1 17 1,7-8-16,18-1 15,17 1 1,8-9-16,9 8 16,17 9-1,17 0 1,17 17-16,9-8 16,8 8-1,-8-9-15,0-8 16,-18 17-16,-8 1 15,-17-10-15,-25 9 16,-9 9 0,-18-18-1,-7 1 1,7-18-16,18-16 16,26-18-16</inkml:trace>
  <inkml:trace contextRef="#ctx0" brushRef="#br0" timeOffset="107200.65">31827 13020 0,'-9'0'0,"-16"26"15,-27 33-15,-7 35 16,-10 33 0,27-16-16,16-34 15,18-1 1,8-16-16,17-18 16,17 1-1,34-18-15,43-33 16,-43-9-1</inkml:trace>
  <inkml:trace contextRef="#ctx0" brushRef="#br0" timeOffset="107457.21">32347 12374 0,'0'0'0,"0"0"0,-8 8 16,-1 10-1,9-10-15,0 1 0,9-9 16,8 0-1</inkml:trace>
  <inkml:trace contextRef="#ctx0" brushRef="#br0" timeOffset="107936.35">32629 10818 0,'0'0'0,"0"8"0,0 18 15,17 42-15,0 17 16,-8 59-1,-18 52-15,-16 34 16,-10 33-16,-7 26 16,8-8-1,0-9-15,-1-25 16,-16-35 0,-17-25-1,-9-50-15,34-78 16</inkml:trace>
  <inkml:trace contextRef="#ctx0" brushRef="#br0" timeOffset="108421.82">33175 10733 0,'0'8'0,"0"26"15,-8 51-15,-1 34 16,-8 77-1,-8 16-15,-10 10 16,-7 33 0,-9 17-1,-1 17-15,-24 9 0,-18 16 16,-43-7 0,-42 24-16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1:16:55.5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13477 10767 0,'-9'0'15,"1"0"-15,-9 0 16,-9 0-16,-17 17 15,-42 42 1,-18 43 0,-7 9-16,16-9 15,17-26-15,26 1 16,8-1 0,26 1-16,8 17 15,26-18-15,9 1 16,8-1-1,17-8-15,-8-8 32,0-9-32,-1 0 15,18 0 1,25-9-16,18 1 16,8-1-16,0-8 15,0 9 1,17-9-1,25-17-15,44-9 16,25-16 0,8-9-16,18 0 0,-1-17 15,18 8 1,-1 9 0,1 0-16,-9 0 15,-9 0 1,1-8-16,-26 8 15,8-9-15,-33 1 32,-10-9-32,44-17 15,-26 0-15,-26 0 16,0 0-16,-25 8 16,-26 1-1,-9-1 1,1 1-1,-26-1-15,-43 9 16,-8-8 0,-1-18-16,-16-8 15,-26-9-15,-43-25 16,-51-34 0,-42-8-1,-35 8-15,-25 17 16,-35 17-16,-33 8 15,-18 17 1,-17 18 0,-34 8-16,-42 17 15,-9 17 1,-43 25-16,-59 18 16,-44 16-16,10 9 15,-1 17 1,-17 1-16,1 16 15,16 8-15,69-8 16,76-8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28T21:18:53.9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2313 3538 0,'0'17'0,"9"34"16,8 17-16,0 119 0,-9-127 0,9-18 15,0-8-15,0-8 16,26-18-1,25-8-15,26-17 16,34-17 0,34-8-1,1 16-15,33 9 16,9 0 0,0 9-16,8-1 15,26 9-15,25 0 16,27 9-1,-10-9 1,10 0-16,50 0 16,0 8-1,-25 9-15,51 9 16,17-9 0,-42-9-16,76 1 15,0-9-15,-17-17 16,26 0-1,17 0 1,42 17-16,-51 8 16,-8 9-1,-9 9-15,1 8 16,33-9 0,-34-8-16,-59-8 15,25-1-15,-26-8 16,-85 17-1,-17 9 1,-25-1-16,-86-16 16,-68-9-1,-35 0-15,-16-9 16,8-25 0,-8-34-16,-18-59 15,-16-61-15,-18-143 16</inkml:trace>
  <inkml:trace contextRef="#ctx0" brushRef="#br0" timeOffset="9691.19">4148 8709 0,'0'0'0,"0"0"16,-9 0-16,1 0 31,-9 0-31,-9-9 16,-8 9-16,8 0 15,1 0-15,-1 0 32,-8 0-17,-17-8-15,-17-1 16,16 9-16,18 0 0,0 0 31,-9 0-15,-8 26-16,-8 42 15,7 25 1,18 1-16,9-1 16,8-8-1,-1-8-15,10-1 16,8 1-16,0-18 16,0-16-1,0-1 1,0 1-16,-9 8 15,1-8 1,-1-9-16,1-9 16,8 1-16,0-18 15,0 1 1,0-1-16,8-8 16,26 17-1,52 0-15,50 9 16,35 16-16,51 18 31,-26-9-31,35-9 16,136 18-1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customXml" Target="../ink/ink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2" Type="http://schemas.openxmlformats.org/officeDocument/2006/relationships/image" Target="../media/image110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3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10: hashing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dirty="0"/>
              <a:t>Keys must be comparable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CB7FA31-4D07-7AA3-DCC8-C6E72E83626C}"/>
                  </a:ext>
                </a:extLst>
              </p14:cNvPr>
              <p14:cNvContentPartPr/>
              <p14:nvPr/>
            </p14:nvContentPartPr>
            <p14:xfrm>
              <a:off x="1361160" y="2770920"/>
              <a:ext cx="3558240" cy="125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CB7FA31-4D07-7AA3-DCC8-C6E72E83626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1800" y="2761560"/>
                <a:ext cx="3576960" cy="14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8956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4CFD5-6174-1FD7-60B7-64E10B65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Data 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4661283"/>
                  </p:ext>
                </p:extLst>
              </p:nvPr>
            </p:nvGraphicFramePr>
            <p:xfrm>
              <a:off x="1485900" y="1988820"/>
              <a:ext cx="9220199" cy="34049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3902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524548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7B359D6B-9B11-EAD4-2DE3-EB38FA61CE1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4661283"/>
                  </p:ext>
                </p:extLst>
              </p:nvPr>
            </p:nvGraphicFramePr>
            <p:xfrm>
              <a:off x="1485900" y="1988820"/>
              <a:ext cx="9220199" cy="34049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6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6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6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5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5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5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4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4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4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3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3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3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Heap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2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2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2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8038284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1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1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1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524548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56977" r="-223975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56977" r="-139865" b="-23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56977" r="-976" b="-23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F2F39F2-4A36-9004-E685-8FE44C85A335}"/>
                  </a:ext>
                </a:extLst>
              </p14:cNvPr>
              <p14:cNvContentPartPr/>
              <p14:nvPr/>
            </p14:nvContentPartPr>
            <p14:xfrm>
              <a:off x="823320" y="2348280"/>
              <a:ext cx="5306760" cy="3233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F2F39F2-4A36-9004-E685-8FE44C85A3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3960" y="2338920"/>
                <a:ext cx="5325480" cy="3252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9687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6161F-3A16-4628-647F-940E2568D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30494"/>
            <a:ext cx="10515600" cy="1325563"/>
          </a:xfrm>
        </p:spPr>
        <p:txBody>
          <a:bodyPr/>
          <a:lstStyle/>
          <a:p>
            <a:r>
              <a:rPr lang="en-US" dirty="0"/>
              <a:t>BSTs and AVL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3CC4C-C542-CC16-6C0D-777C8B4FE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947" y="721454"/>
            <a:ext cx="11864829" cy="613654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Binary Search Tree:</a:t>
            </a:r>
          </a:p>
          <a:p>
            <a:pPr lvl="1"/>
            <a:r>
              <a:rPr lang="en-US" dirty="0"/>
              <a:t>A binary tree where for each node, all keys in its left subtree are smaller and all keys in its right subtree are larger</a:t>
            </a:r>
          </a:p>
          <a:p>
            <a:pPr lvl="1"/>
            <a:r>
              <a:rPr lang="en-US" dirty="0"/>
              <a:t>Find: </a:t>
            </a:r>
          </a:p>
          <a:p>
            <a:pPr lvl="2"/>
            <a:r>
              <a:rPr lang="en-US" dirty="0"/>
              <a:t>If it matches, return the value.</a:t>
            </a:r>
          </a:p>
          <a:p>
            <a:pPr lvl="2"/>
            <a:r>
              <a:rPr lang="en-US" dirty="0"/>
              <a:t>If the search key is less than the current node, look left. If it’s greater, look right. </a:t>
            </a:r>
          </a:p>
          <a:p>
            <a:pPr lvl="2"/>
            <a:r>
              <a:rPr lang="en-US" dirty="0"/>
              <a:t>If we reach an empty spot, find was unsuccessful </a:t>
            </a:r>
          </a:p>
          <a:p>
            <a:pPr lvl="1"/>
            <a:r>
              <a:rPr lang="en-US" dirty="0"/>
              <a:t>Insert: </a:t>
            </a:r>
          </a:p>
          <a:p>
            <a:pPr lvl="2"/>
            <a:r>
              <a:rPr lang="en-US" dirty="0"/>
              <a:t>Do a find, if it was successful then update the value</a:t>
            </a:r>
          </a:p>
          <a:p>
            <a:pPr lvl="2"/>
            <a:r>
              <a:rPr lang="en-US" dirty="0"/>
              <a:t>If it was unsuccessful, add a new node to the empty spot we found.</a:t>
            </a:r>
          </a:p>
          <a:p>
            <a:pPr lvl="1"/>
            <a:r>
              <a:rPr lang="en-US" dirty="0"/>
              <a:t>Delete:</a:t>
            </a:r>
          </a:p>
          <a:p>
            <a:pPr lvl="2"/>
            <a:r>
              <a:rPr lang="en-US" dirty="0"/>
              <a:t>If the deleted node is a leaf, just remove it</a:t>
            </a:r>
          </a:p>
          <a:p>
            <a:pPr lvl="2"/>
            <a:r>
              <a:rPr lang="en-US" dirty="0"/>
              <a:t>If the deleted node had one child, replace it with that one child</a:t>
            </a:r>
          </a:p>
          <a:p>
            <a:pPr lvl="2"/>
            <a:r>
              <a:rPr lang="en-US" dirty="0"/>
              <a:t>If the deleted node had 2 children, replace it with the largest key to the left</a:t>
            </a:r>
          </a:p>
          <a:p>
            <a:r>
              <a:rPr lang="en-US" dirty="0"/>
              <a:t>AVL Tree:</a:t>
            </a:r>
          </a:p>
          <a:p>
            <a:pPr lvl="1"/>
            <a:r>
              <a:rPr lang="en-US" dirty="0"/>
              <a:t>A binary search tree where for each node, the height of its left subtree and the height of its right subtree are off by at most 1.</a:t>
            </a:r>
          </a:p>
          <a:p>
            <a:pPr lvl="1"/>
            <a:r>
              <a:rPr lang="en-US" dirty="0"/>
              <a:t>Find:</a:t>
            </a:r>
          </a:p>
          <a:p>
            <a:pPr lvl="2"/>
            <a:r>
              <a:rPr lang="en-US" dirty="0"/>
              <a:t>Same as BST</a:t>
            </a:r>
          </a:p>
          <a:p>
            <a:pPr lvl="1"/>
            <a:r>
              <a:rPr lang="en-US" dirty="0"/>
              <a:t>Insert:</a:t>
            </a:r>
          </a:p>
          <a:p>
            <a:pPr lvl="2"/>
            <a:r>
              <a:rPr lang="en-US" dirty="0"/>
              <a:t>Do a BST insert, then rotate if tree is unbalanced (apply one LL, RR, LR, RL case) </a:t>
            </a:r>
          </a:p>
          <a:p>
            <a:pPr lvl="1"/>
            <a:r>
              <a:rPr lang="en-US" dirty="0"/>
              <a:t>Delete:</a:t>
            </a:r>
          </a:p>
          <a:p>
            <a:pPr lvl="2"/>
            <a:r>
              <a:rPr lang="en-US" dirty="0"/>
              <a:t>Do a BST delete, then rotate if the tree is unbalanced (apply LL, RR, LR, RL cases as needed from leaf to root)</a:t>
            </a:r>
          </a:p>
        </p:txBody>
      </p:sp>
    </p:spTree>
    <p:extLst>
      <p:ext uri="{BB962C8B-B14F-4D97-AF65-F5344CB8AC3E}">
        <p14:creationId xmlns:p14="http://schemas.microsoft.com/office/powerpoint/2010/main" val="3242925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D0E8-F6DE-9B03-D0C9-FF8DBFE0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Tree-based Dictionaries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7872-E8D2-4120-DAE9-44507A158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Red-Black Trees</a:t>
            </a:r>
          </a:p>
          <a:p>
            <a:pPr lvl="1"/>
            <a:r>
              <a:rPr lang="en-US" dirty="0"/>
              <a:t>Similar to AVL Trees in that we add shape rules to BSTs</a:t>
            </a:r>
          </a:p>
          <a:p>
            <a:pPr lvl="1"/>
            <a:r>
              <a:rPr lang="en-US" dirty="0"/>
              <a:t>More “relaxed” shape than an AVL Tree</a:t>
            </a:r>
          </a:p>
          <a:p>
            <a:pPr lvl="2"/>
            <a:r>
              <a:rPr lang="en-US" dirty="0"/>
              <a:t>Trees can be taller (though not asymptotically so)</a:t>
            </a:r>
          </a:p>
          <a:p>
            <a:pPr lvl="2"/>
            <a:r>
              <a:rPr lang="en-US" dirty="0"/>
              <a:t>Needs to move nodes less frequently</a:t>
            </a:r>
          </a:p>
          <a:p>
            <a:pPr lvl="1"/>
            <a:r>
              <a:rPr lang="en-US" dirty="0"/>
              <a:t>This is what Java’s </a:t>
            </a:r>
            <a:r>
              <a:rPr lang="en-US" dirty="0" err="1"/>
              <a:t>TreeMap</a:t>
            </a:r>
            <a:r>
              <a:rPr lang="en-US" dirty="0"/>
              <a:t> uses!</a:t>
            </a:r>
          </a:p>
          <a:p>
            <a:r>
              <a:rPr lang="en-US" dirty="0"/>
              <a:t>Tries</a:t>
            </a:r>
          </a:p>
          <a:p>
            <a:pPr lvl="1"/>
            <a:r>
              <a:rPr lang="en-US" dirty="0"/>
              <a:t>Similar to a Huffman Tree</a:t>
            </a:r>
          </a:p>
          <a:p>
            <a:pPr lvl="1"/>
            <a:r>
              <a:rPr lang="en-US" dirty="0"/>
              <a:t>Requires keys to be sequences (e.g. Strings)</a:t>
            </a:r>
          </a:p>
          <a:p>
            <a:pPr lvl="1"/>
            <a:r>
              <a:rPr lang="en-US" dirty="0"/>
              <a:t>Combines shared prefixes among keys to save space</a:t>
            </a:r>
          </a:p>
          <a:p>
            <a:pPr lvl="1"/>
            <a:r>
              <a:rPr lang="en-US" dirty="0"/>
              <a:t>Often used for text-based searches</a:t>
            </a:r>
          </a:p>
          <a:p>
            <a:pPr lvl="2"/>
            <a:r>
              <a:rPr lang="en-US" dirty="0"/>
              <a:t>Web search</a:t>
            </a:r>
          </a:p>
          <a:p>
            <a:pPr lvl="2"/>
            <a:r>
              <a:rPr lang="en-US" dirty="0"/>
              <a:t>Genomes</a:t>
            </a:r>
          </a:p>
          <a:p>
            <a:pPr lvl="2"/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53059BE-98EC-A5BF-0440-5BBA763B41D4}"/>
                  </a:ext>
                </a:extLst>
              </p14:cNvPr>
              <p14:cNvContentPartPr/>
              <p14:nvPr/>
            </p14:nvContentPartPr>
            <p14:xfrm>
              <a:off x="774360" y="2593080"/>
              <a:ext cx="5730480" cy="1858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53059BE-98EC-A5BF-0440-5BBA763B41D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5000" y="2583720"/>
                <a:ext cx="5749200" cy="1877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020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299AFB7-42EA-838D-1004-FCBD00029794}"/>
                  </a:ext>
                </a:extLst>
              </p14:cNvPr>
              <p14:cNvContentPartPr/>
              <p14:nvPr/>
            </p14:nvContentPartPr>
            <p14:xfrm>
              <a:off x="522360" y="1001160"/>
              <a:ext cx="5758200" cy="5039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299AFB7-42EA-838D-1004-FCBD0002979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3000" y="991800"/>
                <a:ext cx="5776920" cy="5058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FBF1A66-F3BA-B893-4222-6AAAA73D474F}"/>
                  </a:ext>
                </a:extLst>
              </p14:cNvPr>
              <p14:cNvContentPartPr/>
              <p14:nvPr/>
            </p14:nvContentPartPr>
            <p14:xfrm>
              <a:off x="823320" y="2363400"/>
              <a:ext cx="7485120" cy="3659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FBF1A66-F3BA-B893-4222-6AAAA73D47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3960" y="2354040"/>
                <a:ext cx="7503840" cy="367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6701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0DB77-DDD6-216D-5A7F-9624A74B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Best Dictionary Data Structure!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F5252-DE77-B3BA-209A-B950E3B03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Think of every key as a number</a:t>
            </a:r>
          </a:p>
          <a:p>
            <a:r>
              <a:rPr lang="en-US" dirty="0"/>
              <a:t>Give each key its own index in an array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[key]=value;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find(key){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delete(key){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[key] = null;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669261F-2443-C115-5C20-C7348F19AEC9}"/>
                  </a:ext>
                </a:extLst>
              </p14:cNvPr>
              <p14:cNvContentPartPr/>
              <p14:nvPr/>
            </p14:nvContentPartPr>
            <p14:xfrm>
              <a:off x="1499400" y="3502440"/>
              <a:ext cx="2446200" cy="2195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669261F-2443-C115-5C20-C7348F19AE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0040" y="3493080"/>
                <a:ext cx="2464920" cy="221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8483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B03B7-1A7C-BFE0-2142-D5F46F810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789634-95FF-589B-DCA8-20F6EEB6F69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00" y="2305844"/>
            <a:ext cx="50800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FC2A357-AA82-5E96-98C3-6886DE06AD67}"/>
                  </a:ext>
                </a:extLst>
              </p14:cNvPr>
              <p14:cNvContentPartPr/>
              <p14:nvPr/>
            </p14:nvContentPartPr>
            <p14:xfrm>
              <a:off x="3865320" y="1025640"/>
              <a:ext cx="2630520" cy="805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FC2A357-AA82-5E96-98C3-6886DE06AD6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55960" y="1016280"/>
                <a:ext cx="2649240" cy="824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207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pic>
        <p:nvPicPr>
          <p:cNvPr id="1026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A711E177-0A03-6A78-A571-9F53531A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164328"/>
            <a:ext cx="1252220" cy="751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5CEE9F9-2EBE-4CC1-9403-3C322B3D011A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1470660" y="4001294"/>
            <a:chExt cx="5120640" cy="6400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15F891-EABE-C715-0CC0-B077530D6B06}"/>
                </a:ext>
              </a:extLst>
            </p:cNvPr>
            <p:cNvSpPr/>
            <p:nvPr/>
          </p:nvSpPr>
          <p:spPr>
            <a:xfrm>
              <a:off x="14706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916793F-F73D-8588-59C0-B5CD1713D13C}"/>
                </a:ext>
              </a:extLst>
            </p:cNvPr>
            <p:cNvSpPr/>
            <p:nvPr/>
          </p:nvSpPr>
          <p:spPr>
            <a:xfrm>
              <a:off x="21107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F5FE7C-60F8-DCCD-71CA-23CCA50514E5}"/>
                </a:ext>
              </a:extLst>
            </p:cNvPr>
            <p:cNvSpPr/>
            <p:nvPr/>
          </p:nvSpPr>
          <p:spPr>
            <a:xfrm>
              <a:off x="27508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08263-8B67-5D74-ACF7-D2EF2DE9F6C9}"/>
                </a:ext>
              </a:extLst>
            </p:cNvPr>
            <p:cNvSpPr/>
            <p:nvPr/>
          </p:nvSpPr>
          <p:spPr>
            <a:xfrm>
              <a:off x="339090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C47B54-CFE9-D28C-B605-0944181CD613}"/>
                </a:ext>
              </a:extLst>
            </p:cNvPr>
            <p:cNvSpPr/>
            <p:nvPr/>
          </p:nvSpPr>
          <p:spPr>
            <a:xfrm>
              <a:off x="403098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809D88-9346-16AB-47D9-15E1AB178F52}"/>
                </a:ext>
              </a:extLst>
            </p:cNvPr>
            <p:cNvSpPr/>
            <p:nvPr/>
          </p:nvSpPr>
          <p:spPr>
            <a:xfrm>
              <a:off x="46710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30064F-7EE5-1285-D430-ECA89FA194B5}"/>
                </a:ext>
              </a:extLst>
            </p:cNvPr>
            <p:cNvSpPr/>
            <p:nvPr/>
          </p:nvSpPr>
          <p:spPr>
            <a:xfrm>
              <a:off x="53111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5BB3CB-8E1A-CB22-7ACF-36852255E9A8}"/>
                </a:ext>
              </a:extLst>
            </p:cNvPr>
            <p:cNvSpPr/>
            <p:nvPr/>
          </p:nvSpPr>
          <p:spPr>
            <a:xfrm>
              <a:off x="59512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8BC6414-62CE-EA22-FB80-F74A3FDF0CD2}"/>
              </a:ext>
            </a:extLst>
          </p:cNvPr>
          <p:cNvSpPr txBox="1"/>
          <p:nvPr/>
        </p:nvSpPr>
        <p:spPr>
          <a:xfrm>
            <a:off x="713741" y="5942568"/>
            <a:ext cx="119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Object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59360" y="5078329"/>
            <a:ext cx="14227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 between 0 and length-1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pic>
        <p:nvPicPr>
          <p:cNvPr id="18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54070E1C-8E07-4C18-0042-FC895ADDB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118" y="5185664"/>
            <a:ext cx="513663" cy="308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BAE7921-37C6-D987-ECCC-13611CBD6373}"/>
              </a:ext>
            </a:extLst>
          </p:cNvPr>
          <p:cNvSpPr txBox="1"/>
          <p:nvPr/>
        </p:nvSpPr>
        <p:spPr>
          <a:xfrm>
            <a:off x="8100060" y="5435076"/>
            <a:ext cx="8148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&amp; value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B9FE5EB-5439-9326-9970-912BCBD45C79}"/>
                  </a:ext>
                </a:extLst>
              </p14:cNvPr>
              <p14:cNvContentPartPr/>
              <p14:nvPr/>
            </p14:nvContentPartPr>
            <p14:xfrm>
              <a:off x="2230560" y="2158560"/>
              <a:ext cx="6818400" cy="20577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B9FE5EB-5439-9326-9970-912BCBD45C7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21200" y="2149200"/>
                <a:ext cx="6837120" cy="207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08518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13207-1731-F324-9EFD-97EA91C31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67BF8A-64CB-BF2A-19BD-A42168847C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Key: Phone Number</a:t>
                </a:r>
              </a:p>
              <a:p>
                <a:r>
                  <a:rPr lang="en-US" dirty="0"/>
                  <a:t>Value: People</a:t>
                </a:r>
              </a:p>
              <a:p>
                <a:r>
                  <a:rPr lang="en-US" dirty="0"/>
                  <a:t>Table size: 10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𝑝h𝑜𝑛𝑒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as an integer % 10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8675309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=9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67BF8A-64CB-BF2A-19BD-A42168847C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8F0E165E-825A-2E57-85C9-42A8F3BE9294}"/>
              </a:ext>
            </a:extLst>
          </p:cNvPr>
          <p:cNvGrpSpPr/>
          <p:nvPr/>
        </p:nvGrpSpPr>
        <p:grpSpPr>
          <a:xfrm>
            <a:off x="4953000" y="660717"/>
            <a:ext cx="6400800" cy="1097280"/>
            <a:chOff x="4953000" y="660717"/>
            <a:chExt cx="6400800" cy="1097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7CC2950-7509-104F-9B67-658FD652C2A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3E044AF-73B9-3E7A-F3B9-8485C08B25F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D038655-C5CF-B784-02FB-537E453767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A73B9BD-EC6B-2C79-E987-A6B3E7E944F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F18A31B-96C6-BE46-4F61-B05B5E36AEC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44F5CFF-7730-9C8F-D94C-7C8F16188F8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D97F77D-F0C4-2944-97DA-8210EDBECBC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DFFC00-9F00-F7D2-2250-AC07E65D0CD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098C2B0-C5D6-ED74-92F9-565F8786F11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2507EFD-F0E2-7CAA-2A7A-086720DE0A9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4EB7E35-01E7-8973-C158-B1EF4676CA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5FADE01-8330-8ED4-8775-27A59AD8AD4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67431FB-7023-308E-D1BF-A5F71B6FCC2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8BD93D2-EB68-B807-BD17-1E5C004C18E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2D90A-5F76-FBE8-5DAA-6AB8C6BFE1E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784D1BC-105B-10DF-C9FC-871CCA3BDDA5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BD0B091-DC55-2392-75EE-BEAB25F8571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F90ED62-90C0-5695-0759-9E63E1EBBD9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CFF9C65-682C-F519-6FF3-FD694A5F99D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B2EDE4C-4DA8-31B1-7678-86A1A8B555D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D404C5E-9347-BC04-8E16-5E7FF0243DE1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25209DC-0518-480E-5A9F-7F6C1D4CD0B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834F6F-0A47-0811-2EED-3C9F1782E8BB}"/>
                  </a:ext>
                </a:extLst>
              </p14:cNvPr>
              <p14:cNvContentPartPr/>
              <p14:nvPr/>
            </p14:nvContentPartPr>
            <p14:xfrm>
              <a:off x="1109160" y="618480"/>
              <a:ext cx="10213560" cy="33498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834F6F-0A47-0811-2EED-3C9F1782E8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99800" y="609120"/>
                <a:ext cx="10232280" cy="3368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90286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0EC20-4FA4-D18D-A0AE-BE56D6EB3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Influences Running time?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B0D1-210A-8443-B622-C72556A6A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hashing itself takes</a:t>
            </a:r>
          </a:p>
          <a:p>
            <a:r>
              <a:rPr lang="en-US" dirty="0"/>
              <a:t>Likelihood of collisions</a:t>
            </a:r>
          </a:p>
          <a:p>
            <a:pPr lvl="1"/>
            <a:r>
              <a:rPr lang="en-US" dirty="0"/>
              <a:t>Size of the array vs number of values in the array</a:t>
            </a:r>
          </a:p>
          <a:p>
            <a:pPr lvl="1"/>
            <a:r>
              <a:rPr lang="en-US" dirty="0"/>
              <a:t>“quality” of our hash function</a:t>
            </a:r>
          </a:p>
          <a:p>
            <a:r>
              <a:rPr lang="en-US" dirty="0"/>
              <a:t>What we do when we have a collision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873E491-60DB-7470-931A-8BF09EC676BD}"/>
                  </a:ext>
                </a:extLst>
              </p14:cNvPr>
              <p14:cNvContentPartPr/>
              <p14:nvPr/>
            </p14:nvContentPartPr>
            <p14:xfrm>
              <a:off x="998640" y="1996200"/>
              <a:ext cx="5635440" cy="2210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873E491-60DB-7470-931A-8BF09EC676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9280" y="1986840"/>
                <a:ext cx="5654160" cy="2229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2587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2E05652-DB9C-E7A2-6623-035604648E91}"/>
                  </a:ext>
                </a:extLst>
              </p14:cNvPr>
              <p14:cNvContentPartPr/>
              <p14:nvPr/>
            </p14:nvContentPartPr>
            <p14:xfrm>
              <a:off x="436320" y="3462840"/>
              <a:ext cx="528840" cy="364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2E05652-DB9C-E7A2-6623-035604648E9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6960" y="3453480"/>
                <a:ext cx="547560" cy="38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AEB70-2748-0FB0-4AA5-4178E105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Bad Hash (and phone number trivia)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BD3363-EAA6-6613-37B3-2C8AC002A3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𝑝h𝑜𝑛𝑒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the first digit of the phone number</a:t>
                </a:r>
              </a:p>
              <a:p>
                <a:pPr lvl="1"/>
                <a:r>
                  <a:rPr lang="en-US" dirty="0"/>
                  <a:t>Assume 10-digit format</a:t>
                </a:r>
              </a:p>
              <a:p>
                <a:pPr lvl="1"/>
                <a:r>
                  <a:rPr lang="en-US" dirty="0"/>
                  <a:t>No US phone numbers start with 1 or 0</a:t>
                </a:r>
              </a:p>
              <a:p>
                <a:pPr lvl="1"/>
                <a:r>
                  <a:rPr lang="en-US" dirty="0"/>
                  <a:t>If we’re sampling from this class, 2 is by far the most likely</a:t>
                </a:r>
              </a:p>
              <a:p>
                <a:r>
                  <a:rPr lang="en-US" dirty="0"/>
                  <a:t>Consistent? Yes!</a:t>
                </a:r>
              </a:p>
              <a:p>
                <a:r>
                  <a:rPr lang="en-US" dirty="0"/>
                  <a:t>Uniform? No!</a:t>
                </a:r>
              </a:p>
              <a:p>
                <a:r>
                  <a:rPr lang="en-US" dirty="0"/>
                  <a:t>Effective? No!</a:t>
                </a:r>
              </a:p>
              <a:p>
                <a:r>
                  <a:rPr lang="en-US" dirty="0"/>
                  <a:t>Efficient? Yes!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BD3363-EAA6-6613-37B3-2C8AC002A3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20E693B-93AA-C117-7620-A18DD24FEB40}"/>
              </a:ext>
            </a:extLst>
          </p:cNvPr>
          <p:cNvGrpSpPr/>
          <p:nvPr/>
        </p:nvGrpSpPr>
        <p:grpSpPr>
          <a:xfrm>
            <a:off x="5298440" y="4830128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E418751-3F07-0DFF-4FC2-B57C51B02C1F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C1010E2-3D4F-53C1-6B99-1B18E60FDD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AAA24EDF-2E5C-B7EB-CE04-579C70775B6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EADAEB4-C706-9861-DD5F-AE494EBB44D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FB7A9A4-6398-EC12-E456-B11FEE14681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BA606F0-F91C-900A-B85F-6F6E4A35C35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8CD4196-E921-BC0C-4178-6E47474B52A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6B78A1D-8822-7D5B-EBCD-C2BA219456B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F39AF62-A56B-F6B5-E0D1-6A4473C47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D48D035-BB15-9D68-B22D-DC97C43D8E9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E3EA93E-6F99-B4B5-E846-D6930840224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4644001-843C-9580-BCB1-87AEB1D91864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9423C69-BC54-9C2E-3E25-F467B7226CF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4630411-625B-9FF1-7FC8-929037C4E362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26C368-E744-8F5C-3D09-060814B6365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87D8E32-A226-6474-7942-8506A86639B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1841967-D254-6740-6886-C85A2566A5E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A60285C-0BD9-3F25-00F4-BDFBDF50B87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23F4E4E-647F-EF99-B6C9-606016E5942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4A5911F-FAAC-13F1-DB1A-3338BFA5448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44A62AC-6E01-38F1-6D3B-B17AE3E0898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A477B64A-820D-EDCA-CB1B-C491E58A0BF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4426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C18AD-8782-101D-71B2-AACF88D77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These Hash Functions (for strings)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2B1475-B392-8867-1600-491BB288D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be a string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ascii encoding of the character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2⋅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2B1475-B392-8867-1600-491BB288D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C7F2DBB-1854-D384-1C0C-D2DA88D99D5F}"/>
                  </a:ext>
                </a:extLst>
              </p14:cNvPr>
              <p14:cNvContentPartPr/>
              <p14:nvPr/>
            </p14:nvContentPartPr>
            <p14:xfrm>
              <a:off x="4694760" y="3863880"/>
              <a:ext cx="7248600" cy="1090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C7F2DBB-1854-D384-1C0C-D2DA88D99D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85400" y="3854520"/>
                <a:ext cx="7267320" cy="1108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4277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EB21B-983A-7F4D-AB2A-1B8088E50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37551-8A02-8C7A-602B-6AAC9CB09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These Hash Functions (for strings)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812570-FEA2-2252-6C25-829FA46434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be a string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be the ascii encoding of the character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and possibly uniform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uniform, and effective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2⋅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37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Is: Consistent, efficient, effective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812570-FEA2-2252-6C25-829FA46434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94AC76F-79AE-E0D0-7D34-F544B2249A3E}"/>
                  </a:ext>
                </a:extLst>
              </p14:cNvPr>
              <p14:cNvContentPartPr/>
              <p14:nvPr/>
            </p14:nvContentPartPr>
            <p14:xfrm>
              <a:off x="4061880" y="3695400"/>
              <a:ext cx="2778120" cy="744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94AC76F-79AE-E0D0-7D34-F544B2249A3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2520" y="3686040"/>
                <a:ext cx="2796840" cy="76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032117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9B1C6AA-4B74-2C88-6C34-33C375835E7C}"/>
                  </a:ext>
                </a:extLst>
              </p14:cNvPr>
              <p14:cNvContentPartPr/>
              <p14:nvPr/>
            </p14:nvContentPartPr>
            <p14:xfrm>
              <a:off x="832680" y="1212480"/>
              <a:ext cx="4470840" cy="24159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9B1C6AA-4B74-2C88-6C34-33C375835E7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3320" y="1203120"/>
                <a:ext cx="4489560" cy="2434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3283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65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8361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91ECDB6-DBDB-A8C5-13B8-D40E0B56F6CF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AA78154-D2A0-BF2C-9B37-89A4A1379974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B331FF7-4ADF-F5C5-5A92-E2E26C322D8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43150A1-3A0C-0E2E-806A-D901BAA46E5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7FA6F73-9326-7623-286F-F79D18C948C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0C70B-769B-1252-448C-DD9A7F25B82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2345D6-30A8-DE1D-1642-CCCCDFD9C13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9FD4096-164B-4E14-BE95-4D30896294A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85C0D695-3EA8-5B0F-C8B5-F6B37DA781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64378A1-329E-3EB3-A369-D972CA452FA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1D4BB78-3629-F57F-7936-EEB4230E3113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5268C3D-BFFE-225B-A692-AF99650934D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B1FA29-7E34-0841-EC22-1222491D9C3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A02254A-91CA-3383-8EF6-F5AAF94312F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117B7E3-7CA7-C371-0E02-C5C5A9B5A6B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1CDC39D-5234-7CFE-F9A7-BFA74A9CBB8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7FECAC9-D12D-95A0-AB8A-DD19A4DFF49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31F0E9C-6E2C-32C5-2754-D26A3538B18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6D4FDA9-756B-31B1-096F-002F125364F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B26DF93-8ABD-57E7-3342-E8BB1220BBE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F9BDE1C0-1567-F432-BFC9-5D6917EBB1F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4E56DA0-CB51-CD5D-0F83-6A455B6DB6CA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FA49A12-E978-D7D8-6386-D6286151FBC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C8BF4F05-1F9D-06B3-2DDC-C289E853CCE0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787E9B0-35F3-4A63-957F-9FA7F2B518A2}"/>
              </a:ext>
            </a:extLst>
          </p:cNvPr>
          <p:cNvCxnSpPr>
            <a:cxnSpLocks/>
            <a:stCxn id="48" idx="0"/>
            <a:endCxn id="56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8099790F-4528-AB94-CDB3-F6CC4231DE2C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0104CAB-B7CB-EF56-EAD8-BC0CD889224E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E13C852-F822-AC77-8026-CE353C7665DD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1ADFC5-0306-0154-E32F-D9B258F02E0B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5342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13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2"/>
                <a:r>
                  <a:rPr lang="en-US" dirty="0"/>
                  <a:t>We’ll talk about which constant we should pick later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903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138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5561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/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blipFill>
                <a:blip r:embed="rId10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772FA18-6A5B-A1AF-51F3-05EBCDEAB760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4608512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/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blipFill>
                <a:blip r:embed="rId11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F82035-F31B-DDB2-87BB-A0A1AEB721D2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841681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/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blipFill>
                <a:blip r:embed="rId1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0D314E1-854A-65E6-9B7F-C273F6FDE7DA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7827325" y="303069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/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blipFill>
                <a:blip r:embed="rId13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A668F0C-0B35-AA65-2737-CBC7BE8228E2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3360736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/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blipFill>
                <a:blip r:embed="rId14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F63374C-DE0C-C5B4-3F72-3B27EC9BC237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7827325" y="2315209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/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blipFill>
                <a:blip r:embed="rId1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0B7F36-8C50-B7B5-8D5D-F7C2197D449B}"/>
              </a:ext>
            </a:extLst>
          </p:cNvPr>
          <p:cNvCxnSpPr>
            <a:cxnSpLocks/>
            <a:endCxn id="53" idx="2"/>
          </p:cNvCxnSpPr>
          <p:nvPr/>
        </p:nvCxnSpPr>
        <p:spPr>
          <a:xfrm flipV="1">
            <a:off x="8447405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/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blipFill>
                <a:blip r:embed="rId1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8F43A32-977F-43FE-EAAB-FDBF4149C224}"/>
              </a:ext>
            </a:extLst>
          </p:cNvPr>
          <p:cNvCxnSpPr>
            <a:cxnSpLocks/>
            <a:endCxn id="55" idx="2"/>
          </p:cNvCxnSpPr>
          <p:nvPr/>
        </p:nvCxnSpPr>
        <p:spPr>
          <a:xfrm flipV="1">
            <a:off x="7811450" y="160178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2744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596017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335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399092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414117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C, D, and E all hashed to 3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317F43-9CD7-8DA0-A5D0-001E0001053F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1202B14-1CA9-7427-2AFA-FA1DD7757A51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A3C04AB-11E3-0E1D-5512-CF9905E76CA3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505F905-78AC-0FED-63A8-D158F9F6DB9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6C3C739-190D-77AE-094B-B5A1ABEDD15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DB671C4-36E4-5759-BD56-4B984DE8E14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5E106D1-7203-82F6-280F-7E853F2B0A6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048179-5B5B-1D84-4BEE-B63E119BE515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1E2D4-BFD0-E7A3-64D2-1DB262FEE59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9BCC972-4F49-985D-FF80-F251AC888966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F5EC299-2C81-C998-0B48-905B653F207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35EE393-F261-7112-0EE4-348AA0A1637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74D851-AE84-7BB2-15D2-B8B3FDBD30F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D037339-333A-C3D8-3E6C-65B8FAD063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D452F40-2861-0C61-C782-DA10FBC1BF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DF1C0F-B926-C860-D53D-B0773489824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466C9CD-1D81-A75D-F1FC-9BF215023E2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5135D2-4A37-6E73-2735-7DD762D195B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4DAB7D0-ACAD-CF90-8FD1-642768251F9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6C6D38-B5FA-0844-809D-ECE94165422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8481B7C-6E6D-1241-B31F-BBD1206BCAC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7E7B75A-56BD-E34F-5441-E945C702414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10EF039-58EA-D1AF-24E2-766AB95BFBA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5116AA1-79E7-7B8F-6B63-5AD080903693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E2BEEE4-F2F5-4A6D-A7F1-74E5F59B87C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6E892C7-4BB7-7892-D8EF-72CBDED3855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C937C9A-A150-3B3B-5F5D-A46B057E77E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14F1BB8-CD89-6CC4-271E-B54E8B76D92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B063377-763D-7E6B-A2E2-168A8418FD9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DC69C8-0C62-202A-1D29-F6FA1961746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B2C24F4D-45E7-429F-1A5A-E2F8B890817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CAD924-3E43-437B-0227-B82DCA6BCC6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082242E-03C9-DAC8-4F5A-35CBD59C5E6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CCBA9C-3E8E-4B95-CA6E-01032FF83852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792AA63-0871-0F41-E9F2-588857F0A4F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509C928-E94D-95A9-C016-C6809689E49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2AA9EB9-788C-B4ED-3ADA-785D5BE1408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BF553E-1BDD-5C2E-6BB1-8C3C791134B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8A8E60-CF0C-00C6-275F-9CBAE91141F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C89A41F-BF8D-9B3D-B3C1-AA50B5DDCE1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C7892DC-2FA8-A5BA-5797-5FBAD88AFA6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EF67158-5307-F23C-E512-778B1FDB75D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788CA28-DB30-5C22-5B10-37895107B11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9AF9FD98-F08E-74AD-B4D7-CC0C2EDE31F7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5B24D09-3912-D852-0607-0B6184BE452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A771A6-FE79-3EE8-742B-09A1A7CE80E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70D4F65-1C9F-2430-9212-AF08A10A5B82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D923D7-3737-D6A6-A7FB-34380866D88E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5655836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and E all hashed to 3, and C and D hashed to 5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346744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and E hashed to 3, and B,C, and D hashed to 4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2114980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do this together!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387865-D6B3-8587-09E8-5CD31E13046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181C52-626F-FED7-E42B-5197B1371785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A939B2-C32B-6627-7D0A-988872501ED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919772A-B0F4-4ADD-DB4F-9629D7C5512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60AC0AE-1B49-6671-B294-33F730D8276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96B516C-93B9-57A5-6B86-232A242A055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ED7752-D7E4-7171-A7FE-B10E19044DA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1575A89-6E67-D480-DD5F-3137641C88E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F8F715-4079-97B3-A6A5-2A78BD64DF8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D9C4C72-1025-EC8B-3ACA-FABBC3652DA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4C3245-CE3A-9FF3-02B6-13180C87DCA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B1430E6-19F4-92A9-81E3-2A173BB2108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5B83A83-94DE-8C82-C87A-70DDD7775F6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39240A-6DCC-53C4-D040-B382ACE1771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BB6038A-3189-2451-C956-1CC4E3230B8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D5C3A8-31FF-19C5-01D2-FDA293EB0C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0102509-1C4B-5D84-C96E-A5AE1AAF3AF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436469-A3A6-DF70-D8C0-9999C0D8541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643D0A-07F3-117B-A8BB-008B9DDDA4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65022D3-8588-6E98-AA75-FEE59861FF4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2E7651B-5654-CB4A-084B-117AF722436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0B1476-0333-B34B-FAD7-DED45ACA45C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418FACF-8183-0EB6-9A9C-04DAB6E8AA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98143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key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where </a:t>
            </a:r>
            <a:r>
              <a:rPr lang="en-US" dirty="0">
                <a:latin typeface="Consolas" panose="020B0609020204030204" pitchFamily="49" charset="0"/>
              </a:rPr>
              <a:t>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Assume it is present</a:t>
            </a:r>
          </a:p>
          <a:p>
            <a:r>
              <a:rPr lang="en-US" dirty="0"/>
              <a:t>Beginning at index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, probe until we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(call this location index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)</a:t>
            </a:r>
          </a:p>
          <a:p>
            <a:r>
              <a:rPr lang="en-US" dirty="0"/>
              <a:t>Mark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as empty (e.g. null), then…</a:t>
            </a:r>
          </a:p>
          <a:p>
            <a:pPr lvl="1"/>
            <a:r>
              <a:rPr lang="en-US" dirty="0"/>
              <a:t>Challenge: we need to make sure future finds could be successful</a:t>
            </a:r>
          </a:p>
          <a:p>
            <a:pPr lvl="1"/>
            <a:r>
              <a:rPr lang="en-US" dirty="0"/>
              <a:t>What if there were values that mapped to index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 that appeared after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What if there were items that hashed to a value between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and appeared after </a:t>
            </a:r>
            <a:r>
              <a:rPr lang="en-US" dirty="0">
                <a:latin typeface="Consolas" panose="020B0609020204030204" pitchFamily="49" charset="0"/>
              </a:rPr>
              <a:t>j</a:t>
            </a:r>
            <a:r>
              <a:rPr lang="en-US" dirty="0"/>
              <a:t> due to probing?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387865-D6B3-8587-09E8-5CD31E13046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181C52-626F-FED7-E42B-5197B1371785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A939B2-C32B-6627-7D0A-988872501ED4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919772A-B0F4-4ADD-DB4F-9629D7C5512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60AC0AE-1B49-6671-B294-33F730D8276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96B516C-93B9-57A5-6B86-232A242A055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ED7752-D7E4-7171-A7FE-B10E19044DA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1575A89-6E67-D480-DD5F-3137641C88E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3F8F715-4079-97B3-A6A5-2A78BD64DF8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D9C4C72-1025-EC8B-3ACA-FABBC3652DA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4C3245-CE3A-9FF3-02B6-13180C87DCA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B1430E6-19F4-92A9-81E3-2A173BB2108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5B83A83-94DE-8C82-C87A-70DDD7775F65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39240A-6DCC-53C4-D040-B382ACE1771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BB6038A-3189-2451-C956-1CC4E3230B8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7D5C3A8-31FF-19C5-01D2-FDA293EB0C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0102509-1C4B-5D84-C96E-A5AE1AAF3AF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2436469-A3A6-DF70-D8C0-9999C0D8541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643D0A-07F3-117B-A8BB-008B9DDDA498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65022D3-8588-6E98-AA75-FEE59861FF49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2E7651B-5654-CB4A-084B-117AF7224368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0B1476-0333-B34B-FAD7-DED45ACA45C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418FACF-8183-0EB6-9A9C-04DAB6E8AA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82270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28046</TotalTime>
  <Words>2697</Words>
  <Application>Microsoft Office PowerPoint</Application>
  <PresentationFormat>Widescreen</PresentationFormat>
  <Paragraphs>636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Consolas</vt:lpstr>
      <vt:lpstr>Calibri Light</vt:lpstr>
      <vt:lpstr>Calibri</vt:lpstr>
      <vt:lpstr>Cambria Math</vt:lpstr>
      <vt:lpstr>Aptos</vt:lpstr>
      <vt:lpstr>Arial</vt:lpstr>
      <vt:lpstr>Office Theme</vt:lpstr>
      <vt:lpstr>CSE 332 Winter 2026 Lecture 10: hashing</vt:lpstr>
      <vt:lpstr>Dictionary (Map) ADT</vt:lpstr>
      <vt:lpstr>Dictionary Data Structures</vt:lpstr>
      <vt:lpstr>BSTs and AVL Trees</vt:lpstr>
      <vt:lpstr>Other Tree-based Dictionaries</vt:lpstr>
      <vt:lpstr>Next topic: Hash Tables</vt:lpstr>
      <vt:lpstr>Dictionary (Map) ADT</vt:lpstr>
      <vt:lpstr>The Best Dictionary Data Structure!</vt:lpstr>
      <vt:lpstr>Problem?</vt:lpstr>
      <vt:lpstr>Hash Tables</vt:lpstr>
      <vt:lpstr>Example</vt:lpstr>
      <vt:lpstr>What Influences Running time?</vt:lpstr>
      <vt:lpstr>Properties of a “Good” Hash</vt:lpstr>
      <vt:lpstr>A Bad Hash (and phone number trivia)</vt:lpstr>
      <vt:lpstr>Compare These Hash Functions (for strings)</vt:lpstr>
      <vt:lpstr>Compare These Hash Functions (for strings)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</vt:lpstr>
      <vt:lpstr>Load Factor?</vt:lpstr>
      <vt:lpstr>Load Factor?</vt:lpstr>
      <vt:lpstr>Load Factor?</vt:lpstr>
      <vt:lpstr>Collision Resolution: Linear Probing</vt:lpstr>
      <vt:lpstr>Linear Probing: Insert Procedure</vt:lpstr>
      <vt:lpstr>Linear Probing: Find</vt:lpstr>
      <vt:lpstr>Linear Probing: Find</vt:lpstr>
      <vt:lpstr>Linear Probing: Delete</vt:lpstr>
      <vt:lpstr>Linear Probing: Delete</vt:lpstr>
      <vt:lpstr>Linear Probing: Delete</vt:lpstr>
      <vt:lpstr>Linear Probing: Delete</vt:lpstr>
      <vt:lpstr>Linear Probing: Delete</vt:lpstr>
      <vt:lpstr>Linear Probing: Delete</vt:lpstr>
      <vt:lpstr>Linear Probing + Tombstone: Find</vt:lpstr>
      <vt:lpstr>Linear Probing + Tombstone: Insert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127</cp:revision>
  <dcterms:created xsi:type="dcterms:W3CDTF">2023-09-26T20:08:20Z</dcterms:created>
  <dcterms:modified xsi:type="dcterms:W3CDTF">2026-01-28T22:45:59Z</dcterms:modified>
</cp:coreProperties>
</file>