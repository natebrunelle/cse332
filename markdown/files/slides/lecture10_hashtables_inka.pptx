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8" r:id="rId3"/>
    <p:sldId id="263" r:id="rId4"/>
    <p:sldId id="376" r:id="rId5"/>
    <p:sldId id="306" r:id="rId6"/>
    <p:sldId id="336" r:id="rId7"/>
    <p:sldId id="337" r:id="rId8"/>
    <p:sldId id="338" r:id="rId9"/>
    <p:sldId id="369" r:id="rId10"/>
    <p:sldId id="346" r:id="rId11"/>
    <p:sldId id="347" r:id="rId12"/>
    <p:sldId id="348" r:id="rId13"/>
    <p:sldId id="349" r:id="rId14"/>
    <p:sldId id="350" r:id="rId15"/>
    <p:sldId id="351" r:id="rId16"/>
    <p:sldId id="377" r:id="rId17"/>
    <p:sldId id="378" r:id="rId18"/>
    <p:sldId id="352" r:id="rId19"/>
    <p:sldId id="353" r:id="rId20"/>
    <p:sldId id="354" r:id="rId21"/>
    <p:sldId id="355" r:id="rId22"/>
    <p:sldId id="356" r:id="rId23"/>
    <p:sldId id="379" r:id="rId24"/>
    <p:sldId id="357" r:id="rId25"/>
    <p:sldId id="358" r:id="rId26"/>
    <p:sldId id="359" r:id="rId27"/>
    <p:sldId id="360" r:id="rId28"/>
    <p:sldId id="361" r:id="rId29"/>
    <p:sldId id="362" r:id="rId30"/>
    <p:sldId id="363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1" autoAdjust="0"/>
  </p:normalViewPr>
  <p:slideViewPr>
    <p:cSldViewPr snapToGrid="0">
      <p:cViewPr varScale="1">
        <p:scale>
          <a:sx n="64" d="100"/>
          <a:sy n="64" d="100"/>
        </p:scale>
        <p:origin x="74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EF960D-66C1-ABA0-D3DE-1DEABCB0C2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01823-F715-AF68-6577-EBFD66D892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43542-CF0C-48D3-A91E-34CCD96FC74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5E006-DFCE-D704-C827-FE0B884DE9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989F-B2F9-4E4D-C4FD-A5DF82B44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6CC33-4824-4BB3-8904-E821E71A7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95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19:33:26.6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16985 4201 0,'0'0'0,"0"0"0,34 0 16,42 9-16,35-1 16,17-8-1,18-8 1,50-18-16,60 9 15,34 0 1,17 0-16,18-8 16,-1-1-16,43-8 15,17 0 1,-68 9-16,25 8 16,35-9-1,-52 9-15,0 9 16,-25 8-1,-26 8 1,-34-8-16,-68 0 16,-34 0-1,-44 0-15,-41 0 16,-27 0 0,-8 0-16,-8 0 15,-1 0 1,-16 0-16,-26 17 15,-52 17-15,-50 0 16,-43-8 0,-18-1-16,10-16 15,-10-9 1,9-9-16,-25-8 16,8 9-1,-17-1-15,-59 1 16,-27 16-1,18 1 1,0-1-16,8 9 16,-16-8-1,25-1-15,34 9 16,0-8-16,51-1 16,-17-8-1,34 0 1,52 9-16,-9-9 15,-26 0 1,18 0-16,42 0 16,8 0-1,18 0-15,25 8 16,9-8-16,17 0 16,9 0-1,8 0-15,8 0 16,86 17-1,77-8-15,51-18 16,42-8 0,9 9-1,52-9-15,42-9 16,-26 1 0,69 8-16,76 0 15,-25 8 1,0 1-16,-17 8 15,-77-9 1,8 9-16,1 17 16,-86 0-1,-59 9-15,-35-18 16,-68-8 0,-68 0-16,-26 0 15,-34-17 1,0 9-16</inkml:trace>
  <inkml:trace contextRef="#ctx0" brushRef="#br0" timeOffset="14456.32">4447 7305 0,'0'0'0,"0"0"0,-9 17 0,-16 26 31,-1 8-31,-17 17 16,1 8-16,-18 18 15,0 34 1,17-18-16,18-16 16,8-26-1,0 0 1,8-9-16,1-16 16,8-9-16,0-9 15,0-8 1,0-8-16,0-1 15,0 1 1,0 8-16,17 0 16,17 8-1,0 1-15,-8-18 16,8 9 0,43 0-1,16 9-15,-7-18 0,16 1 31,18-18-31,16 9 16,-8-8 0,-34 8-16,-17 0 0,-9 0 15,18 0 1,25 8 0,-9 1-1,-8-9-15,-9 8 16,-17 1-16,-8-9 15,17 8-15,0 1 16,-26-1 0,-17 1-1,-8-1-15,-18-8 16,1 0-16,-1 0 16,1 0-1,-1 0-15,10-17 16,7-17-1,9-42-15,18-43 16,7-9 0,-16 18-16,-9 16 31,-8 9-31,-18 0 16,1 0-1,-1 17-15,-8 17 16,0 8-1,-8 9-15,-1 0 0,1 17 16,-1 0-16,1 0 16,-1 0-1,1 9-15,-10-1 16,-7 1 15,-18-1-31,-42 1 16,-18 8-1,-25-9-15,-111 1 16,-42-9 0,-95-9-16,-110 1 15,-120 25 1,179 8-16</inkml:trace>
  <inkml:trace contextRef="#ctx0" brushRef="#br0" timeOffset="40641.18">15704 7246 0,'0'0'0,"-17"0"0,-34 17 0,-43-9 16,17 9-1,-25 0-15,-103 9 16,26 16-16,0 18 16,-60 8-1,76-17 1,104-9-16,8-7 16,8-10-1,26-16-15,8-1 16,9-8-1</inkml:trace>
  <inkml:trace contextRef="#ctx0" brushRef="#br0" timeOffset="40899.05">14450 7084 0,'0'0'0,"-9"0"0,-16 17 0,-27 17 15,1 9 1,0-18-16,17 1 16,8-9-1,9 0 1,0 0-16,0 0 16,17 0-1,43 17-15,93 42 16,69 18-16,94 51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19:35:38.6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4028 6565 0,'0'0'0,"0"0"0,0 0 0,-8 0 0,8 0 16,0 0-16,0 0 16,-9 0-1,1 0-15,-1 0 16,-16 9-1,-18-1-15,-17 1 16,-16 8 0,-27 8-16,1 10 15,-9 24-15,0 9 16,8 0-16,1 9 16,17 8-1,8 8-15,34-25 16,17-8-1,18-9-15,8 0 16,17 17 0,26 34-16,25 0 15,17-17 1,18 0-16,-1 9 16,-8-1-1,-17 18 1,-26-9-16,-17-17 15,-8 0 1,-18 25 0,-25 35-16,-17-9 15,-34 0-15,-43 26 16,-17 8 0,8-43-1,-8-25-15,9-25 16,8-9-1,26-25-15,42-18 16,9-16 0,17-1-16,0 1 15,8-1 1,1 1-16,8-1 16,0-8-1,0 0-15,0 9 16,25 16-16,18 35 15,17 8 1,8 8 0,0 9-16,17 17 15,1 26 1,-26-18-16,-18 1 16,9 25-1,-8 9-15,-17-43 16,-9-9-1,-17-16-15,-34 8 16,-69 51 0,-25 8-16,17-16 15,-8 0 1,-1 16-16,35-8 16,51-42-1,59-43-15,61-34 16,-26-17-1</inkml:trace>
  <inkml:trace contextRef="#ctx0" brushRef="#br0" timeOffset="10412.01">4455 12289 0,'0'0'0,"0"0"0,-8-9 15,-1 1-15,-8-9 16,-9 0-1,1 0-15,-1 0 16,1 0 0,-18 8-16,0 9 15,-16 9 1,-18 16-16,-26 18 16,9 16-1,1 18-15,7 17 16,1 8-16,0 0 15,-1 25 1,18-8 0,25-34-16,9-25 15,17-1 1,8-16 0,18-1-16,17 1 15,8-1 1,17 1-16,9-9 15,8 17 1,9 0-16,-9-8 16,-25-9-16,-9-9 15,-8 9-15,-1 0 16,-16 9-16,-35 25 16,-25 34-1,-26 0 1,-8-26-16,16-16 15,10-26 1,25-9 0,8-16-16,9-1 0,0 1 31,17-9-15,0 0-16,0 0 0,25 0 15,18 8 1,8 9-1,-8 0 1,0 17-16,-9 26 16,-17 68-16,-26 42 15,-16-26 1,-9-25 0,8-8-16,17-18 15,18-25 1,34-8-16,59-17 15,103-43 1,145-26-16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19:39:35.5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8415 15606 0,'0'0'0,"9"-9"0,8-16 0,85-52 0,-76 77 15,0 0-15,8 0 16,26 0-16,33 17 16,104-17-16,59-8 15,34-26 1,43 0-16,42 0 15,9 34 1,9 17-16,25 25 16,43 18-1,-51 8-15</inkml:trace>
  <inkml:trace contextRef="#ctx0" brushRef="#br0" timeOffset="12062.19">27628 3317 0,'0'0'0,"0"0"0,0 0 0,0 0 15,0 8 1,0 18-1,-9 16 1,-8 52-16,-9 42 16,-16 34-16,-18 26 15,9-26 1,8-17-16,0 0 16,18-34-1,25-51 1,0-34-16,0-9 15,17-25 1,26-34-16,33-42 16,35-35-16,9-8 15,-18-8 1,-8 8 0,-17 34-16,-17 25 15,-9 18 1,17 8-16,18 25 15,-18 35-15,0 33 16,-8 35 0,-17 16-1,-26 26-15,-9 9 16,-8-26 0,0-43-16,0-25 15,-8 0-15,-1-16 16</inkml:trace>
  <inkml:trace contextRef="#ctx0" brushRef="#br0" timeOffset="12632.83">27559 5664 0,'-8'25'0,"-1"78"0,1 75 16,-9 1-1,0-43 1,17-17 0,0-34-16,0-17 0,0-43 0,8-16 15</inkml:trace>
  <inkml:trace contextRef="#ctx0" brushRef="#br0" timeOffset="13240.06">27269 7594 0,'9'0'0,"8"0"0,0 0 15,8 0 1,18-8-16,25-1 16,26-8-1,0-17-15,-17 0 16,0-8 0,-17-1-16,-18 1 15,-16-1 1,-18-8-1,-16-8-15,-18-1 16,-59-8-16,-26 26 16,0 33-1,-60 60 1,-8 34-16,68 26 16,26 25-1,42 8-15,26 27 16,43-10-1,42-25-15,43-17 16,51-42-16,77-60 16,111-43-1</inkml:trace>
  <inkml:trace contextRef="#ctx0" brushRef="#br0" timeOffset="13901.31">27500 8734 0,'0'0'0,"0"0"0,0 9 15,0 33-15,0 26 16,-9 26 0,-17 33-16,1 9 15,-1-25 1,-8-1-16,17-50 16</inkml:trace>
  <inkml:trace contextRef="#ctx0" brushRef="#br0" timeOffset="15720.22">26638 11387 0,'0'0'0,"0"0"0,0 0 16,0 0-16,0 0 15,8 0-15,18-8 16,16-9-1,27-26 1,33-42-16,1-17 16,25-17-1,-9 0-15,-8-17 16,0-17 0,17-9-16,-9 9 15,-42 34 1,-8-17-16,-18 26 15,-26 25-15,1 25 16,-18 9 0,-8 17-1,-8 0-15,-1 17 16,1 0-16,-18 9 16,-33 8-1,-10 17 1,10 25-16,7 26 15,-7 34-15,-1 43 16,0 16 0,17 9-16,9-8 15,17 17 1,0 8 0,17-17-1,9-17-15,8-17 16,17-26-16,9-24 15,33-18 1,-24-34-16</inkml:trace>
  <inkml:trace contextRef="#ctx0" brushRef="#br0" timeOffset="16251.26">28080 11991 0,'0'0'0,"0"0"0,0 26 0,26 25 16,59 51-1,34 25-15,-8 1 16,0-26 0,26 0-16,-9-8 15,-60-26-15,-42-34 16</inkml:trace>
  <inkml:trace contextRef="#ctx0" brushRef="#br0" timeOffset="16954.81">28993 13811 0,'0'0'0,"0"0"0,0 0 0,0 0 15,9 0-15,33-8 31,18-9-31,43-17 16,8 0-16,-9-9 16,-8-8-1,-9-25 1,1-1-16,7-8 16,-7-9-16,-18 9 15,-17 0 1,-17 17-1,-17 9-15,-8 25 16,0 0-16,-9 8 16,0 9-16,-9 0 15,-8 0 1,-26-8 0,-16 8-16,-1 17 15,-17 25-15,0 9 0,17 26 31,18 16-15,8 43 0,25 9-16,26 8 15,17-8-15,-8-9 16,-1-9 0,-16-16-16,8-18 15,-8-25 1,-1-42-1</inkml:trace>
  <inkml:trace contextRef="#ctx0" brushRef="#br0" timeOffset="17293.77">30333 13964 0,'0'0'0,"9"17"0,33 34 16,27 26 0,25 16-16,8 1 15,9-9 1,17 9-16,-9-18 16,-25-25-16,-60-42 15</inkml:trace>
  <inkml:trace contextRef="#ctx0" brushRef="#br0" timeOffset="17933.68">31741 14976 0,'-8'0'0,"-18"0"0,-25 17 0,-51 26 16,-1 16-1,18 18-15,17 17 16,16 8-16,44 8 16,16 1-1,27-9-15,41 8 16,35-16-1,9-35-15,16-25 16,-8-42 0,-8-35-1,-9-33-15,-17-52 16,-35-25 0,-33-42-16,-60-18 15,-68-25-15,-44-85 16</inkml:trace>
  <inkml:trace contextRef="#ctx0" brushRef="#br0" timeOffset="18490.75">26723 11779 0,'0'0'0,"0"0"0,0 0 16,0 0-16,-17 0 16,-17 0-1,-35 34-15,-42 34 16,-34 34-16,-17 17 16,9 0-1,25-17 1,0-8-16,25-18 15,43-42 1,26-17-16,26-17 16</inkml:trace>
  <inkml:trace contextRef="#ctx0" brushRef="#br0" timeOffset="19281.81">24922 12876 0,'0'0'0,"0"0"0,0 0 16,-8 0 0,-10 0-16,-33 25 15,-51 35 1,-60 67 0,8 26-16,26 18 15,-9 41 1,-16 9-16,8-34 15,25-51 1,35-34-16,8-50 16,17-18-1,18-17-15,16-34 16,17-26-16,44-68 16,50-76-1,17-8-15,52 8 16,8 0-1,-42 42 1,-18 34-16,35 1 16,-1 25-16,-16 42 15,42 18 1,17 25 0,-17 42-16,-8 26 15,-26 26 1,-34-1-16,-60 9 15,-68 18-15,-60 16 16,-102 0 0,-43-26-1,-34-76-15,-1-59 16,-7-94 0,-52-60-16</inkml:trace>
  <inkml:trace contextRef="#ctx0" brushRef="#br0" timeOffset="36679.58">11283 16720 0,'0'0'0,"0"0"0,0 0 0,0 0 16,0 0-16,-8 0 16,-9 0-1,-18 0 1,-16 0-16,-9 8 16,-8 1-1,-17-1-15,-18-8 16,-25-8-16,-25-1 15,-26 1 1,33 8-16,10 8 16,16 1-16,35-1 15,17 1 1,25-1 0,18-8-1,25 0-15,0 0 16</inkml:trace>
  <inkml:trace contextRef="#ctx0" brushRef="#br0" timeOffset="36969.68">10293 16558 0,'0'0'0,"0"0"0,0 0 0,0 0 16,0 0-16,0 0 15,0 0 1,-17 0 0,-43 26-16,-25 25 15,-17 25 1,-1 1-16,18-18 16,25-8-1,17-17-15,26-8 16,26-18-1,68 1-15,136-18 16,137-25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19:41:21.5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4455 13590 0,'0'0'0,"0"0"15,0 0-15,0 0 0,0 0 16,0 0 0,0 9-16,0-9 15,0 0 1,0 0-16,0 0 16,0 0-1,-8 8-15,8 1 16,-9-9-1,1 8-15,-18-8 16,0-8 0,-16-1-16,-9 1 15,-9-1-15,9-8 16,-18 17 0,-16 0-16,17 17 31,-9 0-31,0 17 0,-8 9 15,8 8 1,26 0-16,-1 0 16,1 25 15,17-8-31,17-17 16,17 0-1,17-8-15,17-1 16,26 1-1,8-9-15,9-9 16,0 1 0,-17 0-16,-18 8 15,1-9 1,-17 9-16,-18 9 16,-16 25-1,-18 8-15,-8-8 16,-17-8-1,17-18-15,-1-8 16,18-8 0,9-9-16,-1-9 15,1 1 1,-1-1-16,9 1 16,0-9-1,0 0-15,0 0 16,0 0-1,0 8-15,26 18 16,25 25 0,17 25-16,9 1 15,-17-9 1,-26-26-16,-8 1 16,-26-9-1,-26 26-15,-51 59 16,-34 17-1,26-43-15,42-25 16,26-8 0,51-9-16,94 8 15,137-59 1,102-42-16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19:43:14.9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3969 7901 0,'0'0'0,"0"0"0,0 0 0,0 0 16,8 0 0,-8 0-16,9 0 15,-9 0 1,8 8 0,1 9-1,-1-8-15,-8-1 0,9 1 31,-9-1-31,0-8 16,0 0 0,0 0-16,0 0 15,0 0 1,0 9-16,0-9 16,0 0-1,17 8-15,0 1 16,17-1-1,-8 1-15,-1-1 16,1 1-16,0 8 16,16 8-1,18 9-15,17-8 32,-17 8-32,-9-9 15,-8 1-15,-9-1 16,-9-8-1,1 0 1,-1 0-16,-7 9 16,-1-9-1,0 8-15,0-8 16,0 0 0,0-8-16,-9-1 15,9 1-15,1 8 16,33 0-1,17 8-15,9-16 16,8-1 0,9 1-16,9-18 15,33 1 1,18-1-16,-1-16 16,44-1-1,25 9 1,-9 9-16,26-9 15,0 8 1,8 9-16,-8 9 16,26-9-1,0-9-15,16 1 16,-8 8 0,26-9-16,34 18 0,-17-1 15,25-16 1,-25-1-1,17 18 1,25-1-16,-51 1 16,9-1-1,-26 9-15,-8 9 16,-26-1-16,-34 18 0,-34-9 16,-69 0 15,-8 0-31,0 0 15,9 9 1,-35-18-16,-25-8 16,-18-8-1,-16-1-15,-17 1 16,-1-9 0,1 0-16,-1 0 15,-8-9 1,9-8-16,-9-8 15,0-26 1,-9-18-16,1-50 16,-18-170-1</inkml:trace>
  <inkml:trace contextRef="#ctx0" brushRef="#br0" timeOffset="9090.95">13673 6795 0,'0'0'16,"0"0"-16,-9 17 0,1 0 16,-1 9-16,-16-1 15,-1-8 1,1 17-1,-10-8-15,18-1 16,0 1 0,-8 16-16,-1 18 15,-8 16 1,0 18-16,8-1 16,9-8-16,0 0 15,9-17 1,8 18-1,-9-10-15,9 1 16,0-18 0,0-16-16,0-9 15,0-9-15,0 1 16,0-18 0,0 1-16,0 8 15,0 0 1,9 8-16,8 1 15,8-1 1,1 1-16,8-9 16,17 8-1,43-8-15,8 0 16,9-8 0,52-1-1,24 1-15,-7-18 16,50 9-16,9 0 15,0-8 1,34-9 0,51-17-16,18 0 15,16 0 1,43 0-16,18 0 16,-52 17-1,-17 17-15,68 0 16,-94 17-16,-17 17 15,9 0 1,0 0 0,51 8-16,-68-8 15,25 0 1,-34-8-16,-8-1 16,0 1-1,-26 8-15,-26 8 16,-17-8-16,-25-8 15,-60 8 1,-25-9-16,-27-7 16,-7 7-1,-18 1 1,-17-18-16,-8 1 16,-18-1-1,1-8-15,-1 0 16,1 0-16,-9-8 31,8-9-31,1-17 16,-9-35-16,0-24 0,8-35 31,27-16-31,-1 16 16,17 1-1,-8-18-15,8 9 16,0 17-16,-8 17 15,-9 8-15,-9 18 32,-16 25-32,-1 8 15,1 9 1,0 17-16,-9 0 16,0 0-1,0 9-15,0-1 16,-9 1-16,0-1 15,-16-8 1,-18-8 0,-59-9-16,-35 8 15,1 9 1,-95 9-16,-16 8 16,-26 8-1,-9 9-15,-17-17 16,-51-8-1,0-1 1,-42-16-16,-52 8 16,9 8-16,33 9 15,-84 9 1,-52 8-16,-25 17 16,-34-9-1,-44 1-15,-16-9 16,60 0-1,-26 8 1,204 9-16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19:45:47.5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5923 9831 0,'0'0'15,"0"9"-15,0 16 0,-8 162 0,-1-110 0,9-9 0,0-17 0,0-9 16,0 1 0,0-18-16,0 1 15,17-1 1,9 1-16,25-1 16,9-16-1,-9 0 1,9-1-16,0-16 0,-1-1 15,10 0 1,50 1 0,1-1-1,-18 9-15,-17 0 0,-16 0 16,33 9 0,17-1-1,-42 1-15,-26 0 0,-8-9 31,-17 0-15,-1 0-16,-16 0 16,-1 0-1,-8 0-15,0-9 16,0-25 0,-8-17-16,8-51 15,8-60 1,35-144-16</inkml:trace>
  <inkml:trace contextRef="#ctx0" brushRef="#br0" timeOffset="4988.09">9260 10188 0,'52'-25'0,"170"-60"0,221-68 15,-42 42-15</inkml:trace>
  <inkml:trace contextRef="#ctx0" brushRef="#br0" timeOffset="10951.29">4139 11906 0,'0'0'0,"0"0"0,9 0 16,8 17-1,26 0-15,59-8 16,35-9 0,-1 17-16,112 17 15,68 0-15,42-17 16</inkml:trace>
  <inkml:trace contextRef="#ctx0" brushRef="#br0" timeOffset="12352.21">7169 13003 0,'0'0'0,"0"0"0</inkml:trace>
  <inkml:trace contextRef="#ctx0" brushRef="#br0" timeOffset="13088.14">7041 12391 0,'0'0'0,"0"0"0,0 0 16,0 0-16,0 0 31,0 0-31,0 0 15,0 0-15,-8 26 16,-1 8 0,1 17-16,-1 0 15,9 8-15,0 1 16,0-18 0,0 1-16,0-1 15,0-16 1,0-1-1,0 1 1,9-9-16,25 8 16,34-16-1,-8-1-15,0 1 16,25-18 0,77-16-16,34 8 15,-42-9 1,68 9-16,8 0 15,9 9 1,17 8-16,-34 0 0,17 8 31,-59 9-31,41 9 16,-7 16-16,-86-8 16,0 0-16,26 0 31,-35-8-31,-34-18 15,-25 1 1,-9-9-16,-17-9 16,-8 1-16,0-18 15,-9-8-15,17-51 16,-17 17 0</inkml:trace>
  <inkml:trace contextRef="#ctx0" brushRef="#br0" timeOffset="20528.46">5607 15682 0,'0'0'0,"0"0"0,0 0 15</inkml:trace>
  <inkml:trace contextRef="#ctx0" brushRef="#br0" timeOffset="20763.68">4839 15869 0,'0'0'0,"0"0"0,0 0 16,26 0 0,51 9-16,42 8 15,120 0 1,34 8 0,103-8-16,93 0 15,-42 9 1,-26-1-16</inkml:trace>
  <inkml:trace contextRef="#ctx0" brushRef="#br0" timeOffset="117176.59">25323 5162 0,'0'0'0,"0"0"0,-8-8 0,-1-1 0,1-8 15,-9 0-15,-1 0 16,-7 0 0,-9 0-16,-35 9 15,-7 16 1,-1 18-1,-43 50-15,-85 103 16,1 16-16,67-7 16,-17 24-1,18 1-15,42-26 16,43-17 0,51-17-16,34-8 15,34-35 1,26-33-16,43-52 15,8-33-15,8-60 16,-8-51 0,-42 8-16,-35 9 15,-25 8 1,-35 18-16,-25 16 16,-42 9-1,-61 9 1,-34 33-16,-8 52 15,-17 33-15,25 1 16,78-26 0,50-26-1</inkml:trace>
  <inkml:trace contextRef="#ctx0" brushRef="#br0" timeOffset="117686.1">26262 5485 0,'-9'0'0,"-8"34"0,-34 34 16,-17 26-16,8 0 15,9 8 1,0 0-16,17-34 15,-1-26 1,18 1-16,17-9 16,0-9-1,17 1-15,69-1 16,33-8-16,1-8 16,-9-18-1,25-16 1,1-1-16,-26 9 15,-17 0-15,-26 0 16,-25 9 0,-9-18-1,-9 18-15</inkml:trace>
  <inkml:trace contextRef="#ctx0" brushRef="#br0" timeOffset="117918.28">26842 5587 0,'0'0'0,"-8"17"0,-1 51 0,-8 60 15,-51 68 16,-60 101-31,-9 35 16,44-60 0,-27 51-16</inkml:trace>
  <inkml:trace contextRef="#ctx0" brushRef="#br0" timeOffset="131530.21">20714 9244 0,'0'0'0,"0"0"16,17 0-16,18 9 0,16-1 15,8 1-15,10 8 16,25 0-1,17 0-15,-18 0 32,-7 17-32,-1 8 15,-25 9 1,-9 35-16,-8 16 16,-26 42-1,-17 18-15,-26-18 16,-25-8-1,-26 0-15,-42-16 16,-1-44 0,26-25-16,18-25 15,33-18 1,9-25-16,8-34 16,18-17-16,25-26 15,34-8 1,51-8-16,18 33 15,-26 43-15,0 34 32,-9 43-32,17 50 15,18 52 1,-26 17-16,-17-35 16,-9-16-1,-8-18-15,-9-33 16,0-26-1,-17-26-15</inkml:trace>
  <inkml:trace contextRef="#ctx0" brushRef="#br0" timeOffset="132589.47">22549 7901 0,'0'0'0,"0"0"0,-8 8 16,-9 18-1,-17 16 1,-43 35-16,-17 16 16,26 1-16,-18 25 15,9 34-15,26-25 16,26-18 0,16-8-1,26 0-15,26 0 16,51-17-1,17-42-15,-9-18 16,-17-25 0,-25-8-16,-17-1 15,-18-16 1,1-1-16,-17-8 16,-1 0-1,-25 0-15,-9 0 16,-33 0-1,-35 9 1,-9 16-16,35 9 16,17-8-1,8-9-15,35 0 0</inkml:trace>
  <inkml:trace contextRef="#ctx0" brushRef="#br0" timeOffset="133177.12">23830 8462 0,'0'0'0,"0"0"0,0 0 0,0 0 15,0 0 1,0 0 0,0 0-16,0 0 15,0 0-15,0 0 16,-9 0-16,0 17 15,1 0-15,-9 8 16,-9 26 15,1 18-31,-9-1 16,8-9 0,9-16-16,0-9 15,8-9 1,9-8-16,0 0 0,17-8 15,0-1 1,52 1 0,42-1-1,-9-16-15,-17-9 0,-16 0 32,-18 8-32,0 1 15,26-1-15,17-8 16,-26 17-1,-25 0-15,-18 0 16,-16-8 0,-1 8-1</inkml:trace>
  <inkml:trace contextRef="#ctx0" brushRef="#br0" timeOffset="133374.98">24342 8445 0,'0'0'0,"0"0"0,-9 42 15,1 95 1,8 58 0,-9 35-16,1-9 0,8-17 15,17 119 1</inkml:trace>
  <inkml:trace contextRef="#ctx0" brushRef="#br0" timeOffset="140586.14">25963 10716 0,'0'0'0,"0"0"0,0 0 16,0 0-1,0 0-15,0-9 16,17-8-16,26-34 15,17-25 1,8 8 0,-25 16-16,-18 10 15,-16 8 1,-9 8 0,-9 9-16,-16 0 0,-18 0 15,0 17 1,-8 0-1,17 9 1,8-1-16,9 1 16,0-1-1,17 1-15,0-9 16,0 0-16,0 0 16,0 0-1,0 0 1,0 0-1,0 0-15,0 0 16,0 0-16,0 0 16,0 0-1,0 0-15,0 0 16,0 0 0,26 8-16,25 1 15,-8-9 1,-9 0-16,-8 0 15,-1 0 1,-16 0 0,-1 0-16,-16 0 15,-9 8-15,-18-8 0,18 0 32</inkml:trace>
  <inkml:trace contextRef="#ctx0" brushRef="#br0" timeOffset="141821.56">28199 8955 0,'0'0'0,"-8"0"0,-18 0 0,1 9 16,-18 8 0,-8 8-1,-26 26-15,-60 51 16,9 26-1,0 25-15,9 34 0,-9 34 32,8 9-32,52-52 15,34-25 1,43-8-16,42-26 16,34-25-1,26-9-15,51-34 16,0-17-1,-34-34-15,-25-9 16,-35-16 0,-17-9-16,-17-9 15,-16-8 1,-36-8-16,-24-1 16,-61-8-1,-42 17-15,-8 43 16,-1 16-1,26 1-15,68-1 16,43 1 0,17-9-16</inkml:trace>
  <inkml:trace contextRef="#ctx0" brushRef="#br0" timeOffset="142299.91">29608 9406 0,'0'0'16,"-9"8"-16,-8 18 0,-8 33 16,-44 35-1,-16 25 1,8-17-16,26-17 0,0-8 16,8-18 15,17-16-31,9-18 15,17 1-15,26-9 16,59 0 0,52-9-1,8-25-15,34 0 16,17-8-16,-25-1 16,-17-8-1,-18 17-15,-42 0 16,-25 0-1,-18 9 1,-26-1-16,-16 1 16,-9-1-1</inkml:trace>
  <inkml:trace contextRef="#ctx0" brushRef="#br0" timeOffset="142520.26">30291 9576 0,'0'0'0,"0"9"0,-9 67 15,-8 94 1,-43 111 0,-25 25-16,-26-42 0,17-9 31,43-43-31,42-101 15,18-69-15</inkml:trace>
  <inkml:trace contextRef="#ctx0" brushRef="#br0" timeOffset="150839.19">16754 13369 0,'0'0'16,"0"0"-16,0 0 0,0 0 15,0 0 1,0-8 0,9-9-16,25-18 15,43-33 1,8 0-16,9 0 16,-9 0-1,43-8-15,0 8 16,-34 25-16,-17 18 15,-9 25-15,0 25 16,18 26 0,-9 17-16,-1 34 31,-7 0-31,-10-8 16,10-26-1,8-34-15,59-25 16,35-52-16,-26-34 15,0-8 1,9 0-16,-26 0 16,-26-8-1,-51 42 1</inkml:trace>
  <inkml:trace contextRef="#ctx0" brushRef="#br0" timeOffset="151536.84">16874 14279 0,'0'0'0,"-9"0"0,9 0 0,-8 0 16,8 0-1,0 0-15,0 0 16,8-9-16,26-8 16,52-25-16,33-18 15,52-8 1,-9 0 0,-60 34-1,-16 17-15,-18 9 16,0 16-16,1 18 15,-18 25 1,0 51 0,-17 34-16,-8-25 15,-1-35 1,9-25-16,9-17 16,34-25-1,85-52-15,69-67 16,16-35-16,1 0 15,-18-16-15,60-43 32</inkml:trace>
  <inkml:trace contextRef="#ctx0" brushRef="#br0" timeOffset="152770.46">21098 12655 0,'0'0'0,"0"0"0,0 0 16,0 0-1,0 0-15,0 0 16,-8 0 0,-18 17-16,-25 25 15,-26 35 1,-34 50-16,-17 52 15,17 42 1,34 0-16,26 0 16,26-42-1,16-35-15,35-16 16,16-43 0,27-25-16,33-35 15,18-42 1,8-42-16,0-18 15,-17-8 1,-52 25-16,-33 18 16,-35-1-1,-42 1-15,-34 16 16,-26 18 0,-34 25-16,17 25 15,42 9 1,27 0-16,25-17 15,25-17 1</inkml:trace>
  <inkml:trace contextRef="#ctx0" brushRef="#br0" timeOffset="153525.65">22473 13480 0,'0'0'0,"0"0"0,8 0 0,18 17 15,8-9 1,8 9-1,44-8-15,16-9 16,-16-26 0,-10-8-1,-16-8-15,-9 8 0,-25 0 16,-18-1 0,-25 1-1,-59 0 1,-61 17-16,0 43 15,-59 51 1,-9 25-16,77 42 16,26 18-16,51-18 15,34 1-15,34-1 16,60-16 0,51-34-16,51-43 15,26-51 1,-9-51-1,111-60 1</inkml:trace>
  <inkml:trace contextRef="#ctx0" brushRef="#br0" timeOffset="153854.91">23898 13480 0,'0'0'0,"0"8"0,25 18 0,18 25 16,8 34-1,18 34-15,-1 0 16,9-9-16,17-16 16,-1-1-1,1-16 1,0-43-16,9-34 16,16-51-16,-59 8 15</inkml:trace>
  <inkml:trace contextRef="#ctx0" brushRef="#br0" timeOffset="154100.85">24948 13607 0,'-9'0'0,"1"9"0,-44 16 16,-110 43-1,-34 17-15,51 9 16,-34 16-16,16-8 15,52-25 1,26-18-16,25 1 16,18-9-1,33-17 1,18-25-16</inkml:trace>
  <inkml:trace contextRef="#ctx0" brushRef="#br0" timeOffset="154513.98">25767 13837 0,'0'0'0,"0"0"0,0 0 16,0 0-1,-9 8-15,-42 18 16,-43 42-16,9 17 15,25-9 1,18 1-16,16-9 16,17-8-1,35-18-15,42-8 16,26-25 0,26-52-1,33-51-15,10-16 16,-70 33-1,-41 35-15,-27 16 16,1 9-16,-18 17 16,-8 9-1,-34 33 1,-34 69-16,0 42 16,16-8-16,27-26 15,16-34-15,26-43 16,0-33-1</inkml:trace>
  <inkml:trace contextRef="#ctx0" brushRef="#br0" timeOffset="155018.26">27389 13190 0,'0'0'0,"0"9"0,-17 33 16,-43 86-16,-43 51 16,10 8-1,7 0-15,18-17 16,0-26-1,16-24-15,18-35 16,17-34 0,0-26-16,17-8 15,0-17 1,26-8-16,16-26 16,18-9-1,-17 9-15,-18 0 16,1 17-1,0 0-15,-1 17 16,-8 9 0,-8 16-16,-18 18 15,-16 25 1,-26 0-16,-9-17 16,-26-9-1,-16-16-15,25-26 16,26-9-1,34 1-15</inkml:trace>
  <inkml:trace contextRef="#ctx0" brushRef="#br0" timeOffset="155256.66">27662 14517 0,'0'9'0,"25"42"0,18 42 0,17 18 16,-9-26-1,-8-26-15,8-25 16,17-25-1,-17-9-15</inkml:trace>
  <inkml:trace contextRef="#ctx0" brushRef="#br0" timeOffset="155507.72">28524 14228 0,'0'0'15,"-9"8"-15,-16 35 0,-86 93 16,-17 43 0,0 8-1,-9 34-15,-8 8 16,26-24 0,42-86-16,34-34 15,26-43 1,17-25-16,8-17 15</inkml:trace>
  <inkml:trace contextRef="#ctx0" brushRef="#br0" timeOffset="155761.26">29659 13735 0,'0'0'0,"0"0"0,0 0 0,0 8 16,-17 35-16,-60 93 15,-77 85 1,-16 34 0,25-42-16,25-26 0,35-51 15,34-60 1,34-50-1</inkml:trace>
  <inkml:trace contextRef="#ctx0" brushRef="#br0" timeOffset="156025.71">28840 14279 0,'0'0'0,"8"0"16,18 17-16,25 9 31,34 8-31,60 0 16,9 0 0,-26-17-16,51-9 15,-34-8 1,-102 0-16</inkml:trace>
  <inkml:trace contextRef="#ctx0" brushRef="#br0" timeOffset="156378.46">30214 14543 0,'0'0'0,"0"0"0,42-9 16,35 1 0,9-9-1,-18 0-15,0-9 16,-8 1 0,-17-1-16,-9-8 15,-9 9 1,-16-1-16,-26 1 15,-60-1 1,-51 17-16,-9 52 16,-8 68-16,17 50 15,51 26 1,52-8-16,67-26 16,104-26-1,186-127 1,61-85-16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4-20T19:49:12.8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30903 15152 0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19:49:45.2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6896 6846 0,'0'0'0,"0"0"0,0 0 0,0 0 32,0 0-32,0 0 15,0 0 1,0 0-1,0 0-15,0 9 16,0 8-16,9 17 16,-9 8-1,0 18-15,-9-18 16,1 1 0,-1-9-16,9-9 15,0 9 1,0 9-16,0 8 15,9 0 1,8-9 0,0 1-16,0-9 15,17 0-15,17 0 16,9-9 0,0 1-16,-9-9 15,9 0 1,8-9-16,34-8 15,43-8 1,9-9-16,25-9 16,9 1-1,17-9-15,8 0 16,18 0 0,8 8-1,-9 1-15,-16 25 16,-10 8-1,10 9-15,-1 0 16,-34 17 0,-25 0-16,-43-8 15,-26 8-15,-25-9 16,-26 1 0,-8-18-1,-18 1-15,1-9 16,-9 0-1,0-9-15,8-25 16,18-59-16,34-43 16,-18 68-1</inkml:trace>
  <inkml:trace contextRef="#ctx0" brushRef="#br0" timeOffset="30080.51">6623 8215 0,'0'0'0,"0"0"0,0 0 15,0 0-15,0 0 16,0 0-1,-8 0-15,-1 9 16,1-1-16,8 1 16,0-9-1,0 0-15,0 0 32,0 0-32,0 0 15,0 0-15,0 0 16,0 0-1,0 0-15,0 0 16,0 0-16,0 0 16,0 8-1,0 1 1,0-1-16,0-8 16,25 17-1,26 0-15,26-8 0,26-1 31,25 1-31,25-1 16,18-16 0,17-9-16,34 8 15,42-8 1,18 0-16,51 17 16,8 9-1,9 25-15,-9 17 16,26 8-1</inkml:trace>
  <inkml:trace contextRef="#ctx0" brushRef="#br0" timeOffset="40498.44">20253 8300 0,'0'0'0,"0"0"0,0 0 0,0 0 16,0 0 0,17 0-16,26 17 15,85 9 1,86 8-1,84 0-15,10 8 16,50-8 0,35-8-1</inkml:trace>
  <inkml:trace contextRef="#ctx0" brushRef="#br0" timeOffset="66141.03">1553 11379 0,'0'0'0,"0"0"0,0 0 16,0 0-16,0 0 31,17 8-31,18 35 0,50 34 16,-8 16-1,0-8-15,8 17 31,-25 17-31,8 9 16,43 25 0,-9 17-16,-25-17 15,-26 26 1,-8-1-16,-17 1 16,-1-9-1,-16-42-15,-1-43 16,-8-43-1,0-16-15,-8-18 16,-1 1 0,-25-18-16,-17 1 15,25 8 1</inkml:trace>
  <inkml:trace contextRef="#ctx0" brushRef="#br0" timeOffset="66383.38">2023 13080 0,'0'0'0,"0"0"0,0 0 0,0 17 16,25 8 0,-16 35-16,25 67 15,17 52 1,9-9-16,8-17 16,-8-59-1,-26-43-15,0-26 16,18-33-1,41-94-15,87-128 16,-18-50 0,-17-44-16</inkml:trace>
  <inkml:trace contextRef="#ctx0" brushRef="#br0" timeOffset="71369.23">7673 14075 0,'0'0'0,"0"0"0,-9-9 0,-16 1 16,-18-1 0,-8 1-16,8-1 15,9-8-15,17 9 16,-9 8-1,-8 0 1,-34 0-16,-9 8 16,26-8-16,8 9 15,-16 16 1,-18 18-16,8 8 16,18-9-1,9 9 1,-1 9-16,9 0 15,-9 8 1,9 8-16,0 9 16,17 9-16,-9 16 15,-8 52 1,-9-1 0,18-33-16,8-9 15,0 0 1,17-25-16,8-9 15,18 0-15,33 8 16,10 1-16,-1-9 16,0 0-1,9-17 1,17 0 0,25-8-16,-8-18 15,0-8 1,17-8-16,26-1 15,0-16 1,-1-18-16,27-8 16,-1-8-1,-43-18-15,35-25 16,-9-9 0,-59 9-16,-10-25 15,-7-9-15,-9-17 16,-18-9-1,-7-8 1,-35 17 0,-17-25-16,-9-18 15,-16 9-15,-10-17 16,-24 8 0,-10 18-16,-59 8 15,-34-9-15,-17 17 16,-77 18-1,-120 42 1,-76 93-16,59 69 16</inkml:trace>
  <inkml:trace contextRef="#ctx0" brushRef="#br0" timeOffset="77364.42">11036 13003 0,'0'0'0,"0"0"0,0 0 0,0 0 15,0 0 1,0 0-16,0 0 31,0 9-31,17 25 16,-9 68-16,1 51 31,-18 26-31,1 33 16,-9-42-16,0-51 15,0 0 1,-1-17-16,18-16 0,0-27 15,-8-8 1,8-34 0</inkml:trace>
  <inkml:trace contextRef="#ctx0" brushRef="#br0" timeOffset="77782.27">10899 14177 0,'0'0'0,"0"0"0,0 0 0,0 0 16,0 0-16,-8 0 15,-1 17 1,1 17-16,-10 26 16,1 25-1,9 0 1,8-26-16,17-16 16,0 8-1,9-9-15,-1-16 16,-8-1-16,0-8 15,9 0 1,8-8-16,17-9 16,26-17-1,51-51 1,26-26-16,-18-67 16,69-120-16</inkml:trace>
  <inkml:trace contextRef="#ctx0" brushRef="#br0" timeOffset="83413.97">15508 11923 0,'0'0'0,"0"0"0,0 0 16,0 0-16,0 0 15,-9 0 1,1 0-16,-1 0 16,1 0-1,-18 17-15,-8 0 16,-26 17 0,-8 9-16,0 33 15,-18 26 1,10 9-16,16-17 0,9-18 15,8-8 1,9-25 0,17-18-1,0 1-15,0-18 16,0 1-16,17-9 16</inkml:trace>
  <inkml:trace contextRef="#ctx0" brushRef="#br0" timeOffset="83880.53">14731 11915 0,'0'0'0,"-8"-9"0,-18 1 15,1-1-15,-1 9 16,-17 0 0,-8 17-16,-9 9 15,1 8 1,7 8-16,18 1 15,9-1 1,16 1-16,9-18 16,0 1-16,17-18 15,0-8 1,17-8 0,1-18-16,-10 9 15,1 0 1,-18 0-16,1 9 15,-18-1 1,-50 9-16,-27 17 16,52 0-1</inkml:trace>
  <inkml:trace contextRef="#ctx0" brushRef="#br0" timeOffset="84470.79">15542 12400 0,'0'0'0,"0"0"0,0 0 16,0 0-16,0 0 15,0 0 1,0 0-16,-8 0 16,-9 8-1,-18 35 1,-24 33 0,7 18-1,18-1-15,26-8 16,8-25-1,17-18-15,17-16 16,9-9-16,8-26 16,0-16-1,-8-1-15,-9-16 16,-9-1 0,-16 1-16,-18-1 15,-16-16 1,-60 8-1,-103 34-15,-145 34 16</inkml:trace>
  <inkml:trace contextRef="#ctx0" brushRef="#br0" timeOffset="88440.52">18162 12927 0,'0'0'0,"0"0"0,0 0 31,0-9-31,17 1 0,9-18 31,34 1-15,85-18-16,51-8 16,86-8-1,34-9-15,42-9 16,69 1-1,17 8-15,-1-1 16,-41 1 0,67 0-16,26 26 15,-43 25 1,-8 25-16,-94 26 16,-34 26-16,8 25 15,-85 9 1,-42 8-1,-78-9-15,-42-16 16,-17-1-16,-18-16 16,1-1-16,-9-8 31,-8-25-31,-1-1 16,-16-16-1,-1-9-15,-8 0 16</inkml:trace>
  <inkml:trace contextRef="#ctx0" brushRef="#br0" timeOffset="88731.34">24649 12697 0,'0'0'0,"0"0"0,0 0 0,0 9 16,0 16-1,0 35-15,0 8 16,8 17 0,10 8-16,-1-8 15,0-34 1,17-17-16,51-17 16,60-42-1,9-43-15,85-51 16,0-34-1,-68 8-15,25 9 16,94-51 0</inkml:trace>
  <inkml:trace contextRef="#ctx0" brushRef="#br0" timeOffset="91084.89">22882 16737 0,'0'0'15,"0"-9"-15,0-8 16,0-25-16,0-9 16,0 17-1,0 8 1,17 9-16,17 0 15,18-8 1,41-1-16,70-8 16,7 17-1,-16 0-15,42-8 16,-8 8 0,-51 8-16,-35 1 15,-34 8 1,-34 0-16,-16 0 15,-10 0 1,1 0-16,-26 0 16,-60 17-1,-77 8-15,-25 9 16,8 0 0,-25 0-16,42-8 15,52-9 1,25 0-1,26-9-15,17 1 16,-1-1 0,18-8-16,9 0 15,8 9-15,8-9 16,35 17 0,102 0-16,26 8 15,-26-8 1,26 0-16,-35 0 15,-59 0 1,-26 0-16,-25-8 16,-1-1-1,-16 9-15,-52 34 16,-51 17 0,-34 9-1,-34-9-15,9-17 16,50-26-16,43-8 15,18-8 1,16-1 0,9-8-16,17 0 15,0 0-15,17 0 16,51 0 0,35 0-16,-1 0 15,-16 0 1,-35 0-1,-17 0-15,-8 9 16,-18-9 0,1 0-16,-43 51 15,-94 60-15,-9-26 16,43-34 0,34-17-16,35-9 15,33 1 1,129 16-16,196 35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19:54:57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30427 1735 0,'0'0'0,"-8"0"0,-18 8 0,-8 9 15,-9 9-15,9-1 16,8 9 0,1-8-16,8-1 15,0 1 1,0-9-16,17 0 15,0 17 1,17 9 0,0 16-1,17 26-15,9 0 16,33 17 0,10 17-16,-9 17 15,16 0-15,1-16 16,17-18-1,9-9-15,-43-16 16,-1-18-16,-24-8 31,-18-17-31,-9-8 16,-16-18 0,-1 1-16,-16-18 15,8 1-15</inkml:trace>
  <inkml:trace contextRef="#ctx0" brushRef="#br0" timeOffset="310.06">31281 2007 0,'0'0'0,"0"0"16,0 0-16,0 9 0,0 8 15,-9 8-15,-17 26 32,-67 60-32,-53 25 15,-7 8 1,-61 52-16,1 8 15,17-8 1,-9-1-16,-43 35 16</inkml:trace>
  <inkml:trace contextRef="#ctx0" brushRef="#br0" timeOffset="160416.65">4233 12714 0,'0'0'0,"0"0"0,0 0 16,0 0-16,0 0 15,0 0 1,0 0-1,0 0 1</inkml:trace>
  <inkml:trace contextRef="#ctx0" brushRef="#br0" timeOffset="161614.94">4233 11872 0,'0'0'0,"0"0"0,0 0 15,0 0-15,0 0 16,-8 26 0,-18 16-16,1 9 15,-1 9 1,9-1-16,0 1 15,8-18 1,1-16-16,8-1 16,0 1-1,0-9-15,17 8 16,8 9 0,10 1-16,76-10 15,51-8 1,-9-34-16,61-17 15,25 0 1,34-9-16,0 9 16,34 0-1,9 17-15,-26 26 16,26 8 0,-26 0-16,-17 8 15,-51 1 1,-60-18-16,-51 1 15,-51-1 1,-26-8-16,-8 0 16,-18 0-1,1-8-15,-18-9 0,-16-51 16,8 25-16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19:55:34.41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4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1" timeString="2026-04-20T20:04:33.230"/>
    </inkml:context>
  </inkml:definitions>
  <inkml:trace contextRef="#ctx0" brushRef="#br0">3610 6004 0,'-8'9'0,"-1"16"0,-8 35 0,-34 203 0,34-195 0,8-17 0,9-8 0,0-1 15,17-8-15,9 0 16,25-8-1,17 0 1,52-9 0,8-9-16,-17 1 15,8 8-15,35 0 16,25 8 0,9-8-1,51-8-15,26-18 0,42-16 31,26-1-31,-35-8 16,10 0-16,-1 17 16,26-9-1,42 1 1,-59 8-16,60-17 16,42-17-1,-25 17-15,-1 25 0,35 18 16,17-9-1,-43 17 1,-26 8-16,44-16 16,24-26-1,-24-9 1,-69 9-16,8 9 0,52-9 31,-69 17-31,-42 0 16,-26 8-1,-43 1 1,-16-9-16,-61-9 16,-33-8-16,-26 0 15,-34 9 1,-26-1-16,-9 1 16,-8-1-1,0-8-15,26-59 16,0 16-1</inkml:trace>
  <inkml:trace contextRef="#ctx0" brushRef="#br0" timeOffset="20067">3047 7186 0,'0'0'0,"0"0"0,-9 17 15,1 17 1,-1 9-1,1 8-15,-1 17 16,1 17-16,-1 25 16,9-16-1,0-17 1,9-18-16,8-8 16,0-17-16,0-8 15,0-9 1,0-9-1,26 9-15,51-8 16,17-1 0,0-16-16,8-1 15,26 1-15,17-1 32,-25-8-32,51 0 15,16 17-15,-7-8 16,33-1-1,18 18-15,16-1 16,1 9 0,17 0-16,8 0 15,8 9-15,69-1 16,-34 1 0,34-9-16,77 0 15,-17 8 1,-34 18-1,50 25-15,1 0 16,-26-17 0,-51-17-16,-34-9 15,9 1 1,-52-9-16,-9 8 16,-42-16-16,-59-1 15,-27-8 1,-16 0-1,-52 0-15,-34 0 16,-25 0 0,0 0-16,-18 0 15,1 0 1,-1-8-16,1-9 16,-1-17-16,1-34 31,8-34-31,-9 8 15,1 9 1,0 9-16,8-9 16,-9 34-16</inkml:trace>
  <inkml:trace contextRef="#ctx0" brushRef="#br0" timeOffset="47185.26">3329 10852 0,'0'0'0,"0"0"0,-9 8 16,1 9-16,-1 0 15,0 0 1,1 9-16,-18 25 16,-16 34-1,-1 25-15,-8 18 16,0 0 0,16-9-16,18-34 15,9-34 1,-1-26-16,9 1 15,0-18 1,0 1-16,0-1 16,0-8-1,26-8-15,34-26 16,25-26 0,17 1-16,-8 8 15,0 17-15,-8 0 16,16 8-1,26 1-15,17 7 16,9 18 0,25-8-1,17 8-15,18 8 16,16 10-16,9-1 16,26-9-1,8 1-15,8-1 16,1 1-1,17-9 1,17-9-16,8 9 16,34 0-16,9 0 15,-8 0 1,25 9-16,-17-1 16,0 9-1,26 0-15,-26 0 16,25-8-1,-16-9-15,8 8 16,-9-8 0,9 9-1,17 8-15,-8-9 0,25-16 32,1-1-32,7 9 15,-8-8 1,1-1-16,-1 9 15,-17 17-15,-25 9 16,-1-18 0,-42 9-1,-26 9-15,-25-1 16,-18-8 0,-25 0-1,-59-8-15,-27-1 16,-42-8-16,-51 0 15,-17-8-15,8-18 16,0-8 0,9-42-16,25-35 15,-42 43 1</inkml:trace>
  <inkml:trace contextRef="#ctx0" brushRef="#br0" timeOffset="61838.59">20134 4992 0,'0'0'0,"0"0"0,0 0 0,0 0 16,-9 0-1,9 9-15,0-9 16,0 0-1,0 0-15,0 0 16,0 0 0,17 0-16,43-9 15,34-8 1,17 0-16,-17 0 16,0 0-16,8 0 15,18 0 1,16 17-16,-8 9 15,-8 16 1,8 26 0,0 9-16,-17-1 15,-26 1 1,-25 8-16,0 17 16,-1 17-1,-24 17-15,-18 8 16,-9 18-1,-8 25-15,0 9 16,-8 8 0,-9 0-16,17-17 15,17-25 1,25-18-16,9-8 16,18-25-1,-1-18-15,0-25 16,-8-8-1,-9-18-15,-17 1 16,-8-18 0,-17 1-16,-1-9 15,-8 0 1,-8-9-16,-10 1 16,-24 8-1,-18 0-15,-17 17 16,18 8-1,7 9-15,1 9 16,17 25-16,8 9 16,26 16-1,26 18 1,17 8-16,25 0 16,0 8-1,-8 9-15,-9 0 16,-17 9-1,-25 8-15,-26 9 16,-43-9-16,-34 0 16,-17-26-1,-17-33 1,-43-17-16,-8-60 16,-111-34-1</inkml:trace>
  <inkml:trace contextRef="#ctx1" brushRef="#br0">3440 13547 0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19:58:20.3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1212 6889 0,'0'0'0,"8"8"0,35 9 0,8 9 31,26-1-15,17 1-16,-9-9 15,-33 0 1,50 8-16,0 1 0,1 8 31,-1 0-31,-25-9 16,-43-16-1,-8-1-15,25-16 16,-17-1 0</inkml:trace>
  <inkml:trace contextRef="#ctx0" brushRef="#br0" timeOffset="376.82">2356 6880 0,'0'0'0,"0"0"0,17 0 0,0 17 31,17 0-31,9 9 0,8 16 16,-9 1 0,-16-9-16,-9-9 31,-8-16-31,-1-1 15,1 1 1,-18-1-16,-33 18 16,-52 33-1,-103 35-15,-42-1 16,-59 35 0</inkml:trace>
  <inkml:trace contextRef="#ctx0" brushRef="#br0" timeOffset="16827.56">18802 6387 0,'0'0'0,"0"0"0,0 0 0,0 0 15,-8 0 1,-1 25-16,-16 35 15,-26 33 1,-18 27-16,-16 24 16,-9 9-1,26-25-15,8-18 16,17-25 0,18-34-1,8-17-15,8-8 16,1-18-1,-1-8-15,9-8 16</inkml:trace>
  <inkml:trace contextRef="#ctx0" brushRef="#br0" timeOffset="17049.54">17992 7203 0,'0'0'0,"-9"9"0,-8 16 15,-9 26-15,-8 0 16,17-8 0,0-18-1,17 9-15,9-8 16,42-1 0,68-8-16,86-42 15,51-26-15,0-17 31,60-43-31</inkml:trace>
  <inkml:trace contextRef="#ctx0" brushRef="#br0" timeOffset="25641.01">4891 9227 0,'0'0'0,"0"0"16,8-8-16,1-1 15,8 9 1,8 0-1,26 0 1,35 17-16,42 9 16,68 8-1,60 8-15,69 9 16,67-8 0,9-26-16,-17-26 0</inkml:trace>
  <inkml:trace contextRef="#ctx0" brushRef="#br0" timeOffset="43746.23">27218 6744 0,'0'0'0,"0"0"0,0 0 0,0 0 16,0 0-16,0 0 16,0 0-1,17 0-15,17 9 16,26 8 0,42-9-1,18 9-15,8 0 16,17 9-1,0 8-15,-17 8 16,-34-8-16,-9 0 16,-16 17-16,-10 9 31,-16 8-31,-9 0 16,-17 25-16,-8 18 15,-18-9 1,9-34-1,0-8-15,17-1 16,26-16 0,25-1-16,26-16 15,9-18 1,-27-16-16,-24 8 0,-27 0 31,-8 0-31,-8 0 16,-9 0-1,0 0-15,-9 0 16,1 0-16,-1 0 16,1 17-16,8 8 31,0 18-31,25 25 16,9 34-1,0 0-15,1 0 16,-18 0-1,-9 17-15,-25 0 16,-43 9-16,-76 16 16,-60-16-1,-69-26-15,-25-26 16,-52-16 0</inkml:trace>
  <inkml:trace contextRef="#ctx0" brushRef="#br0" timeOffset="160535.72">2287 8658 0,'0'0'0,"0"0"0,-17 17 0,-68 68 0,25-26 0,-8 18 0,-9 33 0,-17 18 31,17 8-31,1-9 0,-1 27 16,9-18-1,16-9 1,1 9 0,17-8-16,0 8 15,25-9-15,-8-8 16,17-16 0,17-1-1,0 8-15,9-8 16,8 0-16,17-8 0,1-9 31,7 8-15,1 1-16,8 0 15,-8-1 1,-9 1-16,-34-9 16,9 8-1,-52 18-15,-8-9 16,-9-17-1,-16-9-15,-1-16 16,0-18 0,1-16-16,24-1 15,10-16 1,-9-1-16,8 1 0,9-9 16,0 0-1,8 0 1,9 0-1,0 0-15,0 0 16,43 8 0,25 9-16,26 18 0,26 16 15,-1 17 1,-25 25-16,-9 35 31,-50 50-31,-53 43 16,-41 69-1,-35 7-15,8-33 0,35 17 32,17-18-32,17-25 15,9 0 1,16-8-16,9-17 16,68 8-1,95-60-15,101 9 16</inkml:trace>
  <inkml:trace contextRef="#ctx0" brushRef="#br0" timeOffset="181805.38">2441 9644 0,'0'0'0,"0"0"0,0 0 0,0 0 15,0 0-15,0 0 16,0 0-16,0 0 16,0 0-1,0 0 1,0 0-16,0 0 16,0 9-1,0 25-15,9 17 16,-1 17-1,-8 0 1,0-9-16,0 1 16,0-18-16,0-16 15,0-1-15,0 1 32,0-9-32,0-9 15,0 1-15,17-1 16,17 1-16,9-1 31,42 1-31,18-9 16,-18-9-1,17 1-15,18-1 16,17-8-16,8 9 16,-17-9-1,25 8 1,9 1-16,-8-1 15,-17 1 1,25-1-16,8 1 16,-33-9-1,8-9-15,17 1 16,-17 8 0,-34 8-16,-25 1 15,-9-1 1,33 9-16,1 0 15,-34 0 1,-17 9-16,-9-1 16,-8-8-1,-18 0 1,-7 0-16,-1-8 16,0-9-16,0-26 0,0-33 31,-9 33-31</inkml:trace>
  <inkml:trace contextRef="#ctx0" brushRef="#br0" timeOffset="209921.69">3073 12459 0,'0'0'0,"0"0"0,0 0 0,0 0 16,0 0-16,0-8 15,0-1 1,0 1-16,0-9 16,-9 8-16,1 1 31,8-1-31,0 0 15,0 1-15,0-1 16,0 1 0,0 8-16,0 0 15,0 0 1,0 0 0,0 0-16,0 0 15,0 0 1,0 0-16,0 0 15,0 0 1,8-9-16,52 1 16,51-1-16,34 1 15,34-18 1,43 9 0,34-8-16,26 8 15,42 8 1,0-16-16,43-9 15</inkml:trace>
  <inkml:trace contextRef="#ctx0" brushRef="#br0" timeOffset="-160677.24">5087 13003 0,'0'0'0,"0"0"0,0 0 0,8 0 16,1 9-16,-1-1 16,1 1-16,-9-9 15,0 0 1,0 0 0,0 0-16,9 0 15,-1 0-15,1 0 16,-1 0-16,1 0 15,-9 0 1,8 0-16,9 0 16,0 0-1,17 0 1,9 0-16,25 8 16,18-8-1,8 17 1,8 0-16,9 0 15,26 9-15,16-9 16,1-9 0,17 1-1,42-1-15,17-16 16,18-1-16,8 1 16,34-9-1,26-9-15,0 1 16,42-9-1</inkml:trace>
  <inkml:trace contextRef="#ctx0" brushRef="#br0" timeOffset="-133861.48">21209 11923 0,'0'0'0,"0"0"16,0 0-16,0 0 15,9-8-15,8-1 16,0-8 0,0 0-16,0 9 15,0-1 1,17 1-16,1-9 15,16 0 1,17 0 0,17 0-16,-8 0 15,9 17-15,7-9 16,-7 1 0,-1 8-16,-17 0 15,-16 0 1,-27 0-16,1 8 15,-18 1 1,1 8-16,-26 25 16,-26 43-1,-34 51-15,-17 26 16,1-9 0,7 0-16,9-17 15,35-42 1,16-43-16,9-17 15,8-9 1,9-8-16,0-8 16,0-1-1,0-16-15,26-26 16,8-60 0,0-25-16,1-34 15,-18-9 1,0 9-16,-9 26 15,1 16 1,-18 18-16,1 16 16,-1 18-1,1 16 1,8 9-16,0 17 16,0 0-16,0 17 15,0 0 1,8 9-16,18 25 15,25 25 1,0 35 0,-8 33-16,-9 18 15,-8-9-15,-18-17 16,1-17 0,-18-34-1,1-17-15,-1-17 16,0-8-1,-8-1-15,-17-16 16,-25-18 0,-27-25-16,-8-17 15,-8-17-15,-1-34 16,1-17 0,59 59-16</inkml:trace>
  <inkml:trace contextRef="#ctx0" brushRef="#br0" timeOffset="-107002.12">2834 13539 0,'0'0'0,"0"0"0,0 0 0</inkml:trace>
  <inkml:trace contextRef="#ctx0" brushRef="#br0" timeOffset="-106608.7">2834 13003 0,'0'0'0,"0"0"0,0 0 0,8 9 15,1-1 1,-9-8-16,0 0 16,0 0-1,0 0-15,0 0 16,0 0-1,8 9-15,-8-9 16,0 0 0,9 8-16,-1 1 15,9 8 1,9 0-16,25 0 16,35 8-1,33 1 1,26-9-16,9-9 15,-9-8-15,-26 0 16,-25 9 0,-34-9-16,-26 0 15,-25-9 1,-9 1-16</inkml:trace>
  <inkml:trace contextRef="#ctx0" brushRef="#br0" timeOffset="-106262.46">3457 12884 0,'0'0'0,"0"0"0,0 0 15,0 0-15,17 0 16,0 0-1,17 17 1,0 0-16,0 17 16,17 0-16,1 9 15,-10-1 1,1-8-16,0 0 16,-9 0-1,-9 0-15,-16-8 16,-1-9-1,1 8-15,-18 1 16,-8 8 0,-25 0-16,-78 26 15,-161 50 1</inkml:trace>
  <inkml:trace contextRef="#ctx0" brushRef="#br0" timeOffset="-32856.04">2885 14611 0,'0'0'0,"0"0"0,0 0 0,0 0 15,0 0 1,0 0-16</inkml:trace>
  <inkml:trace contextRef="#ctx0" brushRef="#br0" timeOffset="-32146.33">2398 14194 0,'0'0'0,"0"0"0,0 0 0,0 0 16,0 0-16,0 0 16,0 0-1,17 8 1,0 1-16,26 8 15,34-9 1,8 1-16,26-1 16,-8-8-1,-9 9-15,-18-18 16,1 1 0,-17-1-16,0 9 15,-18 0 1,-8-8-16,-8 8 15,-17 0 1,-9 0-16,0 0 16,0-9-1,8 1-15</inkml:trace>
  <inkml:trace contextRef="#ctx0" brushRef="#br0" timeOffset="-31837.13">3371 13930 0,'0'0'0,"0"0"0,0 0 16,0 0-16,0 0 16,0 0-1,0 0-15,0 0 16,17 0 0,18 0-16,7 9 15,26 8 1,-8 8-16,0 9 15,-17-8 1,-1-1-16,-16 1 16,0-9-1,-9-9-15,-9 1 16,-8 8 0,-17 25-16,-68 61 15,-60 33 1,-103 76-16</inkml:trace>
  <inkml:trace contextRef="#ctx0" brushRef="#br0" timeOffset="7676.15">24820 14866 0,'8'0'0,"26"-9"0,77-16 0,94-18 16,60-8-16,33 26 16,27 33-16,25 18 15,51 16-15,0 1 31</inkml:trace>
  <inkml:trace contextRef="#ctx0" brushRef="#br0" timeOffset="37842.01">2262 16635 0,'0'0'0,"0"0"0,-9 0 0,1-9 15,-1 1 1,1 8-16,8 0 16,0 0-1,0 0 1,0 0-16,0-17 15,34-26-15,51-25 16,18-17 0,16-8-16,9 8 15,-8-1 1,-35 18-16,-8 0 16,-9 0-1,-34 26-15,-8 8 16,-18 0-1,-8 0-15,-8 17 16,-18 0 0,-25 17-1,-34 0-15,-9 17 16,25 8 0,18 1-16,17-9 15,17-9 1,0 1-16,17-1 15,0-8 1,8-17-16,44-25 16,42-9-1,8-9-15,-17 18 16,-16 16 0,-10 26-16,1 9 15,-9 25 1,-8 17-16,-17 42 15,-26 35 1,-26 42-16,17 9 16,26 127-1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0:07:11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3371 5996 0,'0'0'0,"0"0"0,-8 17 0,-1 17 16,9 0 0,-8 0-16,8-9 15,-9 9 1,9-8-16,0-1 15,9 1-15,8-1 16,8 1 0,18-1-1,17-8-15,34-8 16,17-1-16,25-16 16,9-1-1,26 1 1,34-9-1,0 0-15,-1 25 16,1 1-16,-8-9 0,-1 17 31,9 0-15,8-9-16,-8 1 0,-26-1 31,18-16-31,-18-1 16,-17-8-16,-8 0 0,-35 0 31,-51 9-15,-25-1-16,-17 9 15,-1-8 1,-16-1-16,8-25 16,0-51-16,-17-76 15,-9-154 1</inkml:trace>
  <inkml:trace contextRef="#ctx0" brushRef="#br0" timeOffset="93829.06">10080 6727 0,'0'0'0,"8"0"0,61 0 0,84-17 0,44-25 16,-27-1-16,27-8 16,76 25-1,85 9 1</inkml:trace>
  <inkml:trace contextRef="#ctx0" brushRef="#br0" timeOffset="187986.98">15312 12663 0,'0'0'0,"0"34"0,17 51 0,17 43 15,9 25 1,8-9-16,34 18 16,43 25-1,17 9-15,17-1 16,43 43-1,26 35-15,-9 7 16,-9-33-16,-8-26 16,-17-42-1,-60-60 1,-26-43-16,-25-25 16,-34-17-1,-26-25-15</inkml:trace>
  <inkml:trace contextRef="#ctx0" brushRef="#br0" timeOffset="188245.41">18248 13309 0,'0'0'0,"-9"0"0,-76 9 16,-129 68 0,-264 152-16,-110 86 15,50-9 1,-77 34-16,-50 102 16,59 43-16,298-196 15</inkml:trace>
  <inkml:trace contextRef="#ctx0" brushRef="#br0" timeOffset="191545.51">19084 13224 0,'0'0'0,"-8"0"0,-9 17 0,-9 0 16,9-8 0,0-1-16,8 1 15,1-1 1,-1 1-16,9-9 15,-8 0 1,8 8-16,0-8 16,0 0-1,0 0-15,0 0 16,0 0 0,-9-8-16,1-26 15,-9-77 1,-1-110-16,1-59 15,9-35 1,-1-51-16,1 1 16,8-27-1,0-24-15,-9 7 16,9-7 0,0-1-1,-8 17-15,8 9 16,-9 42-16,1 43 15,8 34 1,0 51-16,0 51 16,17 51-1,0 25 1,0 18-16,8 16 16,27 9-1,16 9-15,9 16 16,8 9-16,18 17 15,42 0 1,-9 9-16,-42-9 16,-26 0-1,-8 0 1,-17 0-16,-18 0 16,-16 0-16,-1 0 15,1 0 1,-1 0-1,1 0-15,-9 0 16,0 0-16,0 0 16,0 0-1,-9 8 1,1 9-16,-1 26 16,-8 50-1,-8 86-15,16 93 16,1 85-16,-1 60 15,9-34 1,9 33-16,-1 44 16,-8 16-1,-8-25-15,-1-60 16,-8 51-16,-17 0 31,-26-42-31,-25-34 16,34-69-1,25-42-15,35-59 0,16 85 16</inkml:trace>
  <inkml:trace contextRef="#ctx0" brushRef="#br0" timeOffset="211259.51">21798 6183 0,'0'0'0,"0"0"0,17 0 0,-8 8 0,-1-8 15,1 0 1,-1 9 0,-42 16-16,-85 43 15,-86 34 1,0 9-16,34-1 16,18-24-1,25-10-15,34-25 16,51-25-1,18-18-15,8 1 16,17-9 0,0-17-16,0-17 15,17-26 1,17-25-16,-9 17 16,-16 25-1,-1 18-15,1 8 16,-18 8-16,-16 26 15,-26 34 1,-26 35 0,0-1-16,26-17 15,17-9 1,17-8-16,34 0 16,68-8-1,154-1-15,128-8 16</inkml:trace>
  <inkml:trace contextRef="#ctx0" brushRef="#br0" timeOffset="-211881.36">14040 12459 0,'-9'9'0,"1"33"0,-1 52 16,9 33-16,9 9 15,-1 34 1,-8 68-1,-25 86-15,-43 50 16,-9-8-16,-9-60 16,-7-77-1,16-42 1,34-59-16,9-34 16,17-35-1,8-25-15,1-8 16,8-9-16,8 17 15,52 17 1,42 17 0,18-9-16,68-16 15,51-18 1,25-8-16,9-8 16,35-9-1,-1 17-15,9 17 16,59 8-1,-8 9-15,34 17 0,1 0 16,-78-8 0,-42-1-1,-52-8 1,-68-8-16,-59-17 16,-61-1-1,-16-16-15,-18-1 16,1-8-1,-9 0-15,0-17 16,0-42 0,0-61-16,17-67 15,17-34 1,34-51-16,1-9 16,-27 26-1,1 0-15,-9 9 16,0 7-16,-8 35 15,-18 9 1,9 25 0,-8 42-16,0 35 15,-1 16-15,-8 17 16,0 26-16,0 9 31,-8 8-31,-1 0 0,-8-9 16,-60 1-1,-68-1 1,-68-8 0,-112 0-16,-93 0 15,-85 9 1,-138 8-16,-127 17 16,342 8-1</inkml:trace>
  <inkml:trace contextRef="#ctx0" brushRef="#br0" timeOffset="-192059.2">2748 15351 0,'0'0'0,"9"0"0,42 25 0,94 26 0,103-8 15,102-18 1,34-16-16,8 16 16,69 26-1,9 0-15,-1 0 16,69 26-1,68 16-15,51-16 16,120-43 0,-342-26-16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.png"/><Relationship Id="rId7" Type="http://schemas.openxmlformats.org/officeDocument/2006/relationships/image" Target="../media/image14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1.png"/><Relationship Id="rId9" Type="http://schemas.openxmlformats.org/officeDocument/2006/relationships/image" Target="../media/image16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0.png"/><Relationship Id="rId12" Type="http://schemas.openxmlformats.org/officeDocument/2006/relationships/image" Target="../media/image19.png"/><Relationship Id="rId2" Type="http://schemas.openxmlformats.org/officeDocument/2006/relationships/image" Target="../media/image91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8.png"/><Relationship Id="rId5" Type="http://schemas.openxmlformats.org/officeDocument/2006/relationships/image" Target="../media/image120.png"/><Relationship Id="rId15" Type="http://schemas.openxmlformats.org/officeDocument/2006/relationships/image" Target="../media/image22.png"/><Relationship Id="rId10" Type="http://schemas.openxmlformats.org/officeDocument/2006/relationships/image" Target="../media/image170.png"/><Relationship Id="rId4" Type="http://schemas.openxmlformats.org/officeDocument/2006/relationships/image" Target="../media/image111.png"/><Relationship Id="rId9" Type="http://schemas.openxmlformats.org/officeDocument/2006/relationships/image" Target="../media/image160.png"/><Relationship Id="rId1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Spring 2026</a:t>
            </a:r>
            <a:br>
              <a:rPr lang="en-US" dirty="0"/>
            </a:br>
            <a:r>
              <a:rPr lang="en-US" dirty="0"/>
              <a:t>Lecture 10: hashing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 - Ordered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dirty="0"/>
              <a:t>Keys must be comparable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6F488C-AFCA-0E18-B40D-13EA267AE703}"/>
                  </a:ext>
                </a:extLst>
              </p14:cNvPr>
              <p14:cNvContentPartPr/>
              <p14:nvPr/>
            </p14:nvContentPartPr>
            <p14:xfrm>
              <a:off x="1275120" y="1411560"/>
              <a:ext cx="7190280" cy="1668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6F488C-AFCA-0E18-B40D-13EA267AE7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5760" y="1402200"/>
                <a:ext cx="7209000" cy="168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895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CFD5-6174-1FD7-60B7-64E10B65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Data 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44661283"/>
                  </p:ext>
                </p:extLst>
              </p:nvPr>
            </p:nvGraphicFramePr>
            <p:xfrm>
              <a:off x="1485900" y="1988820"/>
              <a:ext cx="9220199" cy="34049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524548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44661283"/>
                  </p:ext>
                </p:extLst>
              </p:nvPr>
            </p:nvGraphicFramePr>
            <p:xfrm>
              <a:off x="1485900" y="1988820"/>
              <a:ext cx="9220199" cy="34049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6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6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635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5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5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5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4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4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43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3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3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32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13433" r="-223975" b="-2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13433" r="-139865" b="-2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13433" r="-976" b="-2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604412" r="-223975" b="-1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604412" r="-139865" b="-1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604412" r="-976" b="-1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524548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56977" r="-223975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56977" r="-139865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56977" r="-976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3AFF8F-1E21-C99B-679F-36B78F4A6209}"/>
                  </a:ext>
                </a:extLst>
              </p14:cNvPr>
              <p14:cNvContentPartPr/>
              <p14:nvPr/>
            </p14:nvContentPartPr>
            <p14:xfrm>
              <a:off x="906480" y="2363400"/>
              <a:ext cx="697680" cy="3132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3AFF8F-1E21-C99B-679F-36B78F4A62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7120" y="2354040"/>
                <a:ext cx="716400" cy="315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968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6161F-3A16-4628-647F-940E2568D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0494"/>
            <a:ext cx="10515600" cy="1325563"/>
          </a:xfrm>
        </p:spPr>
        <p:txBody>
          <a:bodyPr/>
          <a:lstStyle/>
          <a:p>
            <a:r>
              <a:rPr lang="en-US" dirty="0"/>
              <a:t>BSTs and AVL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3CC4C-C542-CC16-6C0D-777C8B4FE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47" y="721454"/>
            <a:ext cx="11864829" cy="613654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Binary Search Tree:</a:t>
            </a:r>
          </a:p>
          <a:p>
            <a:pPr lvl="1"/>
            <a:r>
              <a:rPr lang="en-US" dirty="0"/>
              <a:t>A binary tree where for each node, all keys in its left subtree are smaller and all keys in its right subtree are larger</a:t>
            </a:r>
          </a:p>
          <a:p>
            <a:pPr lvl="1"/>
            <a:r>
              <a:rPr lang="en-US" dirty="0"/>
              <a:t>Find: </a:t>
            </a:r>
          </a:p>
          <a:p>
            <a:pPr lvl="2"/>
            <a:r>
              <a:rPr lang="en-US" dirty="0"/>
              <a:t>If it matches, return the value.</a:t>
            </a:r>
          </a:p>
          <a:p>
            <a:pPr lvl="2"/>
            <a:r>
              <a:rPr lang="en-US" dirty="0"/>
              <a:t>If the search key is less than the current node, look left. If it’s greater, look right. </a:t>
            </a:r>
          </a:p>
          <a:p>
            <a:pPr lvl="2"/>
            <a:r>
              <a:rPr lang="en-US" dirty="0"/>
              <a:t>If we reach an empty spot, find was unsuccessful </a:t>
            </a:r>
          </a:p>
          <a:p>
            <a:pPr lvl="1"/>
            <a:r>
              <a:rPr lang="en-US" dirty="0"/>
              <a:t>Insert: </a:t>
            </a:r>
          </a:p>
          <a:p>
            <a:pPr lvl="2"/>
            <a:r>
              <a:rPr lang="en-US" dirty="0"/>
              <a:t>Do a find, if it was successful then update the value</a:t>
            </a:r>
          </a:p>
          <a:p>
            <a:pPr lvl="2"/>
            <a:r>
              <a:rPr lang="en-US" dirty="0"/>
              <a:t>If it was unsuccessful, add a new node to the empty spot we found.</a:t>
            </a:r>
          </a:p>
          <a:p>
            <a:pPr lvl="1"/>
            <a:r>
              <a:rPr lang="en-US" dirty="0"/>
              <a:t>Delete:</a:t>
            </a:r>
          </a:p>
          <a:p>
            <a:pPr lvl="2"/>
            <a:r>
              <a:rPr lang="en-US" dirty="0"/>
              <a:t>If the deleted node is a leaf, just remove it</a:t>
            </a:r>
          </a:p>
          <a:p>
            <a:pPr lvl="2"/>
            <a:r>
              <a:rPr lang="en-US" dirty="0"/>
              <a:t>If the deleted node had one child, replace it with that one child</a:t>
            </a:r>
          </a:p>
          <a:p>
            <a:pPr lvl="2"/>
            <a:r>
              <a:rPr lang="en-US" dirty="0"/>
              <a:t>If the deleted node had 2 children, replace it with the largest key to the left</a:t>
            </a:r>
          </a:p>
          <a:p>
            <a:r>
              <a:rPr lang="en-US" dirty="0"/>
              <a:t>AVL Tree:</a:t>
            </a:r>
          </a:p>
          <a:p>
            <a:pPr lvl="1"/>
            <a:r>
              <a:rPr lang="en-US" dirty="0"/>
              <a:t>A binary search tree where for each node, the height of its left subtree and the height of its right subtree are off by at most 1.</a:t>
            </a:r>
          </a:p>
          <a:p>
            <a:pPr lvl="1"/>
            <a:r>
              <a:rPr lang="en-US" dirty="0"/>
              <a:t>Find:</a:t>
            </a:r>
          </a:p>
          <a:p>
            <a:pPr lvl="2"/>
            <a:r>
              <a:rPr lang="en-US" dirty="0"/>
              <a:t>Same as BST</a:t>
            </a:r>
          </a:p>
          <a:p>
            <a:pPr lvl="1"/>
            <a:r>
              <a:rPr lang="en-US" dirty="0"/>
              <a:t>Insert:</a:t>
            </a:r>
          </a:p>
          <a:p>
            <a:pPr lvl="2"/>
            <a:r>
              <a:rPr lang="en-US" dirty="0"/>
              <a:t>Do a BST insert, then rotate if tree is unbalanced (apply one LL, RR, LR, RL case) </a:t>
            </a:r>
          </a:p>
          <a:p>
            <a:pPr lvl="1"/>
            <a:r>
              <a:rPr lang="en-US" dirty="0"/>
              <a:t>Delete:</a:t>
            </a:r>
          </a:p>
          <a:p>
            <a:pPr lvl="2"/>
            <a:r>
              <a:rPr lang="en-US" dirty="0"/>
              <a:t>Do a BST delete, then rotate if the tree is unbalanced (apply LL, RR, LR, RL cases as needed from leaf to root)</a:t>
            </a:r>
          </a:p>
        </p:txBody>
      </p:sp>
    </p:spTree>
    <p:extLst>
      <p:ext uri="{BB962C8B-B14F-4D97-AF65-F5344CB8AC3E}">
        <p14:creationId xmlns:p14="http://schemas.microsoft.com/office/powerpoint/2010/main" val="3242925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D0E8-F6DE-9B03-D0C9-FF8DBFE0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Tree-based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37872-E8D2-4120-DAE9-44507A158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Red-Black Trees</a:t>
            </a:r>
          </a:p>
          <a:p>
            <a:pPr lvl="1"/>
            <a:r>
              <a:rPr lang="en-US" dirty="0"/>
              <a:t>Similar to AVL Trees in that we add shape rules to BSTs</a:t>
            </a:r>
          </a:p>
          <a:p>
            <a:pPr lvl="1"/>
            <a:r>
              <a:rPr lang="en-US" dirty="0"/>
              <a:t>More “relaxed” shape than an AVL Tree</a:t>
            </a:r>
          </a:p>
          <a:p>
            <a:pPr lvl="2"/>
            <a:r>
              <a:rPr lang="en-US" dirty="0"/>
              <a:t>Trees can be taller (though not asymptotically so)</a:t>
            </a:r>
          </a:p>
          <a:p>
            <a:pPr lvl="2"/>
            <a:r>
              <a:rPr lang="en-US" dirty="0"/>
              <a:t>Needs to move nodes less frequently</a:t>
            </a:r>
          </a:p>
          <a:p>
            <a:pPr lvl="1"/>
            <a:r>
              <a:rPr lang="en-US" dirty="0"/>
              <a:t>This is what Java’s </a:t>
            </a:r>
            <a:r>
              <a:rPr lang="en-US" dirty="0" err="1"/>
              <a:t>TreeMap</a:t>
            </a:r>
            <a:r>
              <a:rPr lang="en-US" dirty="0"/>
              <a:t> uses!</a:t>
            </a:r>
          </a:p>
          <a:p>
            <a:r>
              <a:rPr lang="en-US" dirty="0"/>
              <a:t>Tries</a:t>
            </a:r>
          </a:p>
          <a:p>
            <a:pPr lvl="1"/>
            <a:r>
              <a:rPr lang="en-US" dirty="0"/>
              <a:t>Similar to a Huffman Tree</a:t>
            </a:r>
          </a:p>
          <a:p>
            <a:pPr lvl="1"/>
            <a:r>
              <a:rPr lang="en-US" dirty="0"/>
              <a:t>Requires keys to be sequences (e.g. Strings)</a:t>
            </a:r>
          </a:p>
          <a:p>
            <a:pPr lvl="1"/>
            <a:r>
              <a:rPr lang="en-US" dirty="0"/>
              <a:t>Combines shared prefixes among keys to save space</a:t>
            </a:r>
          </a:p>
          <a:p>
            <a:pPr lvl="1"/>
            <a:r>
              <a:rPr lang="en-US" dirty="0"/>
              <a:t>Often used for text-based searches</a:t>
            </a:r>
          </a:p>
          <a:p>
            <a:pPr lvl="2"/>
            <a:r>
              <a:rPr lang="en-US" dirty="0"/>
              <a:t>Web search</a:t>
            </a:r>
          </a:p>
          <a:p>
            <a:pPr lvl="2"/>
            <a:r>
              <a:rPr lang="en-US" dirty="0"/>
              <a:t>Genomes</a:t>
            </a:r>
          </a:p>
          <a:p>
            <a:pPr lvl="2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E89D7A-46BB-D12C-F321-1972A0C41040}"/>
                  </a:ext>
                </a:extLst>
              </p14:cNvPr>
              <p14:cNvContentPartPr/>
              <p14:nvPr/>
            </p14:nvContentPartPr>
            <p14:xfrm>
              <a:off x="3029400" y="1194120"/>
              <a:ext cx="8585280" cy="4917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E89D7A-46BB-D12C-F321-1972A0C41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20040" y="1184760"/>
                <a:ext cx="8604000" cy="493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20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FC2A-BFAD-154C-CB01-688AAE7F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topic: Hash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1A6D878-0A9C-88E0-BF73-13D0C8B95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2276767"/>
                  </p:ext>
                </p:extLst>
              </p:nvPr>
            </p:nvGraphicFramePr>
            <p:xfrm>
              <a:off x="1485900" y="1988820"/>
              <a:ext cx="9220199" cy="3703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(Worst case)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3878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(Average)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32121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1A6D878-0A9C-88E0-BF73-13D0C8B95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2276767"/>
                  </p:ext>
                </p:extLst>
              </p:nvPr>
            </p:nvGraphicFramePr>
            <p:xfrm>
              <a:off x="1485900" y="1988820"/>
              <a:ext cx="9220199" cy="3703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7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7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735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53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4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13433" r="-223975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13433" r="-139865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13433" r="-976" b="-3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604412" r="-223975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604412" r="-139865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604412" r="-976" b="-22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(Worst case)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714925" r="-223975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714925" r="-139865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714925" r="-976" b="-1313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387819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(Average)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802941" r="-223975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802941" r="-139865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802941" r="-976" b="-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32121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AC85C6-F092-55DB-1021-D17C55A54290}"/>
                  </a:ext>
                </a:extLst>
              </p14:cNvPr>
              <p14:cNvContentPartPr/>
              <p14:nvPr/>
            </p14:nvContentPartPr>
            <p14:xfrm>
              <a:off x="1235160" y="4886280"/>
              <a:ext cx="378360" cy="857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8AC85C6-F092-55DB-1021-D17C55A542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5800" y="4876920"/>
                <a:ext cx="397080" cy="87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9141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 - Unordered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strike="sngStrike" dirty="0"/>
              <a:t>Keys must be comparable</a:t>
            </a:r>
            <a:r>
              <a:rPr lang="en-US" dirty="0"/>
              <a:t> Keys have a hash function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49601FB-E279-DED9-D466-2C4E51AC795D}"/>
                  </a:ext>
                </a:extLst>
              </p14:cNvPr>
              <p14:cNvContentPartPr/>
              <p14:nvPr/>
            </p14:nvContentPartPr>
            <p14:xfrm>
              <a:off x="1428840" y="2446200"/>
              <a:ext cx="6926040" cy="701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49601FB-E279-DED9-D466-2C4E51AC79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9480" y="2436840"/>
                <a:ext cx="6944760" cy="72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6701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DB77-DDD6-216D-5A7F-9624A74B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Best Dictionary Data Structure!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F5252-DE77-B3BA-209A-B950E3B03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Think of every key as a number</a:t>
            </a:r>
          </a:p>
          <a:p>
            <a:r>
              <a:rPr lang="en-US" dirty="0"/>
              <a:t>Give each key its own index in an array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insert(key, value){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[key]=value;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find(key){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[key];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delete(key){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[key] = null;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123A30-FFA6-D9CE-1955-99E8024264C5}"/>
                  </a:ext>
                </a:extLst>
              </p14:cNvPr>
              <p14:cNvContentPartPr/>
              <p14:nvPr/>
            </p14:nvContentPartPr>
            <p14:xfrm>
              <a:off x="1490040" y="1818720"/>
              <a:ext cx="9636120" cy="3949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123A30-FFA6-D9CE-1955-99E8024264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0680" y="1809360"/>
                <a:ext cx="9654840" cy="396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848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B03B7-1A7C-BFE0-2142-D5F46F81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Problem?</a:t>
            </a:r>
          </a:p>
        </p:txBody>
      </p:sp>
      <p:pic>
        <p:nvPicPr>
          <p:cNvPr id="1026" name="Picture 2" descr="An aerial vies of an NSA data center that is estimated to have a few exabytes of memory storage space. The datacenter requires multiple warehouse-sized buildings.">
            <a:extLst>
              <a:ext uri="{FF2B5EF4-FFF2-40B4-BE49-F238E27FC236}">
                <a16:creationId xmlns:a16="http://schemas.microsoft.com/office/drawing/2014/main" id="{33789634-95FF-589B-DCA8-20F6EEB6F6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2305844"/>
            <a:ext cx="50800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01B36B-13F3-2186-3A59-1E5B49CDEC0B}"/>
                  </a:ext>
                </a:extLst>
              </p14:cNvPr>
              <p14:cNvContentPartPr/>
              <p14:nvPr/>
            </p14:nvContentPartPr>
            <p14:xfrm>
              <a:off x="11125080" y="5454720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201B36B-13F3-2186-3A59-1E5B49CDEC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15720" y="54453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207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BAF4-F1F4-9C84-F186-4A0326FB4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22E5-FF63-9465-BBF3-027FF5402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Idea:</a:t>
            </a:r>
          </a:p>
          <a:p>
            <a:pPr lvl="1"/>
            <a:r>
              <a:rPr lang="en-US" dirty="0"/>
              <a:t>Have a small array to store information</a:t>
            </a:r>
          </a:p>
          <a:p>
            <a:pPr lvl="1"/>
            <a:r>
              <a:rPr lang="en-US" dirty="0"/>
              <a:t>Use a </a:t>
            </a:r>
            <a:r>
              <a:rPr lang="en-US" b="1" dirty="0"/>
              <a:t>hash function</a:t>
            </a:r>
            <a:r>
              <a:rPr lang="en-US" dirty="0"/>
              <a:t> to convert the key into an index</a:t>
            </a:r>
          </a:p>
          <a:p>
            <a:pPr lvl="2"/>
            <a:r>
              <a:rPr lang="en-US" dirty="0"/>
              <a:t>Hash function should “scatter” the keys, behave as if it randomly assigned keys to indices</a:t>
            </a:r>
          </a:p>
          <a:p>
            <a:pPr lvl="1"/>
            <a:r>
              <a:rPr lang="en-US" dirty="0"/>
              <a:t>Store key at the index given by the hash function</a:t>
            </a:r>
          </a:p>
          <a:p>
            <a:pPr lvl="1"/>
            <a:r>
              <a:rPr lang="en-US" dirty="0"/>
              <a:t>Do something if two keys map to the same place (should be very rare)</a:t>
            </a:r>
          </a:p>
          <a:p>
            <a:pPr lvl="2"/>
            <a:r>
              <a:rPr lang="en-US" dirty="0"/>
              <a:t>Collision resolution</a:t>
            </a:r>
          </a:p>
        </p:txBody>
      </p:sp>
      <p:grpSp>
        <p:nvGrpSpPr>
          <p:cNvPr id="16" name="Group 15" descr="For each operation we will be given a key object.">
            <a:extLst>
              <a:ext uri="{FF2B5EF4-FFF2-40B4-BE49-F238E27FC236}">
                <a16:creationId xmlns:a16="http://schemas.microsoft.com/office/drawing/2014/main" id="{E33969F7-B6FB-C649-85E2-626BA79B8CF1}"/>
              </a:ext>
            </a:extLst>
          </p:cNvPr>
          <p:cNvGrpSpPr/>
          <p:nvPr/>
        </p:nvGrpSpPr>
        <p:grpSpPr>
          <a:xfrm>
            <a:off x="713741" y="5164328"/>
            <a:ext cx="1300479" cy="1147572"/>
            <a:chOff x="713741" y="5164328"/>
            <a:chExt cx="1300479" cy="1147572"/>
          </a:xfrm>
        </p:grpSpPr>
        <p:pic>
          <p:nvPicPr>
            <p:cNvPr id="1026" name="Picture 2" descr="Key Clipart Images – Browse 33,319 Stock Photos, Vectors, and Video | Adobe  Stock">
              <a:extLst>
                <a:ext uri="{FF2B5EF4-FFF2-40B4-BE49-F238E27FC236}">
                  <a16:creationId xmlns:a16="http://schemas.microsoft.com/office/drawing/2014/main" id="{A711E177-0A03-6A78-A571-9F53531A00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5164328"/>
              <a:ext cx="1252220" cy="751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BC6414-62CE-EA22-FB80-F74A3FDF0CD2}"/>
                </a:ext>
              </a:extLst>
            </p:cNvPr>
            <p:cNvSpPr txBox="1"/>
            <p:nvPr/>
          </p:nvSpPr>
          <p:spPr>
            <a:xfrm>
              <a:off x="713741" y="5942568"/>
              <a:ext cx="11905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Key Object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Arrow: Right 3" descr="We apply a hash function to the key object, which returns an integer.">
                <a:extLst>
                  <a:ext uri="{FF2B5EF4-FFF2-40B4-BE49-F238E27FC236}">
                    <a16:creationId xmlns:a16="http://schemas.microsoft.com/office/drawing/2014/main" id="{45C3AE01-1BAE-1391-79A0-0069B31AEC24}"/>
                  </a:ext>
                </a:extLst>
              </p:cNvPr>
              <p:cNvSpPr/>
              <p:nvPr/>
            </p:nvSpPr>
            <p:spPr>
              <a:xfrm>
                <a:off x="2476500" y="5164328"/>
                <a:ext cx="955040" cy="751840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Arrow: Right 3" descr="We apply a hash function to the key object, which returns an integer.">
                <a:extLst>
                  <a:ext uri="{FF2B5EF4-FFF2-40B4-BE49-F238E27FC236}">
                    <a16:creationId xmlns:a16="http://schemas.microsoft.com/office/drawing/2014/main" id="{45C3AE01-1BAE-1391-79A0-0069B31AE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0" y="5164328"/>
                <a:ext cx="955040" cy="751840"/>
              </a:xfrm>
              <a:prstGeom prst="rightArrow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66459D7-FB1D-BBF7-141C-D2577C0E01B4}"/>
              </a:ext>
            </a:extLst>
          </p:cNvPr>
          <p:cNvSpPr txBox="1"/>
          <p:nvPr/>
        </p:nvSpPr>
        <p:spPr>
          <a:xfrm>
            <a:off x="3360260" y="5355328"/>
            <a:ext cx="142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Integer</a:t>
            </a:r>
          </a:p>
        </p:txBody>
      </p:sp>
      <p:sp>
        <p:nvSpPr>
          <p:cNvPr id="17" name="Arrow: Right 16" descr="Next we perform a modulus operation on that integer to select an index of an array for our insert, find, and delete operations.">
            <a:extLst>
              <a:ext uri="{FF2B5EF4-FFF2-40B4-BE49-F238E27FC236}">
                <a16:creationId xmlns:a16="http://schemas.microsoft.com/office/drawing/2014/main" id="{B5298C6D-A5AF-44EB-717D-6711EFE60FC8}"/>
              </a:ext>
            </a:extLst>
          </p:cNvPr>
          <p:cNvSpPr/>
          <p:nvPr/>
        </p:nvSpPr>
        <p:spPr>
          <a:xfrm>
            <a:off x="4754350" y="4783932"/>
            <a:ext cx="2037080" cy="14605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Insert / find /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delete</a:t>
            </a:r>
          </a:p>
        </p:txBody>
      </p:sp>
      <p:grpSp>
        <p:nvGrpSpPr>
          <p:cNvPr id="20" name="Group 19" descr="Our array stores key-value pairs. The index used depends on the result of applying the hash function to the key and then modding by the array's length.">
            <a:extLst>
              <a:ext uri="{FF2B5EF4-FFF2-40B4-BE49-F238E27FC236}">
                <a16:creationId xmlns:a16="http://schemas.microsoft.com/office/drawing/2014/main" id="{2C8BA4EC-B7F1-49C0-3B37-79801EE19605}"/>
              </a:ext>
            </a:extLst>
          </p:cNvPr>
          <p:cNvGrpSpPr/>
          <p:nvPr/>
        </p:nvGrpSpPr>
        <p:grpSpPr>
          <a:xfrm>
            <a:off x="6906260" y="5164328"/>
            <a:ext cx="5120640" cy="640080"/>
            <a:chOff x="6906260" y="5164328"/>
            <a:chExt cx="5120640" cy="6400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5CEE9F9-2EBE-4CC1-9403-3C322B3D011A}"/>
                </a:ext>
              </a:extLst>
            </p:cNvPr>
            <p:cNvGrpSpPr/>
            <p:nvPr/>
          </p:nvGrpSpPr>
          <p:grpSpPr>
            <a:xfrm>
              <a:off x="6906260" y="5164328"/>
              <a:ext cx="5120640" cy="640080"/>
              <a:chOff x="1470660" y="4001294"/>
              <a:chExt cx="5120640" cy="64008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E15F891-EABE-C715-0CC0-B077530D6B06}"/>
                  </a:ext>
                </a:extLst>
              </p:cNvPr>
              <p:cNvSpPr/>
              <p:nvPr/>
            </p:nvSpPr>
            <p:spPr>
              <a:xfrm>
                <a:off x="147066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916793F-F73D-8588-59C0-B5CD1713D13C}"/>
                  </a:ext>
                </a:extLst>
              </p:cNvPr>
              <p:cNvSpPr/>
              <p:nvPr/>
            </p:nvSpPr>
            <p:spPr>
              <a:xfrm>
                <a:off x="211074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BF5FE7C-60F8-DCCD-71CA-23CCA50514E5}"/>
                  </a:ext>
                </a:extLst>
              </p:cNvPr>
              <p:cNvSpPr/>
              <p:nvPr/>
            </p:nvSpPr>
            <p:spPr>
              <a:xfrm>
                <a:off x="275082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E908263-8B67-5D74-ACF7-D2EF2DE9F6C9}"/>
                  </a:ext>
                </a:extLst>
              </p:cNvPr>
              <p:cNvSpPr/>
              <p:nvPr/>
            </p:nvSpPr>
            <p:spPr>
              <a:xfrm>
                <a:off x="339090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5C47B54-CFE9-D28C-B605-0944181CD613}"/>
                  </a:ext>
                </a:extLst>
              </p:cNvPr>
              <p:cNvSpPr/>
              <p:nvPr/>
            </p:nvSpPr>
            <p:spPr>
              <a:xfrm>
                <a:off x="403098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D809D88-9346-16AB-47D9-15E1AB178F52}"/>
                  </a:ext>
                </a:extLst>
              </p:cNvPr>
              <p:cNvSpPr/>
              <p:nvPr/>
            </p:nvSpPr>
            <p:spPr>
              <a:xfrm>
                <a:off x="467106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30064F-7EE5-1285-D430-ECA89FA194B5}"/>
                  </a:ext>
                </a:extLst>
              </p:cNvPr>
              <p:cNvSpPr/>
              <p:nvPr/>
            </p:nvSpPr>
            <p:spPr>
              <a:xfrm>
                <a:off x="531114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35BB3CB-8E1A-CB22-7ACF-36852255E9A8}"/>
                  </a:ext>
                </a:extLst>
              </p:cNvPr>
              <p:cNvSpPr/>
              <p:nvPr/>
            </p:nvSpPr>
            <p:spPr>
              <a:xfrm>
                <a:off x="595122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8" name="Picture 2" descr="Key Clipart Images – Browse 33,319 Stock Photos, Vectors, and Video | Adobe  Stock">
              <a:extLst>
                <a:ext uri="{FF2B5EF4-FFF2-40B4-BE49-F238E27FC236}">
                  <a16:creationId xmlns:a16="http://schemas.microsoft.com/office/drawing/2014/main" id="{54070E1C-8E07-4C18-0042-FC895ADDBE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3118" y="5185664"/>
              <a:ext cx="513663" cy="308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BAE7921-37C6-D987-ECCC-13611CBD6373}"/>
                </a:ext>
              </a:extLst>
            </p:cNvPr>
            <p:cNvSpPr txBox="1"/>
            <p:nvPr/>
          </p:nvSpPr>
          <p:spPr>
            <a:xfrm>
              <a:off x="8100060" y="5435076"/>
              <a:ext cx="8148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&amp; value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DD9697F-CECD-0EA5-2C0D-FACB344FCEA4}"/>
                  </a:ext>
                </a:extLst>
              </p14:cNvPr>
              <p14:cNvContentPartPr/>
              <p14:nvPr/>
            </p14:nvContentPartPr>
            <p14:xfrm>
              <a:off x="559080" y="2464560"/>
              <a:ext cx="8895600" cy="3888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DD9697F-CECD-0EA5-2C0D-FACB344FCE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9720" y="2455200"/>
                <a:ext cx="8914320" cy="390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8518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3207-1731-F324-9EFD-97EA91C3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67BF8A-64CB-BF2A-19BD-A42168847C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Key: Phone Number</a:t>
                </a:r>
              </a:p>
              <a:p>
                <a:r>
                  <a:rPr lang="en-US" dirty="0"/>
                  <a:t>Value: People</a:t>
                </a:r>
              </a:p>
              <a:p>
                <a:r>
                  <a:rPr lang="en-US" dirty="0"/>
                  <a:t>Table size: 10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𝑝h𝑜𝑛𝑒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as an integer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8675309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%10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67BF8A-64CB-BF2A-19BD-A42168847C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 descr="An example of an empty array of size 10">
            <a:extLst>
              <a:ext uri="{FF2B5EF4-FFF2-40B4-BE49-F238E27FC236}">
                <a16:creationId xmlns:a16="http://schemas.microsoft.com/office/drawing/2014/main" id="{8F0E165E-825A-2E57-85C9-42A8F3BE9294}"/>
              </a:ext>
            </a:extLst>
          </p:cNvPr>
          <p:cNvGrpSpPr/>
          <p:nvPr/>
        </p:nvGrpSpPr>
        <p:grpSpPr>
          <a:xfrm>
            <a:off x="4953000" y="660717"/>
            <a:ext cx="6400800" cy="1097280"/>
            <a:chOff x="4953000" y="660717"/>
            <a:chExt cx="6400800" cy="109728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7CC2950-7509-104F-9B67-658FD652C2A7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E044AF-73B9-3E7A-F3B9-8485C08B25F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038655-C5CF-B784-02FB-537E45376796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A73B9BD-EC6B-2C79-E987-A6B3E7E944FD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F18A31B-96C6-BE46-4F61-B05B5E36AECC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44F5CFF-7730-9C8F-D94C-7C8F16188F89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D97F77D-F0C4-2944-97DA-8210EDBECBC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2DFFC00-9F00-F7D2-2250-AC07E65D0CD7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098C2B0-C5D6-ED74-92F9-565F8786F113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2507EFD-F0E2-7CAA-2A7A-086720DE0A9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4EB7E35-01E7-8973-C158-B1EF4676CA2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5FADE01-8330-8ED4-8775-27A59AD8AD40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67431FB-7023-308E-D1BF-A5F71B6FCC2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8BD93D2-EB68-B807-BD17-1E5C004C18E8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D22D90A-5F76-FBE8-5DAA-6AB8C6BFE1E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784D1BC-105B-10DF-C9FC-871CCA3BDDA5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D0B091-DC55-2392-75EE-BEAB25F8571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F90ED62-90C0-5695-0759-9E63E1EBBD9D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CFF9C65-682C-F519-6FF3-FD694A5F99D8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B2EDE4C-4DA8-31B1-7678-86A1A8B555DB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D404C5E-9347-BC04-8E16-5E7FF0243DE1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25209DC-0518-480E-5A9F-7F6C1D4CD0B2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FD6248-2606-317B-BA33-579938F4959F}"/>
                  </a:ext>
                </a:extLst>
              </p14:cNvPr>
              <p14:cNvContentPartPr/>
              <p14:nvPr/>
            </p14:nvContentPartPr>
            <p14:xfrm>
              <a:off x="1474920" y="624600"/>
              <a:ext cx="9786600" cy="3952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FD6248-2606-317B-BA33-579938F495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5560" y="615240"/>
                <a:ext cx="9805320" cy="397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0286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EC20-4FA4-D18D-A0AE-BE56D6EB3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Influences Running time?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EB0D1-210A-8443-B622-C72556A6A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hashing itself takes</a:t>
            </a:r>
          </a:p>
          <a:p>
            <a:r>
              <a:rPr lang="en-US" dirty="0"/>
              <a:t>Likelihood of collisions</a:t>
            </a:r>
          </a:p>
          <a:p>
            <a:pPr lvl="1"/>
            <a:r>
              <a:rPr lang="en-US" dirty="0"/>
              <a:t>Size of the array vs number of values in the array</a:t>
            </a:r>
          </a:p>
          <a:p>
            <a:pPr lvl="1"/>
            <a:r>
              <a:rPr lang="en-US" dirty="0"/>
              <a:t>“quality” of our hash function</a:t>
            </a:r>
          </a:p>
          <a:p>
            <a:r>
              <a:rPr lang="en-US" dirty="0"/>
              <a:t>What we do when we have a collision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7D0A1C-04F8-A454-1BF5-C6A9D9E417DD}"/>
                  </a:ext>
                </a:extLst>
              </p14:cNvPr>
              <p14:cNvContentPartPr/>
              <p14:nvPr/>
            </p14:nvContentPartPr>
            <p14:xfrm>
              <a:off x="1075320" y="1760400"/>
              <a:ext cx="6978240" cy="3116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7D0A1C-04F8-A454-1BF5-C6A9D9E417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5960" y="1751040"/>
                <a:ext cx="6996960" cy="313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2587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3157-9EDB-A5A0-CA4E-45FD8344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 “Good” 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8E848-4314-D161-07CD-DB538594E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Definition: A hash function maps objects to integers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Consistent</a:t>
            </a:r>
          </a:p>
          <a:p>
            <a:pPr lvl="1"/>
            <a:r>
              <a:rPr lang="en-US" dirty="0"/>
              <a:t>Objects considered “equal” should hash to the same value</a:t>
            </a:r>
          </a:p>
          <a:p>
            <a:pPr lvl="1"/>
            <a:r>
              <a:rPr lang="en-US" dirty="0"/>
              <a:t>Deterministic: running the hash function on the same object twice should yield the same result</a:t>
            </a:r>
          </a:p>
          <a:p>
            <a:r>
              <a:rPr lang="en-US" b="1" dirty="0"/>
              <a:t>Uniform</a:t>
            </a:r>
          </a:p>
          <a:p>
            <a:pPr lvl="1"/>
            <a:r>
              <a:rPr lang="en-US" dirty="0"/>
              <a:t>Should be able to use every index in a fixed-size array</a:t>
            </a:r>
          </a:p>
          <a:p>
            <a:pPr lvl="1"/>
            <a:r>
              <a:rPr lang="en-US" dirty="0"/>
              <a:t>Should use every index at roughly equal rates</a:t>
            </a:r>
            <a:endParaRPr lang="en-US" b="1" dirty="0"/>
          </a:p>
          <a:p>
            <a:r>
              <a:rPr lang="en-US" b="1" dirty="0"/>
              <a:t>Effective</a:t>
            </a:r>
            <a:endParaRPr lang="en-US" dirty="0"/>
          </a:p>
          <a:p>
            <a:pPr lvl="1"/>
            <a:r>
              <a:rPr lang="en-US" dirty="0"/>
              <a:t>It should be difficult to find two objects which hash to the same value</a:t>
            </a:r>
          </a:p>
          <a:p>
            <a:pPr lvl="1"/>
            <a:r>
              <a:rPr lang="en-US" dirty="0"/>
              <a:t>Given on object, it should be hard to find a different object which hashes to the same value</a:t>
            </a:r>
          </a:p>
          <a:p>
            <a:pPr lvl="1"/>
            <a:r>
              <a:rPr lang="en-US" dirty="0"/>
              <a:t>“Avalanche effect”: making a small change to the object yields big changes in the value it hashes to</a:t>
            </a:r>
          </a:p>
          <a:p>
            <a:r>
              <a:rPr lang="en-US" b="1" dirty="0"/>
              <a:t>Efficient</a:t>
            </a:r>
          </a:p>
          <a:p>
            <a:pPr lvl="1"/>
            <a:r>
              <a:rPr lang="en-US" dirty="0"/>
              <a:t>Time to calculate the hash should be very small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C4F1C5-28FF-A5D2-C37C-0915D28057CC}"/>
                  </a:ext>
                </a:extLst>
              </p14:cNvPr>
              <p14:cNvContentPartPr/>
              <p14:nvPr/>
            </p14:nvContentPartPr>
            <p14:xfrm>
              <a:off x="436320" y="2299320"/>
              <a:ext cx="10047600" cy="3689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C4F1C5-28FF-A5D2-C37C-0915D28057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960" y="2289960"/>
                <a:ext cx="10066320" cy="370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8033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AEB70-2748-0FB0-4AA5-4178E105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Bad Hash (and phone number trivia)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BD3363-EAA6-6613-37B3-2C8AC002A3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𝑝h𝑜𝑛𝑒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 first digit of the phone number</a:t>
                </a:r>
              </a:p>
              <a:p>
                <a:pPr lvl="1"/>
                <a:r>
                  <a:rPr lang="en-US" dirty="0"/>
                  <a:t>Assume 10-digit format</a:t>
                </a:r>
              </a:p>
              <a:p>
                <a:pPr lvl="1"/>
                <a:r>
                  <a:rPr lang="en-US" dirty="0"/>
                  <a:t>No US phone numbers start with 1 or 0</a:t>
                </a:r>
              </a:p>
              <a:p>
                <a:pPr lvl="1"/>
                <a:r>
                  <a:rPr lang="en-US" dirty="0"/>
                  <a:t>If we’re sampling from this class, 2 is by far the most likely</a:t>
                </a:r>
              </a:p>
              <a:p>
                <a:r>
                  <a:rPr lang="en-US" dirty="0"/>
                  <a:t>Consistent? Yes!</a:t>
                </a:r>
              </a:p>
              <a:p>
                <a:r>
                  <a:rPr lang="en-US" dirty="0"/>
                  <a:t>Uniform? No!</a:t>
                </a:r>
              </a:p>
              <a:p>
                <a:r>
                  <a:rPr lang="en-US" dirty="0"/>
                  <a:t>Effective? No!</a:t>
                </a:r>
              </a:p>
              <a:p>
                <a:r>
                  <a:rPr lang="en-US" dirty="0"/>
                  <a:t>Efficient? Yes!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BD3363-EAA6-6613-37B3-2C8AC002A3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An example of an empty array of size 10">
            <a:extLst>
              <a:ext uri="{FF2B5EF4-FFF2-40B4-BE49-F238E27FC236}">
                <a16:creationId xmlns:a16="http://schemas.microsoft.com/office/drawing/2014/main" id="{F20E693B-93AA-C117-7620-A18DD24FEB40}"/>
              </a:ext>
            </a:extLst>
          </p:cNvPr>
          <p:cNvGrpSpPr/>
          <p:nvPr/>
        </p:nvGrpSpPr>
        <p:grpSpPr>
          <a:xfrm>
            <a:off x="5298440" y="4830128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E418751-3F07-0DFF-4FC2-B57C51B02C1F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C1010E2-3D4F-53C1-6B99-1B18E60FDD06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A24EDF-2E5C-B7EB-CE04-579C70775B6C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EADAEB4-C706-9861-DD5F-AE494EBB44D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FB7A9A4-6398-EC12-E456-B11FEE14681B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BA606F0-F91C-900A-B85F-6F6E4A35C350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8CD4196-E921-BC0C-4178-6E47474B52A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6B78A1D-8822-7D5B-EBCD-C2BA219456B7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F39AF62-A56B-F6B5-E0D1-6A4473C47F3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D48D035-BB15-9D68-B22D-DC97C43D8E9F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E3EA93E-6F99-B4B5-E846-D6930840224B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644001-843C-9580-BCB1-87AEB1D91864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9423C69-BC54-9C2E-3E25-F467B7226CF4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630411-625B-9FF1-7FC8-929037C4E362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526C368-E744-8F5C-3D09-060814B63658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87D8E32-A226-6474-7942-8506A86639BA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1841967-D254-6740-6886-C85A2566A5E1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A60285C-0BD9-3F25-00F4-BDFBDF50B87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23F4E4E-647F-EF99-B6C9-606016E5942C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4A5911F-FAAC-13F1-DB1A-3338BFA5448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44A62AC-6E01-38F1-6D3B-B17AE3E0898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477B64A-820D-EDCA-CB1B-C491E58A0BF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7D2A531-5337-80CA-63C8-93D061E4DF5D}"/>
                  </a:ext>
                </a:extLst>
              </p14:cNvPr>
              <p14:cNvContentPartPr/>
              <p14:nvPr/>
            </p14:nvContentPartPr>
            <p14:xfrm>
              <a:off x="989280" y="2045160"/>
              <a:ext cx="6876720" cy="38181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7D2A531-5337-80CA-63C8-93D061E4DF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9920" y="2035800"/>
                <a:ext cx="6895440" cy="383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42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C18AD-8782-101D-71B2-AACF88D7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These Hash Functions (for strings)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B1475-B392-8867-1600-491BB288DC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be a string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ascii encoding of the character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consistent, not uniform, is efficient, bear has the same hash value as bad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 effective, consider anagrams e.g. bear bare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2⋅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B1475-B392-8867-1600-491BB288DC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277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B21B-983A-7F4D-AB2A-1B8088E5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7551-8A02-8C7A-602B-6AAC9CB0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Those Example 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12570-FEA2-2252-6C25-829FA46434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be a string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ascii encoding of the character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and possibly uniform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uniform, and effective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2⋅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effective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12570-FEA2-2252-6C25-829FA46434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211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667C-B941-C501-51C7-D8216993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2349D-FC71-54C6-22B8-58D6B00AA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Supposing we have a “good” hash function: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insert(key, value){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h = </a:t>
            </a:r>
            <a:r>
              <a:rPr lang="en-US" dirty="0" err="1">
                <a:latin typeface="Consolas" panose="020B0609020204030204" pitchFamily="49" charset="0"/>
              </a:rPr>
              <a:t>key.hash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[h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r>
              <a:rPr lang="en-US" dirty="0">
                <a:latin typeface="Consolas" panose="020B0609020204030204" pitchFamily="49" charset="0"/>
              </a:rPr>
              <a:t>] = value;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Problem: It’s possible that two different keys map to the same index!</a:t>
            </a:r>
          </a:p>
          <a:p>
            <a:pPr marL="0" indent="0">
              <a:buNone/>
            </a:pPr>
            <a:r>
              <a:rPr lang="en-US" dirty="0"/>
              <a:t>This is called a “collision”</a:t>
            </a:r>
          </a:p>
        </p:txBody>
      </p:sp>
    </p:spTree>
    <p:extLst>
      <p:ext uri="{BB962C8B-B14F-4D97-AF65-F5344CB8AC3E}">
        <p14:creationId xmlns:p14="http://schemas.microsoft.com/office/powerpoint/2010/main" val="235065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A8AF-72A5-B472-A0CD-E37AFD3D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7292A-1917-0E43-0B96-34F56EC9D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Collision occurs when we want to insert something into an already-occupied position in the hash table</a:t>
            </a:r>
          </a:p>
          <a:p>
            <a:r>
              <a:rPr lang="en-US" dirty="0"/>
              <a:t>2 main strategies:</a:t>
            </a:r>
          </a:p>
          <a:p>
            <a:pPr lvl="1"/>
            <a:r>
              <a:rPr lang="en-US" dirty="0"/>
              <a:t>Separate Chaining</a:t>
            </a:r>
          </a:p>
          <a:p>
            <a:pPr lvl="2"/>
            <a:r>
              <a:rPr lang="en-US" dirty="0"/>
              <a:t>Use a secondary data structure to contain the items</a:t>
            </a:r>
          </a:p>
          <a:p>
            <a:pPr lvl="3"/>
            <a:r>
              <a:rPr lang="en-US" dirty="0"/>
              <a:t>E.g. each index in the hash table is itself a linked list</a:t>
            </a:r>
          </a:p>
          <a:p>
            <a:pPr lvl="1"/>
            <a:r>
              <a:rPr lang="en-US" dirty="0"/>
              <a:t>Open Addressing</a:t>
            </a:r>
          </a:p>
          <a:p>
            <a:pPr lvl="2"/>
            <a:r>
              <a:rPr lang="en-US" dirty="0"/>
              <a:t>Use a different spot in the table instead</a:t>
            </a:r>
          </a:p>
          <a:p>
            <a:pPr lvl="3"/>
            <a:r>
              <a:rPr lang="en-US" dirty="0"/>
              <a:t>Linear Probing</a:t>
            </a:r>
          </a:p>
          <a:p>
            <a:pPr lvl="3"/>
            <a:r>
              <a:rPr lang="en-US" dirty="0"/>
              <a:t>Quadratic Probing</a:t>
            </a:r>
          </a:p>
          <a:p>
            <a:pPr lvl="3"/>
            <a:r>
              <a:rPr lang="en-US" dirty="0"/>
              <a:t>Double Hashing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 descr="An empty array of size 10">
            <a:extLst>
              <a:ext uri="{FF2B5EF4-FFF2-40B4-BE49-F238E27FC236}">
                <a16:creationId xmlns:a16="http://schemas.microsoft.com/office/drawing/2014/main" id="{AF91B734-73D3-DC0E-2EA2-99B52DE40162}"/>
              </a:ext>
            </a:extLst>
          </p:cNvPr>
          <p:cNvGrpSpPr/>
          <p:nvPr/>
        </p:nvGrpSpPr>
        <p:grpSpPr>
          <a:xfrm>
            <a:off x="5389880" y="5395595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BAB576A-E277-4D44-8605-52AA1885F28A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B6B729D-973C-9729-632E-7734BF046430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D280AE4-DF69-9BCF-A1E0-3A8E6BE2B33B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B8C4FDE-B0DE-2771-370F-1A0C867096C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97DC60-EB0D-24EA-F496-C00651236C4A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8589CB5-BA80-50F5-226F-5781BC30B89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1334B41-6AC4-A0BD-25EF-9FB7C063565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AA01879-292C-EAF8-264C-81133339D77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0E7C03F-94AB-7223-381C-92C41393769B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5E6F94F-27FE-D263-E64E-FE7AB20BF7C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F73501A-40F5-F49B-0791-7DCE4C01864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C056CA-946D-B557-9168-1E9CA2B477B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2E4B604-A8C8-A753-DAD3-56463AC1B8B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40D010B-46BA-24A7-2F9F-E2B5E82325AC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DE21E00-A30B-1A54-F38A-541C565F934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F2D1BF-F61C-68D8-1070-7FA83CFF1DF3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D8FBC60-940C-B628-8C12-BC09ED41F40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9443195-B9EA-DE7E-DBA2-00E011DBA1C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800E23E-90B1-5279-C25A-4E2AC8972ED3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77FE1D7-CC95-D643-4744-7214AFBD5D15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DCB5281-E8A2-F396-0EC9-1F31090E63F7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ED01229-04B7-F7D8-4C7C-A8A02458CA1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283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>
                <a:latin typeface="Consolas" panose="020B0609020204030204" pitchFamily="49" charset="0"/>
              </a:rPr>
              <a:t>k, v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Add the key-value pair to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pPr lvl="1"/>
            <a:endParaRPr lang="en-US" dirty="0"/>
          </a:p>
        </p:txBody>
      </p:sp>
      <p:grpSp>
        <p:nvGrpSpPr>
          <p:cNvPr id="28" name="Group 27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F0D0E908-65FA-3B86-F2C7-EB14E6925F15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7D1AD0-1B9E-412D-3A20-E79C7C02DFF4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7386195-BD90-00BB-B11C-2E0A51EBF726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A268444-E9D8-103A-F880-AB46C12BC769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FE7D612-CC0B-0352-BEBB-325F28C5F24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094040C-B153-41DB-4A4A-4062B5FB7766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086E2FC-87C5-76F1-BF3B-38BF8C1727B2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BEE80FF-E49F-4242-CE72-CE8B36A51656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0C3ED64-7D18-86F3-420B-1C3D977FD62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1237C98-7B2E-9E91-022B-629C5413948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8E410D9-4E58-2B93-328E-E35FEF26D71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5871046-D0CF-483C-3624-DB67CD87402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E97B709-8E5C-B28D-C6FB-76F340883847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E104D4D-BF21-079D-627C-D3EF4B58C1C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92CA787-F351-99CE-8252-3670679984A2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FDE562F-FEFB-3C87-66C5-4FC515819004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0A1EED9-0D82-9636-8B98-6D690796FEDE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BDFB5B6-896C-C056-1726-CBD6B12B0DE9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90583C2-0EFF-A52C-5C11-BC8107E92DD0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B9558DB-4D3B-2005-36D4-28AC5C20D22A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224E418-7E41-4486-364E-ACB18FBC9F01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DEB544B-D1D8-EE6A-385C-E7D77E8C8DB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FE74979-FA11-F7E9-3C7A-3704658B6B39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ED3DD26-95AB-A798-AE3E-AB168FC60C2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C9EE3D-D77C-1669-D63E-C775BFAB8BA3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DC057F3-CE4E-FEA4-8BF7-41B10D3E6F86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549F27C-56EF-C166-BA10-B4920B8A79A7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13F12D4-0282-8596-10ED-55462BC4C9AF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82D35A-7B8F-9FB2-74C6-AA71BF05EB5A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F92726D-8930-6161-E4CD-6CD38D725815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43365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Call find with the key on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28" name="Group 27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704D9272-389E-D58A-0B56-E0F660DB9F59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7D1AD0-1B9E-412D-3A20-E79C7C02DFF4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7386195-BD90-00BB-B11C-2E0A51EBF726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A268444-E9D8-103A-F880-AB46C12BC769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FE7D612-CC0B-0352-BEBB-325F28C5F24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094040C-B153-41DB-4A4A-4062B5FB7766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086E2FC-87C5-76F1-BF3B-38BF8C1727B2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BEE80FF-E49F-4242-CE72-CE8B36A51656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0C3ED64-7D18-86F3-420B-1C3D977FD62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1237C98-7B2E-9E91-022B-629C5413948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8E410D9-4E58-2B93-328E-E35FEF26D71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5871046-D0CF-483C-3624-DB67CD87402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E97B709-8E5C-B28D-C6FB-76F340883847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E104D4D-BF21-079D-627C-D3EF4B58C1C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92CA787-F351-99CE-8252-3670679984A2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FDE562F-FEFB-3C87-66C5-4FC515819004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0A1EED9-0D82-9636-8B98-6D690796FEDE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BDFB5B6-896C-C056-1726-CBD6B12B0DE9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90583C2-0EFF-A52C-5C11-BC8107E92DD0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B9558DB-4D3B-2005-36D4-28AC5C20D22A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224E418-7E41-4486-364E-ACB18FBC9F01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DEB544B-D1D8-EE6A-385C-E7D77E8C8DB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FE74979-FA11-F7E9-3C7A-3704658B6B39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ED3DD26-95AB-A798-AE3E-AB168FC60C2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C9EE3D-D77C-1669-D63E-C775BFAB8BA3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DC057F3-CE4E-FEA4-8BF7-41B10D3E6F86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549F27C-56EF-C166-BA10-B4920B8A79A7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13F12D4-0282-8596-10ED-55462BC4C9AF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82D35A-7B8F-9FB2-74C6-AA71BF05EB5A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F92726D-8930-6161-E4CD-6CD38D725815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0836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delete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Call delete with the key on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3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C50485C1-971C-8906-53EB-58262418D02F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91ECDB6-DBDB-A8C5-13B8-D40E0B56F6CF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AA78154-D2A0-BF2C-9B37-89A4A1379974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B331FF7-4ADF-F5C5-5A92-E2E26C322D81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43150A1-3A0C-0E2E-806A-D901BAA46E5C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7FA6F73-9326-7623-286F-F79D18C948C5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B00C70B-769B-1252-448C-DD9A7F25B82A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5A2345D6-30A8-DE1D-1642-CCCCDFD9C13C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D9FD4096-164B-4E14-BE95-4D30896294AD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85C0D695-3EA8-5B0F-C8B5-F6B37DA781F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64378A1-329E-3EB3-A369-D972CA452FA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1D4BB78-3629-F57F-7936-EEB4230E3113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5268C3D-BFFE-225B-A692-AF99650934DB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4B1FA29-7E34-0841-EC22-1222491D9C3E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EA02254A-91CA-3383-8EF6-F5AAF94312F5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117B7E3-7CA7-C371-0E02-C5C5A9B5A6B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31CDC39D-5234-7CFE-F9A7-BFA74A9CBB8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A7FECAC9-D12D-95A0-AB8A-DD19A4DFF49A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931F0E9C-6E2C-32C5-2754-D26A3538B18C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6D4FDA9-756B-31B1-096F-002F125364F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AB26DF93-8ABD-57E7-3342-E8BB1220BBEA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9BDE1C0-1567-F432-BFC9-5D6917EBB1F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4E56DA0-CB51-CD5D-0F83-6A455B6DB6CA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FA49A12-E978-D7D8-6386-D6286151FBC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8BF4F05-1F9D-06B3-2DDC-C289E853CCE0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787E9B0-35F3-4A63-957F-9FA7F2B518A2}"/>
                </a:ext>
              </a:extLst>
            </p:cNvPr>
            <p:cNvCxnSpPr>
              <a:cxnSpLocks/>
              <a:stCxn id="48" idx="0"/>
              <a:endCxn id="56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099790F-4528-AB94-CDB3-F6CC4231DE2C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0104CAB-B7CB-EF56-EAD8-BC0CD889224E}"/>
                </a:ext>
              </a:extLst>
            </p:cNvPr>
            <p:cNvCxnSpPr>
              <a:cxnSpLocks/>
              <a:endCxn id="58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E13C852-F822-AC77-8026-CE353C7665DD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751ADFC5-0306-0154-E32F-D9B258F02E0B}"/>
                </a:ext>
              </a:extLst>
            </p:cNvPr>
            <p:cNvCxnSpPr>
              <a:cxnSpLocks/>
              <a:endCxn id="60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2534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08DC-CFA0-51FE-747F-B24C466E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269A8-5366-06F8-EC79-56A7CF5C9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269A8-5366-06F8-EC79-56A7CF5C9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01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8A99-EE1D-8BA1-BF8F-8AE8428F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739B-EF93-6D32-C090-5A36AA6B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 (Answers)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6576E-E441-D262-342D-969920D971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Pick a constant value, resize the array whenever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exceeds that constant</a:t>
                </a:r>
              </a:p>
              <a:p>
                <a:pPr lvl="2"/>
                <a:r>
                  <a:rPr lang="en-US" dirty="0"/>
                  <a:t>We’ll talk about which constant we should pick later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6576E-E441-D262-342D-969920D97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903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A separate chaining hash table of length 10. Index 2 of the array has 1 item, index 5 has 2 items, all other indices are empty.&#10;&#10;Because the total number of key-value pairs present is 3, and the length of the array is 10, the load factor is 3/10 = 0.3.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1</a:t>
            </a:r>
          </a:p>
        </p:txBody>
      </p:sp>
      <p:grpSp>
        <p:nvGrpSpPr>
          <p:cNvPr id="33" name="Group 32" descr="A separate chaining hash table of length 10. Index 2 of the array has 1 item, index 5 has 2 items, all other indices are empty.&#10;&#10;Because the total number of key-value pairs present is 3, and the length of the array is 10, the load factor is 3/10 = 0.3.">
            <a:extLst>
              <a:ext uri="{FF2B5EF4-FFF2-40B4-BE49-F238E27FC236}">
                <a16:creationId xmlns:a16="http://schemas.microsoft.com/office/drawing/2014/main" id="{B3CE968D-5F5C-9F08-A69F-AF2588EBB0F0}"/>
              </a:ext>
            </a:extLst>
          </p:cNvPr>
          <p:cNvGrpSpPr/>
          <p:nvPr/>
        </p:nvGrpSpPr>
        <p:grpSpPr>
          <a:xfrm>
            <a:off x="3002280" y="1825625"/>
            <a:ext cx="6400800" cy="2545078"/>
            <a:chOff x="3002280" y="1825625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1138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2</a:t>
            </a:r>
          </a:p>
        </p:txBody>
      </p:sp>
      <p:grpSp>
        <p:nvGrpSpPr>
          <p:cNvPr id="43" name="Group 42" descr="A separate chaining hash table of length 10. Index 2 of the array has 1 item, index 5 has 3 items, index 9 has 4 items, all other indices are empty.&#10;&#10;Because the total number of key-value pairs present is 8, and the length of the array is 10, the load factor is 8/10 = 0.8.">
            <a:extLst>
              <a:ext uri="{FF2B5EF4-FFF2-40B4-BE49-F238E27FC236}">
                <a16:creationId xmlns:a16="http://schemas.microsoft.com/office/drawing/2014/main" id="{B40C2928-5E80-C549-6F11-BEA5EEA6BBD3}"/>
              </a:ext>
            </a:extLst>
          </p:cNvPr>
          <p:cNvGrpSpPr/>
          <p:nvPr/>
        </p:nvGrpSpPr>
        <p:grpSpPr>
          <a:xfrm>
            <a:off x="3002280" y="360998"/>
            <a:ext cx="6400800" cy="4009705"/>
            <a:chOff x="3002280" y="360998"/>
            <a:chExt cx="6400800" cy="40097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/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blipFill>
                  <a:blip r:embed="rId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A352F6C-DE53-32FA-E0D5-C4BD09FE69CB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6550024" y="157035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/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blipFill>
                  <a:blip r:embed="rId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5EAD4BB-F71C-4B78-6EE6-A124E0BA4014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V="1">
              <a:off x="9069069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/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blipFill>
                  <a:blip r:embed="rId7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3F4EF4-64CB-DDD5-DC1F-9C3F90800DD7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 flipV="1">
              <a:off x="9069069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/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blipFill>
                  <a:blip r:embed="rId8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87CECB3-6B1F-DDE3-F042-3FC3931A51F3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9069069" y="15535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/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blipFill>
                  <a:blip r:embed="rId9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1C2F5F-EF97-7D03-A3CD-00BF6AC7D8D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V="1">
              <a:off x="9069069" y="829628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5561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3</a:t>
            </a:r>
          </a:p>
        </p:txBody>
      </p:sp>
      <p:grpSp>
        <p:nvGrpSpPr>
          <p:cNvPr id="57" name="Group 56" descr="A separate chaining hash table of length 10. Index 0 has 1 item, index 2 has 2 items, index 4 has 1 item, index 5 has 3 items, index 7 has 3 items, index 8 has 1 item, and index 9 has 4 items. All other indices are empty.&#10;&#10;Because the total number of key-value pairs present is 15, and the length of the array is 10, the load factor is 15/10 = 1.5.">
            <a:extLst>
              <a:ext uri="{FF2B5EF4-FFF2-40B4-BE49-F238E27FC236}">
                <a16:creationId xmlns:a16="http://schemas.microsoft.com/office/drawing/2014/main" id="{815CD5D2-D488-0B3B-0D69-B147C56F5636}"/>
              </a:ext>
            </a:extLst>
          </p:cNvPr>
          <p:cNvGrpSpPr/>
          <p:nvPr/>
        </p:nvGrpSpPr>
        <p:grpSpPr>
          <a:xfrm>
            <a:off x="3002280" y="360998"/>
            <a:ext cx="6400800" cy="4009705"/>
            <a:chOff x="3002280" y="360998"/>
            <a:chExt cx="6400800" cy="40097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/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blipFill>
                  <a:blip r:embed="rId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A352F6C-DE53-32FA-E0D5-C4BD09FE69CB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6550024" y="157035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/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blipFill>
                  <a:blip r:embed="rId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5EAD4BB-F71C-4B78-6EE6-A124E0BA4014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V="1">
              <a:off x="9069069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/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blipFill>
                  <a:blip r:embed="rId7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3F4EF4-64CB-DDD5-DC1F-9C3F90800DD7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 flipV="1">
              <a:off x="9069069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/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blipFill>
                  <a:blip r:embed="rId8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87CECB3-6B1F-DDE3-F042-3FC3931A51F3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9069069" y="15535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/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blipFill>
                  <a:blip r:embed="rId9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1C2F5F-EF97-7D03-A3CD-00BF6AC7D8D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V="1">
              <a:off x="9069069" y="829628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03BAA4C-B007-C380-6D00-7D95F25871FA}"/>
                    </a:ext>
                  </a:extLst>
                </p:cNvPr>
                <p:cNvSpPr/>
                <p:nvPr/>
              </p:nvSpPr>
              <p:spPr>
                <a:xfrm>
                  <a:off x="4374197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03BAA4C-B007-C380-6D00-7D95F25871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4197" y="1825625"/>
                  <a:ext cx="468630" cy="468630"/>
                </a:xfrm>
                <a:prstGeom prst="rect">
                  <a:avLst/>
                </a:prstGeom>
                <a:blipFill>
                  <a:blip r:embed="rId10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772FA18-6A5B-A1AF-51F3-05EBCDEAB760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 flipV="1">
              <a:off x="4608512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E2F806D-D1B1-DF73-6BDA-A4668BEDD6CA}"/>
                    </a:ext>
                  </a:extLst>
                </p:cNvPr>
                <p:cNvSpPr/>
                <p:nvPr/>
              </p:nvSpPr>
              <p:spPr>
                <a:xfrm>
                  <a:off x="5607366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E2F806D-D1B1-DF73-6BDA-A4668BEDD6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7366" y="2549524"/>
                  <a:ext cx="468630" cy="468630"/>
                </a:xfrm>
                <a:prstGeom prst="rect">
                  <a:avLst/>
                </a:prstGeom>
                <a:blipFill>
                  <a:blip r:embed="rId11"/>
                  <a:stretch>
                    <a:fillRect l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3F82035-F31B-DDB2-87BB-A0A1AEB721D2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 flipV="1">
              <a:off x="5841681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E2D19C4-9589-8C78-5C2C-A7145D3AEBE5}"/>
                    </a:ext>
                  </a:extLst>
                </p:cNvPr>
                <p:cNvSpPr/>
                <p:nvPr/>
              </p:nvSpPr>
              <p:spPr>
                <a:xfrm>
                  <a:off x="7593010" y="256206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E2D19C4-9589-8C78-5C2C-A7145D3AEB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010" y="2562064"/>
                  <a:ext cx="468630" cy="468630"/>
                </a:xfrm>
                <a:prstGeom prst="rect">
                  <a:avLst/>
                </a:prstGeom>
                <a:blipFill>
                  <a:blip r:embed="rId1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0D314E1-854A-65E6-9B7F-C273F6FDE7DA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 flipV="1">
              <a:off x="7827325" y="303069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EF44CA0-7BB2-4E78-982C-D3C3E70B39E5}"/>
                    </a:ext>
                  </a:extLst>
                </p:cNvPr>
                <p:cNvSpPr/>
                <p:nvPr/>
              </p:nvSpPr>
              <p:spPr>
                <a:xfrm>
                  <a:off x="3126421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EF44CA0-7BB2-4E78-982C-D3C3E70B39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421" y="2549524"/>
                  <a:ext cx="468630" cy="468630"/>
                </a:xfrm>
                <a:prstGeom prst="rect">
                  <a:avLst/>
                </a:prstGeom>
                <a:blipFill>
                  <a:blip r:embed="rId13"/>
                  <a:stretch>
                    <a:fillRect l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A668F0C-0B35-AA65-2737-CBC7BE8228E2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flipV="1">
              <a:off x="3360736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0A295C55-7A02-3F40-BBC1-E88C568E017D}"/>
                    </a:ext>
                  </a:extLst>
                </p:cNvPr>
                <p:cNvSpPr/>
                <p:nvPr/>
              </p:nvSpPr>
              <p:spPr>
                <a:xfrm>
                  <a:off x="7593010" y="1846579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0A295C55-7A02-3F40-BBC1-E88C568E01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010" y="1846579"/>
                  <a:ext cx="468630" cy="468630"/>
                </a:xfrm>
                <a:prstGeom prst="rect">
                  <a:avLst/>
                </a:prstGeom>
                <a:blipFill>
                  <a:blip r:embed="rId14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F63374C-DE0C-C5B4-3F72-3B27EC9BC237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flipV="1">
              <a:off x="7827325" y="2315209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473778A-2878-4EF8-9556-821A278D079D}"/>
                    </a:ext>
                  </a:extLst>
                </p:cNvPr>
                <p:cNvSpPr/>
                <p:nvPr/>
              </p:nvSpPr>
              <p:spPr>
                <a:xfrm>
                  <a:off x="8213090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473778A-2878-4EF8-9556-821A278D07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3090" y="2549524"/>
                  <a:ext cx="468630" cy="468630"/>
                </a:xfrm>
                <a:prstGeom prst="rect">
                  <a:avLst/>
                </a:prstGeom>
                <a:blipFill>
                  <a:blip r:embed="rId1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40B7F36-8C50-B7B5-8D5D-F7C2197D449B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 flipV="1">
              <a:off x="8447405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215489C-1C00-DF44-EE09-420899356F8E}"/>
                    </a:ext>
                  </a:extLst>
                </p:cNvPr>
                <p:cNvSpPr/>
                <p:nvPr/>
              </p:nvSpPr>
              <p:spPr>
                <a:xfrm>
                  <a:off x="7577135" y="113315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215489C-1C00-DF44-EE09-420899356F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7135" y="1133157"/>
                  <a:ext cx="468630" cy="468630"/>
                </a:xfrm>
                <a:prstGeom prst="rect">
                  <a:avLst/>
                </a:prstGeom>
                <a:blipFill>
                  <a:blip r:embed="rId1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8F43A32-977F-43FE-EAAB-FDBF4149C224}"/>
                </a:ext>
              </a:extLst>
            </p:cNvPr>
            <p:cNvCxnSpPr>
              <a:cxnSpLocks/>
              <a:endCxn id="55" idx="2"/>
            </p:cNvCxnSpPr>
            <p:nvPr/>
          </p:nvCxnSpPr>
          <p:spPr>
            <a:xfrm flipV="1">
              <a:off x="7811450" y="160178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6274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D21D-C91E-3FE2-2027-49433DFD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C88E4-9BBE-71CC-681D-27A20BEEA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there’s a collision, use the next open space in the table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0E33847A-21B7-8D67-70E7-20697D5D828F}"/>
              </a:ext>
            </a:extLst>
          </p:cNvPr>
          <p:cNvGrpSpPr/>
          <p:nvPr/>
        </p:nvGrpSpPr>
        <p:grpSpPr>
          <a:xfrm>
            <a:off x="2895600" y="483806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2483E0-035B-552B-046B-B8CFCDDDA378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0A2255D-F389-165E-90CE-D5FDEDDAD427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873DF17-BBDE-7098-679E-F718BD0005E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497686A-BF93-5D4B-62ED-13F2DCF99D21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3DB1FA2-F273-056C-0BC0-3CF45C0F23ED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EFCA446-C2F3-17AC-0BE3-69BCB6EC8B5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E15B43A-CE28-5824-C803-3DB155C25B9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50E83A-82AF-5B5F-4819-0B3B5A4A67D4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477FBFB-DD77-940B-BBEF-1081F2AB4D8D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54EC3AB-7728-01B1-C085-C01979A56E1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5AF9B6F-5851-F1D1-4A8F-611B3182AB28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CBC511-68D6-8230-0208-019B6D43F0C0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EAA4797-6DEA-8CBE-BAC1-E915143B9341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550FB6-B136-FD0A-CDFB-8DCF58F3E6B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5A14D9-1D9F-1F25-2689-4B160E4CD78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50E096-C2C7-35F2-770A-652F4CB9C336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1390E29-9377-939E-4D08-909131F81DF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8A230B-E4DC-C904-C2DD-D6BF5FD6E09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C3758B1-9087-D7B1-ABB7-BF5CFE288F86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C2C4802-4643-0124-1D32-E88B8617331A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4B46D2A-B3B0-8BFB-4118-5BA56C95DCC4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DB85716-D30D-EBB1-5947-E6BF559FAEB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59601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is occupied then try index </a:t>
            </a:r>
            <a:r>
              <a:rPr lang="en-US" dirty="0">
                <a:latin typeface="Consolas" panose="020B0609020204030204" pitchFamily="49" charset="0"/>
              </a:rPr>
              <a:t>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that is occupied try index </a:t>
            </a:r>
            <a:r>
              <a:rPr lang="en-US" dirty="0">
                <a:latin typeface="Consolas" panose="020B0609020204030204" pitchFamily="49" charset="0"/>
              </a:rPr>
              <a:t>(i+2)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that is occupied try index </a:t>
            </a:r>
            <a:r>
              <a:rPr lang="en-US" dirty="0">
                <a:latin typeface="Consolas" panose="020B0609020204030204" pitchFamily="49" charset="0"/>
              </a:rPr>
              <a:t>(i+3)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4335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How to find?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you think?</a:t>
            </a:r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81CB483B-1B51-81A4-998F-C18BDFC7A15B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59E03DE-9160-760E-CF86-C5941F904018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FB13D3D-1B90-EAA5-7AFB-EA801C2BB03B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FE21E7F-24A9-345B-6179-CE9B6B64048E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C08EC2F-4B9F-A549-E285-F4281992943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385E2DE-C98D-9B83-787C-CDCDA12EE20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6E10180-6F3A-3B45-83C4-214CAC8D7CD9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778B9FA-5B1A-6BAA-D0ED-497B6D23388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25C5EA0-74A9-C388-4C28-4D4F714373D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6DE8AEA-6615-91BD-FFF6-5CBC5567FDB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8753DEE-E10D-C9D8-4695-E23D2D67AB45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6618187-A7D6-BE09-20B6-BAA91D197150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D31F8DB-D9C0-B9CB-3688-A3070BDBF18E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FB6E01C-853F-A01D-EC7F-ADF1B7503A7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5FC6836-E37B-902E-DCCA-42612165BE79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5BF1168-2CD5-0057-BC2B-4909F76A33DD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0BAE604-1186-0894-51A9-CDB7E3244583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78DDE3-ACB7-0049-DED7-1DAD1BC7F50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B16DDB0-7B34-54E8-8893-11222F305B1A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C05449B-00C3-5D02-3BCE-87B9791D97F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F1FDF2D-2EED-BE48-04B0-683CDAB71ABE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851D624-3FB9-0A77-322F-64E16B3803E0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A3D70CC-3542-191B-70BD-13DD27D6CB44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9909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Find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find key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</a:p>
              <a:p>
                <a:pPr lvl="1"/>
                <a:r>
                  <a:rPr lang="en-US" dirty="0"/>
                  <a:t>Calculate 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 = h(k)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table[</a:t>
                </a:r>
                <a:r>
                  <a:rPr lang="en-US" sz="200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] </a:t>
                </a:r>
                <a:r>
                  <a:rPr lang="en-US" dirty="0"/>
                  <a:t>is occupied but doesn’t have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</a:t>
                </a:r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</a:rPr>
                  <a:t>(i+1) % </a:t>
                </a:r>
                <a:r>
                  <a:rPr lang="en-US" sz="2000" dirty="0" err="1">
                    <a:latin typeface="Consolas" panose="020B0609020204030204" pitchFamily="49" charset="0"/>
                  </a:rPr>
                  <a:t>table.length</a:t>
                </a:r>
                <a:endParaRPr lang="en-US" b="0" dirty="0"/>
              </a:p>
              <a:p>
                <a:pPr lvl="1"/>
                <a:r>
                  <a:rPr lang="en-US" dirty="0"/>
                  <a:t>If that is occupied and doesn’t contain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 </a:t>
                </a:r>
                <a:r>
                  <a:rPr lang="en-US" sz="2000" dirty="0">
                    <a:latin typeface="Consolas" panose="020B0609020204030204" pitchFamily="49" charset="0"/>
                  </a:rPr>
                  <a:t>(i+2) % </a:t>
                </a:r>
                <a:r>
                  <a:rPr lang="en-US" sz="2000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that is occupied and doesn’t contain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 </a:t>
                </a:r>
                <a:r>
                  <a:rPr lang="en-US" sz="1800" dirty="0">
                    <a:latin typeface="Consolas" panose="020B0609020204030204" pitchFamily="49" charset="0"/>
                  </a:rPr>
                  <a:t>(i+3) % </a:t>
                </a:r>
                <a:r>
                  <a:rPr lang="en-US" sz="1800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Repeat until you either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or else you reach an empty cell in the table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276BC9F7-99BA-B7BC-1AD2-84242D56EDF4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2EC1DB-D4A6-6B7B-7C6F-C60875C4B880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F0BD263-8B0C-EE09-006A-586758C0344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BCB131B-1A39-0FB0-EC28-AB2DC7165455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0065800-76F9-7D0C-E5B6-87020D3297B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A775EEE-4045-A0E9-526E-AC2E4A2B220F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8B9BA47-C1A1-480B-FBD9-0B5D0C3FEC2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B61FD45-4837-E870-55ED-6756EC2B5361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A9484-5BD7-74CD-F516-9CC8D067DE6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F251C79-01BF-5C06-7487-02E695D99A4F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67AFA12-FBBE-9F99-7B1A-AE3BB7D429F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245A2F-6564-4891-A90C-E3E2BF04E12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E4A53B-9B6C-7B8D-8E87-A270ED0D10A3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BBD0B4C-F158-E738-E58A-1DA6795238D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E8BF469-3A2B-FC51-C4A4-253D9013DAF7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AC31F3-54B7-B947-0217-17FC0260417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818FCD-6E83-A9BD-EAA4-3AAD7B03036B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B224D1-EB59-30C6-540B-8994D7663CDC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3F476A-B374-374B-789B-67414FC2A447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23329E1-825C-BBDB-1055-328D27B7B737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09B7E04-AA65-9DC6-22AD-B63B7FA8D35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17D356-8CC5-C0AF-2880-5EE8F66A33EB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BF3FBC-BB62-99F8-8361-7ECF47FBB82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141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28169</TotalTime>
  <Words>2136</Words>
  <Application>Microsoft Office PowerPoint</Application>
  <PresentationFormat>Widescreen</PresentationFormat>
  <Paragraphs>462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Cambria Math</vt:lpstr>
      <vt:lpstr>Calibri</vt:lpstr>
      <vt:lpstr>Consolas</vt:lpstr>
      <vt:lpstr>Arial</vt:lpstr>
      <vt:lpstr>Aptos</vt:lpstr>
      <vt:lpstr>Calibri Light</vt:lpstr>
      <vt:lpstr>Office Theme</vt:lpstr>
      <vt:lpstr>CSE 332 Spring 2026 Lecture 10: hashing</vt:lpstr>
      <vt:lpstr>Dictionary (Map) ADT - Ordered</vt:lpstr>
      <vt:lpstr>Dictionary Data Structures</vt:lpstr>
      <vt:lpstr>BSTs and AVL Trees</vt:lpstr>
      <vt:lpstr>Other Tree-based Dictionaries</vt:lpstr>
      <vt:lpstr>Next topic: Hash Tables</vt:lpstr>
      <vt:lpstr>Dictionary (Map) ADT - Unordered</vt:lpstr>
      <vt:lpstr>The Best Dictionary Data Structure!</vt:lpstr>
      <vt:lpstr>Problem?</vt:lpstr>
      <vt:lpstr>Hash Tables</vt:lpstr>
      <vt:lpstr>Example</vt:lpstr>
      <vt:lpstr>What Influences Running time?</vt:lpstr>
      <vt:lpstr>Properties of a “Good” Hash</vt:lpstr>
      <vt:lpstr>A Bad Hash (and phone number trivia)</vt:lpstr>
      <vt:lpstr>Compare These Hash Functions (for strings)</vt:lpstr>
      <vt:lpstr>Properties of Those Example Hash Functions</vt:lpstr>
      <vt:lpstr>Ideal Insert procedure</vt:lpstr>
      <vt:lpstr>Collision Resolution</vt:lpstr>
      <vt:lpstr>Separate Chaining Insert</vt:lpstr>
      <vt:lpstr>Separate Chaining Find</vt:lpstr>
      <vt:lpstr>Separate Chaining Delete</vt:lpstr>
      <vt:lpstr>Formal Running Time Analysis</vt:lpstr>
      <vt:lpstr>Formal Running Time Analysis (Answers)</vt:lpstr>
      <vt:lpstr>Load Factor Example 1</vt:lpstr>
      <vt:lpstr>Load Factor Example 2</vt:lpstr>
      <vt:lpstr>Load Factor Example 3</vt:lpstr>
      <vt:lpstr>Collision Resolution: Linear Probing</vt:lpstr>
      <vt:lpstr>Linear Probing: Insert Procedure</vt:lpstr>
      <vt:lpstr>Linear Probing: How to find?</vt:lpstr>
      <vt:lpstr>Linear Probing: Find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133</cp:revision>
  <dcterms:created xsi:type="dcterms:W3CDTF">2023-09-26T20:08:20Z</dcterms:created>
  <dcterms:modified xsi:type="dcterms:W3CDTF">2026-04-20T21:29:09Z</dcterms:modified>
</cp:coreProperties>
</file>