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56" r:id="rId2"/>
    <p:sldId id="258" r:id="rId3"/>
    <p:sldId id="263" r:id="rId4"/>
    <p:sldId id="376" r:id="rId5"/>
    <p:sldId id="306" r:id="rId6"/>
    <p:sldId id="336" r:id="rId7"/>
    <p:sldId id="337" r:id="rId8"/>
    <p:sldId id="338" r:id="rId9"/>
    <p:sldId id="369" r:id="rId10"/>
    <p:sldId id="346" r:id="rId11"/>
    <p:sldId id="347" r:id="rId12"/>
    <p:sldId id="348" r:id="rId13"/>
    <p:sldId id="349" r:id="rId14"/>
    <p:sldId id="350" r:id="rId15"/>
    <p:sldId id="351" r:id="rId16"/>
    <p:sldId id="377" r:id="rId17"/>
    <p:sldId id="378" r:id="rId18"/>
    <p:sldId id="352" r:id="rId19"/>
    <p:sldId id="353" r:id="rId20"/>
    <p:sldId id="354" r:id="rId21"/>
    <p:sldId id="355" r:id="rId22"/>
    <p:sldId id="356" r:id="rId23"/>
    <p:sldId id="379" r:id="rId24"/>
    <p:sldId id="357" r:id="rId25"/>
    <p:sldId id="358" r:id="rId26"/>
    <p:sldId id="359" r:id="rId27"/>
    <p:sldId id="360" r:id="rId28"/>
    <p:sldId id="361" r:id="rId29"/>
    <p:sldId id="362" r:id="rId30"/>
    <p:sldId id="363" r:id="rId31"/>
    <p:sldId id="365" r:id="rId32"/>
    <p:sldId id="370" r:id="rId33"/>
    <p:sldId id="371" r:id="rId34"/>
    <p:sldId id="364" r:id="rId35"/>
    <p:sldId id="372" r:id="rId36"/>
    <p:sldId id="373" r:id="rId37"/>
    <p:sldId id="375" r:id="rId38"/>
    <p:sldId id="374" r:id="rId39"/>
  </p:sldIdLst>
  <p:sldSz cx="12192000" cy="6858000"/>
  <p:notesSz cx="6858000" cy="9144000"/>
  <p:embeddedFontLst>
    <p:embeddedFont>
      <p:font typeface="Cambria Math" panose="02040503050406030204" pitchFamily="18" charset="0"/>
      <p:regular r:id="rId42"/>
    </p:embeddedFont>
    <p:embeddedFont>
      <p:font typeface="Consolas" panose="020B0609020204030204" pitchFamily="49" charset="0"/>
      <p:regular r:id="rId43"/>
      <p:bold r:id="rId44"/>
      <p:italic r:id="rId45"/>
      <p:boldItalic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35:11.75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4848 7101 0,'0'0'0,"-9"0"0,1 0 15,-9 0-15,-9 9 16,-17 8 0,-25 0-1,0 8-15,8 9 16,-17 0 0,-17 17-16,9 9 15,8 8-15,-8 8 16,17-8-1,16 1-15,18 7 16,0 18 0,17-18-1,0-8-15,0-8 16,17-1 0,8 1-16,1-9 15,42 25 1,17 1-16,35-1 15,-1-8 1,9-25-16,17-1 16,43-16-1,-9-9-15,-17-17 16,77-8-16,-17-10 16,-17 10-1,17-9-15,8 17 16,17 0-1,-33 0-15,-18 0 16,51-9 0,-8 9-1,0-8-15,-8-9 16,8 0 0,8 0-16,0 17 15,35 0 1,-17-17-16,16 8 15,-16-8-15,-1 0 16,-8-8 0,-8 16-1,-1 1-15,-8 16 0,34 9 16,-26 9 0,26 8-1,-17-9-15,-25-16 16,8-1-1,0-8-15,17 0 16,-26 0 0,-17-17-1,9 0-15,8 0 16,18-8 0,-52-1-16,-25 1 15,16-1-15,-33 1 16,-26-18-1,-26-16-15,-8 16 16,-26 9 0,-25 9-1,0-1-15,-9-8 16,-9 0 0,-25-17-16,-8 0 15,-10-17-15,-33-25 16,-17-1-1,-9 26-15,-17 0 16,0 17 0,-9 8-1,-16 9-15,8-8 16,0 8-16,17 8 16,-26 1-1,-8-18-15,-8 9 16,-10 0-1,1-8 1,9 8-16,-10 8 16,1 9-1,17 0-15,-8 9 16,-10 8 0,1-9-16,0 9 15,-9-8-15,9-1 16,9 1-1,-10-1-15,1 9 16,17 0 0,17 0-1,-17 0-15,9 0 16,7 0 0,-16 0-1,-17 0-15,17 0 16,9 0-1,-18 9-15,0-9 0,18 8 32,8 1-32,-17-1 15,-9-8-15,9 9 16,0 8 0,-9 0-16,-8 8 15,-17 1-15,-9 8 16,0-9-1,-8-8-15,0 0 32,-9-8-32,17-9 15,17-9-15,-25-8 16,8-8 0,9-18-16,-34 9 15,-26 0 1,-17 17-1,34 9-15,-60 25 16,-93 8 0</inkml:trace>
  <inkml:trace contextRef="#ctx0" brushRef="#br0" timeOffset="12347.01">4387 7543 0,'0'0'0,"0"0"15,-9-8-15,1 8 16,8 0-16,0 0 31,-9 8-31,1 26 16,8 52-16,8 75 15,9 1-15,0-43 32,9 8-32,0 1 15,8-43 1,0-34-16,17-34 15,52-85 1,33-60-16,26-50 16,-8-26-1,-35 42-15,-8 26 16,-8 17 0,-26 34-16,-18 34 15,-7 25-15,-10 18 16,1 16-1,0 43 1,-1 26-16,-8-1 16,-8 1-16,8 0 15,17-26 1,1-17-16,16-26 16,34-42-1,35-59 1,34-69-16,-18-8 15,-42 59 1,-8 26-16,-10 43 16,10 25-16,-18 34 15,-8 59 1,-9 69-16,-16 16 16,-18 1-1,0-34-15,0-26 16,9-34-1,42-9 1,34-33-16,35-52 16,51-76-1,8-17-15,1 0 16,-9-17-16,-26 8 16,-34 26-1,8 26-15,-7 25 16,-35 34-1,-26 25 1,0 43-16,1 60 16,-18 25-1,-17-26-15,0-16 16,9-26 0,25-25-16,52-35 15,68-59 1,25-34-16,26-34 15,-17 0-15,-34 34 16,-9 42 0,-33 52-1,24 50-15,10 60 16,-10 43 0,35 17-16,77-26 15,196-102-15,-68-51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35:50.49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4455 6404 0,'0'0'0,"0"0"16,0 0-16,0 0 15,-8 0-15,-9 0 16,-35 0-1,-33 0-15,-43 17 16,-43 25 0,1 9-16,-1 17 15,0 18 1,18 16-16,-10 25 16,10 35-16,16 16 31,18 9-31,25-8 15,26-9-15,25 26 16,34-18 0,18-8-16,42 17 15,35 1 1,24-18 0,27-9-16,0 1 15,-1-26 1,-25-17-16,-17-25 15,-26-26 1,-8 8-16,-17-16 16,-18-18-16,-16-16 15,-1-1 1,-16 1 0,-18 16-16,-59 9 15,-26 9 1,-9-1-16,18-8 0,25-8 15,17 8 1,9 8 0,17 35-1,43 8-15,85 94 16,59 33 0,35-8-1,25 17-15,-42-42 16,-17 25-16,-26-25 15,-9-52 1,103 86 0</inkml:trace>
  <inkml:trace contextRef="#ctx0" brushRef="#br0" timeOffset="7598.8">1963 12689 0,'0'0'0,"0"0"16,0 0 0,0 0-16,0 0 15,0 0 1,0 0-16,17 17 16,26 8-1,25 9-15,17 0 16,43 0-1,60 9-15,-26-18 16,-42-16 0,25 8-16,9-9 15,-43 1 1,-26-1-16,9 1 16,-17-9-1,-18 0-15,1-9 16,-9 9-16,-25 0 15</inkml:trace>
  <inkml:trace contextRef="#ctx0" brushRef="#br0" timeOffset="7952.74">3226 12740 0,'0'0'0,"0"0"16,9 0 0,8 0-16,34 0 15,26 8 1,17-8-16,8 0 16,1-8-1,-44 8-15,-16 0 16,0 0-16,-9 8 15,-9 1 1,1-1 0,-17 9-16,-27 26 15,-41 42 1,-61 17-16,-8-26 16,9-25-1,-1-42-15,60-18 16</inkml:trace>
  <inkml:trace contextRef="#ctx0" brushRef="#br0" timeOffset="20605.54">14211 12459 0,'0'0'0,"0"0"16,0 0-1,0 0-15,0-8 16,0-1-16,-9 1 16,1-1-1,-18 1-15,-17-9 16,-16 8-16,-1 0 15,-17 9 17,9 9-32,-1 8 0,1 0 15,0 0-15,17 0 32,-1 0-32,1 0 15,-8 9 1,-1 8-16,0 0 15,9-9 1,17-8-16,8 0 16,9 0-1,0 9-15,0 8 16,8 0 0,1 0-16,8 0 15,0 8 1,17-8-16,8 0 15,10 9 1,-1-1-16,0-8 16,0 0-1,17 9-15,9-1 16,8 1 0,1-9-16,-1-9 15,9 1 1,8-9-1,9 0-15,8 0 16,-8-8-16,9-1 16,8 1-1,0 8 1,-9-9-16,-8 1 16,0 8-1,0 0-15,-1 0 0,27 8 16,-26 1-1,0-9 1,25 0 0,1 0-16,-1 0 15,-8-9-15,9 1 16,8-1 0,0-8-1,0 0-15,0-17 16,8-8-1,-16-1-15,-1 1 16,-25-1 0,9-8-16,-1 9 15,-8-9 1,-17 8-16,-18 9 16,-7 0-1,-10 0-15,-16 0 16,0 8-1,-18 1-15,1-1 0,-1 1 32,1-1-32,-1 1 15,-8-9-15,-8-9 16,-9-8 0,-9-8-16,-17-9 15,1 0 1,8 17-16,-9 0 15,0 0-15,-17 0 32,1 0-32,-10 0 15,-7 8 1,-10 1-16,-8 8 16,-8-9-16,-18 1 15,9 8 1,1 0-1,-27 0-15,-17 0 16,9 8 0,0-8-16,-8 0 15,-18-8 1,9-1-16,-18 18 16,-7-1-1,-18 1-15,0-9 16,-17 8-1,0 1-15,-102 8 16</inkml:trace>
  <inkml:trace contextRef="#ctx0" brushRef="#br0" timeOffset="28504.98">1750 14611 0,'0'0'0,"0"0"0,0 0 15,-9 0-15,1 8 16,-1 1 0,1-1-1,-1-8-15,9 9 16,0-9-16,0 0 16,0 0-1,0 0-15,0 0 16,0 0-1,17-9-15,34 1 16,60 8 0,9-9-16,25-16 15,-9-1 1,-25 9 0,26 0-16,-35 0 15,-33 9-15,7-9 16,-16 0-16,-34 8 15</inkml:trace>
  <inkml:trace contextRef="#ctx0" brushRef="#br0" timeOffset="28844.96">2569 13930 0,'0'0'0,"0"0"15,9 9-15,33 16 16,18 18 0,25 8-16,26 8 15,0-16 1,0-9-16,-17 8 15,-9-8 1,1 9-16,-18-17 16,-25-1-16,-9 1 15,-9-9 1,-16 8 0,-43 43-16,-34 34 15,-1-42-15,18-35 16,34-16-1</inkml:trace>
  <inkml:trace contextRef="#ctx0" brushRef="#br0" timeOffset="38790.93">14970 16210 0,'0'0'0,"0"0"16,0 0-16,0 0 0,0 0 16,0-9 15,17-17-31,18-59 15,24-51 1,10-42-16,-1-9 0,-8 17 31,-1 51-31,-7 33 16,-27 27 0,-8 16-16,-8 26 15,-1 0 1,-8 17-16,-8 0 15,-9 9 1,-26 33-16,-25 26 16,-9 35-1,9-10-15,16-16 16,18-35 0,17-16-16,0-9 15,9-9 1,-1 1-16,9-1 15,0-16 1,9-18-16,16-50 16,26-35-1,18 1-15,7 7 16,1 27 0,-8 16-16,-27 18 15,1 25 1,-17 17-16,8 8 15,0 26 1,0 26-16,17 42 16,17 43-1,18-9-15,25-34 16,-52-51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38:08.2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2048 7654 0,'0'0'0,"0"0"0,0 0 15,0 0-15,0 9 16,0-9 0,0 8-1,0-8-15,0 0 16,0 0-16,0-8 15,26-9 1,25-35 0,26-16-16,34-34 15,34-8 1,-8 16-16,-18 1 16,-8 8-1,-9-9-15,-16 9 16,-1 9-16,-34 25 15,-16 17 1,-10 17-16,-16 0 16,-18 8-1,9 0 1</inkml:trace>
  <inkml:trace contextRef="#ctx0" brushRef="#br0" timeOffset="282.1">2339 6795 0,'0'0'0,"0"0"0,0 0 15,8-8 1,18-9-16,33-17 16,18-9-1,26-17 1,-18 1-16,-17 16 15,1 9-15,-18 17 16,-9 0 0,-16 17-1,-9 26-15,9 59 16,-1 60 0,-8 25-16,18-26 15,24-25-15,-7-68 16</inkml:trace>
  <inkml:trace contextRef="#ctx0" brushRef="#br0" timeOffset="38174.56">6632 7637 0,'0'0'0,"0"0"0,0 0 16,0 0-1,0 9-15,0 16 0,0 35 31,0 25-31,-9 8 16,1 1 0,-1-9-16,1-26 15,8 1 1,0-18 0,0 1-16,0-18 15,0 1 1,8-1-16,9-8 15,17-8-15,17-1 16,9 1 0,26-18-16,-1 9 15,-17 0 1,26 0-16,17-8 16,17-1-1,0-8-15,17 9 16,34-1-1,-16 1-15,7 8 16,27-9-16,-18 9 16,0 0-1,17 0-15,-25 0 32,0 0-32,-1-8 15,-24-1-15,-27 1 16,-34-1-1,-8 9-15,-17 0 16,-17 0 0,-18 0-16,-8 0 15,-8-8 1,8-9 0,0-26-16,0-33 15,9-35 1,33-42-16,52-128 15</inkml:trace>
  <inkml:trace contextRef="#ctx0" brushRef="#br0" timeOffset="99165.49">8791 11209 0,'0'0'0,"0"0"0,0 0 16,0 0-16,0 0 16,26-9-16,8 1 31,-9-1-31,1 9 15,-9 0 1,-8 0-16,-1 0 16,1 0-1,-1 0-15,-8 0 16,9 0 0,-1 9-16,1 8 0,-1 0 31,1 0-31,-1 0 15,1 17 1,-1 0-16,1 0 16,8-9-1,9 9-15,16 1 16,10-10 0,24-16-1,35-9-15,0-9 16,17 9-1,9-8-15,8-9 16,17 8 0,17-17-16,9 1 15,34-1 1,17 1-16,8 8 16,1 0-1,17 8-15,-1 1 16,18-1-16,-1-8 15,10 9 1,-1-9-16,-8 8 16,-9 1-1,0-9-15,-9 8 16,1 1 0,-43 8-16,-43-9 15,9 9 1,-52 0-1,-59 0-15,-9 9 16,-16-1 0,-27-8-16,1 0 15,-18 0-15,1 0 16,0 0-16,-9-8 31,-9-9-31,0-17 16,-16-68-1,-26-179-15</inkml:trace>
  <inkml:trace contextRef="#ctx0" brushRef="#br0" timeOffset="111368.05">3073 11456 0,'0'0'0,"0"0"16,0 0-16,0 0 15,-9 8-15,-17 26 16,1 17-1,-1 0 1,9 0-16,-8 0 16,-1 17-1,9-8-15,0-1 16,8 1-16,9 8 16,0 8-1,9-25-15,-1-8 16,1-18-1,-1 1 1,1-9-16,8-9 16,0 1-1,26-1-15,17 1 16,59-9 0,9-17-16,-8 0 15,-10-9-15,27 1 16,0 8-1,-9 0-15,0 0 16,17 8 0,8 9-1,-16 9-15,-26 8 0,-17 8 16,0 1 0,-18-1-1,-33-16-15,-17-1 16,-9 1-1,-9-9-15,9-17 16,18-43 0,16-42-1,26-59-15,16-43 0,35-103 32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41:18.1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1750 14407 0,'0'0'0,"0"0"0,0 0 0,0 0 0,0 0 15,0 0-15,0 0 16,0 0-1,17 0-15,25 0 32,1 8-32,42-8 0,26 0 31,-42-8-31,25-1 0,51-8 16,17-17-1,-34 9-15,0-1 16,25-8-1,-7 8-15,-53 9 32,-24 0-32,-1 0 15,0 9 1,-25-1-16,-17 1 16,-1 8-16,-16 0 15,-1 0 1,1 0-1,-9 0-15,-9-9 16,-8 1 0,0-1-16,-8 1 15,16 8 1,-307-153-16,316 153 16,0-9-16,0 1 15,0-1 1,0 1-1,0-1-15,0 9 16,0-8 0,17 8-16,9 0 15,17 8 1,-1 9-16,1 0 16,17 26-1,16 8-15,-7 8 16,-18-16-1,0 8-15,-8-9 16,-18-7 0,-8-1-16,-17 8 15,-59 43 1,-27 17-16,18-17 16,-17-25-16,42-26 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42:36.3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13613 7637 0,'0'0'0,"0"0"0,0 9 16,0 50 0,0 35-16,9 16 15,-9-33 1,0-9-16,-9-9 15,9 1 1,0-18-16,0-8 16,0-8-1,0-1-15,9-16 16,8-1 0,17 1-1,26-9-15,17-17 16,33-9-1,-7-8-15,25-8 16,17 8-16,9-17 16,8 8-1,-9 9 1,44 9-16,8 16 16,-18 9-1,10 9-15,8 8 16,42 17-1,-17-9-15,-16 9 16,-9 9-16,25-9 16,26 17-1,9 0 1,-1 0-16,9-17 16,1-9-16,-18 9 15,8-8-15,1-1 31,8 1-31,-9-1 16,10 1 0,-10-9-16,1-8 15,-18 8 1,-42 8-16,-17 1 16,0-9-1,8 8-15,-34 1 16,-25-9-1,-1 0-15,-8-9 16,-17 1 0,-25-1-16,-35-8 15,-26 0 1,1-8-16,-9-1 16,0-8-1,0-25-15,-8-26 16,-9-9-1,-9-25-15,18-17 16,8 59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46:38.65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7912 8666 0,'0'0'0,"0"0"0,-9 0 16,-16 0 0,-1 9-1,1-1-15,16-8 16</inkml:trace>
  <inkml:trace contextRef="#ctx0" brushRef="#br0" timeOffset="1010.31">8134 9780 0,'0'0'0,"0"0"15,0 0 1,0 0 0,0 0-16,0 0 15,-9 0-15,1 17 16,-1 9 0,1 16-16,-9 26 15,0-8 1,8-1-16,0-16 15,9-1 1,0-8 0,0-8-16,0-1 15,0-8 1,9 0-16,17 0 16,25-8-1,17-18-15,-8 1 16,8-1-1,0 1-15,18 8 16,33 0 0,9 0-16,-8 0 15,-1 8 1,18 1 0,-1-1-16,-33 1 15,-9 8-15,0 0 16,16-9-1,10 1 1,-35-9-16,-25 0 16,-17-9-16,-1 1 15,-16 8 1,0-9 0,-18 1-16,1-1 15,-1-8 1,1-17-16,-9-17 15,0-25 1,-9-26-16,1 0 16,-1 17-16,1 8 15,8 18 1,-9 8-16,1 25 16</inkml:trace>
  <inkml:trace contextRef="#ctx0" brushRef="#br0" timeOffset="1997.21">9149 10563 0,'0'0'0,"0"0"15,0 0-15,-8 8 16,-1 9-1,-16 0 1,-1 17-16,-8 0 16,-9 0-1,-33 17-15,-10 9 16,9-18 0,1 1-16,-1-1 15,-17-8-15,-26 0 16,1 9-1,8-18-15,9-16 16,-26-18 0,-1-16-16,19-9 15,16-17 1,8-9-16,1-8 16,-26-25-1,0-18 1,34 26-16,17 0 15,9 17 1,9 0-16,7 17 16,10 17-1,8 8-15,8 9 16,9 9-16,0 8 16,0 0-16,0 0 31,0 17-31,9 25 15,8 18 1,-9 8-16,1 8 16,-1-16-1,1-17-15,-9-18 16,0 1 0,0-18-16,0 1 15,0-1 1,-9-8-16,-8-8 15,-17-9 1,-8-34-16,-18-9 16,-8 0-1,8 9-15,17 9 16,18 25 0,7 0-16,10 8 15,8 9 1,8-8-16,35 8 15,51 0 1,94-17-16,42-9 16,-8-33-1,26-26-15,59-43 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50:18.9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24162 13403 0,'0'0'0,"-17"-8"15,-17-9-15,-17 0 16,-26-9 0,-8 9-16,-9 8 15,-26 9 1,18 26-1,0 17-15,-1-1 16,-8 18 0,-17 42-16,0 68 0,26 0 31,-9 51-31,8 17 16,35 43-1,25-9-15,26 17 16,26-42-16,25-35 0,43 26 31,0-68-31,25 18 0,43-1 31,9-77-15,17-42-16,42-17 16,-8-42-1,-9-60-15,35-60 16,-27-33-1,-33-18-15,-17-68 16,-35-16 0,-42-26-16,-60-120 15,-51 27 1,-43 76-16,-51-9 16,-51 34-1,-52 26-15,-50 60 16,-61 7-1</inkml:trace>
  <inkml:trace contextRef="#ctx0" brushRef="#br0" timeOffset="5223.38">7195 14959 0,'-9'9'0,"1"25"0,-18 34 16,-8 42-1,34 44 1,34-1-16,60 42 16,34 43-1,9-85-15,25-51 16,26-8-16,-43-43 16,-9-59-1,9-18-15,18-85 16,-10-84-1,-42-86-15,-60 9 16,-51-9 0,-42 1-1,-44 16-15,-25-8 16,-34 68-16,-34 34 16,-26 42-1,-76 60-15,-78 26 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52:49.6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11164 3759 0,'8'0'0,"52"-17"0,17 0 0,85-68 0,0 25 0,0 9 16,-85 26-16,-26-1 16,60-8-1,77 0 1,-43 9-1,-85 8 1,-35 8-16,10 1 16,7-9-16,1 8 0,-17 1 31,-18 8-15,-8 0-16</inkml:trace>
  <inkml:trace contextRef="#ctx0" brushRef="#br0" timeOffset="343.07">12589 2704 0,'0'0'0,"0"0"16,9 0-16,33 9 16,44 25-1,7 0-15,-7-9 16,-26 1 0,-26 0-16,-9-1 15,-8 9 1,0 9-16,-17 8 15,-51 25 1,-43 43-16,-17-8 0,26-1 31,59-59-31</inkml:trace>
  <inkml:trace contextRef="#ctx0" brushRef="#br0" timeOffset="11294.94">18256 10316 0,'0'0'0,"0"0"0,0 0 15,0 0 1,-8 0-16,-1 17 0,-16 25 15,-10 26 1,1-8 0,9 0-1,8-18 1,0 1-16,-1-9 16,10 17-16,8 0 15,8 0 1,10 17-16,24 0 0,35-9 31,34-8-31,17-17 16,0-8-16,-17-18 15,-17 1-15,0-9 32,-26 0-32,-17 8 15,-17-8 1,-8 9-16,-17-9 15,-1 0 1,1 0-16,-1 0 16,1 0-1,-9 0 1,0-9-16,17-16 16,34-69-1,26-59-15,68-119 16</inkml:trace>
  <inkml:trace contextRef="#ctx0" brushRef="#br0" timeOffset="32915.31">9388 11864 0,'0'0'0,"0"0"15,0-9-15,9 9 16,-9-8-1,9 8-15,-9 0 16,0 0 0,0 0-16,0 0 15,0 8 1,-9 26-16,-8 17 16,8 26-1,18-1-15,8 1 16,17-9-1,0-17 1,9 0-16,25-9 16,26 1-1,26-17-15,16-18 16,-16 9-16,8-8 16,-26-18-1,-17 1-15,-33 8 16,-27 0-16,1 0 15,-18 0 1,1 0 0,-1 0-16,-8 0 15,0-9 1,9-8 0,0-25-16,16-61 15,35-177-15</inkml:trace>
  <inkml:trace contextRef="#ctx0" brushRef="#br0" timeOffset="37765.86">30675 2211 0,'0'0'0,"0"-8"16,0-1-16,0 1 15,0-1-15,0 9 32,0-8-32,-9-1 15,1 1 1,-10-1-16,-7 9 16,-9 17-16,8 0 0,-17 26 31,9 8-16,9 0-15,16 0 16,9-9 0,9-8-16,-1-17 15,18 9 1,25-18-16,9-16 16,-9-1-1,-8-8-15,-18 0 16,-16-8-1,-1-1-15,1-16 16,-18-9 0,1 0-16,-18 0 15,-8 8 1,-17-8-16,8 9 16,35 33-16</inkml:trace>
  <inkml:trace contextRef="#ctx0" brushRef="#br0" timeOffset="38626.82">30470 2330 0,'0'0'0,"0"0"0,0 0 16,0 0 0,0 0-16,0 0 15,0 0 1,0 9-16,0-1 0,0-8 31,0 0-31,0 9 0,0-1 31,0 1-31,-9 8 16,9 0 0,-8 17-16,-1 17 15,1 8 1,-1 26-16,1-8 16,-1-18-1,9 1-15,0-9 16,-9-8-1,1-18-15,8 1 16,-9-9-16,9-9 16,0 1-1,0-1 1,0 1-16,0-1 16,0-8-16,0 0 15,0 0-15,0 0 16,0 0-1,0 0 1,0 0-16,0 0 16,0 0-1,0 0 1,-8 0-16,-1 9 16,1-1-1,-18 9-15,-16 0 16,-10 9-1,1-1-15,8 1 16,9-1-16,17-16 16,0-1-1,0 1-15,17-1 16,0-8 0</inkml:trace>
  <inkml:trace contextRef="#ctx0" brushRef="#br0" timeOffset="38992.35">30376 2934 0,'0'0'0,"0"0"16,0 0-16,0 0 16,0 0-1,8 9-15,9 8 0,9 0 16,8 17-1,0 0 1,18 17 0,-10 0-1,1 17-15,-9 0 16,-8-34-16,-18-17 16</inkml:trace>
  <inkml:trace contextRef="#ctx0" brushRef="#br0" timeOffset="39572.81">30692 2458 0,'0'0'0,"0"0"0,0 0 16,0 0 0,0 0-1,0 0-15,0 0 16,0 0-1,0 0-15,0 0 16,0 17-16,8 0 16,9 8-16,0 1 15,0-1 17,0 1-32,1-1 15,-1 9 1,0 0-16,0-8 15,8-1-15,-8-8 16</inkml:trace>
  <inkml:trace contextRef="#ctx0" brushRef="#br0" timeOffset="40042.54">30419 2373 0,'0'0'0,"0"0"15,-18 0 1,-16 17 0,-42 0-16,-27 17 15,-8 0 1,9 17 0,8-9-16,17 1 15,0 8 1,43-17-16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3:54:32.7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2945 5485 0,'0'0'0,"0"0"15,0 0 1,0 0-16,8 9 16,1 8-1,-1 25-15,-8 43 0,-8 18 16,-27 7-1,1 9 1,17 9-16,0 8 16,0-34-16,17-34 15,9-26 1,16-8 0,26-8-16,9-1 15,26-16 1,-1-9-1,-34-9-15,17-16 16,26-18 0,17-8-16,17 0 15,-17 9 1,-17 8 0,34 8-16,34 1 15,-34 8-15,0 0 16,60 17-1,-17 0-15,8 25 16,69 1 0,-18 8-1,43-9-15,-8 1 16,8-9 0,8 8-16,18-16 15,8-1-15,-25-8 16,111-17-1,-9 9 1,-51-9-16,85-9 16,-17 18-16,-43 8 15,52 0 1,60 8 0,-18 1-16,-59 16 15,16 1-15,9-9 16,60 17-16,-76-9 15,-70-25 1,78-8-16,-77-1 16,-77-16-1,0-9 1,0-9-16,-94 1 16,-59-1-16,8-8 15,-26-8 1,-34-1-1,-17-25 1,-25-34-16,-18-162 16</inkml:trace>
  <inkml:trace contextRef="#ctx0" brushRef="#br0" timeOffset="6881.42">2714 7543 0,'0'0'0,"0"0"0,0 0 16,0 0-16,0 0 15,-8 0 1,-1 0 0,1 0-16,-1 0 15,0 0 1,1-8-16,-1-1 15,9 9-15,0 0 16,0 0 0,0 0-1,0-8-15,17 8 16,9 0 0,-9 0-16,-8 0 15,8 0 1,-9 8-16,1 9 15,-1-8-15</inkml:trace>
  <inkml:trace contextRef="#ctx0" brushRef="#br0" timeOffset="7859.65">3013 7169 0,'0'0'0,"0"0"0,0 0 15,0 0 1,0 0-16,0 0 15,-9 17-15,1 17 16,-1 17 0,-8 0-1,9-8-15,-1-1 16,1 1-16,-1 8 16,0-9-1,9 1-15,0 0 16,0-1-1,9-8 1,8 0-16,9-8 16,8-1-16,26-16 15,8-1 1,17-16 0,26-18-16,17 1 15,-8 8 1,-9 8-16,17 1 15,8-1-15,9 9 16,9 0 0,25 9-1,9 8-15,8 0 16,-8 8-16,8 1 16,18-9-1,16 0 1,-8-26-16,-9 9 15,-8 0 1,17 0-16,26-8 16,-1-1-1,-8 1 1,17-9-16,0 0 0,-8-9 16,8 9-1,0 0-15,0 17 16,0 9-1,0 8 1,0 8-16,-8 18 16,-1-1-1,-25 1-15,-26-1 16,1-16 0,-18-9-16,-26 0 15,18-9 1,-26 1-16,-34-9 15,-17-9 1,-26 1-16,-16-1 16,-18 1-1,-9 8-15,-16 0 16,-1 0 0,9-9-16,1-8 15,-1-25-15,17-18 16,26-33-1,-18 33 1</inkml:trace>
  <inkml:trace contextRef="#ctx0" brushRef="#br0" timeOffset="47254.02">2936 11268 0,'0'0'0,"0"0"0,0 0 0,0 0 0,0 0 0,0 9 0,0 8 31,9 0-31,-1 0 16,9 0-1,0 8-15,17-16 16,18 8-16,16-9 15,9 1 1,25-9 0,26 0-16,9 8 15,-1 1 1,1 8-16,25 0 16,-8 0-1,16 9-15,27-18 16,-18 1-1,34-9-15,43-9 16,9-8 0,8 9-16,0-1 15,0 9 1,9-8-16,8-1 16,34 1-1,26 8-15,-8 0 16,-18 0-1,9-9-15,51 9 16,-26 9 0,-42-9-16,85 0 15,-17-9 1,-42 1-16,59 8 16,-25 8-1,8-8-15,0-8 16,34-1-16,-17 0 15,0 1 1,51-18 0,9-16-16,43-1 15,-18 18 1,-84 16-16,-10 1 16,1 8-1,-35 8-15,-42 1 16,25 8-1,-50 0 1,-52 8-16,-26 9 16,-59 0-1,-1-8-15,-67-17 16,-35-1 0,-26 1-16,-8-9 15,-8-9-15,-18-8 16,1-34-1,-1-26 1,-8-84-16,-17-154 16</inkml:trace>
  <inkml:trace contextRef="#ctx0" brushRef="#br0" timeOffset="65226.81">2893 4524 0,'0'0'0,"0"0"0,0 0 31,0 0-31,0 0 16,0 0-16,9 26 16,-1 33-1,1 18 1,-9 17-16,-9 42 15,1 51-15,-1-26 16,-8 1-16,17 16 31,0-7-31,-8-52 16,16 8 0,9-8-16,17-17 15,1-25-15,-10-26 16,1-9-16,8-8 31,17-8-31,9-1 16,0-16-16,16-1 15,27 1 1,8-1 0,17 1-16,26-1 15,8-8-15,25-8 16,27-9-1,42 0 1,-26 0-16,-8 8 16,17 1-1,17 8-15,9 8 16,8 1 0,0-1-16,9 9 15,-1-8 1,1 8-16,0-9 15,33 1-15,-16-1 16,-9-8 0,1 0-1,-1-8-15,8 16 16,1-8 0,34 9-16,8-18 15,-16-8 1,-9 9-16,-1-18 15,52-8-15,-34 17 16,-25 9 0,-10 16-16,-8 1 15,52 16-15,-26-8 32,-9 9-32,-8 8 15,-35 0 1,-8 0-16,0-8 15,-34-1 1,-17-8-16,25 0 16,-67 0-16,-35 0 15,0-8 1,-43-1 0,-17 1-16,-25-9 15,-17 0-15,-18 0 16,1 0-1,-1-9-15,1-8 16,-18-34 0,1-34-1,-18-34-15,9-17 16,0-26 0,0-8-16,17-8 15,0-18 1,0 0-16,17-8 15,9 9-15,-9 33 16,8 9 0,-8 0-16,-8 25 15,-1 43 1,1 34 0,-9 17-16,-9 9 15,1 8 1,-1 0-16,-33 0 15,-44 17-15,-59 8 32,-51 35-32,-26 42 0,-17 0 15,0-17 1,-9-26 0,-16-16-16,-18-18 15,1-8 1,-27-8-16,-33-1 15,-18 1 1,-33-1-16,-18 9 16,9 9-1,-9-9-15,-42 8 16,34-8 0,-9 9-16,-17-1 15,-8 1 1,-35-1-16,1 9 15,16 0-15,-8-8 16,-8-9 0,8 0-1,-8 17-15,-1 0 16,1 8 0,8 9-16,8 18 15,35 16 1,51 8-1</inkml:trace>
  <inkml:trace contextRef="#ctx0" brushRef="#br0" timeOffset="70315.2">4302 8428 0,'0'0'0,"0"0"16,0 0-16,0 0 15,0 17 1,-9 34-16,1 43 15,-1 25 1,0 0 0,1 8-16,-1-8 15,1-8 1,-18-1-16,-8 9 16,0-8-1,8-17-15,1-26 16,8-26-1,8-16-15,1-1 16,8-8-16,0-8 16,0 8-16,25 0 15,26 0 1,52-9-16,50 1 16,1-1-1,8-8 1,18 9-1,-1 8-15,17 0 16,26 8-16,8 1 16,18 8-1,-9-9-15,8 1 16,1-1 0,17-8-1,-9 9-15,8-9 0,1 0 31,-9 0-31,-9 0 16,18 8-16,-1-8 16,10-8-1,7-1 1,1-8-16,0-17 16,16 9-1,-8-1-15,-25-8 0,17 9 16,-1-9-1,-8 8-15,9 1 16,0-1 0,8 1-1,9-1 1,-35 9-16,-25 0 16,9 0-16,-18-8 15,1-1 1,-18 1-1,-34-1-15,0 9 16,-16 0 0,-27-8-16,-33-1 15,-1 1-15,-8 8 16,-26 0 0,-17 0-1,-8-9-15,-17 1 16,-1-1-1,-8 1-15,0-9 16,1-9-16,-1-16 16,0-26-1,0 0-15,0-9 16,-9 9 0,1 9-16,-1-1 15,1 0-15,-1 1 31,1 8-31,0 8 16,-1 9 0,-8 0-16,0 17 15,0 9-15,0-1 16,0 1 0,-8-1-1,-1-8-15,-8 0 16,-26-8-1,-34-9-15,18 17 16,7 0 0,10 0-16,-1 8 15,-17-8 1,1 0-16,-18-8 16,-34-1-1,8 9-15,10 0 16,-1 0-1,-34-8-15,-9-1 16,18 9 0,-1 0-16,-16 0 15,-10 0 1,18 0 0,0 9-16,-25-1 15,-18 9-15,26 0 16,-9 0-1,-16 9-15,-1 8 16,17-9 0,-25 9-16,0 0 15,42-8 1,-50-1 0,7 1-16,35-1 15,-51 9-15,8-8 16,35-1-1,-35-8-15,-9 17 16,18-8 0,-43-1-16,0 9 15,35 0-15,-27 0 16,9-8 0,9-1-1,0-8-15,25 0 16,-17-8-1,-8-1-15,25 9 16,-51-8 0,1 8-16,33 8 15,-34 1 1,-9-1-16,-25 1 16,0-9-1,0 8-15,-8 1 16,16-9-1,1 0-15,33 8 16,-33 1 0,-1-1-1,-25 1-15,-26-1 16,9 1 0,9 8-16,-69 8 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9T00:07:00.8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4165 7663 0,'0'0'0,"-8"8"16,-10 52-16,-16 16 15,0-8 1,17-8-16,0-18 15,8-8 1,1 0-16,8 9 16,0-9-1,0 0 1,8 8-16,10-8 16,-1 0-1,8-8-15,9-1 16,18-8-1,7-8-15,18-18 16,43 1-16,16-18 16,9-8-1,9 9-15,-9-9 16,9 8 0,-9 9-16,8 9 15,-8 8 1,9 8-1,0 1-15,-1-1 16,-8 18 0,9-1-16,8 9 15,0-8 1,1-1-16,-1 9 16,8 0-1,18 0-15,0 0 16,8-8-1,18-9-15,8 8 16,8 1 0,9-9-16,-9 9 15,26-9 1,-8 0-16,25-9 16,9-8-1,8 0-15,26-8 16,-9 8-1,9-9-15,17 9 16,8-8 0,18-1-16,-35 1 15,17-1 1,1 0-16,-18 1 16,60-1-16,-17 1 15,-8-9 1,25 0-1,-34 0-15,8 0 16,26 8 0,-34-16-16,-9-9 15,-8 8 1,-26 1-16,-42-1 16,-43 1-16,-43 8 15,-51 0 1,-34 8-1,-34 1-15,-17-9 16,8-17 0,-9-17-16,10-17 15,-1-26 1,9-50 0,8-26-16,68-94 15</inkml:trace>
  <inkml:trace contextRef="#ctx0" brushRef="#br0" timeOffset="32288.61">18026 7186 0,'0'0'16,"0"0"-16,0 0 16,0 0-16,0 0 0,0 0 31,0 0-31,-9 9 16,-16 16-16,-35 35 15,-17 16 1,-8 18-1,-9 42-15,0 51 16,43-8-16,8-26 16,35 8-1,8-8 1,8-51-16,26 1 16,26-10-16,42-25 15,-8-42 1,-8-26-1,42-34-15,0-26 16,8-50 0,-25-44-16,-43-16 15,-25-25 1,-51 8-16,-44 0 16,-33 8-16,-51 34 15,-78 9 1,-102-17-1</inkml:trace>
  <inkml:trace contextRef="#ctx0" brushRef="#br0" timeOffset="56503.11">16054 12229 0,'-8'-8'0,"-1"-1"16,-16-16-16,-10-9 16,1 0-1,-8 0-15,-27 0 16,-16 17-1,-26 34-15,-26 51 16,-50 93 0,-61 112-1,60 33-15,18 25 16,8 61 0,51-78-16,17-33 15,25-9 1,35-34-16,17-17 15,9-17 1,8 1-16,25-44 16,52 26-16,60 17 15,25-42 1,68-43 0,43-42-16,60-43 15,120-43-15,-27-42 16,10-60-1,7-76-15,-7-34 16,-10-8-16,-76-1 16,-51-34-1,-51-8-15,-44-17 32,-33-26-32,-85 1 15,-86 8-15,-86-1 16,-93-16-16,-77 51 31,-145 51-31,-137 85 16,-85 85-1,-17 127-15,-77 154 16,-9 110 0,138 77-16,263-136 0</inkml:trace>
  <inkml:trace contextRef="#ctx0" brushRef="#br0" timeOffset="61208.41">7844 10350 0,'0'0'0,"0"0"16,0 8-16,0 1 16,0-1-16,0 1 31,0 8-31,8 8 0,1 35 31,-1 25-31,-16 9 16,8-18-1,0-25-15,0-17 16,0-8-16,0-9 16,8-9-1,18 1 1,42-18-16,69-8 16,16-17-1,-25 0-15,26-8 16,0 16-16,-35 26 15,1 0 1,16 26-16,9 16 16,-17 9-1,-17 9 1,-17-1-16,17 9 16,-9-17-1,-16-25-15,-18-26 16,-8-17-1,0-34-15,-1-43 16,-16-93 0,0-153-16</inkml:trace>
  <inkml:trace contextRef="#ctx0" brushRef="#br0" timeOffset="75650.66">7075 14713 0,'0'0'0,"-8"0"0,-1 0 16,-8 0 0,0 0-16,0 0 15,9 0-15,-1 0 16,1 8-1,-18 18-15,0 42 16,1 42 0,-1 26-1,9 26-15,17-17 16,0-60 0,9-34-16,8-17 15,0-9-15,17-16 16,34-9-1,18-9-15,7-8 16,27-17 0,34-8-16,16 16 15,-16 9 1,17 17 0,16 9-16,-16 8 15,8 8-15,-8 1 16,-52-1-1,-25 1-15,-25-18 16,-27 1 0,-16-1-1,-9-8-15,0-8 16,0-43 0,9-68-16,-9-60 0,8-76 15,1-102 1</inkml:trace>
  <inkml:trace contextRef="#ctx0" brushRef="#br0" timeOffset="85505.79">2671 11260 0,'0'0'0,"0"0"15,-8 0-15,-1 17 16,1 8-1,-1 26-15,-16 77 16,-9 85 0,-1 33-1,18-33-15,17-69 16,0-16-16,17 0 16,0-9-1,18-34-15,7-17 16,27-9-1,24-16 1,27-18-16,51 1 0,42-26 16,35-9-1,16-16 1,35-18-16,-9-8 16,9-17-1,42-17-15,52 0 0,16 0 16,1 26-1,34 33-15,-26 9 32,-8 9-17,-9 25-15,-77 34 16,-16 34 0,-35 0-16,-43-9 15,-51-16 1,-76-9-16,-52-26 15,-17-16 1,-8-1-16,-18 1 16,1-43-1,-1-77-15,-16-76 16,-26-51 0,-9-34-16,-17-68 15</inkml:trace>
  <inkml:trace contextRef="#ctx0" brushRef="#br0" timeOffset="86550.13">3158 12935 0,'0'0'0,"0"0"16,0 17-16,0 43 15,0 33 1,8 26 0,1 9-1,0 0-15,-1 8 16,-8-17-16,9-17 0,8-17 15,0-26 1,17-16 0,17-1-1,17-8-15,9-8 16,17-18 0,43-8-16,25-8 15,-17-9-15,51-9 31,35-8-31,42 9 0,17-1 16,26 18 0,34 16-1,0 9-15,34 9 16,-17 16-16,-9 1 16,18-1-1,-18 1 1,-34-9-16,-8 0 15,-51-8 1,-52-18-16,-34-8 16,-42-8-1,-60-1 1,-26 1-16,-25-1 16,-18 0-16,1-8 15,-18-17 1,-16-25-16,-35-52 15,34 43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9T00:13:57.1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13622 12034 0,'0'0'0,"0"0"0,-9 0 0,-42 0 0,25 0 0,1 0 15,-1 0-15,-16 8 16,-1 9 0,-17 0-16,9 0 15,8 0 1,1 0-1,-1 0 1,-17 0-16,0 0 16,-8 0-16,0 17 15,8 0-15,-8 0 16,-9 17 0,0 26-1,9 8 1,0 9-16,16-1 15,18-16 1,0-9-16,17 8 16,0-8-1,17 0-15,0 9 16,17 8 0,0-9-16,9 1 15,8-9 1,9-8-16,-9 8 15,17-9 1,9 1-16,8-18 16,17 1-1,18-9-15,-1-17 16,9-9 0,9-8-16,16-17 15,-16-8 1,-18-18-16,9-8 15,-17 0 1,-17-8-16,-9-18 16,-8-25-1,-9-9-15,-25 1 16,-9-26-16,-17-34 16,-17 0-1,-9 17 1,-8-9-16,-9 9 15,-8 0-15,-9 25 16,0 18 0,-8 25-16,-17 0 15,-18 17 1,-33 25 0,-146 1-16</inkml:trace>
  <inkml:trace contextRef="#ctx0" brushRef="#br0" timeOffset="47250.67">14211 10401 0,'0'0'0,"0"17"15,0 17-15,-9 17 16,-8 34-16,-9 0 16,-8 9-1,-25 50 1,-10 18-16,10-35 16,7-25-1,-7 0-15,16-8 16,9-17-1,17-18-15,0-25 16,8-8 0,1-9-16,-1-9 15,1 1 1,-1-26-16,-17-26 16,1-25-1,-1 0-15,9 17 16,0 17-1,0 0-15,8 17 16,1 0 0,8 17-16,-9 0 15,1 8 1,-26 61 0,-9 58-16,9 9 15,8-8-15,9 8 16,17-34-1,17-26-15,26-25 16,34-25 0,42-52-16,52-59 15,0-8 1,85-60-16</inkml:trace>
  <inkml:trace contextRef="#ctx0" brushRef="#br0" timeOffset="50539.08">13895 8624 0,'0'0'0,"0"0"0,0 0 15,0 0-15,0 0 16,-9 0 0,1 17-1,-18 17-15,-16 8 16,7 9-1,-7 17-15,-9 26 16,-9 16 0,-17 26-16,0 34 15,26-34 1,17-42 0,0-26-16,0-34 15,16-8-15,1-18 16,0 1-16,9-1 15,-1-33 1,-8-43 0,17-43-16,26-17 15,16-16 1,18-43-16,8 42 16,18 26-1,-9-8-15,17-10 16,16 10-1,18 33-15,-25 35 16,-9 8 0,0 17-16,-17 17 15,-18 25 1,1 26-16,0 60 16,-35 33-1,-25 9-15,-42 43 16,-27 17-1,10-77-15,-1-26 16,-17-16 0,-17-18-16,-17-42 15,9-25 1,25-18-16,-17-33 16,9-26-1,25-26-15,26 18 16,34 59-1</inkml:trace>
  <inkml:trace contextRef="#ctx0" brushRef="#br0" timeOffset="51105.41">14740 9321 0,'0'0'0,"0"-9"0,17 1 16,17-18-1,9 1-15,8-1 16,0 1 0,0-1-16,18 1 15,-10 8 1,-16 8 0,0 9-16,16 0 15,10 0 1,16 0-16,9 0 15,0-8-15,-34-1 16,-26 1 0,-17 8-16</inkml:trace>
  <inkml:trace contextRef="#ctx0" brushRef="#br0" timeOffset="51328.84">16105 9534 0,'0'0'0,"-8"25"0,-1 9 16,1-8-1,8-1 1,0 1-16,0-18 0,0 1 15,0-9 1,0 0 0</inkml:trace>
  <inkml:trace contextRef="#ctx0" brushRef="#br0" timeOffset="52181.71">16635 8615 0,'0'0'0,"0"0"16,-9 34-1,1 26-15,-1 25 16,0 8 0,9-16-16,0-18 15,0-16 1,18-9-16,-1-9 15,0 1 1,17-9-16,-9 0 16,1 0-1,0 0-15,-18 17 16,1 25 0,-18 1-16,1-18 15,-9 1 1,8-18-16,0 1 15,1-9 1,8-8-16,0-1 16,0-8-1,0 0-15,0-8 16,17-1 0,17-17-16,0-16 15,0-1 1,9 1-16,8 8 15,-8 8 1,0 9-16,-9 17 16,-9 9-1,1 16-15,0 26 16,-18 17-16,1-8 16,-1-17-1,-8-18 1,0-8-16,0-8 15,0-1 1,17-8-16,26-17 0,17-25 31,-1-18-31,1 9 16,17 0 0,-26 25-16,-8 9 15,-17 17 1,-1 9-16,1 16 15,-1 35 1,-16 25-16,-1-8 16,-16-18-1,8-8-15,0-8 16,0-18 0,0-8-16,17-8 15,9-18 1,25 1-16,0-9 15,-25 0 1</inkml:trace>
  <inkml:trace contextRef="#ctx0" brushRef="#br0" timeOffset="52493.78">18478 9389 0,'0'0'0,"0"0"0,0 0 15,17 8 1,17 9-16,18 9 16,-1-18-1,-9-8-15,-16-8 16,0-1 0,-18-8-1,-8-8-15,-17 8 16,-26 0-1,-67 25-15,-61 86 16,-8 85 0,51 50-16,68-25 15,68-25 1,120 8-16,163 26 16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9T00:18:25.6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20800 11736 0,'0'0'0,"0"0"0,0 0 16,-17-8 0,-18 8-16,-24 8 15,-18 18 1,-26 25 0,10 0-16,-1 25 15,17-8-15,34-17 16,26-8-16,17-9 31,17-9-31,0 1 16,9-18-1,34-16-15,16-26 16,18-26 0,-8-8-16,-1 0 15,-17 0 1,-25 17-16,-17 9 15,-1 8-15,-16 17 16,-1 8 0,1 9-16,-9 9 15,-9 42 1,-25 76 0,-17 77-16,0-42 15,17-43 1,17-8-16,25-35 15,1-50-15,-1-18 16</inkml:trace>
  <inkml:trace contextRef="#ctx0" brushRef="#br0" timeOffset="303.92">21875 11353 0,'-17'9'0,"-34"33"15,-35 44 1,-25 41-16,9 35 15,0 33-15,-1 18 16,43-52 0,43-41-1,34-18 1,35-26-16,-18-42 16</inkml:trace>
  <inkml:trace contextRef="#ctx0" brushRef="#br0" timeOffset="799.79">22464 11804 0,'0'0'0,"-17"9"16,-43 25-16,0 0 15,26-9 1,17-8-16,0-8 15,0-1 1,17 1-16,0-1 16,17 9-1,43 9 1,8 25-16,9 25 16,-9 1-16,-34-9 15,-17 0 1,-17 17-16,-25 9 15,-18-1 1,1-16 0,-1-18-16,0-8 15,26-34 1</inkml:trace>
  <inkml:trace contextRef="#ctx0" brushRef="#br0" timeOffset="1264.52">23241 12485 0,'0'0'0,"0"0"15,-9 8-15,1 9 32,-18 17-32,0 9 0,-16 16 31,8 18-31,-1-1 16,1-8-1,17-17-15,17-8 16,9-9-16,16-9 15,18-16-15,42-26 16,-25 8 0</inkml:trace>
  <inkml:trace contextRef="#ctx0" brushRef="#br0" timeOffset="1492.32">23249 12357 0,'0'0'0,"0"8"15,0 18-15,17-9 16,0-8-1</inkml:trace>
  <inkml:trace contextRef="#ctx0" brushRef="#br0" timeOffset="2410.85">16899 11660 0,'0'0'0,"0"8"16,17 26-16,17 34 16,9 43-1,8 16 1,0 9-16,1-25 0,7-26 31,10-17-31,-18-25 16,-34-26-16</inkml:trace>
  <inkml:trace contextRef="#ctx0" brushRef="#br0" timeOffset="2652.49">17642 11906 0,'-17'9'0,"-69"67"16,-42 43-1,17 0 1,17-25-16,1-9 15,24-17-15,35-34 16,26-17 0</inkml:trace>
  <inkml:trace contextRef="#ctx0" brushRef="#br0" timeOffset="2913.22">18794 11617 0,'0'0'0,"0"0"15,8 0 1,18 9-16,34 8 15,17 8 1,-9-8-16,0-8 0,-8-1 31,-9-8-31,-25 0 16</inkml:trace>
  <inkml:trace contextRef="#ctx0" brushRef="#br0" timeOffset="3135.04">18589 12246 0,'0'0'0,"9"0"16,16 26-16,44 8 15,59 8-15,34-16 16,34 8-1,137 17 1</inkml:trace>
  <inkml:trace contextRef="#ctx0" brushRef="#br0" timeOffset="4269.18">24069 11387 0,'0'0'0,"0"0"16,17 17-16,8 9 15,9 25 1,9 26-16,0 16 16,-18 43-16,-8 51 15,-17 34 1,-25 1 0,-26-18-1,-35-9-15,1-16 16,-9-1-1,9-50-15,8-51 16,43-43-16</inkml:trace>
  <inkml:trace contextRef="#ctx0" brushRef="#br0" timeOffset="5746.62">25067 12365 0,'0'0'0,"0"0"0,0 0 16,0 0-16,0 0 16,0 0-1,0 0-15,0 0 16,0 0-1,0 0-15,0 0 16,0 0 0,0 0-16,0 0 15,0 0 1,9-8-16,-1-1 16,1 1-1,-1-1-15,1 9 16,-1 0-1,1 0-15,-9 0 16,0 0 0,0 0-16,0 9 15,0-1 1,0 1 0,0-1-16,0 1 15,0-1-15,0-8 16,0 0-1</inkml:trace>
  <inkml:trace contextRef="#ctx0" brushRef="#br0" timeOffset="8567.03">25869 11821 0,'0'0'0,"0"0"0,0 0 15,17 17 1,9 17-16,34 43 16,0 50-16,-26 9 31,-9-25-31,18 17 15,25 8-15,9-9 16,0-33 0,-17-26-16,-9-26 15,-8-16 1,-26-18-16</inkml:trace>
  <inkml:trace contextRef="#ctx0" brushRef="#br0" timeOffset="8810.9">26766 11864 0,'-9'0'0,"-25"17"0,-77 34 15,-60 25-15,9 26 16,-43 34 0,-42 26-16,-18 17 15,9 8 1,128-85 0,94-77-16</inkml:trace>
  <inkml:trace contextRef="#ctx0" brushRef="#br0" timeOffset="9335.2">20134 10962 0,'-9'9'0,"-16"59"0,-35 85 16,-8 51-1,34 26 1,34 16-16,34 9 16,26 9-1,33 0-15,35-43 16,60-17 0,51-17-16,9-51 15,85 0 1</inkml:trace>
  <inkml:trace contextRef="#ctx0" brushRef="#br0" timeOffset="9773.15">27192 10826 0,'0'0'0,"17"0"15,26 26-15,25 16 16,9 35 0,-9 33-16,-8 35 15,-26 50 1,-17 52 0,-17 34-16,-17 8 15,-17 0-15,-26-17 16,-8-17-1,-9-42 1,9-51-16,8-43 16,26-60-1</inkml:trace>
  <inkml:trace contextRef="#ctx0" brushRef="#br0" timeOffset="10511.53">28481 11702 0,'0'0'0,"0"0"15,0 0 1,17 0-16,9 17 16,8 0-1,17 17-15,-8 0 16,-1 17 0,1-8-16,-17-1 15,-1 1 1,-8 8-16,-8 0 15,-18 0 1,-16 8-16,-26 9 16,-1-17-1,1 0-15,9-16 16,24-18 0,1 0-16,9-9 15,8 1-15,0 8 16,0 0-1,17 0 1,17 17-16,17 0 16,-8 8-1,-9-8-15,-8 17 16,-9 0-16,-26 17 16,-33 9-1,-27-1-15,-33 1 16,17-26-1,42-26 1,9-16-16,25-9 16</inkml:trace>
  <inkml:trace contextRef="#ctx0" brushRef="#br0" timeOffset="10892.06">29719 11923 0,'0'0'0,"0"0"0,8 17 16,18 17-1,34 17-15,25 17 16,34-8 0,26-1-16,1-16 15,-27-9 1,-16 0-16,-35-9 16,-26 9-16,-16 1 15,-60 41 1,-120 69-1,-102 42-15,26-26 0,25-8 16,-77 60 0</inkml:trace>
  <inkml:trace contextRef="#ctx0" brushRef="#br0" timeOffset="28225.29">1468 14211 0,'0'0'0,"0"0"0,0 0 15,0 0-15,0 0 16,17 17 0,9 17-1,16 26-15,18 42 16,17 25-16,8-16 15,26-1 1,0 1 0,0-18-1,-8-25-15,25 9 16,-17-18-16,-1-16 16,-33-9-1,-25-25-15,-27-18 16,-8 1-16</inkml:trace>
  <inkml:trace contextRef="#ctx0" brushRef="#br0" timeOffset="28499.63">2851 14840 0,'0'0'0,"0"0"15,0 0 1,0 0-16,0 0 15,0 0-15,0 26 16,17 33 0,17 52-1,0 8-15,-8-34 16,-1-17 0,-8-17-16,-8-17 15,-1-8 1,-25-9-16,-94 17 15,-162 59 1,-85 35-16</inkml:trace>
  <inkml:trace contextRef="#ctx0" brushRef="#br0" timeOffset="44883.21">8083 14611 0,'0'0'0,"-9"0"0,1-9 15,-10 1 1,-7-1-16,-1 9 16,1 0-1,-18 0-15,-17 17 16,0 9-16,9 8 15,-8 0 1,-1 0 0,9 8-16,-1 9 15,-7 0 1,-10 0-16,-7 0 16,-1 0-16,8 0 15,10 0 1,-1 9-1,9-9-15,8 9 16,0 16 0,1 9-1,-18 26-15,-8 42 16,8 17-16,17-34 16,18 0-1,16 9-15,26-9 16,17-9-16,26 18 15,17 8-15,17 0 16,0-43 0,-18-24-1,35 24 1,52 9 0,-27-42-16,1-18 15,59 9 1,0-34-16,-8-34 15,60-8 1,-1-9-16,26-17 16,-8 0-16,-1 0 15,18-17 1,-9 8 0,9-8-16,-9 9 15,0-1-15,9 1 16,16 8-1,-7 0 1,24-26-16,1 0 0,-9-8 16,18-8-1,-35 16-15,9 1 16,-9 8 0,9 17-1,8-9-15,-8 9 16,-9 0-16,9-8 31,-18-1-31,-33 9 16,-1-8-16,-16-1 15,-18-8 1,-59 9 0,-18-9-16,1-17 15,-35 8 1,-16-8-16,-35-9 15,-34 1 1,-43-35-16,-25-16 16,-51-1-16,-44-8 15,-33 0 1,-43 0-16,-25 17 16,-43 8-1,-60 18 1,-34 16-16,-35 18 15,-24 8 1,-27 25-16,-42 18 16,0 25-1,-34 17-15,-26 8 16,-17 1 0,9-9-16,-26 8 15,0 1 1,34-1-16,-94 35 15,248-9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9T00:19:42.1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18692 16090 0,'0'0'0,"-9"-8"0,-17-18 16,9 1-1,-8-9 1,-9-9-16,-35-8 16,-25 0-1,-25 9-15,17 25 16,-9 25-16,-145 18 15,-1 16 1,-16 1 0,60-9-16,93-17 15,-59-9 1,43 1-16,59-18 16,34 1-1,35-1-15,42-25 16,51-25-16,9-9 15,-34 17 1,-26 0-16,-8 17 16,-18 17-1,1 0 1,-1 0-16,1 17 0,-18 0 31,-51 25-31,-85 35 0,17-9 31,69-17-31,16-9 16,9 1 0,8-1-16,18 18 15,67 76 1,129 77 0,102 42-16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9T00:20:21.2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7417 9210 0,'0'0'0,"0"0"0,0 0 0,-9 9 0,1 25 16,-1 68-16,1 34 31,-1-25-31,9-26 16,0 0-1,0-34-15,0-9 0,9-16 32,-1-1-32,1-8 15,-1-8 1,-8-1-16,9 1 16,-1-1-16,9 9 15,1 0 1,16 0-1,0 0-15,17 0 16,9 0 0,17 9-16,16-18 15,27 1 1,17-9-16,8 0 16,17 0-1,17 0-15,26 8 16,17-8-16,0 9 15,-17 8 1,16 0-16,-7 0 16,-1 0-1,18 0 1,-9 0-16,16-9 16,10 1-1,8-9-15,-17 0 16,0 0-16,-9-9 15,-25 9 1,-8 9-16,-27-9 16,-33 8-1,-26 9-15,-9-8 16,-33-1 0,-27 1-1,-16-9-15,-9 0 16,0-9-1,0-25-15,9-68 16,-1-85-16,9-136 16</inkml:trace>
  <inkml:trace contextRef="#ctx0" brushRef="#br0" timeOffset="4307.62">4438 9406 0,'0'0'0,"0"0"16,-8 0-16,-1 0 15,1 0 1,-1 0-1,0 0-15,-8 0 0,0 17 32,-8 34-17,8 51-15,8 17 16,9 17 0,26 9-16,25-9 15,0-17-15,-8-26 16,0-25-1,-1-8-15,1-17 16,8-9 0,0-17-16,18-9 15,24-8 1,-7-17 0,-1-8-16,1-9 15,-1-9 1,26-8-16,17-9 15,-26 9 1,-8 0-16,0 9 16,-9-1-1,-16 9-15,-18 9 16,-17 8 0,-8 0-16,-1-9 15,1-25-15,-9 17 16</inkml:trace>
  <inkml:trace contextRef="#ctx0" brushRef="#br0" timeOffset="7696.69">9875 11285 0,'0'0'0,"0"0"16,8-8-1,10-1 1,16 1-16,0-9 16,0-9-16,17 1 0,26-1 15,17-8 1,34-8 0,51-1-1,-8-8 1,25 9-16,26-1 15,-34 1 1,-35 8-16,1 0 16,-17 0-16,-43 8 15,-43 9 1,-17 9 0,-9 8-16,-16 0 15,-18 8-15,9 9 16</inkml:trace>
  <inkml:trace contextRef="#ctx0" brushRef="#br0" timeOffset="8095.54">10430 10486 0,'0'0'16,"0"0"-16,0 0 15,8 0-15,1 9 16,8 8-1,0 0 1,17 8-16,26 18 16,8 8-1,26 17-15,0 8 16,-9-8 0,-8-8-16,0-9 15,0 8-15,8 1 16,-8-9-1,-35-17 1</inkml:trace>
  <inkml:trace contextRef="#ctx0" brushRef="#br0" timeOffset="9234.26">10105 11558 0,'0'0'0,"0"0"0,0 0 15,0 0 1,-8 0-16,-9 8 16,-17 9-1,-43 26-15,-17 16 16,26 1 0,16-1-16,27-16 15,8-18-15,17 1 16,0-1-1,17-16-15,26-1 32,16-25-32,27-17 15,-1-17-15,9-34 0,-17 0 16,-26 26 0,-17 8-16,-8 17 31,-18 8-31,1 9 15,-9 17-15,0 0 16,0 0-16,-9 17 31,-8 34-15,-9 51-16,-8 9 16,17-1-1,9 1-15,8-26 16,17-17-16,8-17 15,10-17 1,-10-26 0,-8 1-16</inkml:trace>
  <inkml:trace contextRef="#ctx0" brushRef="#br0" timeOffset="9694.1">10694 12323 0,'0'0'0,"0"-9"16,0-8-16,17-34 16,9-25-1,17-9 1,8-17-16,9-17 16,-9 17-16,9 17 15,-18 25 1,-16 26-1,-9 17-15,-9 0 16,1 17 0,-1 0-16,10 0 15,-1 0 1,17 0-16,8 0 16,10-8-1,7-1-15,-16-16 16,-26 8-1</inkml:trace>
  <inkml:trace contextRef="#ctx0" brushRef="#br0" timeOffset="10118.35">11488 12451 0,'0'0'0,"0"0"15,0 0 1,0-9-16,0-25 15,0-26-15,17-42 32,26-8-32,-1 8 15,-7 8-15,7 9 16,1 26 0,-9 16-1,-8 18-15,-1 8 16,9 8-16,1 9 15,16 17 1,9 0 0,25 9-16,-34-18 15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9T00:21:14.0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4378 8794 0,'0'0'0,"-8"0"0,-9 0 16,-9 8-16,-8 1 31,-26-1-15,-25 1-16,17-9 15,25 0-15,-25 0 16,-26 0 0,-9 0-1,-16 8-15,25-8 0,43 9 31,8-1-31,9-8 16,0 9-16,17-1 16,0 9-1,0 26 1,0 25-16,17 25 16,8 18-1,18 25-15,25 25 16,17 10-1,-8 7-15,-17-16 16,-9 8 0,-9 8-16,-8-24 15,-17-1 1,9-26-16,-9-42 16,0-17-16,0-25 15,0-18 1,0 1-1,0-18-15,0 1 16,0-1-16,0 1 16,0-9-1,9 0 1,25 17-16,17-9 16,34 9-1,43 9-15,43-1 16,8 26-1,52 43-15,25 16 16,42 44 0</inkml:trace>
  <inkml:trace contextRef="#ctx0" brushRef="#br0" timeOffset="22403.19">3653 12000 0,'0'0'0,"0"0"0,0 0 15,0 0 1,-9 0-1,1 17-15,-18 8 16,1 26-16,-9 17 16,16 9-1,18-1 1,9 10-16,25-10 16,17 1-1,26-18-15,17-16 16,17-9-16,43-17 15,-9-9 1,-17 9-16,8 0 16,-8 9-1,-8 8 1,-26 0-16,-26 0 16,-8 8-16,-1-8 15,-16 9 1,0-9-16,0-9 15,-1-16 1,35-9 0,68-68-16,128-153 15,26-51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customXml" Target="../ink/ink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customXml" Target="../ink/ink1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2" Type="http://schemas.openxmlformats.org/officeDocument/2006/relationships/image" Target="../media/image110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30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10: hashing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6DEA513-1939-134C-560C-CA9D3E48BE06}"/>
                  </a:ext>
                </a:extLst>
              </p14:cNvPr>
              <p14:cNvContentPartPr/>
              <p14:nvPr/>
            </p14:nvContentPartPr>
            <p14:xfrm>
              <a:off x="1401120" y="2513520"/>
              <a:ext cx="3758040" cy="582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6DEA513-1939-134C-560C-CA9D3E48BE0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91760" y="2504160"/>
                <a:ext cx="3776760" cy="600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Data 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44661283"/>
                  </p:ext>
                </p:extLst>
              </p:nvPr>
            </p:nvGraphicFramePr>
            <p:xfrm>
              <a:off x="1485900" y="1988820"/>
              <a:ext cx="9220199" cy="34049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524548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44661283"/>
                  </p:ext>
                </p:extLst>
              </p:nvPr>
            </p:nvGraphicFramePr>
            <p:xfrm>
              <a:off x="1485900" y="1988820"/>
              <a:ext cx="9220199" cy="34049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6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6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6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5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5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5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4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4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4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3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3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3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2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2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2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1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1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1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524548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56977" r="-223975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56977" r="-139865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56977" r="-976" b="-23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78331C1-BFFA-192E-9F02-9F1A078E28C9}"/>
                  </a:ext>
                </a:extLst>
              </p14:cNvPr>
              <p14:cNvContentPartPr/>
              <p14:nvPr/>
            </p14:nvContentPartPr>
            <p14:xfrm>
              <a:off x="614520" y="2305440"/>
              <a:ext cx="5647680" cy="3530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78331C1-BFFA-192E-9F02-9F1A078E28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5160" y="2296080"/>
                <a:ext cx="5666400" cy="3549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6161F-3A16-4628-647F-940E2568D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30494"/>
            <a:ext cx="10515600" cy="1325563"/>
          </a:xfrm>
        </p:spPr>
        <p:txBody>
          <a:bodyPr/>
          <a:lstStyle/>
          <a:p>
            <a:r>
              <a:rPr lang="en-US" dirty="0"/>
              <a:t>BSTs and AVL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3CC4C-C542-CC16-6C0D-777C8B4FE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947" y="721454"/>
            <a:ext cx="11864829" cy="613654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Binary Search Tree:</a:t>
            </a:r>
          </a:p>
          <a:p>
            <a:pPr lvl="1"/>
            <a:r>
              <a:rPr lang="en-US" dirty="0"/>
              <a:t>A binary tree where for each node, all keys in its left subtree are smaller and all keys in its right subtree are larger</a:t>
            </a:r>
          </a:p>
          <a:p>
            <a:pPr lvl="1"/>
            <a:r>
              <a:rPr lang="en-US" dirty="0"/>
              <a:t>Find: </a:t>
            </a:r>
          </a:p>
          <a:p>
            <a:pPr lvl="2"/>
            <a:r>
              <a:rPr lang="en-US" dirty="0"/>
              <a:t>If it matches, return the value.</a:t>
            </a:r>
          </a:p>
          <a:p>
            <a:pPr lvl="2"/>
            <a:r>
              <a:rPr lang="en-US" dirty="0"/>
              <a:t>If the search key is less than the current node, look left. If it’s greater, look right. </a:t>
            </a:r>
          </a:p>
          <a:p>
            <a:pPr lvl="2"/>
            <a:r>
              <a:rPr lang="en-US" dirty="0"/>
              <a:t>If we reach an empty spot, find was unsuccessful </a:t>
            </a:r>
          </a:p>
          <a:p>
            <a:pPr lvl="1"/>
            <a:r>
              <a:rPr lang="en-US" dirty="0"/>
              <a:t>Insert: </a:t>
            </a:r>
          </a:p>
          <a:p>
            <a:pPr lvl="2"/>
            <a:r>
              <a:rPr lang="en-US" dirty="0"/>
              <a:t>Do a find, if it was successful then update the value</a:t>
            </a:r>
          </a:p>
          <a:p>
            <a:pPr lvl="2"/>
            <a:r>
              <a:rPr lang="en-US" dirty="0"/>
              <a:t>If it was unsuccessful, add a new node to the empty spot we found.</a:t>
            </a:r>
          </a:p>
          <a:p>
            <a:pPr lvl="1"/>
            <a:r>
              <a:rPr lang="en-US" dirty="0"/>
              <a:t>Delete:</a:t>
            </a:r>
          </a:p>
          <a:p>
            <a:pPr lvl="2"/>
            <a:r>
              <a:rPr lang="en-US" dirty="0"/>
              <a:t>If the deleted node is a leaf, just remove it</a:t>
            </a:r>
          </a:p>
          <a:p>
            <a:pPr lvl="2"/>
            <a:r>
              <a:rPr lang="en-US" dirty="0"/>
              <a:t>If the deleted node had one child, replace it with that one child</a:t>
            </a:r>
          </a:p>
          <a:p>
            <a:pPr lvl="2"/>
            <a:r>
              <a:rPr lang="en-US" dirty="0"/>
              <a:t>If the deleted node had 2 children, replace it with the largest key to the left</a:t>
            </a:r>
          </a:p>
          <a:p>
            <a:r>
              <a:rPr lang="en-US" dirty="0"/>
              <a:t>AVL Tree:</a:t>
            </a:r>
          </a:p>
          <a:p>
            <a:pPr lvl="1"/>
            <a:r>
              <a:rPr lang="en-US" dirty="0"/>
              <a:t>A binary search tree where for each node, the height of its left subtree and the height of its right subtree are off by at most 1.</a:t>
            </a:r>
          </a:p>
          <a:p>
            <a:pPr lvl="1"/>
            <a:r>
              <a:rPr lang="en-US" dirty="0"/>
              <a:t>Find:</a:t>
            </a:r>
          </a:p>
          <a:p>
            <a:pPr lvl="2"/>
            <a:r>
              <a:rPr lang="en-US" dirty="0"/>
              <a:t>Same as BST</a:t>
            </a:r>
          </a:p>
          <a:p>
            <a:pPr lvl="1"/>
            <a:r>
              <a:rPr lang="en-US" dirty="0"/>
              <a:t>Insert:</a:t>
            </a:r>
          </a:p>
          <a:p>
            <a:pPr lvl="2"/>
            <a:r>
              <a:rPr lang="en-US" dirty="0"/>
              <a:t>Do a BST insert, then rotate if tree is unbalanced (apply one LL, RR, LR, RL case) </a:t>
            </a:r>
          </a:p>
          <a:p>
            <a:pPr lvl="1"/>
            <a:r>
              <a:rPr lang="en-US" dirty="0"/>
              <a:t>Delete:</a:t>
            </a:r>
          </a:p>
          <a:p>
            <a:pPr lvl="2"/>
            <a:r>
              <a:rPr lang="en-US" dirty="0"/>
              <a:t>Do a BST delete, then rotate if the tree is unbalanced (apply LL, RR, LR, RL cases as needed from leaf to root)</a:t>
            </a:r>
          </a:p>
        </p:txBody>
      </p:sp>
    </p:spTree>
    <p:extLst>
      <p:ext uri="{BB962C8B-B14F-4D97-AF65-F5344CB8AC3E}">
        <p14:creationId xmlns:p14="http://schemas.microsoft.com/office/powerpoint/2010/main" val="3242925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2D0E8-F6DE-9B03-D0C9-FF8DBFE0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Tree-based Dictionaries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7872-E8D2-4120-DAE9-44507A158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Red-Black Trees</a:t>
            </a:r>
          </a:p>
          <a:p>
            <a:pPr lvl="1"/>
            <a:r>
              <a:rPr lang="en-US" dirty="0"/>
              <a:t>Similar to AVL Trees in that we add shape rules to BSTs</a:t>
            </a:r>
          </a:p>
          <a:p>
            <a:pPr lvl="1"/>
            <a:r>
              <a:rPr lang="en-US" dirty="0"/>
              <a:t>More “relaxed” shape than an AVL Tree</a:t>
            </a:r>
          </a:p>
          <a:p>
            <a:pPr lvl="2"/>
            <a:r>
              <a:rPr lang="en-US" dirty="0"/>
              <a:t>Trees can be taller (though not asymptotically so)</a:t>
            </a:r>
          </a:p>
          <a:p>
            <a:pPr lvl="2"/>
            <a:r>
              <a:rPr lang="en-US" dirty="0"/>
              <a:t>Needs to move nodes less frequently</a:t>
            </a:r>
          </a:p>
          <a:p>
            <a:pPr lvl="1"/>
            <a:r>
              <a:rPr lang="en-US" dirty="0"/>
              <a:t>This is what Java’s </a:t>
            </a:r>
            <a:r>
              <a:rPr lang="en-US" dirty="0" err="1"/>
              <a:t>TreeMap</a:t>
            </a:r>
            <a:r>
              <a:rPr lang="en-US" dirty="0"/>
              <a:t> uses!</a:t>
            </a:r>
          </a:p>
          <a:p>
            <a:r>
              <a:rPr lang="en-US" dirty="0"/>
              <a:t>Tries</a:t>
            </a:r>
          </a:p>
          <a:p>
            <a:pPr lvl="1"/>
            <a:r>
              <a:rPr lang="en-US" dirty="0"/>
              <a:t>Similar to a Huffman Tree</a:t>
            </a:r>
          </a:p>
          <a:p>
            <a:pPr lvl="1"/>
            <a:r>
              <a:rPr lang="en-US" dirty="0"/>
              <a:t>Requires keys to be sequences (e.g. Strings)</a:t>
            </a:r>
          </a:p>
          <a:p>
            <a:pPr lvl="1"/>
            <a:r>
              <a:rPr lang="en-US" dirty="0"/>
              <a:t>Combines shared prefixes among keys to save space</a:t>
            </a:r>
          </a:p>
          <a:p>
            <a:pPr lvl="1"/>
            <a:r>
              <a:rPr lang="en-US" dirty="0"/>
              <a:t>Often used for text-based searches</a:t>
            </a:r>
          </a:p>
          <a:p>
            <a:pPr lvl="2"/>
            <a:r>
              <a:rPr lang="en-US" dirty="0"/>
              <a:t>Web search</a:t>
            </a:r>
          </a:p>
          <a:p>
            <a:pPr lvl="2"/>
            <a:r>
              <a:rPr lang="en-US" dirty="0"/>
              <a:t>Genomes</a:t>
            </a:r>
          </a:p>
          <a:p>
            <a:pPr lvl="2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2E726B4-673C-EC2C-BCC8-A960D37952A4}"/>
                  </a:ext>
                </a:extLst>
              </p14:cNvPr>
              <p14:cNvContentPartPr/>
              <p14:nvPr/>
            </p14:nvContentPartPr>
            <p14:xfrm>
              <a:off x="737280" y="2326680"/>
              <a:ext cx="4803120" cy="2097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2E726B4-673C-EC2C-BCC8-A960D37952A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7920" y="2317320"/>
                <a:ext cx="4821840" cy="211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020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FC2A-BFAD-154C-CB01-688AAE7F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Hash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714925" r="-22397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714925" r="-13986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714925" r="-976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802941" r="-22397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802941" r="-13986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802941" r="-976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6317FEA-751E-8EB5-AC0E-36E7F59CC9D3}"/>
                  </a:ext>
                </a:extLst>
              </p14:cNvPr>
              <p14:cNvContentPartPr/>
              <p14:nvPr/>
            </p14:nvContentPartPr>
            <p14:xfrm>
              <a:off x="630000" y="5011920"/>
              <a:ext cx="688320" cy="291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6317FEA-751E-8EB5-AC0E-36E7F59CC9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0640" y="5002560"/>
                <a:ext cx="707040" cy="309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79141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strike="sngStrike" dirty="0"/>
              <a:t>Keys must be comparable</a:t>
            </a:r>
            <a:r>
              <a:rPr lang="en-US" dirty="0"/>
              <a:t> Keys have a hash function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DB37622-7C3E-F92D-4824-4F82F667E98A}"/>
                  </a:ext>
                </a:extLst>
              </p14:cNvPr>
              <p14:cNvContentPartPr/>
              <p14:nvPr/>
            </p14:nvContentPartPr>
            <p14:xfrm>
              <a:off x="4900680" y="2749320"/>
              <a:ext cx="3128400" cy="419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DB37622-7C3E-F92D-4824-4F82F667E9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91320" y="2739960"/>
                <a:ext cx="3147120" cy="438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96701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0DB77-DDD6-216D-5A7F-9624A74B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Best Dictionary Data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F5252-DE77-B3BA-209A-B950E3B03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Think of every key as a number</a:t>
            </a:r>
          </a:p>
          <a:p>
            <a:r>
              <a:rPr lang="en-US" dirty="0"/>
              <a:t>Give each key its own index in an array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[key]=value;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find(key){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delete(key){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 = null;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B548304-3147-6D80-BF8F-9283E9BEF6ED}"/>
                  </a:ext>
                </a:extLst>
              </p14:cNvPr>
              <p14:cNvContentPartPr/>
              <p14:nvPr/>
            </p14:nvContentPartPr>
            <p14:xfrm>
              <a:off x="2365920" y="3119760"/>
              <a:ext cx="1263240" cy="873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B548304-3147-6D80-BF8F-9283E9BEF6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56560" y="3110400"/>
                <a:ext cx="1281960" cy="89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8483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B03B7-1A7C-BFE0-2142-D5F46F810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789634-95FF-589B-DCA8-20F6EEB6F69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00" y="2305844"/>
            <a:ext cx="50800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207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AF4-F1F4-9C84-F186-4A0326FB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C22E5-FF63-9465-BBF3-027FF5402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Have a small array to store information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hash function</a:t>
            </a:r>
            <a:r>
              <a:rPr lang="en-US" dirty="0"/>
              <a:t> to convert the key into an index</a:t>
            </a:r>
          </a:p>
          <a:p>
            <a:pPr lvl="2"/>
            <a:r>
              <a:rPr lang="en-US" dirty="0"/>
              <a:t>Hash function should “scatter” the keys, behave as if it randomly assigned keys to indices</a:t>
            </a:r>
          </a:p>
          <a:p>
            <a:pPr lvl="1"/>
            <a:r>
              <a:rPr lang="en-US" dirty="0"/>
              <a:t>Store key at the index given by the hash function</a:t>
            </a:r>
          </a:p>
          <a:p>
            <a:pPr lvl="1"/>
            <a:r>
              <a:rPr lang="en-US" dirty="0"/>
              <a:t>Do something if two keys map to the same place (should be very rare)</a:t>
            </a:r>
          </a:p>
          <a:p>
            <a:pPr lvl="2"/>
            <a:r>
              <a:rPr lang="en-US" dirty="0"/>
              <a:t>Collision resolution</a:t>
            </a:r>
          </a:p>
        </p:txBody>
      </p:sp>
      <p:pic>
        <p:nvPicPr>
          <p:cNvPr id="1026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A711E177-0A03-6A78-A571-9F53531A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164328"/>
            <a:ext cx="1252220" cy="751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/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5CEE9F9-2EBE-4CC1-9403-3C322B3D011A}"/>
              </a:ext>
            </a:extLst>
          </p:cNvPr>
          <p:cNvGrpSpPr/>
          <p:nvPr/>
        </p:nvGrpSpPr>
        <p:grpSpPr>
          <a:xfrm>
            <a:off x="6906260" y="5164328"/>
            <a:ext cx="5120640" cy="640080"/>
            <a:chOff x="1470660" y="4001294"/>
            <a:chExt cx="5120640" cy="6400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15F891-EABE-C715-0CC0-B077530D6B06}"/>
                </a:ext>
              </a:extLst>
            </p:cNvPr>
            <p:cNvSpPr/>
            <p:nvPr/>
          </p:nvSpPr>
          <p:spPr>
            <a:xfrm>
              <a:off x="14706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916793F-F73D-8588-59C0-B5CD1713D13C}"/>
                </a:ext>
              </a:extLst>
            </p:cNvPr>
            <p:cNvSpPr/>
            <p:nvPr/>
          </p:nvSpPr>
          <p:spPr>
            <a:xfrm>
              <a:off x="21107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F5FE7C-60F8-DCCD-71CA-23CCA50514E5}"/>
                </a:ext>
              </a:extLst>
            </p:cNvPr>
            <p:cNvSpPr/>
            <p:nvPr/>
          </p:nvSpPr>
          <p:spPr>
            <a:xfrm>
              <a:off x="27508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08263-8B67-5D74-ACF7-D2EF2DE9F6C9}"/>
                </a:ext>
              </a:extLst>
            </p:cNvPr>
            <p:cNvSpPr/>
            <p:nvPr/>
          </p:nvSpPr>
          <p:spPr>
            <a:xfrm>
              <a:off x="339090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C47B54-CFE9-D28C-B605-0944181CD613}"/>
                </a:ext>
              </a:extLst>
            </p:cNvPr>
            <p:cNvSpPr/>
            <p:nvPr/>
          </p:nvSpPr>
          <p:spPr>
            <a:xfrm>
              <a:off x="403098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809D88-9346-16AB-47D9-15E1AB178F52}"/>
                </a:ext>
              </a:extLst>
            </p:cNvPr>
            <p:cNvSpPr/>
            <p:nvPr/>
          </p:nvSpPr>
          <p:spPr>
            <a:xfrm>
              <a:off x="46710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30064F-7EE5-1285-D430-ECA89FA194B5}"/>
                </a:ext>
              </a:extLst>
            </p:cNvPr>
            <p:cNvSpPr/>
            <p:nvPr/>
          </p:nvSpPr>
          <p:spPr>
            <a:xfrm>
              <a:off x="53111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5BB3CB-8E1A-CB22-7ACF-36852255E9A8}"/>
                </a:ext>
              </a:extLst>
            </p:cNvPr>
            <p:cNvSpPr/>
            <p:nvPr/>
          </p:nvSpPr>
          <p:spPr>
            <a:xfrm>
              <a:off x="59512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8BC6414-62CE-EA22-FB80-F74A3FDF0CD2}"/>
              </a:ext>
            </a:extLst>
          </p:cNvPr>
          <p:cNvSpPr txBox="1"/>
          <p:nvPr/>
        </p:nvSpPr>
        <p:spPr>
          <a:xfrm>
            <a:off x="713741" y="5942568"/>
            <a:ext cx="119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Object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6459D7-FB1D-BBF7-141C-D2577C0E01B4}"/>
              </a:ext>
            </a:extLst>
          </p:cNvPr>
          <p:cNvSpPr txBox="1"/>
          <p:nvPr/>
        </p:nvSpPr>
        <p:spPr>
          <a:xfrm>
            <a:off x="3359360" y="5078329"/>
            <a:ext cx="14227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 between 0 and length-1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5298C6D-A5AF-44EB-717D-6711EFE60FC8}"/>
              </a:ext>
            </a:extLst>
          </p:cNvPr>
          <p:cNvSpPr/>
          <p:nvPr/>
        </p:nvSpPr>
        <p:spPr>
          <a:xfrm>
            <a:off x="4754350" y="4783932"/>
            <a:ext cx="2037080" cy="14605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Insert / find 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delete</a:t>
            </a:r>
          </a:p>
        </p:txBody>
      </p:sp>
      <p:pic>
        <p:nvPicPr>
          <p:cNvPr id="18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54070E1C-8E07-4C18-0042-FC895ADDB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118" y="5185664"/>
            <a:ext cx="513663" cy="308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BAE7921-37C6-D987-ECCC-13611CBD6373}"/>
              </a:ext>
            </a:extLst>
          </p:cNvPr>
          <p:cNvSpPr txBox="1"/>
          <p:nvPr/>
        </p:nvSpPr>
        <p:spPr>
          <a:xfrm>
            <a:off x="8100060" y="5435076"/>
            <a:ext cx="8148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&amp; value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4D464B7-62E5-71D5-CCD7-2FBC94D2A0B3}"/>
                  </a:ext>
                </a:extLst>
              </p14:cNvPr>
              <p14:cNvContentPartPr/>
              <p14:nvPr/>
            </p14:nvContentPartPr>
            <p14:xfrm>
              <a:off x="2562480" y="4785120"/>
              <a:ext cx="6409800" cy="12283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4D464B7-62E5-71D5-CCD7-2FBC94D2A0B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553120" y="4775760"/>
                <a:ext cx="6428520" cy="124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08518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13207-1731-F324-9EFD-97EA91C31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67BF8A-64CB-BF2A-19BD-A42168847C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Key: Phone Number</a:t>
                </a:r>
              </a:p>
              <a:p>
                <a:r>
                  <a:rPr lang="en-US" dirty="0"/>
                  <a:t>Value: People</a:t>
                </a:r>
              </a:p>
              <a:p>
                <a:r>
                  <a:rPr lang="en-US" dirty="0"/>
                  <a:t>Table size: 10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𝑝h𝑜𝑛𝑒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as an integer % 10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8675309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67BF8A-64CB-BF2A-19BD-A42168847C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8F0E165E-825A-2E57-85C9-42A8F3BE9294}"/>
              </a:ext>
            </a:extLst>
          </p:cNvPr>
          <p:cNvGrpSpPr/>
          <p:nvPr/>
        </p:nvGrpSpPr>
        <p:grpSpPr>
          <a:xfrm>
            <a:off x="4953000" y="660717"/>
            <a:ext cx="6400800" cy="1097280"/>
            <a:chOff x="4953000" y="660717"/>
            <a:chExt cx="6400800" cy="1097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CC2950-7509-104F-9B67-658FD652C2A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E044AF-73B9-3E7A-F3B9-8485C08B25F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D038655-C5CF-B784-02FB-537E453767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A73B9BD-EC6B-2C79-E987-A6B3E7E944F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F18A31B-96C6-BE46-4F61-B05B5E36AEC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44F5CFF-7730-9C8F-D94C-7C8F16188F8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D97F77D-F0C4-2944-97DA-8210EDBECBC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DFFC00-9F00-F7D2-2250-AC07E65D0CD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098C2B0-C5D6-ED74-92F9-565F8786F11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2507EFD-F0E2-7CAA-2A7A-086720DE0A9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4EB7E35-01E7-8973-C158-B1EF4676CA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5FADE01-8330-8ED4-8775-27A59AD8AD4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67431FB-7023-308E-D1BF-A5F71B6FCC2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8BD93D2-EB68-B807-BD17-1E5C004C18E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2D90A-5F76-FBE8-5DAA-6AB8C6BFE1E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784D1BC-105B-10DF-C9FC-871CCA3BDDA5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BD0B091-DC55-2392-75EE-BEAB25F8571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F90ED62-90C0-5695-0759-9E63E1EBBD9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CFF9C65-682C-F519-6FF3-FD694A5F99D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B2EDE4C-4DA8-31B1-7678-86A1A8B555D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D404C5E-9347-BC04-8E16-5E7FF0243DE1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25209DC-0518-480E-5A9F-7F6C1D4CD0B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2C3477F-93EE-A772-9E0C-31145FC84EB1}"/>
                  </a:ext>
                </a:extLst>
              </p14:cNvPr>
              <p14:cNvContentPartPr/>
              <p14:nvPr/>
            </p14:nvContentPartPr>
            <p14:xfrm>
              <a:off x="3373560" y="740880"/>
              <a:ext cx="7743240" cy="37540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2C3477F-93EE-A772-9E0C-31145FC84E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64200" y="731520"/>
                <a:ext cx="7761960" cy="377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90286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0EC20-4FA4-D18D-A0AE-BE56D6EB3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Influences Running time?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B0D1-210A-8443-B622-C72556A6A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hashing itself takes</a:t>
            </a:r>
          </a:p>
          <a:p>
            <a:r>
              <a:rPr lang="en-US" dirty="0"/>
              <a:t>Likelihood of collisions</a:t>
            </a:r>
          </a:p>
          <a:p>
            <a:pPr lvl="1"/>
            <a:r>
              <a:rPr lang="en-US" dirty="0"/>
              <a:t>Size of the array vs number of values in the array</a:t>
            </a:r>
          </a:p>
          <a:p>
            <a:pPr lvl="1"/>
            <a:r>
              <a:rPr lang="en-US" dirty="0"/>
              <a:t>“quality” of our hash function</a:t>
            </a:r>
          </a:p>
          <a:p>
            <a:r>
              <a:rPr lang="en-US" dirty="0"/>
              <a:t>What we do when we have a collision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9E91359-2EDA-9C5A-66F0-52174023F212}"/>
                  </a:ext>
                </a:extLst>
              </p14:cNvPr>
              <p14:cNvContentPartPr/>
              <p14:nvPr/>
            </p14:nvContentPartPr>
            <p14:xfrm>
              <a:off x="955440" y="1521720"/>
              <a:ext cx="5816880" cy="2627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9E91359-2EDA-9C5A-66F0-52174023F2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6080" y="1512360"/>
                <a:ext cx="5835600" cy="264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2587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157-9EDB-A5A0-CA4E-45FD834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a “Good” Hash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848-4314-D161-07CD-DB538594E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Definition: A hash function maps objects to integers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Consistent</a:t>
            </a:r>
          </a:p>
          <a:p>
            <a:pPr lvl="1"/>
            <a:r>
              <a:rPr lang="en-US" dirty="0"/>
              <a:t>Objects considered “equal” should hash to the same value</a:t>
            </a:r>
          </a:p>
          <a:p>
            <a:pPr lvl="1"/>
            <a:r>
              <a:rPr lang="en-US" dirty="0"/>
              <a:t>Deterministic: running the hash function on the same object twice should yield the same result</a:t>
            </a:r>
          </a:p>
          <a:p>
            <a:r>
              <a:rPr lang="en-US" b="1" dirty="0"/>
              <a:t>Uniform</a:t>
            </a:r>
          </a:p>
          <a:p>
            <a:pPr lvl="1"/>
            <a:r>
              <a:rPr lang="en-US" dirty="0"/>
              <a:t>Should be able to use every index in a fixed-size array</a:t>
            </a:r>
          </a:p>
          <a:p>
            <a:pPr lvl="1"/>
            <a:r>
              <a:rPr lang="en-US" dirty="0"/>
              <a:t>Should use every index at roughly equal rates</a:t>
            </a:r>
            <a:endParaRPr lang="en-US" b="1" dirty="0"/>
          </a:p>
          <a:p>
            <a:r>
              <a:rPr lang="en-US" b="1" dirty="0"/>
              <a:t>Effective</a:t>
            </a:r>
            <a:endParaRPr lang="en-US" dirty="0"/>
          </a:p>
          <a:p>
            <a:pPr lvl="1"/>
            <a:r>
              <a:rPr lang="en-US" dirty="0"/>
              <a:t>It should be difficult to find two objects which hash to the same value</a:t>
            </a:r>
          </a:p>
          <a:p>
            <a:pPr lvl="1"/>
            <a:r>
              <a:rPr lang="en-US" dirty="0"/>
              <a:t>Given on object, it should be hard to find a different object which hashes to the same value</a:t>
            </a:r>
          </a:p>
          <a:p>
            <a:pPr lvl="1"/>
            <a:r>
              <a:rPr lang="en-US" dirty="0"/>
              <a:t>“Avalanche effect”: making a small change to the object yields big changes in the value it hashes to</a:t>
            </a:r>
          </a:p>
          <a:p>
            <a:r>
              <a:rPr lang="en-US" b="1" dirty="0"/>
              <a:t>Efficient</a:t>
            </a:r>
          </a:p>
          <a:p>
            <a:pPr lvl="1"/>
            <a:r>
              <a:rPr lang="en-US" dirty="0"/>
              <a:t>Time to calculate the hash should be very small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03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AEB70-2748-0FB0-4AA5-4178E105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Bad Hash (and phone number trivia)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BD3363-EAA6-6613-37B3-2C8AC002A3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𝑝h𝑜𝑛𝑒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first digit of the phone number</a:t>
                </a:r>
              </a:p>
              <a:p>
                <a:pPr lvl="1"/>
                <a:r>
                  <a:rPr lang="en-US" dirty="0"/>
                  <a:t>Assume 10-digit format</a:t>
                </a:r>
              </a:p>
              <a:p>
                <a:pPr lvl="1"/>
                <a:r>
                  <a:rPr lang="en-US" dirty="0"/>
                  <a:t>No US phone numbers start with 1 or 0</a:t>
                </a:r>
              </a:p>
              <a:p>
                <a:pPr lvl="1"/>
                <a:r>
                  <a:rPr lang="en-US" dirty="0"/>
                  <a:t>If we’re sampling from this class, 2 is by far the most likely</a:t>
                </a:r>
              </a:p>
              <a:p>
                <a:r>
                  <a:rPr lang="en-US" dirty="0"/>
                  <a:t>Consistent? Yes!</a:t>
                </a:r>
              </a:p>
              <a:p>
                <a:r>
                  <a:rPr lang="en-US" dirty="0"/>
                  <a:t>Uniform? No!</a:t>
                </a:r>
              </a:p>
              <a:p>
                <a:r>
                  <a:rPr lang="en-US" dirty="0"/>
                  <a:t>Effective? No!</a:t>
                </a:r>
              </a:p>
              <a:p>
                <a:r>
                  <a:rPr lang="en-US" dirty="0"/>
                  <a:t>Efficient? Yes!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BD3363-EAA6-6613-37B3-2C8AC002A3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20E693B-93AA-C117-7620-A18DD24FEB40}"/>
              </a:ext>
            </a:extLst>
          </p:cNvPr>
          <p:cNvGrpSpPr/>
          <p:nvPr/>
        </p:nvGrpSpPr>
        <p:grpSpPr>
          <a:xfrm>
            <a:off x="5298440" y="4830128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E418751-3F07-0DFF-4FC2-B57C51B02C1F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C1010E2-3D4F-53C1-6B99-1B18E60FDD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AA24EDF-2E5C-B7EB-CE04-579C70775B6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EADAEB4-C706-9861-DD5F-AE494EBB44D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FB7A9A4-6398-EC12-E456-B11FEE14681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BA606F0-F91C-900A-B85F-6F6E4A35C35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8CD4196-E921-BC0C-4178-6E47474B52A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6B78A1D-8822-7D5B-EBCD-C2BA219456B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F39AF62-A56B-F6B5-E0D1-6A4473C47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D48D035-BB15-9D68-B22D-DC97C43D8E9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E3EA93E-6F99-B4B5-E846-D6930840224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4644001-843C-9580-BCB1-87AEB1D91864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9423C69-BC54-9C2E-3E25-F467B7226CF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4630411-625B-9FF1-7FC8-929037C4E362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26C368-E744-8F5C-3D09-060814B6365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87D8E32-A226-6474-7942-8506A86639B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1841967-D254-6740-6886-C85A2566A5E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A60285C-0BD9-3F25-00F4-BDFBDF50B87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23F4E4E-647F-EF99-B6C9-606016E5942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4A5911F-FAAC-13F1-DB1A-3338BFA5448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44A62AC-6E01-38F1-6D3B-B17AE3E0898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A477B64A-820D-EDCA-CB1B-C491E58A0BF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ACBFA6E-21AF-CCBE-C6E6-EF22C6E6477E}"/>
                  </a:ext>
                </a:extLst>
              </p14:cNvPr>
              <p14:cNvContentPartPr/>
              <p14:nvPr/>
            </p14:nvContentPartPr>
            <p14:xfrm>
              <a:off x="909360" y="2556360"/>
              <a:ext cx="6084360" cy="32979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ACBFA6E-21AF-CCBE-C6E6-EF22C6E6477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00000" y="2547000"/>
                <a:ext cx="6103080" cy="3316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426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C18AD-8782-101D-71B2-AACF88D77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These Hash Functions (for strings)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2B1475-B392-8867-1600-491BB288D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be a string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ascii encoding of the character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2⋅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2B1475-B392-8867-1600-491BB288D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42DB061-EE1D-6595-103B-E7B5D686C362}"/>
                  </a:ext>
                </a:extLst>
              </p14:cNvPr>
              <p14:cNvContentPartPr/>
              <p14:nvPr/>
            </p14:nvContentPartPr>
            <p14:xfrm>
              <a:off x="4439880" y="2936160"/>
              <a:ext cx="2304720" cy="2042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42DB061-EE1D-6595-103B-E7B5D686C36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30520" y="2926800"/>
                <a:ext cx="2323440" cy="206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CF41815-7FDD-7414-C223-DAD60C38F701}"/>
                  </a:ext>
                </a:extLst>
              </p14:cNvPr>
              <p14:cNvContentPartPr/>
              <p14:nvPr/>
            </p14:nvContentPartPr>
            <p14:xfrm>
              <a:off x="528480" y="3897360"/>
              <a:ext cx="10511640" cy="24710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CF41815-7FDD-7414-C223-DAD60C38F70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9120" y="3888000"/>
                <a:ext cx="10530360" cy="2489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4277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EB21B-983A-7F4D-AB2A-1B8088E50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37551-8A02-8C7A-602B-6AAC9CB09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These Hash Functions (for strings)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812570-FEA2-2252-6C25-829FA46434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be a string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ascii encoding of the character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and possibly uniform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uniform, and effective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2⋅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effective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812570-FEA2-2252-6C25-829FA46434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D3BEFCD-E6C0-527E-906B-42404B49F6C6}"/>
                  </a:ext>
                </a:extLst>
              </p14:cNvPr>
              <p14:cNvContentPartPr/>
              <p14:nvPr/>
            </p14:nvContentPartPr>
            <p14:xfrm>
              <a:off x="5896440" y="5618160"/>
              <a:ext cx="833040" cy="303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D3BEFCD-E6C0-527E-906B-42404B49F6C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87080" y="5608800"/>
                <a:ext cx="851760" cy="32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03211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667C-B941-C501-51C7-D8216993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2349D-FC71-54C6-22B8-58D6B00A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Supposing we have a “good” hash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h = </a:t>
            </a:r>
            <a:r>
              <a:rPr lang="en-US" dirty="0" err="1">
                <a:latin typeface="Consolas" panose="020B0609020204030204" pitchFamily="49" charset="0"/>
              </a:rPr>
              <a:t>key.hash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[h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] = value;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Problem: It’s possible that two different keys map to the same index!</a:t>
            </a:r>
          </a:p>
          <a:p>
            <a:pPr marL="0" indent="0">
              <a:buNone/>
            </a:pPr>
            <a:r>
              <a:rPr lang="en-US" dirty="0"/>
              <a:t>This is called a “collision”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074AE22-A2A1-F677-429E-E4A1E61C70B5}"/>
                  </a:ext>
                </a:extLst>
              </p14:cNvPr>
              <p14:cNvContentPartPr/>
              <p14:nvPr/>
            </p14:nvContentPartPr>
            <p14:xfrm>
              <a:off x="1551600" y="3315600"/>
              <a:ext cx="3183480" cy="1167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074AE22-A2A1-F677-429E-E4A1E61C70B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2240" y="3306240"/>
                <a:ext cx="3202200" cy="1185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50651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A8AF-72A5-B472-A0CD-E37AFD3D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7292A-1917-0E43-0B96-34F56EC9D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Collision occurs when we want to insert something into an already-occupied position in the hash table</a:t>
            </a:r>
          </a:p>
          <a:p>
            <a:r>
              <a:rPr lang="en-US" dirty="0"/>
              <a:t>2 main strategies:</a:t>
            </a:r>
          </a:p>
          <a:p>
            <a:pPr lvl="1"/>
            <a:r>
              <a:rPr lang="en-US" dirty="0"/>
              <a:t>Separate Chaining</a:t>
            </a:r>
          </a:p>
          <a:p>
            <a:pPr lvl="2"/>
            <a:r>
              <a:rPr lang="en-US" dirty="0"/>
              <a:t>Use a secondary data structure to contain the items</a:t>
            </a:r>
          </a:p>
          <a:p>
            <a:pPr lvl="3"/>
            <a:r>
              <a:rPr lang="en-US" dirty="0"/>
              <a:t>E.g. each index in the hash table is itself a linked list</a:t>
            </a:r>
          </a:p>
          <a:p>
            <a:pPr lvl="1"/>
            <a:r>
              <a:rPr lang="en-US" dirty="0"/>
              <a:t>Open Addressing</a:t>
            </a:r>
          </a:p>
          <a:p>
            <a:pPr lvl="2"/>
            <a:r>
              <a:rPr lang="en-US" dirty="0"/>
              <a:t>Use a different spot in the table instead</a:t>
            </a:r>
          </a:p>
          <a:p>
            <a:pPr lvl="3"/>
            <a:r>
              <a:rPr lang="en-US" dirty="0"/>
              <a:t>Linear Probing</a:t>
            </a:r>
          </a:p>
          <a:p>
            <a:pPr lvl="3"/>
            <a:r>
              <a:rPr lang="en-US" dirty="0"/>
              <a:t>Quadratic Probing</a:t>
            </a:r>
          </a:p>
          <a:p>
            <a:pPr lvl="3"/>
            <a:r>
              <a:rPr lang="en-US" dirty="0"/>
              <a:t>Double Hashing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91B734-73D3-DC0E-2EA2-99B52DE40162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AB576A-E277-4D44-8605-52AA1885F28A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B6B729D-973C-9729-632E-7734BF04643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D280AE4-DF69-9BCF-A1E0-3A8E6BE2B33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8C4FDE-B0DE-2771-370F-1A0C867096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97DC60-EB0D-24EA-F496-C00651236C4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8589CB5-BA80-50F5-226F-5781BC30B8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1334B41-6AC4-A0BD-25EF-9FB7C063565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AA01879-292C-EAF8-264C-81133339D77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0E7C03F-94AB-7223-381C-92C41393769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5E6F94F-27FE-D263-E64E-FE7AB20BF7C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F73501A-40F5-F49B-0791-7DCE4C0186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C056CA-946D-B557-9168-1E9CA2B477B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E4B604-A8C8-A753-DAD3-56463AC1B8B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0D010B-46BA-24A7-2F9F-E2B5E82325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DE21E00-A30B-1A54-F38A-541C565F934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F2D1BF-F61C-68D8-1070-7FA83CFF1DF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D8FBC60-940C-B628-8C12-BC09ED41F4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9443195-B9EA-DE7E-DBA2-00E011DBA1C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800E23E-90B1-5279-C25A-4E2AC8972ED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7FE1D7-CC95-D643-4744-7214AFBD5D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DCB5281-E8A2-F396-0EC9-1F31090E63F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1229-04B7-F7D8-4C7C-A8A02458CA1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2F5A818-8018-2351-BDCD-919083059473}"/>
                  </a:ext>
                </a:extLst>
              </p14:cNvPr>
              <p14:cNvContentPartPr/>
              <p14:nvPr/>
            </p14:nvContentPartPr>
            <p14:xfrm>
              <a:off x="1198440" y="3165840"/>
              <a:ext cx="949680" cy="15372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2F5A818-8018-2351-BDCD-91908305947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9080" y="3156480"/>
                <a:ext cx="968400" cy="155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3283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>
                <a:latin typeface="Consolas" panose="020B0609020204030204" pitchFamily="49" charset="0"/>
              </a:rPr>
              <a:t>k, v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Add the key-value pair to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65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find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8361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delete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91ECDB6-DBDB-A8C5-13B8-D40E0B56F6CF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AA78154-D2A0-BF2C-9B37-89A4A1379974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B331FF7-4ADF-F5C5-5A92-E2E26C322D8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43150A1-3A0C-0E2E-806A-D901BAA46E5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7FA6F73-9326-7623-286F-F79D18C948C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0C70B-769B-1252-448C-DD9A7F25B82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2345D6-30A8-DE1D-1642-CCCCDFD9C13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9FD4096-164B-4E14-BE95-4D30896294A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85C0D695-3EA8-5B0F-C8B5-F6B37DA781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64378A1-329E-3EB3-A369-D972CA452FA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1D4BB78-3629-F57F-7936-EEB4230E3113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5268C3D-BFFE-225B-A692-AF99650934D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B1FA29-7E34-0841-EC22-1222491D9C3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A02254A-91CA-3383-8EF6-F5AAF94312F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117B7E3-7CA7-C371-0E02-C5C5A9B5A6B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1CDC39D-5234-7CFE-F9A7-BFA74A9CBB8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A7FECAC9-D12D-95A0-AB8A-DD19A4DFF49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31F0E9C-6E2C-32C5-2754-D26A3538B18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6D4FDA9-756B-31B1-096F-002F125364F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B26DF93-8ABD-57E7-3342-E8BB1220BBE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F9BDE1C0-1567-F432-BFC9-5D6917EBB1F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4E56DA0-CB51-CD5D-0F83-6A455B6DB6CA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FA49A12-E978-D7D8-6386-D6286151FBC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C8BF4F05-1F9D-06B3-2DDC-C289E853CCE0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787E9B0-35F3-4A63-957F-9FA7F2B518A2}"/>
              </a:ext>
            </a:extLst>
          </p:cNvPr>
          <p:cNvCxnSpPr>
            <a:cxnSpLocks/>
            <a:stCxn id="48" idx="0"/>
            <a:endCxn id="56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8099790F-4528-AB94-CDB3-F6CC4231DE2C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0104CAB-B7CB-EF56-EAD8-BC0CD889224E}"/>
              </a:ext>
            </a:extLst>
          </p:cNvPr>
          <p:cNvCxnSpPr>
            <a:cxnSpLocks/>
            <a:endCxn id="58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E13C852-F822-AC77-8026-CE353C7665DD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1ADFC5-0306-0154-E32F-D9B258F02E0B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5342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208DC-CFA0-51FE-747F-B24C466E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01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8A99-EE1D-8BA1-BF8F-8AE8428F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739B-EF93-6D32-C090-5A36AA6B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2"/>
                <a:r>
                  <a:rPr lang="en-US" dirty="0"/>
                  <a:t>We’ll talk about which constant we should pick later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903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138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5561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/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blipFill>
                <a:blip r:embed="rId10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772FA18-6A5B-A1AF-51F3-05EBCDEAB760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4608512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/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blipFill>
                <a:blip r:embed="rId11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F82035-F31B-DDB2-87BB-A0A1AEB721D2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841681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/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blipFill>
                <a:blip r:embed="rId1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0D314E1-854A-65E6-9B7F-C273F6FDE7DA}"/>
              </a:ext>
            </a:extLst>
          </p:cNvPr>
          <p:cNvCxnSpPr>
            <a:cxnSpLocks/>
            <a:endCxn id="47" idx="2"/>
          </p:cNvCxnSpPr>
          <p:nvPr/>
        </p:nvCxnSpPr>
        <p:spPr>
          <a:xfrm flipV="1">
            <a:off x="7827325" y="303069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/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blipFill>
                <a:blip r:embed="rId13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A668F0C-0B35-AA65-2737-CBC7BE8228E2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3360736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/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blipFill>
                <a:blip r:embed="rId14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F63374C-DE0C-C5B4-3F72-3B27EC9BC237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7827325" y="2315209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/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blipFill>
                <a:blip r:embed="rId1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0B7F36-8C50-B7B5-8D5D-F7C2197D449B}"/>
              </a:ext>
            </a:extLst>
          </p:cNvPr>
          <p:cNvCxnSpPr>
            <a:cxnSpLocks/>
            <a:endCxn id="53" idx="2"/>
          </p:cNvCxnSpPr>
          <p:nvPr/>
        </p:nvCxnSpPr>
        <p:spPr>
          <a:xfrm flipV="1">
            <a:off x="8447405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/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blipFill>
                <a:blip r:embed="rId1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8F43A32-977F-43FE-EAAB-FDBF4149C224}"/>
              </a:ext>
            </a:extLst>
          </p:cNvPr>
          <p:cNvCxnSpPr>
            <a:cxnSpLocks/>
            <a:endCxn id="55" idx="2"/>
          </p:cNvCxnSpPr>
          <p:nvPr/>
        </p:nvCxnSpPr>
        <p:spPr>
          <a:xfrm flipV="1">
            <a:off x="7811450" y="160178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274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D21D-C91E-3FE2-2027-49433DFD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C88E4-9BBE-71CC-681D-27A20BEEA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there’s a collision, use the next open space in the table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33847A-21B7-8D67-70E7-20697D5D828F}"/>
              </a:ext>
            </a:extLst>
          </p:cNvPr>
          <p:cNvGrpSpPr/>
          <p:nvPr/>
        </p:nvGrpSpPr>
        <p:grpSpPr>
          <a:xfrm>
            <a:off x="2895600" y="483806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2483E0-035B-552B-046B-B8CFCDDDA37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0A2255D-F389-165E-90CE-D5FDEDDAD427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873DF17-BBDE-7098-679E-F718BD0005E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497686A-BF93-5D4B-62ED-13F2DCF99D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B1FA2-F273-056C-0BC0-3CF45C0F23E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FCA446-C2F3-17AC-0BE3-69BCB6EC8B5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15B43A-CE28-5824-C803-3DB155C25B9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50E83A-82AF-5B5F-4819-0B3B5A4A67D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477FBFB-DD77-940B-BBEF-1081F2AB4D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4EC3AB-7728-01B1-C085-C01979A56E1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5AF9B6F-5851-F1D1-4A8F-611B3182AB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6CBC511-68D6-8230-0208-019B6D43F0C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AA4797-6DEA-8CBE-BAC1-E915143B934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550FB6-B136-FD0A-CDFB-8DCF58F3E6B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75A14D9-1D9F-1F25-2689-4B160E4CD78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B50E096-C2C7-35F2-770A-652F4CB9C33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390E29-9377-939E-4D08-909131F81DF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18A230B-E4DC-C904-C2DD-D6BF5FD6E09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3758B1-9087-D7B1-ABB7-BF5CFE288F8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2C4802-4643-0124-1D32-E88B8617331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4B46D2A-B3B0-8BFB-4118-5BA56C95DCC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B85716-D30D-EBB1-5947-E6BF559FAEB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59601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index </a:t>
            </a:r>
            <a:r>
              <a:rPr lang="en-US" dirty="0">
                <a:latin typeface="Consolas" panose="020B0609020204030204" pitchFamily="49" charset="0"/>
              </a:rPr>
              <a:t>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(i+2)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(i+3)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335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B483B-1B51-81A4-998F-C18BDFC7A15B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59E03DE-9160-760E-CF86-C5941F90401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B13D3D-1B90-EAA5-7AFB-EA801C2BB03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FE21E7F-24A9-345B-6179-CE9B6B64048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08EC2F-4B9F-A549-E285-F4281992943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385E2DE-C98D-9B83-787C-CDCDA12EE20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10180-6F3A-3B45-83C4-214CAC8D7CD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778B9FA-5B1A-6BAA-D0ED-497B6D23388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25C5EA0-74A9-C388-4C28-4D4F714373D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DE8AEA-6615-91BD-FFF6-5CBC5567FDB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8753DEE-E10D-C9D8-4695-E23D2D67AB4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618187-A7D6-BE09-20B6-BAA91D1971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31F8DB-D9C0-B9CB-3688-A3070BDBF18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FB6E01C-853F-A01D-EC7F-ADF1B7503A7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5FC6836-E37B-902E-DCCA-42612165BE7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5BF1168-2CD5-0057-BC2B-4909F76A33D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BAE604-1186-0894-51A9-CDB7E324458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78DDE3-ACB7-0049-DED7-1DAD1BC7F5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B16DDB0-7B34-54E8-8893-11222F305B1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05449B-00C3-5D02-3BCE-87B9791D97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F1FDF2D-2EED-BE48-04B0-683CDAB71AB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851D624-3FB9-0A77-322F-64E16B3803E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A3D70CC-3542-191B-70BD-13DD27D6CB4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399092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key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table[</a:t>
                </a:r>
                <a:r>
                  <a:rPr lang="en-US" sz="200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] </a:t>
                </a:r>
                <a:r>
                  <a:rPr lang="en-US" dirty="0"/>
                  <a:t>is occupied but doesn’t have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</a:t>
                </a:r>
                <a:r>
                  <a:rPr lang="en-US" sz="2000" dirty="0"/>
                  <a:t> </a:t>
                </a:r>
                <a:r>
                  <a:rPr lang="en-US" sz="2000" dirty="0">
                    <a:latin typeface="Consolas" panose="020B0609020204030204" pitchFamily="49" charset="0"/>
                  </a:rPr>
                  <a:t>(i+1)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2000" dirty="0">
                    <a:latin typeface="Consolas" panose="020B0609020204030204" pitchFamily="49" charset="0"/>
                  </a:rPr>
                  <a:t>(i+2)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1800" dirty="0">
                    <a:latin typeface="Consolas" panose="020B0609020204030204" pitchFamily="49" charset="0"/>
                  </a:rPr>
                  <a:t>(i+3) % </a:t>
                </a:r>
                <a:r>
                  <a:rPr lang="en-US" sz="18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Repeat until you either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or else you reach an empty cell in the table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414117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C, D, and E all hashed to 3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317F43-9CD7-8DA0-A5D0-001E0001053F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1202B14-1CA9-7427-2AFA-FA1DD7757A51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A3C04AB-11E3-0E1D-5512-CF9905E76CA3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505F905-78AC-0FED-63A8-D158F9F6DB9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6C3C739-190D-77AE-094B-B5A1ABEDD15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DB671C4-36E4-5759-BD56-4B984DE8E14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5E106D1-7203-82F6-280F-7E853F2B0A6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0048179-5B5B-1D84-4BEE-B63E119BE515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1E2D4-BFD0-E7A3-64D2-1DB262FEE59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9BCC972-4F49-985D-FF80-F251AC888966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F5EC299-2C81-C998-0B48-905B653F207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35EE393-F261-7112-0EE4-348AA0A1637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74D851-AE84-7BB2-15D2-B8B3FDBD30F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D037339-333A-C3D8-3E6C-65B8FAD063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D452F40-2861-0C61-C782-DA10FBC1BF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EDF1C0F-B926-C860-D53D-B0773489824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466C9CD-1D81-A75D-F1FC-9BF215023E2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5135D2-4A37-6E73-2735-7DD762D195B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4DAB7D0-ACAD-CF90-8FD1-642768251F9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6C6D38-B5FA-0844-809D-ECE94165422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8481B7C-6E6D-1241-B31F-BBD1206BCAC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7E7B75A-56BD-E34F-5441-E945C702414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10EF039-58EA-D1AF-24E2-766AB95BFBA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5116AA1-79E7-7B8F-6B63-5AD080903693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E2BEEE4-F2F5-4A6D-A7F1-74E5F59B87C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6E892C7-4BB7-7892-D8EF-72CBDED3855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C937C9A-A150-3B3B-5F5D-A46B057E77E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14F1BB8-CD89-6CC4-271E-B54E8B76D927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B063377-763D-7E6B-A2E2-168A8418FD9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DC69C8-0C62-202A-1D29-F6FA1961746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B2C24F4D-45E7-429F-1A5A-E2F8B890817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9CAD924-3E43-437B-0227-B82DCA6BCC6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082242E-03C9-DAC8-4F5A-35CBD59C5E6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CCBA9C-3E8E-4B95-CA6E-01032FF83852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792AA63-0871-0F41-E9F2-588857F0A4F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509C928-E94D-95A9-C016-C6809689E49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2AA9EB9-788C-B4ED-3ADA-785D5BE1408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BF553E-1BDD-5C2E-6BB1-8C3C791134B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8A8E60-CF0C-00C6-275F-9CBAE91141F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C89A41F-BF8D-9B3D-B3C1-AA50B5DDCE1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C7892DC-2FA8-A5BA-5797-5FBAD88AFA6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EF67158-5307-F23C-E512-778B1FDB75D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788CA28-DB30-5C22-5B10-37895107B11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9AF9FD98-F08E-74AD-B4D7-CC0C2EDE31F7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5B24D09-3912-D852-0607-0B6184BE452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4A771A6-FE79-3EE8-742B-09A1A7CE80E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70D4F65-1C9F-2430-9212-AF08A10A5B82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D923D7-3737-D6A6-A7FB-34380866D88E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5655836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and E all hashed to 3, and C and D hashed to 5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346744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 and E hashed to 3, and B,C, and D hashed to 4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2114980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do this together!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387865-D6B3-8587-09E8-5CD31E13046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181C52-626F-FED7-E42B-5197B1371785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A939B2-C32B-6627-7D0A-988872501ED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919772A-B0F4-4ADD-DB4F-9629D7C5512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60AC0AE-1B49-6671-B294-33F730D8276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96B516C-93B9-57A5-6B86-232A242A055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ED7752-D7E4-7171-A7FE-B10E19044DA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1575A89-6E67-D480-DD5F-3137641C88E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3F8F715-4079-97B3-A6A5-2A78BD64DF8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D9C4C72-1025-EC8B-3ACA-FABBC3652DA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4C3245-CE3A-9FF3-02B6-13180C87DCA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B1430E6-19F4-92A9-81E3-2A173BB2108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5B83A83-94DE-8C82-C87A-70DDD7775F65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39240A-6DCC-53C4-D040-B382ACE1771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BB6038A-3189-2451-C956-1CC4E3230B8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D5C3A8-31FF-19C5-01D2-FDA293EB0C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0102509-1C4B-5D84-C96E-A5AE1AAF3AF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436469-A3A6-DF70-D8C0-9999C0D8541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643D0A-07F3-117B-A8BB-008B9DDDA49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65022D3-8588-6E98-AA75-FEE59861FF49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2E7651B-5654-CB4A-084B-117AF7224368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0B1476-0333-B34B-FAD7-DED45ACA45C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418FACF-8183-0EB6-9A9C-04DAB6E8AA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98143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key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where </a:t>
            </a:r>
            <a:r>
              <a:rPr lang="en-US" dirty="0">
                <a:latin typeface="Consolas" panose="020B0609020204030204" pitchFamily="49" charset="0"/>
              </a:rPr>
              <a:t>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Assume it is present</a:t>
            </a:r>
          </a:p>
          <a:p>
            <a:r>
              <a:rPr lang="en-US" dirty="0"/>
              <a:t>Beginning at index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, probe until we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(call this location index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)</a:t>
            </a:r>
          </a:p>
          <a:p>
            <a:r>
              <a:rPr lang="en-US" dirty="0"/>
              <a:t>Mark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as empty (e.g. null), then…</a:t>
            </a:r>
          </a:p>
          <a:p>
            <a:pPr lvl="1"/>
            <a:r>
              <a:rPr lang="en-US" dirty="0"/>
              <a:t>Challenge: we need to make sure future finds could be successful</a:t>
            </a:r>
          </a:p>
          <a:p>
            <a:pPr lvl="1"/>
            <a:r>
              <a:rPr lang="en-US" dirty="0"/>
              <a:t>What if there were values that mapped to index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 that appeared after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What if there were items that hashed to a value between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and appeared after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due to probing?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387865-D6B3-8587-09E8-5CD31E13046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181C52-626F-FED7-E42B-5197B1371785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A939B2-C32B-6627-7D0A-988872501ED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919772A-B0F4-4ADD-DB4F-9629D7C5512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60AC0AE-1B49-6671-B294-33F730D8276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96B516C-93B9-57A5-6B86-232A242A055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ED7752-D7E4-7171-A7FE-B10E19044DA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1575A89-6E67-D480-DD5F-3137641C88E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3F8F715-4079-97B3-A6A5-2A78BD64DF8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D9C4C72-1025-EC8B-3ACA-FABBC3652DA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4C3245-CE3A-9FF3-02B6-13180C87DCA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B1430E6-19F4-92A9-81E3-2A173BB2108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5B83A83-94DE-8C82-C87A-70DDD7775F65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39240A-6DCC-53C4-D040-B382ACE1771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BB6038A-3189-2451-C956-1CC4E3230B8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D5C3A8-31FF-19C5-01D2-FDA293EB0C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0102509-1C4B-5D84-C96E-A5AE1AAF3AF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436469-A3A6-DF70-D8C0-9999C0D8541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643D0A-07F3-117B-A8BB-008B9DDDA49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65022D3-8588-6E98-AA75-FEE59861FF49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2E7651B-5654-CB4A-084B-117AF7224368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0B1476-0333-B34B-FAD7-DED45ACA45C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418FACF-8183-0EB6-9A9C-04DAB6E8AA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822707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28904</TotalTime>
  <Words>2697</Words>
  <Application>Microsoft Office PowerPoint</Application>
  <PresentationFormat>Widescreen</PresentationFormat>
  <Paragraphs>636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Consolas</vt:lpstr>
      <vt:lpstr>Calibri Light</vt:lpstr>
      <vt:lpstr>Calibri</vt:lpstr>
      <vt:lpstr>Cambria Math</vt:lpstr>
      <vt:lpstr>Aptos</vt:lpstr>
      <vt:lpstr>Arial</vt:lpstr>
      <vt:lpstr>Office Theme</vt:lpstr>
      <vt:lpstr>CSE 332 Winter 2026 Lecture 10: hashing</vt:lpstr>
      <vt:lpstr>Dictionary (Map) ADT</vt:lpstr>
      <vt:lpstr>Dictionary Data Structures</vt:lpstr>
      <vt:lpstr>BSTs and AVL Trees</vt:lpstr>
      <vt:lpstr>Other Tree-based Dictionaries</vt:lpstr>
      <vt:lpstr>Next topic: Hash Tables</vt:lpstr>
      <vt:lpstr>Dictionary (Map) ADT</vt:lpstr>
      <vt:lpstr>The Best Dictionary Data Structure!</vt:lpstr>
      <vt:lpstr>Problem?</vt:lpstr>
      <vt:lpstr>Hash Tables</vt:lpstr>
      <vt:lpstr>Example</vt:lpstr>
      <vt:lpstr>What Influences Running time?</vt:lpstr>
      <vt:lpstr>Properties of a “Good” Hash</vt:lpstr>
      <vt:lpstr>A Bad Hash (and phone number trivia)</vt:lpstr>
      <vt:lpstr>Compare These Hash Functions (for strings)</vt:lpstr>
      <vt:lpstr>Compare These Hash Functions (for strings)</vt:lpstr>
      <vt:lpstr>Ideal Insert procedure</vt:lpstr>
      <vt:lpstr>Collision Resolution</vt:lpstr>
      <vt:lpstr>Separate Chaining Insert</vt:lpstr>
      <vt:lpstr>Separate Chaining Find</vt:lpstr>
      <vt:lpstr>Separate Chaining Delete</vt:lpstr>
      <vt:lpstr>Formal Running Time Analysis</vt:lpstr>
      <vt:lpstr>Formal Running Time Analysis</vt:lpstr>
      <vt:lpstr>Load Factor?</vt:lpstr>
      <vt:lpstr>Load Factor?</vt:lpstr>
      <vt:lpstr>Load Factor?</vt:lpstr>
      <vt:lpstr>Collision Resolution: Linear Probing</vt:lpstr>
      <vt:lpstr>Linear Probing: Insert Procedure</vt:lpstr>
      <vt:lpstr>Linear Probing: Find</vt:lpstr>
      <vt:lpstr>Linear Probing: Find</vt:lpstr>
      <vt:lpstr>Linear Probing: Delete</vt:lpstr>
      <vt:lpstr>Linear Probing: Delete</vt:lpstr>
      <vt:lpstr>Linear Probing: Delete</vt:lpstr>
      <vt:lpstr>Linear Probing: Delete</vt:lpstr>
      <vt:lpstr>Linear Probing: Delete</vt:lpstr>
      <vt:lpstr>Linear Probing: Delete</vt:lpstr>
      <vt:lpstr>Linear Probing + Tombstone: Find</vt:lpstr>
      <vt:lpstr>Linear Probing + Tombstone: Insert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127</cp:revision>
  <dcterms:created xsi:type="dcterms:W3CDTF">2023-09-26T20:08:20Z</dcterms:created>
  <dcterms:modified xsi:type="dcterms:W3CDTF">2026-01-29T15:49:16Z</dcterms:modified>
</cp:coreProperties>
</file>