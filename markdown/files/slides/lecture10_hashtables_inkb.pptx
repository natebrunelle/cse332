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56" r:id="rId2"/>
    <p:sldId id="258" r:id="rId3"/>
    <p:sldId id="263" r:id="rId4"/>
    <p:sldId id="376" r:id="rId5"/>
    <p:sldId id="306" r:id="rId6"/>
    <p:sldId id="336" r:id="rId7"/>
    <p:sldId id="337" r:id="rId8"/>
    <p:sldId id="338" r:id="rId9"/>
    <p:sldId id="369" r:id="rId10"/>
    <p:sldId id="346" r:id="rId11"/>
    <p:sldId id="347" r:id="rId12"/>
    <p:sldId id="348" r:id="rId13"/>
    <p:sldId id="349" r:id="rId14"/>
    <p:sldId id="350" r:id="rId15"/>
    <p:sldId id="351" r:id="rId16"/>
    <p:sldId id="377" r:id="rId17"/>
    <p:sldId id="378" r:id="rId18"/>
    <p:sldId id="352" r:id="rId19"/>
    <p:sldId id="353" r:id="rId20"/>
    <p:sldId id="354" r:id="rId21"/>
    <p:sldId id="355" r:id="rId22"/>
    <p:sldId id="356" r:id="rId23"/>
    <p:sldId id="379" r:id="rId24"/>
    <p:sldId id="357" r:id="rId25"/>
    <p:sldId id="358" r:id="rId26"/>
    <p:sldId id="359" r:id="rId27"/>
    <p:sldId id="360" r:id="rId28"/>
    <p:sldId id="361" r:id="rId29"/>
    <p:sldId id="362" r:id="rId30"/>
    <p:sldId id="363" r:id="rId31"/>
  </p:sldIdLst>
  <p:sldSz cx="12192000" cy="6858000"/>
  <p:notesSz cx="6858000" cy="9144000"/>
  <p:embeddedFontLst>
    <p:embeddedFont>
      <p:font typeface="Cambria Math" panose="02040503050406030204" pitchFamily="18" charset="0"/>
      <p:regular r:id="rId34"/>
    </p:embeddedFont>
    <p:embeddedFont>
      <p:font typeface="Consolas" panose="020B0609020204030204" pitchFamily="49" charset="0"/>
      <p:regular r:id="rId35"/>
      <p:bold r:id="rId36"/>
      <p:italic r:id="rId37"/>
      <p:boldItalic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DCB46A9-AC64-2107-0D04-23C3E6A0A637}" name="Sarah Brunelle" initials="SB" userId="S::sarah.bland@TNC.ORG::0841f992-6401-4fcf-8797-7495e84da30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01" autoAdjust="0"/>
  </p:normalViewPr>
  <p:slideViewPr>
    <p:cSldViewPr snapToGrid="0">
      <p:cViewPr varScale="1">
        <p:scale>
          <a:sx n="68" d="100"/>
          <a:sy n="68" d="100"/>
        </p:scale>
        <p:origin x="58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48" d="100"/>
          <a:sy n="48" d="100"/>
        </p:scale>
        <p:origin x="2752" y="3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4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microsoft.com/office/2018/10/relationships/authors" Target="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font" Target="fonts/font5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5EF960D-66C1-ABA0-D3DE-1DEABCB0C2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401823-F715-AF68-6577-EBFD66D892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643542-CF0C-48D3-A91E-34CCD96FC74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B5E006-DFCE-D704-C827-FE0B884DE9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0F989F-B2F9-4E4D-C4FD-A5DF82B44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26CC33-4824-4BB3-8904-E821E71A7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995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0T22:33:14.24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16985 3725 0,'8'0'0,"9"8"0,-17-8 0,0 0 0,34 17 0,-34-17 0,43 17 0,25 0 16,9 9 0,34 8-16,51 17 15,86 0 1,76 0-16,60-8 15,43 8 1,85-26 0,137-8-16,68 0 15,68 26 1,85-9-16,-417-26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0T22:33:23.92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4430 7637 0,'0'0'0,"0"0"0,0 0 16,-9 0-16,1 9 15,-1-1-15,0 1 16,1-1 0,-1 1-1,1-1-15,-1 1 16,1-1-1,8 1-15,0-9 16,0 0 0,0 0-16,0 0 15,8 0 1,26 8-16,18 1 16,25-1-16,8-8 15,9-8-15,25-9 31,9 0-31,-25 8 16,-1 1 0,35-1-16,25-8 15,-17 9-15,43-1 16,-1 1 0,-16 8-1,17 0-15,-9 0 16,0 8-1,43-16-15,-8-10 16,-27 10 0,35 8-16,26 8 15,8 1-15,0 8 16,-9 9-16,18-9 16,-9 0-1,-8-17 1,-1 0-16,9-17 15,9 8 1,-18 1 0,-8 16-16,34-8 15,43 0 1,-9 0-16,26 0 16,-17 0-1,-9 9-15,26-18 16,-17-33-1,-34-18-15,42-17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0T22:33:38.9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3107 4023 0,'0'0'0,"34"8"0,60 1 0,102-18 16,86-16-16,42-9 16,9 0-1,77 8-15,50 26 16,61 34 0,119 9-16,43-26 15,94-17 1,76-43-16,-409 1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0T22:34:06.2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3918 6565 0,'0'0'0,"0"0"0,0 0 16,0 0-16,0 0 15,0 0-15,-9-8 16,0-9-1,-8 8 1,-8-8-16,-18 0 16,-8 0-1,-17 0-15,-26 17 16,17 26 0,-8 16-16,-35 35 15,-8 25 1,0 9-16,17 16 15,34 35 1,-25 33-16,8-33 16,26-9-1,25 0-15,17-34 16,26 0 0,0 9-16,17-35 15,26 9 1,17 0-1,-9-8-15,-8-17 16,17 16-16,16-8 16,-16-17-1,0 0-15,0 0 16,-18 9 0,-8-1-16,-34-8 15,-17 9 1,-51 25-16,-26-9 15,-42 18 1,-35-9 0,34-34-16,43-25 15,18-18-15,7-16 16,27-1 0,8 1-1,25-9-15,9 0 16,0 0-16,43 8 15,59 18 1,52 25 0,-26 0-16,-43 0 15,26 51-15,-9 34 16,-59 8 0,-68 61-1,-35 58-15,-17 18 16,-34-9-16,43-42 15,59-52 1,60 1-16,18-26 16,118-9-1,121-33 1,118-102-16,-16-26 0</inkml:trace>
  <inkml:trace contextRef="#ctx0" brushRef="#br0" timeOffset="13283.25">4455 12459 0,'0'0'0,"0"0"0,-8 0 15,-1 0-15,1-8 16,-9 8-1,8 0 1,0 0-16,1 0 16,-1 0-16,1 0 15,-9 0 1,0 0-16,0 0 16,-9 17-1,-17 0 1,-8 17-1,-17 0-15,8 17 16,-17 8 0,-8 9-16,0 0 15,25-8 1,17-9-16,9-9 16,8 1-1,9-9-15,0-9 0,9 9 16,8 0-1,0 0-15,17 9 16,26 8 0,8-9-16,-9 1 15,-7-9 1,-10 0 0,1 9-1,-18-1-15,1 9 16,-18 0-16,-16 17 0,-18 0 31,0-8-15,9-18-16,0-8 15,8-8 1,9-9-16,0-9 0,0 1 16,9-1-16,8 1 31,0-9-31,0 0 15,0 0 1,0 0 0,0 0-16,17 17 15,17 8 1,0 18-16,9-1 16,-9 9-1,-8 17-15,-1 0 16,-16 18-1,-9 16-15,-17-9 16,-26 1 0,-8-1-16,17-8 15,16-17 1,10-8-16,42-1 16,77 1-1,162-69-15,111-42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0T22:39:38.4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28174 3053 0,'0'0'0,"0"0"0,-9 0 0,1 17 0,-9 17 16,-17 43 0,-9 33-16,-8 26 15,8-8-15,0-9 16,-16 17 0,7 0-1,10-8-15,8-18 16,-1-33-16,18-26 31,0-26-31,17 1 16,0-18-16,9 1 15,16-18 1,27-16-16,16-35 16,34-25-1,1-17 1,25-17-16,-9 9 0,-33 41 15,-10 10-15,-7 25 32,8 8-32,16 26 15,1 26 1,-8 42 0,-18 43-16,-17 16 0,-25 26 15,-9 34-15,-17-17 16,0-34-1,17-42 1,0-34 0,-9-43-16</inkml:trace>
  <inkml:trace contextRef="#ctx0" brushRef="#br0" timeOffset="1099.24">28037 4414 0,'0'0'0,"0"0"0,0 0 16,0 0 0,0 0-1,0 0-15,0 0 16,0 0 0,0 0-16,0 0 15,0-9 1,0 1-16,0-18 15,0 1 1,-8-18-16,-1 1 16,1-18-1,8 1-15,0-26 16,8-17 0,9-9-16,9-17 15,0-16 1,8-9-16,0-9 15,8-8 1,27 0-16,-10 8 16,1 9-1,-9 0-15,9 9 16,0 25 0,-17 25-16,-9 26 15,-9 26 1,-16 8-16,-1-9 15,1 26 1</inkml:trace>
  <inkml:trace contextRef="#ctx0" brushRef="#br0" timeOffset="2197.94">28592 4933 0,'0'0'0,"0"0"0,0 0 0,0 8 31,0 18-31,-8 25 16,-10 34-16,-7 42 16,-18 18-16,9 8 15,8-17 1,9-51 0,9-34-1,-1-8-15,9-26 16</inkml:trace>
  <inkml:trace contextRef="#ctx0" brushRef="#br0" timeOffset="2963.98">28217 6770 0,'0'0'0,"0"0"0,0 0 16,0 0 0,8 8-16,18 9 15,16 9-15,27-18 16,7 1 0,18-18-1,-8-16-15,-27-1 16,-7-8-1,-10 9-15,-16-1 16,-9 1 0,-17-10-16,-17 10 15,-26-18 1,-34 9-16,-51 17 16,-42 9-1,25 33-15,25 9 16,43 9-1,9 25-15,8 34 16,26 26 0,26 33-16,42 1 15,43-26 1,42-34-16,18-51 16,8-34-1,136 8-15</inkml:trace>
  <inkml:trace contextRef="#ctx0" brushRef="#br0" timeOffset="4014">28592 8088 0,'0'0'0,"-8"25"0,-1 35 0,-17 33 15,1 26 1,-1 17-16,9 1 15,0-10 1,0-16-16,8-9 16,-16-26-1,8-50-15</inkml:trace>
  <inkml:trace contextRef="#ctx0" brushRef="#br0" timeOffset="4941.68">27355 10903 0,'0'0'0,"0"0"0,0 0 31,0 0-31,8 8 16,9 1-1,17-9-15,17-9 16,26-8 0,17-25-16,0-1 15,-9-16 1,18-35-16,-9-8 15,0-9 1,-1 1-16,-16-1 0,-17-8 31,0-8-15,-18 16-16,-16 18 16,0 8-16,-18 17 15,1 8 1,-9 17-16,-9 9 15,1 0 1,-1 17-16,1 0 16,-1 9-1,1 8-15,-10 0 16,-7 17 0,-26 34-16,-18 68 15,10 60 1,16 8-16,17 0 15,9 8 1,17-24 0,17-27-16,17-25 15,9-17 1,17 0-16,0-34 16,-35-42-1</inkml:trace>
  <inkml:trace contextRef="#ctx0" brushRef="#br0" timeOffset="5510.24">28780 10903 0,'0'0'0,"0"0"0,25 25 0,35 35 15,17 25 1,0 8-1,8 1-15,-8-1 16,-9 1-16,-8-17 16,-34-35-16</inkml:trace>
  <inkml:trace contextRef="#ctx0" brushRef="#br0" timeOffset="6572.84">29309 13003 0,'0'0'0,"0"0"0,0 0 16,0 0-1,0-8-15,17-1 16,9 1 0,16-18-16,35-16 15,26-43-15,8-26 16,-1 9 0,1 0-1,0-8-15,-8-18 16,-18 17-16,1 9 31,-18-8-31,-8 8 16,-9-9-16,-9-8 15,-7 26-15,-10 16 16,-16 17 0,-1 9-1,-16 9-15,-1 8 16,-8 0-1,-8 0-15,-1 17 16,0 0 0,1 8-16,-9 9 15,-9 17 1,-8 17-16,-18 34 16,-7 34-1,-10 26 1,-25 51-16,-8 25 15,25-17-15,17-9 0,17-7 32,35-27-17,16-25-15,18-25 16,25-18 0,0 1-16,17-18 15,-8-8 1,-18-25-16</inkml:trace>
  <inkml:trace contextRef="#ctx0" brushRef="#br0" timeOffset="7215.05">30547 13292 0,'0'0'0,"0"0"0,8 17 0,9 35 16,17 50-1,9 17 1,0 0-16,8 8 16,9-8-16,-1-17 15,-16-17 1,-17-42-1</inkml:trace>
  <inkml:trace contextRef="#ctx0" brushRef="#br0" timeOffset="7996.07">31716 14534 0,'0'0'0,"0"0"0,-9 0 16,-16 0-1,-26 17-15,-26 17 16,-26 26-16,-16 25 16,16 8-1,9 18 1,18 8-16,16 8 15,34 1 1,35-17-16,16-26 0,52-9 31,68-8-15,35-42-16,16-43 16,9-34-16,-26-43 15,-42-8-15,-52 17 16,-42 0-1,-35 0 1,-51-17-16,1 51 16</inkml:trace>
  <inkml:trace contextRef="#ctx0" brushRef="#br0" timeOffset="9596.39">27329 11745 0,'0'0'0,"0"0"0,0 0 0,0 0 32,0 0-17,-51 42-15,-69 69 0,-25 42 32,-17 17-32,0-9 15,42-33 1,35-26-16,17-34 15,42-34-15</inkml:trace>
  <inkml:trace contextRef="#ctx0" brushRef="#br0" timeOffset="10572.06">25716 13003 0,'0'0'0,"0"0"0,-9 0 15,9 9 1,0-1-16,0 1 15,0-1-15,-8 1 16,-1 16 0,-16 26-16,-1 34 15,-17 34 1,1 18-16,-18 50 16,0 17-1,0-26-15,1 9 16,7-33-1,10-52 1,8-34-16,17-26 16,8-16-1,0-18-15,9 1 16,0-18-16,26-59 16,17-76-1,8-44-15,9-24 16,-1 8-1,27 8 1,16 9-16,-8 42 16,0 35-1,0 25-15,34 17 16,-17 34 0,-17 34-16,0 42 15,0 26-15,-18 26 16,-24 16-1,-35-16 1,-17-26-16,-17-8 16,-26-1-1,-77 9-15,-50-17 16,-27-59 0,-127-52-16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0T22:41:13.6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1741 14211 0,'0'0'0,"0"0"0,0 0 0,0 17 0,0-17 0,0 0 16,26 0-16,16 8 0,18 1 15,34-18 1,0 1 0,-26-1-1,26 1-15,17-1 0,0 1 31,0 8-31,-26-9 16,1 9-16,25 9 16,-26-1-1,0-8 1,-8 0-16,-9 9 16,-25-9-1,-17 0-15,-1-9 16,-8 1-1,0-1-15</inkml:trace>
  <inkml:trace contextRef="#ctx0" brushRef="#br0" timeOffset="204.77">2919 13913 0,'0'0'0,"0"0"16,17 0-16,17 9 15,9-1 1,17 1-16,8-1 16,-17 1-1,-8-1-15,-9 9 16,0 0-1,9 0-15,-1-8 16,1-1 0,-17 1-1,-9-9-15</inkml:trace>
  <inkml:trace contextRef="#ctx0" brushRef="#br0" timeOffset="1294.13">2825 13709 0,'0'0'16,"0"0"-16,0 0 0,-8 0 16,-1 0-1,0 0 1,9 0-16,0 0 15,0 0 1,0 0-16,0 0 16,0 0-1,9 17-15,17 0 0,8 9 16,17-1 0,0 9-1,9 0-15,25 17 16,-16 9-16,-18-9 15,0 0 1,17-9 0,-8 1-1,-17-18-15,-1 1 16,-16-1 0,0-16-16,-18-1 15,1 1-15,-1-1 16,-8-8-1,0 0-15,0 0 16,0 0 0,0 0-1,-17 9-15,-26 8 0,-50 26 16,-53 33-16,-16 18 16,34-9-1,51-26 1,26-8-1,26-25 1</inkml:trace>
  <inkml:trace contextRef="#ctx0" brushRef="#br0" timeOffset="26103.56">7707 15818 0,'0'0'0,"0"0"0,0 0 0,0 0 16,9 9-16,-1-9 31,1 8-15,-1 1-16,1-1 15,-1 1 1,1 8-16,-1 0 16,1 8-1,8 9-15,-9 9 16,1-9-1,0 0-15,-1 8 16,9 9 0,0-8-16,0 0 15,0-1 1,9 1-16,0-18 16,-9 1-1,0-9-15,-9-9 16,1 1-1,-1-1-15,9-16 16,18-1 0,16-16-16,8-1 15,1-16 1,-9-1-16,1 1 16,-1-10-1,-8 18-15,-1 0 16,1 0-1,8 17-15,9 0 16,0 9 0,-9 8-16,-9 0 15,-16 17 1,0 0-16,-1 0 16,-8 8-1,-8 1-15,-1-1 16,1-8-1,-1 0-15,-8-8 16,0 0 0,0-1-16,0-8 15,0 0-15,0 0 16,9-8 0,17-10-1,8-7-15,17-18 16,34 9-1,26 9-15,-17 8 16,0 17-16,-17 8 16,8 18-1,26 16-15,-8 18 16,-27 8 0,1 17-1,-9 0-15,-8-25 16,-9-1-1,9-16-15,34-9 16,8-34 0,9-43-16,17-59 15,9-59 1,68-112-16</inkml:trace>
  <inkml:trace contextRef="#ctx0" brushRef="#br0" timeOffset="57258.46">14305 15682 0,'0'0'0,"0"0"0,0 0 16,0 0 0,0 0-1,0 0 1,0 0-16,0 0 16,0 34-16,8 51 0,1 17 31,-1-8-31,1-18 15,-1-16 1,1-9 0,-1-8-16,1-1 0,8-8 15,9 0-15,8-8 32,42-1-32,35-8 15,-8-17-15,-9 0 16,-9 0-1,-8 0 1,42 9-16,-8-1 0,-17 9 16,-8 0 15,-18 9-31,0-9 16,0 0-16,-8 0 0,-9-9 15,-25 1 1,-9-1-1,-8-8 1,-1 0 0,-8-17-16,17-25 15,9-35-15,-1-16 16,-8-9 0,-8 50-1</inkml:trace>
  <inkml:trace contextRef="#ctx0" brushRef="#br0" timeOffset="58079.4">19426 15818 0,'0'9'0,"-9"42"0,-8 59 15,8 1-15,-8 17 16,-8 16 0,8-25-1,0-34-15,8-25 16,9-9-16,17-9 15,0-16 1,26-18 0,25-8-16,43-8 15,0-18 1,0-8-16,8 0 16,-8 0-1,0 17-15,0 0 0,9 0 31,16 0-31,-8 17 16,-34 0 0,-17 0-16,-9 9 15,-8-1-15,-17-8 0,-18 9 32,1-9-32,-17 0 0,-1 0 31,-8-9-16,9-33-15,-1-35 16,9-33 0,0 50-16</inkml:trace>
  <inkml:trace contextRef="#ctx0" brushRef="#br0" timeOffset="58923.36">25357 15419 0,'0'0'0,"0"0"0,0 0 0,0 0 15,-8 25-15,8 26 32,-9 26-17,9 25-15,0 8 0,17-16 32,0-9-32,0-9 15,1-16 1,16-18-16,17 9 15,9-8 1,8-9-16,0 9 16,0-18-1,1 1-15,25-1 0,17 1 16,-9-9 0,17-9-1,18-8 1,25 0-16,-25 17 15,-18-8 1,1 8-16,-9 8 16,-34 1-16,-35-18 0,-16 1 31,-18-1-15,1-8-16,-1 0 0,-8 0 15,9-17-15,51-85 31,42-102-31,52-102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0T22:42:32.1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16908 4150 0,'0'0'0,"0"0"0,0 0 0,0 0 0,0 0 16,0 0-16,0-8 15,8-9 1,26-9-16,26-8 16,17 0-1,8 0-15,26 9 16,34 8 0,43 8-16,85 1 31,103-9-31,68 0 15,59 0-15,43 17 16,69 8-16,59 9 16,60 26-1,128-1 1,69-8 0,-471-17-16</inkml:trace>
  <inkml:trace contextRef="#ctx0" brushRef="#br0" timeOffset="5701.6">7084 7254 0,'0'0'0,"0"0"0,0 0 16,0 0-1,0 0-15,43 0 16,85 0-16,136-8 15,103-18 1,9-8-16,51 0 16,-9 0-1,-43 17-15</inkml:trace>
  <inkml:trace contextRef="#ctx0" brushRef="#br0" timeOffset="11539.95">4455 8258 0,'0'0'0,"0"0"0,0 0 0,0 8 15,0 9 1,17 0-16,17 0 16,18 9-1,7-9 1,27 0-16,16 0 16,26 8-16,17-8 15,43-8 1,34-1-16,8-16 15,44 16 1,50 9-16,0 9 16,43-9-16,51 0 15,26-9 1,0 9 0,25 9-1,52 8-15,42 17 16,78 26-16,-36-60 15,-195-43 1</inkml:trace>
  <inkml:trace contextRef="#ctx0" brushRef="#br0" timeOffset="15285.09">13673 6285 0,'0'0'0,"0"0"0,0 0 31,0 0-31,0 0 16,0 0-16,0 0 15</inkml:trace>
  <inkml:trace contextRef="#ctx0" brushRef="#br0" timeOffset="17605.18">13494 6455 0,'0'0'0,"0"0"0,0 0 16,0 0-16,0 0 15,-9 17-15,9 0 16,-8 0 0,-1 0-1,1 8-15,-1 1 16,1-1-1,-1 1-15,9-9 16,0 9-16,0-1 16,0 9-1,0 9-15,0 25 16,0 34 0,9 8-1,-9 1-15,-9 8 16,0-9-1,1 1 1,-9-18-16,0-7 16,0-10-16,8 1 15,1-1 1,-1-16-16,9-1 16,0-16-1,0-1-15,0-16 16,0-1-1,0-16-15,0-1 16,0 1-16,17-1 16,0 1-1,9-1 1,17-8-16,16 0 16,18 0-1,-17 0-15,-17 9 0,-1-1 31,18 9-31,0 9 16,8-9 0,51 0-1,9 8-15,-17-8 0,9 0 16,34 9-16,16-1 31,-33-8-31,59 9 16,0 8-1,-42-26-15,59 9 16,18 0-16,-18-25 31,18 8-31,-18-9 16,26 1-16,0-1 16,26 1-1,-9-1-15,17 1 0,0-9 31,17-9-15,0 1-16,0-9 0,-8 0 31,-17 8-31,-1 9 16,-8 0-16,9 0 16,-1 0-1,-16-8-15,-43-1 16,0 1-16,-43 8 31,17 0-31,-8 0 16,-52 0-1,-8 8-15,-25 1 16,-1-1-16,-8 9 16,-9 0-1,-25 0-15,-18 0 16,1 0-1,-9 0 1,-9 0-16,1 0 16,0 0-1,-9 0-15,0 0 0,0 0 32,0 0-32,0 0 15,0 0 1,0 0-16,0 0 15,0 0 1,8 0-16,-8 0 16,9 0-16,-1 0 0,1 0 31,-1 0-15,1 0-16,-1 0 15,9 0-15,0 9 16,1-1-1,-1 1-15,0-1 16,0 1 0,8-1-1,1 9-15,0-8 16,-9-1 0,8 1-16,-16-1 15,-1 1 1,1-1-16,-9-8 15,0 0 1,8 9-16,-8-9 16,0 0-1,0 0-15,0-9 16,9 1 0,-1-18-16,9-25 15,1-8 1,-10-9-16,9-9 15,0-25-15,9-8 16,-18 16 0,1 17-1,-18 9-15,1 0 16,-1 17 0,9 0-16,-8 0 15,-1 17 1,1 0-16,8 17 15,0 0 1,0 0-16,-9 9 16,1-1-1,-1 1-15,1-9 16,-18 8 0,-17-16-16,1 8 15,-18 0 1,-51-9-1,0 9-15,9 9 16,-9 8-16,-52-9 16,1 9-1,34 0 1,-34-8-16,-9 8 16,35-9-1,8 9-15,-51-17 16,-18 9-16,52 8 15,-51-9 1,-18 1-16,44 8 16,-35-9-1,0 1-15,9 8 16,-1 0 0,18-9-1,-34 1-15,-9-1 16,43 9-16,-35-8 15,10 8 1,16 0-16,-17-9 16,17 9-1,-17-8 1,-8 8-16,34 0 16,-60 0-1,-9 0-15,-8 0 16,-8 8-16,-18 9 15,9 0-15,-17 9 32,-26 8-32,-17 8 15,-51 1-15,0 16 0,0 1 32</inkml:trace>
  <inkml:trace contextRef="#ctx0" brushRef="#br0" timeOffset="56827.54">4455 10665 0,'0'0'0,"0"0"0,17-9 0,641-127 0,-223 68 0,94 0 0,-119 25 15</inkml:trace>
  <inkml:trace contextRef="#ctx0" brushRef="#br0" timeOffset="68617.02">4891 14296 0,'0'0'0,"0"0"0,0 0 0,42-8 16,52-1-16,111-25 16,119 0 15,112 8-31,135-16 16,-152 8-16</inkml:trace>
  <inkml:trace contextRef="#ctx0" brushRef="#br0" timeOffset="73144.53">6589 15546 0,'0'0'0,"0"0"0,0 0 0,9 0 16,33 9 0,44 8-1,93 0 1,60 8-16,59-25 16,112-42-1,-9-18 1</inkml:trace>
  <inkml:trace contextRef="#ctx0" brushRef="#br0" timeOffset="82287.61">24504 6446 0,'0'0'0,"0"0"0,0 0 16,0 0-16,-9 0 16,-8 0-1,-34 17-15,-9 17 16,-8 9-1,-17 8-15,-1 0 16,27 0 0,-18 17-16,-26 9 15,1-18 1,-1 18-16,18-18 16,42-25-1,18-8-15,8-18 16,17-8-1</inkml:trace>
  <inkml:trace contextRef="#ctx0" brushRef="#br0" timeOffset="82588.5">23744 6217 0,'0'0'0,"-8"8"0,-26 18 0,-9 8 15,-8 25 1,-18 26 0,10 17-16,7 0 15,10 9 1,8-9-16,17-8 16,17-26-1,0-9-15,8-16 16,26 8-16,60 0 15,68 8 1,77-25-16,103 0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0T22:44:19.2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5001 3895 0,'0'0'0,"0"0"0,0 9 0,43 16 16,60 9-1,33 0-15,86 9 16,94 25 0,85 8-1,85-8-15,61-17 16,33-8-1,154-35-15,145 1 16,69 16 0,93 43-16,51-25 15,-528-43 1</inkml:trace>
  <inkml:trace contextRef="#ctx0" brushRef="#br0" timeOffset="47471.67">6077 9780 0,'0'0'0,"-9"0"0,1 0 0,-18 0 0,1 0 16,8 0 0,-1 0-1,1 0-15,9 0 16,-1 0 0,9 0-1,0 0-15,-8 0 0,-1 17 16,1 0-1,8 9 1,0 8-16,0 0 16,0-9-1,0 1-15,17 8 16,0 0 0,0 0-1,17 0-15,9 0 16,-1-9-16,-16-8 15,8 0 1,0-8-16,18-1 16,7 1-1,18-18 1,34 1-16,-26-9 16,-8 8-1,9 9-15,-10 0 16,10 0-1,25 17-15,-17 0 16,-26 0-16,-26 17 16,1 0-1,-17-8 1,-1-1-16,-8-8 16,-8-8-16,0-1 15,-1 1 1,1-1-1,8-33-15,17-43 16,17-94 0,34-152-16</inkml:trace>
  <inkml:trace contextRef="#ctx0" brushRef="#br0" timeOffset="49118.75">8424 10222 0,'0'0'0,"0"0"0,0 0 16,0 0 0,0 0-16,0 0 15,9-8 1,59-35-16,120-50 15,102-18-15,26 9 16,33 17 0,44 26-16,-9 25 15</inkml:trace>
  <inkml:trace contextRef="#ctx0" brushRef="#br0" timeOffset="55410.56">7408 12144 0,'0'0'0,"0"0"0,0 0 15,0 0 1,0 0-16,0 0 16,-8 0-16,-1 26 15,-8 16 1,0 26-1,-8 26-15,-1 8 16,-8 9 0,-17-18-16,16-25 15,1-17-15,17-25 16,0-1 0,17-16-16,0-1 15,0 1 1,26-1-1,8 1-15,26-1 16,8-16-16,68-1 16,35-8-1,-17 0-15,34-8 16,25-1 0,-34 1-16,69 8 15,8 17 1,0 0-1,-9 8-15,-50 9 16,-1 0 0,-34 0-16,-34-8 15,17 8-15,9-9 16,-60-8 0,-9 0-16,-17 0 31,-25 0-31,-17 0 15,-1 0-15,-8 0 16,-8 0 0,-1 0-16,1 0 0,-9 0 31,0-17-15,-9-76-16,-16-188 15</inkml:trace>
  <inkml:trace contextRef="#ctx0" brushRef="#br0" timeOffset="57967.62">4430 16141 0,'0'0'0,"8"-8"0,26-1 16,18-8-1,16 0 1,26 9-16,68 8 16,34 17-1,111 0-15,154-9 16,26-16-16,59-1 15,17 18 1,-153-1 0</inkml:trace>
  <inkml:trace contextRef="#ctx0" brushRef="#br0" timeOffset="62051.34">8851 15674 0,'0'0'0,"0"0"0,0 0 16,8 0-1,1 0 1,-9 0-16,0 8 16,8 18-16,-8 25 15,-8 51-15,-26 25 16,-18 1 0,10-43-16,16-34 15,9-25 1,9-1-16,8-8 15,34 0 1,25-8 0,27-1-16,33-8 15,43-8 1,18-1-16,-27-8 16,52 0-1,17 0-15,17 9 16,-9 8-1,-42 17 1,0 0-16,-43 0 16,-51 0-1,-43-9-15,-25 1 16,-1-1 0,-16-8-16,8-42 15,26-95 1,42-160-16</inkml:trace>
  <inkml:trace contextRef="#ctx0" brushRef="#br0" timeOffset="161083.31">22882 4558 0,'0'0'0,"0"0"0,0 0 0,0 0 0,0 0 0,0 0 15,0 0 1,0 0-1,0 0-15,0 0 16,-8 0-16,-1 26 16,-25 16-1,-34 18-15,-18 8 16,-25 34 0,-17 26-1,9 16-15,16 1 16,18-1-1,17 9-15,34-8 16,25-43 0,18-17-16,25 0 15,43-8 1,17-18-16,25-16 16,26-43-1,-17-17-15,-25-9 0,-10-8 16,-33 9-1,-26 8-15,-17 0 16,-17 8 0,-25-8-1,-52 9 1,-60 8-16,-8 17 16,17 8-1,51-16 1,35-1-16,33-8 15,9-8 1,0 8-16</inkml:trace>
  <inkml:trace contextRef="#ctx0" brushRef="#br0" timeOffset="161668.44">23923 5111 0,'0'0'0,"0"0"0,0 0 16,0 9-16,0 16 16,0 18-1,-8 25-15,-18 25 16,1 1-1,-9-1-15,-1-16 16,10-26 0,8-9-1,0-16-15,17 0 16,0-1 0,25-8-16,26 9 15,52 8-15,33-17 16,18-26-1,-17 1 1,-35-1-16,-8 1 16,-26-9-1,-17 0-15,-8 8 16,-17 1-16,-9 8 16,-9-9-1,1 9-15</inkml:trace>
  <inkml:trace contextRef="#ctx0" brushRef="#br0" timeOffset="161912.81">24453 5205 0,'0'0'0,"0"0"0,-9 34 31,-8 68-31,0 34 16,8 25-1,-8 35-15,-8 8 0,-9 0 16,-26 119 0</inkml:trace>
  <inkml:trace contextRef="#ctx0" brushRef="#br0" timeOffset="174198.2">18555 9244 0,'0'0'0,"9"0"0,16-8 15,9-1 1,0 1-16,1-9 16,-1 0-1,8 0-15,-8 17 16,9 0-1,17 17-15,17 17 16,-18 8 0,-7 18-16,-10 33 15,-16 27 1,-18 33-16,-25 25 16,-42 1-16,-10-26 15,1-17 1,-9 0-1,9-17-15,8-34 16,-17-25 0,1-9-16,16-26 15,17-16 1,18-18-16,-1-8 16,9-8-1,0-1 1,17-16-16,0 8 15,17 0-15,26 0 16,8 8 0,17 18-1,9 33-15,8 18 16,26 16-16,9 9 16,-26-17-16,-1 9 15,-7-26 1,25-26-1,-51-16-15</inkml:trace>
  <inkml:trace contextRef="#ctx0" brushRef="#br0" timeOffset="175279.34">19775 8028 0,'0'0'0,"0"0"0,0 0 0,0 0 16,0 0 0,0 0-16,-8 0 15,-9 34-15,-26 26 0,-8 25 31,0 25-31,17 1 16,17-26 0,17-8-1,17-18-15,25 1 16,10-1-16,7-16 0,10-9 16,-1-26 15,-8-8-31,-1-8 15,-16-9 1,-9-9-16,-8 1 16,-18 8-1,-8 0-15,-8-9 16,-1 1-16,-8 8 16,0 0-1,0 0 1,0 8-16,0 9 15,0 0 1,8 0-16,1 0 0,-1 0 16,1 0-1,-1 9 1</inkml:trace>
  <inkml:trace contextRef="#ctx0" brushRef="#br0" timeOffset="175867.25">20552 8207 0,'0'0'0,"0"0"0,0 0 0,0 0 16,0 0-1,0 0-15,-8 8 16,-1 9 0,1 0-1,-1 17-15,-8 17 16,0-8 0,8-1-16,9-8 15,0 0 1,0-8-16,9 8 15,-1 0 1,9 0-16,26 0 16,17-8-16,0-18 15,-1 1 1,1-1-16,0 1 16,-9-9-1,-8 0 1,-1 8-16,-7-8 15,7 0 1,-8 0 0,-8 0-16,-9 0 15,-8 0-15</inkml:trace>
  <inkml:trace contextRef="#ctx0" brushRef="#br0" timeOffset="176076.58">21115 8385 0,'0'0'0,"-8"9"0,-9 42 15,-9 42-15,-8 35 16,0 0-1,0 8-15,25-68 16</inkml:trace>
  <inkml:trace contextRef="#ctx0" brushRef="#br0" timeOffset="184432.15">21798 9933 0,'0'0'0,"0"0"0,0 0 16,0 9 0,0 8-16,0-9 0,0 9 15,0 0 17,0 17-32,0-8 15,0-1-15,0-16 16,0-1-1,0 1-15,0-1 0,0 1 32,0-9-17,0 0-15,0-9 16,0 1-16,0-9 16,-8 8-1,-1 1-15,-8 8 16,-8 0-1,-10 17-15,1-9 16,17 1 0,0-1-1,9 1-15,-1-1 16,9-8 0,-9-8-16,9-9 15,0-9-15,9 9 16</inkml:trace>
  <inkml:trace contextRef="#ctx0" brushRef="#br0" timeOffset="185255.27">23036 8921 0,'0'0'0,"-17"9"0,-26 33 16,-42 43-1,-26 51 1,-9 26-16,-8 17 15,9-1 1,16 1-16,18 8 16,17-9-1,25-8 1,17-33-16,35-35 16,17-9-16,25-16 15,26-26-15,25-17 16,-8-34-1,-9-9 1,1-16-16,-10-18 16,-7 1-1,-35-18-15,-17 1 16,-17-18-16,-17 9 16,-9 0-1,-16 8 1,-10 18-16,1 8 15,-9 17 1,-8 17-16,-9 17 16,35-9-1,16 1-15,26-9 16</inkml:trace>
  <inkml:trace contextRef="#ctx0" brushRef="#br0" timeOffset="185789.74">23949 9244 0,'0'0'0,"0"0"0,-8 17 0,-1 26 16,-17 33-16,1 26 16,-9 18-1,-9 7 1,0-8-16,-8-8 15,8-18 1,18-33 0,8-1-16,0-16 15,17-9 1,8-9-16,26 1 16,52-1-1,50-8-15,9-25 16,9-1-16,8-16 15,-25 8-15,-26 0 16,-17 0 0,-9 0-1,-17 8-15,-25-8 16,-18 0-16,-7-8 16,-10 8-1</inkml:trace>
  <inkml:trace contextRef="#ctx0" brushRef="#br0" timeOffset="185994.04">25024 9406 0,'0'0'0,"0"0"16,-8 8-16,-18 43 15,-25 86 1,-34 101-1,-18 42-15,1 43 16,8 35 0,26-61-16,8 44 15</inkml:trace>
  <inkml:trace contextRef="#ctx0" brushRef="#br0" timeOffset="188564.84">15747 13003 0,'0'0'0,"0"0"0,-9 0 0,1 0 16,8 0-16,0 0 16,0 0-1,0 0-15,0 0 16,8-8 0,27-9-16,41-26 15,10-16 1,-1-1-1,0 1-15,1 8 16,-1 0-16,0 17 16,-8 8-16,-17 9 15,0 9 1,-9 8 0,-8 17-16,8 17 15,0 17-15,0 17 16,1 0-1,-10-9 1,1-8-16,25 0 16,26-17-1,51-25-15,26-26 16,-26-17 0,9-34-16,-26 0 15,-52 8 1,-50 26-1</inkml:trace>
  <inkml:trace contextRef="#ctx0" brushRef="#br0" timeOffset="189189.3">15790 14066 0,'0'0'0,"0"-8"0,17-9 16,17-9-1,17-33 1,34-26-16,9-9 16,26 26-16,-1 9 15,-16 16 1,-26 18-16,-18 16 15,1 9 1,-17 17-16,-1 17 16,1 17-1,-9 17 1,17-8-16,18-9 16,25-17-1,76-51-15,78-51 16,33-43-1,61-42-15</inkml:trace>
  <inkml:trace contextRef="#ctx0" brushRef="#br0" timeOffset="196734.6">19084 12170 0,'0'0'0,"0"0"0,0 0 0,-8 25 0,-9 18 16,-9 33-16,-8 27 31,-9 16-15,0 8-16,1 9 15,8-17 1,-1-8-16,1-26 16,17-17-1,0-26-15,9-16 16,8-1-1,8-8-15,18-8 16,34-26 0,59-17-16,9-17 15,-17 0 1,-26 0-16,-25 17 16,8 8-1,18-8-15,-18 17 16,-17 0-1,-8 17-15,-17 0 16,-1 0 0,1 0-16,-18 9 15,1-9 1,-1 0-16,1 0 16,-9 0-1,0 0-15,0 0 16,0 0-1,0 0-15,0 0 16,0 0 0</inkml:trace>
  <inkml:trace contextRef="#ctx0" brushRef="#br0" timeOffset="197345.45">19613 12459 0,'0'0'0,"0"0"0,0 0 0,0 0 16,-8-8-16,-1 8 15,9 0 1,-8 0-16,-1 0 16,-8 25-16,-9 26 15,1 43 1,-9 33 0,8 26-16,1 17 15,-1 0 1,0-8-16,1-9 15,8-17 1,17-34-16,8-51 16</inkml:trace>
  <inkml:trace contextRef="#ctx0" brushRef="#br0" timeOffset="197778.83">20288 13173 0,'0'0'0,"0"0"0,8 0 16,35 17-1,51-8 1,-35-9 0</inkml:trace>
  <inkml:trace contextRef="#ctx0" brushRef="#br0" timeOffset="199326.43">21474 12765 0,'0'0'0,"0"0"0,0 0 0,0 0 31,-9 0-15,1 0-16,-26 17 0,-26 17 31,-25 17-31,-1 17 16,9 9-1,9 8-15,17 0 16,8-17 0,26-9-16,0 1 15,0-9 1,17 9-16,17-9 16,9 0-1,16 8-15,10 1 16,7-1-1,-16-16-15,-9-1 0,-8-16 32,-9 8-32,-9 0 15,-16 0 1,-1 0-16,-16 0 16,-1-9-1,-8 1-15,0-18 16,0-16-1,8-9-15,1-17 16,7-34 0,10-34-16,16-17 15,18-9 1,34 1-16,0-9 16,-1 16-1,1 35-15,0 17 16,-9 26-1,0 16-15,-17 18 16</inkml:trace>
  <inkml:trace contextRef="#ctx0" brushRef="#br0" timeOffset="200051.31">22780 13122 0,'0'0'0,"0"0"0,0 0 16,0 0-16,0 0 15,0 0-15,0 0 32,8 0-32,44 0 15,24 9 1,18-18-16,0 1 0,0-1 31,-26 1-31,-8-9 16,-26 0-1,-8 8-15,-18 1 16,-16-1 0,-52 1-16,-59-1 0,-35 26 31,17 0-31,26 17 16,9 0-1,17 17 1,25 9-16,17-1 15,18 10-15,16 24 0,43 9 32,43 17-32,34-17 15,26-17 1,-9-17-16,0-25 0,-9-18 31,-25-25-31,-43 0 16</inkml:trace>
  <inkml:trace contextRef="#ctx0" brushRef="#br0" timeOffset="200377.31">24026 13063 0,'0'0'0,"0"0"0,0 34 0,17 25 16,17 35 0,17 17-16,9-9 15,0 0 1,8 0-16,0-34 15,-8-26 1,-9-25-16,18-34 16,7-34-16,1-8 15,-34 33 1</inkml:trace>
  <inkml:trace contextRef="#ctx0" brushRef="#br0" timeOffset="200600.62">24973 13165 0,'0'0'0,"-8"0"0,-18 8 16,-42 9 0,-18 17-16,-59 26 15,-17 8 1,17 17-16,-17 17 16,17-8-1,34-9 1,26-9-16,33-25 15,27-8 1,25-9-16,8-17 16</inkml:trace>
  <inkml:trace contextRef="#ctx0" brushRef="#br0" timeOffset="201098.29">25477 13539 0,'0'0'0,"0"0"0,0 0 0,-9 0 16,-16 17-16,-9 0 16,-18 17-1,1 9-15,8 8 16,18-9 15,8-8-31,17 0 16,8-8-1,9-18-15,43-8 16,51-25 0,26-35-16,-9-8 15,-43 17 1,-25 0-16,-26 17 15,-9 17 1,-16 0-16,0 9 16,-1 8-1,-16 8-15,-10 43 16,-24 51 0,-9 17-16,-1-25 15,18-9 1,0-34-16,17-17 15,17-17 1,9-17-16,-1 0 16</inkml:trace>
  <inkml:trace contextRef="#ctx0" brushRef="#br0" timeOffset="201598.95">26800 12604 0,'0'0'0,"0"0"0,-9 25 16,-8 35 0,-26 50-16,-8 35 15,-9 8 1,1 0-16,8-25 15,8-18-15,0-16 16,9-18 0,17-25-16,0-25 15,8-1 1,9-16 0,0-1-16,17-25 15,35-17 1,24-17-16,10 9 15,-26 8 1,-1 17-16,-16 17 16,0 25-16,-1 35 15,-16 25 1,-18 17 0,-25-17-16,-17-17 15,-8-9 1,-10-25-16,1-17 15,0-17 1,0-34 0,34 17-16</inkml:trace>
  <inkml:trace contextRef="#ctx0" brushRef="#br0" timeOffset="201883.27">27576 13607 0,'0'0'0,"0"0"0,0 9 16,0 33-1,17 18 1,1 8-16,16 8 16,0-8-1,0-17-15,9-17 16,-26-25-16</inkml:trace>
  <inkml:trace contextRef="#ctx0" brushRef="#br0" timeOffset="202128.89">28438 13760 0,'0'0'0,"-17"9"0,-42 33 0,-52 69 15,-43 76-15,0 9 31,9-1-31,-8 1 16,16-26 0,43-68-16,35-43 15,41-42 1</inkml:trace>
  <inkml:trace contextRef="#ctx0" brushRef="#br0" timeOffset="202446.83">29522 13386 0,'0'0'0,"0"0"0,0 0 16,-25 34 0,-44 51-16,-33 43 15,0 16-15,-1-8 16,18-8 0,17-26-1,25-34-15,26-17 16,0-25-1,8-9-15</inkml:trace>
  <inkml:trace contextRef="#ctx0" brushRef="#br0" timeOffset="202707.66">28891 13820 0,'0'0'0,"0"0"0,0 0 0,0 0 16,17 17 0,17 0-16,34 17 31,60 8-31,17-16 16,-8-1-1,17-16-15,-9-1 16,-43-16-1,-34-1-15,-33 9 16</inkml:trace>
  <inkml:trace contextRef="#ctx0" brushRef="#br0" timeOffset="203140.11">30180 13556 0,'0'0'0,"0"0"0,0 0 16,0 0-1,8-8 1,35-1-16,8 1 16,9-18-1,-18 9-15,-7 0 16,-10 0-1,-16 9 1,-1 8-16,-8 0 16,-17 0-16,-34 8 15,-26 35 1,-25 42-16,-1 34 16,18 25-1,8-8-15,52-17 16,25 9-1,25-26-15,43-8 16,52-18 0,34-16-16,8-43 15,25-9 1,-33-16-16,-103 8 16</inkml:trace>
  <inkml:trace contextRef="#ctx0" brushRef="#br0" timeOffset="203542.2">31707 13505 0,'0'0'0,"0"0"0,0-8 0,-8-1 16,-35-16-16,-34-1 15,9 26 1,-9 9-16,-8 16 31,25 26-31,9 0 16,17 0-1,17 17-15,25 0 16,35 9 0,25 16-16,26 1 15,17-18-15,-17 1 16,-17-1-16,-26-7 15,-17 16 1,-34 25-16,-43 1 31,-33-1-31,-44-16 16,-42-18 0,-9-33-16,-110-9 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0T22:50:23.3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14228 12553 0,'0'0'0,"0"0"0,0 0 0,-9 8 0,1 9 0,-9 34 0,-26 26 15,-17 8-15,0-9 16,1 9 0,-1 17-16,0 0 15,9-17 1,17-8-16,0-17 15,17-26 1,8-17-16</inkml:trace>
  <inkml:trace contextRef="#ctx0" brushRef="#br0" timeOffset="586.31">13605 12604 0,'0'0'0,"0"0"0,0 0 0,0 0 15,0 0 1,-9 17 0,-8 34-1,-9 25 1,9 9-16,0-17 16,17-8-16,17-1 0,0-16 31,1-26-16,-1-9-15,0-16 16,0-1 0,8-16-16,-16-9 15,-1-26-15,-16-8 16,-18-8 0,-16 16-16,-1 18 15,-51 25 1,-8 25-1,59 9-15</inkml:trace>
  <inkml:trace contextRef="#ctx0" brushRef="#br0" timeOffset="1086.72">14817 12816 0,'0'0'0,"-9"0"0,-8 9 0,-17 16 16,-26 18-1,-17 33 1,-8 35-16,17 8 16,34-34-16,17-25 15,8-9 1,9-9-16,9-16 15,8-1 1,8-16-16,18-1 16,25-33-1,0-26 1,-8-26-16,-9-25 16,-25 17-16,-9 0 15,-17 8 1,-8 18-1,-1 33-15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0T22:52:36.4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4950 6030 0,'0'0'0,"0"0"0,0 8 0,26 18 0,42 16 15,26 9 1,77 9-16,76 8 16,78-26-1,59-16 1,0 8-16,34 17 15,85 8 1,44-25-16,67-8 16,69 8-1,-34-51-15,-231-17 16</inkml:trace>
  <inkml:trace contextRef="#ctx0" brushRef="#br0" timeOffset="822.06">3875 7790 0,'0'0'0,"34"9"0,85-1 0,112-8 16,93-25-16,77-43 15,-8-9 1</inkml:trace>
  <inkml:trace contextRef="#ctx0" brushRef="#br0" timeOffset="6998.27">7263 9151 0,'9'0'0,"42"0"0,60 0 15,8-9 1,52 35 0,51 8-16,85 17 0,60 0 15,-8-26 1</inkml:trace>
  <inkml:trace contextRef="#ctx0" brushRef="#br0" timeOffset="17844.1">2834 9244 0,'0'0'0,"0"0"0,0 0 0,0 0 16,0 17-1,-9 17 1,1 26-16,-18 25 15,0 17 1,-8-25-16,0-9 16,8 8-1,1-8 1,8 9-16,0-18 16,8-8-16,9-8 15,0-1 1,0 9-16,17 0 15,0-8 1,17 8-16,18-9 16,-1 1-1,17-1-15,0-8 16,1-8 0,8 0-16,8-9 15,17 0 1,1 8-16,-1-8 15,18-8 1,16 8-16,1 0 16,-9-9-1,25 1 1,1-1-16,0 1 16,-1-1-16,18 1 15,0-1 1,-18 1-1,35-9-15,0 0 16,-35 8-16,35-16 16,0 8-1,-26-9-15,26 1 16,-9-1 0,-17 9-16,18-8 15,-10 8 1,-33-9-1,-1 1-15,-16-9 16,-9 0 0,-17 8-16,-26-8 15,-25 9-15,-18-1 16,1 1 0,-9-1-1,0-8-15,0-17 16,9-26-1,-9-8-15,0 0 16,-9 0 0,1 0-16,-18 0 15,-8 0-15,-8-8 16,-18-9 0,-25 0-16,-9 17 15,-8 8 1,-9 9-1,-43 0-15,-25 0 16,0 25 0,-43-8-16,-8 9 15,-26 16 1,-26-8-16,-42 9 16,-9-9-1,-25 8-15,-103 1 16,8-18-1,-7 9-15,-112 26 16,-68 59 0,213 8-16</inkml:trace>
  <inkml:trace contextRef="#ctx0" brushRef="#br0" timeOffset="48746.07">2970 11430 0,'0'0'0,"0"0"0,0 0 0,0 0 16,-8 17-16,-1 17 16,9 34-16,0 26 15,9 8 1,-9 8-1,8 1-15,1-9 16,-1-17 0,1-17-1,-1 0-15,1-9 16,-1-7 0,1-10-16,8 1 15,0-9 1,0-9-16,0 1 15,0-18-15,0 1 16,26-1-16,34-8 31,17-8-31,8-1 16,18-16 0,50-26-16,27-9 0,-61 9 15,43 8 1,9 9-1,-26-8 1,35 8-16,7 8 16,-7-8-1,16 0-15,1 0 0,7-8 16,10 8 0,-35 8-1,-8 1-15,-9-1 16,-42 9-1,25 9 1,-17-1-16,-43 9 16,-8 17-1,-17 0-15,0 0 16,17 0 0,8 0-16,-25 9 15,-9-9 1,-8 8-16,0 1 15,-17-18 1,-18 1-16,1-1 16,-9 1-1,-9-1-15,1-8 16,-1 0 0,-8 0-16,0 0 15,0 0-15,17-8 16,9-1-1,17-25-15,25-34 0,-8 0 32,-18 9-32,1-1 15,-26 35 1</inkml:trace>
  <inkml:trace contextRef="#ctx0" brushRef="#br0" timeOffset="52809.96">8996 12212 0,'0'0'0,"0"0"0,0 0 0,0 0 0,0 0 16,8 0 0,27 9-16,110 8 15,111-9 1,85-33-16,35-1 15</inkml:trace>
  <inkml:trace contextRef="#ctx0" brushRef="#br0" timeOffset="57230.16">11625 10869 0,'0'0'15,"0"0"-15,0 0 0,0 0 0,0 0 16,0 25-16,-9 52 16,1 59-1,-1 17 1,-8 17-16,0 9 16,-9-18-1,1-25-15,8-17 16,17-25-16,0-18 15,0-33 1</inkml:trace>
  <inkml:trace contextRef="#ctx0" brushRef="#br0" timeOffset="57913.47">11206 10792 0,'0'0'0,"0"0"0,17 0 0,52-8 16,59-1 0,0-8-1,34-8-15,17-1 16,-17 9-16,-34 0 16,-25 9-1,8 8-15,-17 0 16,-35 8-1,-16-8 1,-17 0 0,-1 9-16,-16-1 15,8 1-15,-9 8 16,9 8 0,-8 18-1,0 8-15,-1 25 16,-8 26-16,0 17 15,0 26-15,0-1 32,9-7-32,8-1 15,0-9 1,8-25 0,1-17-16,-9-17 15,-8-17-15,-1-8 16,1-18-1,-9 1-15,0-18 16,0 1 0,-9-1-1,-25 1-15,-77-9 16,-51 0-16,-52 0 16,-42 17-1,-51 25 1,-68 44-16</inkml:trace>
  <inkml:trace contextRef="#ctx0" brushRef="#br0" timeOffset="62206.18">29889 2271 0,'0'0'0,"0"0"0,0 0 0,0 0 15,17 8 1,26 9-16,25 9 15,18 8-15,8-9 16,-9 1 0,-8-9-16,8-9 15,9 1 1,17-9-16,0 0 16,26-9-1,-1-8-15,-16 0 16,-18 9-1,-42 8-15,-26 0 16,-17 0 0,-9 8-1,-42 52-15,-68 67 16,-52 43 0,1 1-16,25-18 15,25-9 1,18-8-16,17-42 15,33-35 1,10-16-16,8-18 16,8 1-16,1-18 15,8 1 1,0-9-16,0-9 16,8-33-1,18-60 1,8-51-16,0-43 15,-8 1 1,-1 33-16,1 0 16,0 9-16,-1 17 15,1 43-15,-9 8 16,0 25 0,-9 18-1,1 25 1,-1 0-16,1 17 15,0 8 1,16 52-16,18 76 0,8 17 16,0 34-1,-25 0 1,-9-34-16,9-17 16,-18-34-1,1-25 1,-1-26-16,-8-26 15,0 1 1,0-18-16,0 1 16,-17-18-16,-34-25 15,-43-51-15,-26-68 16,-16-43 0,-18-8-16,9-8 31,17-26-31,-8 34 15,-61-52 1</inkml:trace>
  <inkml:trace contextRef="#ctx0" brushRef="#br0" timeOffset="-93278.01">13673 14075 0,'0'0'0,"0"0"0,0 0 0,0 0 0,0 0 0,0 0 15,0 0 1,0 0-1,0 0 1,0 0-16,0 0 16,0 0-16,-9 0 31,1 0-31,-18 0 16,-8 0-16,-9-17 15,-16-34 1,-10-68-16,1-17 15,26 51 1,-1-17-16,-8-9 16,16 9-1,18 34-15,0 25 16,9 9 0,8 17-1,0 17-15,-9 9 16,-8 59-16,0 34 15,0-8 1,0 16 0,0 18-16,0-35 15,8-42-15,9-17 16,0-8-16,0-18 31,0 1-31,0-1 16,0-8-1,-8-8-15,-1-26 16,-8-26 0,0-16-16,0 8 15,9-9 1,8 1-16,0 16 16,0 26-1,8 0-15,35 17 16,42 17-1,43 9-15,77 33 16,8 1 0,86 16-16</inkml:trace>
  <inkml:trace contextRef="#ctx0" brushRef="#br0" timeOffset="-90686.68">27184 6276 0,'0'0'0,"0"0"0,0 0 0,17 9 16,34 16-1,43 1 1,51-1-16,26-8 15,51-8 1,8-1-16,-17-16 16,18-9-1,-1 8-15,26 18 16,-34 8-16,-17 8 16,-34 1-1,-43-1-15,-34 1 16,-26 8-1,-25-9 1,-18 1-16,-8-18 16,-8 1-16,-1-1 15,1-8 1,-9-8-16,9-9 16,16-43-1,18-76-15,25-42 16,17-9-1,1-9-15,-9 9 16,-18 34 0,-16 25-16,-9 1 15,-8 16 1,-18 26 0,1 34-16,-9 17 15,0 17-15,0 0 16,0 0-1,-9 17 1,-8 0-16,-34 26 16,-9 8-16,-8 25 15,0 18 1,8-18-16,17-8 16,9-8-1,17-18 1,0 1-16,8-18 15,9 1-15,0-1 16,0 1 0,0-9-1,0 0-15,9-9 16,25-8 0,26-25-16,17-9 15,8-9 1,-25 1-16,-9 8 15,-25 17-15,-9 17 16,-9 0 0,1 17-1,8 8-15,17 52 16,26 50-16,25 60 16,35 34-1,8-25 1,34-34-1,111 33-15</inkml:trace>
  <inkml:trace contextRef="#ctx0" brushRef="#br0" timeOffset="-84206.68">22148 1505 0,'0'0'0,"0"0"0,-8 0 16,-1 0-16,-8 0 15,-9 0 1,1 0-16,-18 0 15,0 0 1,1 0-16,-18 9 16,0 8-1,-25 17-15,-9 25 16,0 26 0,-8 0-16,-1 26 15,1 34 1,25 8-16,17 0 15,9 0 1,0 8-16,8 9 16,18-16-1,25 16-15,8 8 16,26-25 0,9 0-16,0-8 15,16-26 1,18 0-16,9-17 15,8-34 1,8-25-16,43-26 16,0-34-1,17-34-15,18-60 16,-1-25 0,-9-43-16,-33-16 15,-18-43 1,-33-26-16,-43 0 15,-52 26-15,-42 9 16,-43 8 0,-51 8-1,-52 17-15,-84 35 16,-18 59 0,-34 76-16,-34 60 15,17 60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0T22:54:25.9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6469 6115 0,'0'0'0,"0"0"0,0 0 0,35 17 0,16 0 0,43 8 16,85 9 0,34-17-16,43-17 15,35-8-15,7-18 32,146 1-32,68 8 15,-25 8 1,85 9-16,42 17 15,26-17 1,128 17-16,9-25 0,-350-9 16</inkml:trace>
  <inkml:trace contextRef="#ctx0" brushRef="#br0" timeOffset="8775.02">2834 7356 0,'0'0'0,"0"0"0,0 0 0,0-8 15,0 8-15,-9-9 16,1 1-16,8 8 15,-9 0 1,9 0-16,0 0 16,-9 0-1,9 0 1,0 0-16,0 0 16,0 0-16,-8 0 15,-1 17 1,1 25-16,-18 18 15,9-1 1,0-8-16,9-8 16,-1-17-1,9-1 1,0-8-16,0 0 16,0-8-16,9 8 15,25 0 1,17 8-1,9-16-15,-1-1 16,18 1-16,0-9 16,34 0-1,8 0 1,1 0-16,-1 0 16,44 0-1,16 0-15,-26 8 16,52-8-16,9 0 15,-35 0 1,34-8 0,18 8-16,25 0 15,17 0 1,0-9-16,0 9 16,0 0-1,9 9-15,0 8 16,-1-9-16,9 9 15,1-8 1,-18 8-16,-17-9 16,8 9-1,9-8 1,9-1-16,-9 1 16,-8-9-1,-9-9-15,0 9 16,-17 9-1,-26 8-15,1 0 16,-52-17 0,9 0-16,-9 8 15,-34-8 1,-9 9-16,1-9 16,-1 0-16,-42 8 15,-26 1 1,-25-9-16,-1 0 15,-16 0 1,-1 0 0,1 0-1,-9 0-15,0-17 0,0-43 16,0 18 0</inkml:trace>
  <inkml:trace contextRef="#ctx0" brushRef="#br0" timeOffset="52542.37">4438 9610 0,'0'0'0,"0"0"0,0 0 0,0 0 0,0 0 16,0 0-16,0 0 15,0 0 1,0 0-16,0 26 15,-8 16 1,-1 9-16,1 9 16,-10-1-1,1 1 1,17-18 0,0-8-16,17 0 0,1 0 15,16 0 16,-9-8-31,1-1 16,0-8 0,16 0-16,9-8 15,9-1-15,43-8 0,25 0 32,-9 0-17,-8 0-15,60 0 0,8 0 31,-42 0-31,59 0 16,-8 0 0,-60 0-16,-9 0 15,43 17-15,0 0 16,-51 0 0,-8 0-16,8 0 15,17-8 1,-34-1-16,-35 1 0,-16-1 31,0-16-15,-18-1-16,10 1 15,-10-9 1,1-9-16,-9 1 16,0-18-1,-9 18-15</inkml:trace>
  <inkml:trace contextRef="#ctx0" brushRef="#br0" timeOffset="63094.66">3064 10826 0,'0'0'0,"0"0"0,0 0 0,-8 26 15,-1 16 1,0 9-16,1 17 16,-1 9-1,9-18-15,0 9 16,0 0-1,0-8-15,0-1 0,0 1 32,0-9-32,17 9 0,1-9 15,7-9 1,1-16 0,25 8-1,34-9-15,9 1 16,-8-18-1,16 1-15,52-1 16,33-16 0,-25-1-16,69-16 15,25-9-15,17 8 16,0-8 0,9 0-16,17 17 15,25 0 1,60 17-1,-43-8-15,43 16 16,60 1 0,-8-9-16,7 8 15,1-8-15,34 17 16,17 0 0,26-8-16,17-9 15,8-9 1,9 9-1,-1 0-15,-7 9 16,16-1-16,0-16 16,0 8-1,-16-9 1,-10 9-16,-33 0 16,-26 0-16,-60 0 15,-76 9 1,-35 8-1,-26-9-15,-59 9 16,-51-8 0,-69-9-16,-50 8 15,-27-8-15,1 0 16,-18 0 0,9-8-1,1-35-15,24-93 16,27-128-1,16-101-15</inkml:trace>
  <inkml:trace contextRef="#ctx0" brushRef="#br0" timeOffset="89601.71">20655 5128 0,'0'0'0,"0"0"0,0 0 0,0 0 16,0 0-16,0 0 15,17 9-15,25 8 16,10 0 0,24 0-16,27 0 15,-1 8 1,1 9-16,8 9 15,17 16 1,8 18 0,-25 8-16,0 17 15,-9 0 1,-16 9-16,-18 25 16,-17 0-1,-25 17-15,-18 17 16,1 8-1,-18-7-15,18-10 16,17-16 0,25-9-16,17-26 15,17-25-15,18-17 32,-1-8-32,-16-26 15,-18-9-15,-34-16 16,-17 0-1,-8-9 1,-1 0-16,-8 0 16,-8 0-1,-18 0-15,-25 17 16,-17 17-16,-9 8 16,-9 35-1,10 33-15,16 18 16,17 8-1,26 17-15,34 25 16,26 10 0,17-1-16,-1-9 15,1 18 1,-17-9-16,-18 0 16,-33 17-16,-43-34 15,-77-8 1,-128-18-1,-94-76 1,-188-85-16,120-25 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0T22:56:36.6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6623 6285 0,'0'0'0,"26"-9"0,59-16 0,60-26 16,51 17-1,52 8-15,34 43 16,68 34 0,85 34-1,-34 0 1</inkml:trace>
  <inkml:trace contextRef="#ctx0" brushRef="#br0" timeOffset="13012.83">1212 7543 0,'-17'-8'0,"8"-1"0,1 1 15,-1-9-15,-16 8 16,8 9-1,17 0-15,-17 0 16,17 0 0,0 0-16,0 0 15,0-8 1,17-1-16,8 1 16,18-1-1,17 1-15,16-1 16,-16 9-1,34 0 1,-9 0-16,-33 0 16,33 0-1,0 0-15,-8 0 16,-17 0-16,0 0 16,-18 0-1,1 0 1,-17-8-16,-9 8 15</inkml:trace>
  <inkml:trace contextRef="#ctx0" brushRef="#br0" timeOffset="13384.25">1792 7348 0,'0'0'0,"17"0"0,26 0 16,34-9 0,8 1-16,-8-1 15,-17 1 1,8-1-16,0 9 15,-25 0 1,-17 0-16,-1 0 16,-16 0-1,-1 0-15,-8 17 16,-25 9 0,-35 25-16,-17 8 15,9-8 1,-43 26-16,51-34 15</inkml:trace>
  <inkml:trace contextRef="#ctx0" brushRef="#br0" timeOffset="28784.49">2347 6565 0,'0'0'0,"0"0"0,-8 9 0,-1 16 16,1 18-1,-1 34-15,-17 25 16,1 8 0,-1-8-16,9 17 15,0-8 1,8-26-16,9-26 16,0 1-16,18-18 15,-1 1 1,8-18-16,9 1 15,-8 0 1,0-1 0,-1-8-16,9 0 15,0 0 1,18 0-16,-10-8 16,27-1-16,33 1 15,9-18 1,8 1-16,1-18 15,34-8 1,25 0 0,-34 0-16,34-9 15,17 9-15,-50 17 16,41 0 0,10 0-1,-27-8-15,35 8 16,-9 8-16,-33 1 15,16 8 1,9 0 0,-43 8-16,17-8 15,-8 9 1,-44-1-16,-7 1 16,-26-1-1,8 1-15,17-9 16,-16 8-16,-26 1 15,-9-1 1,-9 1 0,1-1-16,0 9 15,-9-8 1,-8-1-16,-1 1 16,-16-1-1,-1-8-15,1 0 16,-1 0-1,-8 0 1,0 0-16,0 0 16,0 0-16,0 0 15,0-8 1,9-9-16,-1-17 16,-8-17-1,9-26-15,-18-25 16,9-8-16,-8 25 15,-1 17 1,1 0 0,-1 8-16,-8 9 15,0 9 1,0 8-16,0 0 16,8 8-1,-8 9-15,-17-9 16,-26 1-1,-16 8-15,-27 0 16,-67 0 0,-44 8-16,-16-8 15,-69 0 1,-68 17-16,17-8 16,-60 8-1,-110 17-15,-1 0 16,-59 8-16,-35 9 31,197-8-31</inkml:trace>
  <inkml:trace contextRef="#ctx0" brushRef="#br0" timeOffset="32733.04">2808 8760 0,'0'0'0,"-9"0"0,1 8 0,-18 9 16,-16 17-16,-27 0 16,-16 26-1,-26 25 1,-8 17-16,-1 25 15,1 9-15,16 0 16,1 9 0,16 17-16,10-18 15,33 1 1,0-1-16,26-8 16,17 1-1,26 7-15,25 18 16,17-26-1,-8-17 1,0 17-16,8 0 16,-25-25-16,-18-18 15,1-16 1,0-1 0,-18-16-16,1-18 15,-1 1-15,-8-18 16,-8 1-1,-9 8 1,-35 0-16,-50 8 16,-18-8-16,9-8 15,35-1 1,24-16 0,10-1-16,-1 1 15,26-9 1,8 0-16,9 8 15,26 18 1,25 16-16,60 26 16,17 26-1,26 17-15,-35-9 16,-25 17 0,-25 17-16,-27 51 15,-8 42-15,-51 18 16,-34 34-1,-26 16-15,-17 10 16,-25-1 0,34-26-16,33 18 15,69-26 1,129-25 0,195-60-16,34-60 15</inkml:trace>
  <inkml:trace contextRef="#ctx0" brushRef="#br0" timeOffset="-122926.08">3294 9244 0,'0'0'0,"-8"0"0,-18 0 0,1 0 0,8 0 15,0 0 1,8 0-16,1 0 16,-1 0-1,0 0 1,9 0-16,0 0 16,0 0-1,-8 0-15,-1 9 16,-16 42-16,-18 42 15,9 18 1,8-9-16,1 17 16,-9 9-1,17-35-15,17-42 16,0-17 0,0-8-16,0-9 15,0-9 1,0 1-16,0-1 15,0 1 1,0-9 0,0 0-16,0 0 15,0 0 1,0 0-16,0 0 16,17 0-1,8 0-15,9 0 16,18 8-1,16 9-15,9 0 16,-9 0-16,17 9 16,1-1-1,8-16-15,16-1 16,-7-16 0,-1-18-1,9-16-15,-17-1 16,9 1-1,-18 8-15,-8 8 16,17 9 0,0 9-16,-9-1 15,0-8 1,1 0-16,-10-8 16,10 8-1,-1 0-15,-8-9 16,-9 9-1,0 9-15,9-1 16,-8 1-16,-10-1 16,10-8-1,-10 9-15,-7-1 32,-10 9-32,-8 0 15,0 0 1,-8 0-16,0 9 15,-1-1 1,1 1-16,-9-1 16,0 1-1,-8-9-15,-1 0 16,1 0-16,-9 0 0,0 0 16,0 0-1,0 0-15,0 0 16,0-9-1,0-8 1,8-25 0,-8-18-16,-8-16 15,-1 8-15,1 8 32,-1 9-32,-8 8 15,0 9 1,-9 0-16,9 9 15,-8 8-15,-1 0 0,0 0 32,-16 0-17,-9 0-15,-9 0 16,-17 0 0,-17 8-16,-34 9 15,-43 0 1,-8 0-16,-34 9 15,-18 8 1,1 0-16,-35-9 16,-51 9-1,-33-8-15,-27-18 16</inkml:trace>
  <inkml:trace contextRef="#ctx0" brushRef="#br0" timeOffset="-83146.19">2492 11387 0,'0'0'0,"0"0"0,0 0 0,-25 77 0,8 0 0,-1-1 16,10 1-16,-1-1 15,-16 26 1,-1 26-1,1 16-15,-10-33 16,18-43 0,-8-17-16,16-17 15,9-8 1,0-1-16,0-16 16,0-1-16,0 1 15,17-1 1,17 1-16,1 8 15,16-9 1,0 1-16,17-1 16,35 1-1,33-1 1,9 1-16,9-9 0,25 0 16,18-9-1,-10 1-15,10 8 31,-18-9-31,9-8 16,-9 0-16,-26 0 16,1 0-1,8-8 1,-17 8-16,-34 8 16,-8 9-1,8 0-15,8 0 16,-42 9-16,-17-1 15,-18 1-15,-7-1 32,-10 1-32,1-1 15,-1 1 1,-16-1-16,-1-8 16,1 0-16,-1 0 15,-8 0 1,0-8-1,9-1-15,0-16 16,8-1 0,0-17-16,0-16 15,8-18 1,1 1-16,8-9 0,0 0 16,9 0-1,0 8 1,-1 26-1,-16 0-15,-1 17 16,-7 9 0,-10 8-16,1 8 15,-1 1 1,1-1-16,-9 9 16,0 0-1,0 0-15,0 0 16,-9 0-1,-25-8-15,-9 8 16,-16 0 0,-27 0-16,-16 0 15,-43-9 1,-9 9-16,18 0 16,-61-8-16,-16-1 15,-9 1 1,-34 8-1,-68 8 1,8 9-16,-17 26 16,-102-1-16,68 9 0,-43 43 31,9-1-31</inkml:trace>
  <inkml:trace contextRef="#ctx0" brushRef="#br0" timeOffset="-66355.46">28302 12348 0,'0'-8'0,"-9"-1"0,-8 1 0,-25-9 15,-10 8-15,10 1 16,8-1 0,8 9-1,9 0-15,8 0 0,1-8 16,8 8-1,0-9 1,0 1-16,25-9 16,18-9-16,8-16 15,35 8 1,8 0 0,8 17-1,0 8-15,1 9 0,-1 17 31,1 0-31,-18 17 16,-8 0 0,0 17-16,-18 9 15,1 25-15,-17 0 16,-18-17-16,1 17 16,-17 9-1,-1 8 1,-8-9-1,0-16-15,0-18 16,9 1-16,-1-9 31,9-9-31,0 1 16,17-1-16,1-16 16,16-9-1,9-9-15,8-16 16,-8-1-1,-26 1 1,-9 8-16,-16 0 16,-1 0-1,-8 0-15,-8 0 16,-26 25-16,-18 18 16,-16 25-1,-9 17-15,18 9 16,16-9-1,17 8-15,26 1 16,17-9 0,9-9-1,8 1-15,0-9 16,-8 0 0,-9-8-16,-17 16 15,-51 35 1,-94 25-16,-128 59 15</inkml:trace>
  <inkml:trace contextRef="#ctx0" brushRef="#br0" timeOffset="-1297.7">2834 13539 0,'0'0'0,"0"0"0,0 0 0,0-8 0,17-1 15,0 1 1,8-1-16,9 9 16,1 0-1,33 0-15,17 0 16,-16 0 0,-10 0-16,18-8 15,0-1 1,0 1-16,0 8 15,16-9 1,-16 9-16,-26 0 16,-33 9-1</inkml:trace>
  <inkml:trace contextRef="#ctx0" brushRef="#br0" timeOffset="-992.79">3551 13275 0,'0'0'0,"0"0"0,0 0 0,0 0 16,8-8-1,18-1 1,33 1-16,1-1 15,0 9 1,8 9-16,-8-1 16,-17 1-1,-18-1-15,-16 1 16,-1 8 0,-8 0-16,-17 34 15,-34 17 1,25-25-16</inkml:trace>
  <inkml:trace contextRef="#ctx0" brushRef="#br0" timeOffset="22152.04">2518 14288 0,'0'0'0,"0"0"0,0 0 16,0 0-16,-9 0 16,1 0-16,-1 0 15,9 0 1,0 0 0,0 0-16,0 0 15,0 0 1,0 0-16,0-9 15,9 0 1,8 1-16,25-1 16,10 1-1,16-1-15,17 1 16,9-1 0,-8 1-16,7-9 15,10 0 1,-9-9-16,0 1 15,-9 8 1,-17 0-16,-8 0 16,0 0-1,-9 0-15,-8 0 16,-9 8 0,-9 1-16,1-1 15,-17 9 1,8-8-16,-9-1 15,1 9 1</inkml:trace>
  <inkml:trace contextRef="#ctx0" brushRef="#br0" timeOffset="22487.19">3653 13896 0,'0'0'0,"0"0"0,0 0 0,0 0 15,0 0 1,0 0-16,0 0 15,0 0 1,8 0-16,18 0 16,25 0-1,9 0-15,0 17 16,0-8 0,-18-1-16,1 1 15,-18-1 1,1 1-1,0-1-15,-9 1 16,-9 8-16,-25 25 16,-51 18-1,-43 16-15,-51 26 16,8-8 0,94-43-16</inkml:trace>
  <inkml:trace contextRef="#ctx0" brushRef="#br0" timeOffset="57562.63">13144 14611 0,'0'0'0,"0"0"0,0 0 16,0 0-16,17 0 0,0 0 0,0 8 0,0 1 15,9-1-15,8-8 16,51-8 0,52-9-1,25 0-15,60-9 16,42 9-16,27 17 15,41 17 1,53 9-16,-1-9 16,-9-9-1</inkml:trace>
  <inkml:trace contextRef="#ctx0" brushRef="#br0" timeOffset="85496.61">3721 16244 0,'0'0'0,"0"0"0,0 0 0,9 0 15,59 17 1,120 17 0,128-9-16,127-33 15,-41-18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0T23:05:50.3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9670 6183 0,'0'0'0,"0"0"0,9 0 0,665 59 16,-153-33-16,67-18 0,-588-8 0,717 9 15,60 25-15,59 34 0,-358-34 16</inkml:trace>
  <inkml:trace contextRef="#ctx0" brushRef="#br0" timeOffset="168436.8">14800 13105 0,'0'0'0,"0"0"0,8 0 0,171 162 0,-42-43 0,25 9 0,0 8 0,43 0 16,17-17-1,8-17-15,9 8 16,-17 9-16,17 18 15,-8 7 1,8 1-16,-26-18 16,-34-8-16,-25-8 31,-26-26-31,-26-17 16,-25-17-16,-26-17 15,-16-17 1,-27-8-1</inkml:trace>
  <inkml:trace contextRef="#ctx0" brushRef="#br0" timeOffset="168780.49">14663 15555 0,'0'0'0,"0"0"0,17-9 0,43-42 16,85-68-1,102-77-15,61-42 16,42 0 0,76 17-16,18 17 15,17 8 1,0 1-16,0-9 16,68-43-1,-17-8-15,-145 76 16</inkml:trace>
  <inkml:trace contextRef="#ctx0" brushRef="#br0" timeOffset="-202708.14">14757 11923 0,'0'0'0,"-17"0"16,-17 17-16,-26 17 0,-8 9 15,16-9 1,1 0-1,-17 34-15,-51 42 16,8 27-16,25 24 16,-8 69-1,9 50-15,0 18 16,8 8 0,9-17-1,16-8-15,35-17 16,60-43-16,17 0 15,16-17 1,10 0 0,8-34-16,25-17 15,18 0 1,-9-34-16,34-8 16,17-35-16,9-16 15,59-9 1,18-17-16,0-34 15,-1-8 1,18-18-16,0 9 16,-18-26-1,9-33 1,-17-35-16,-34-8 16,-8-8-1,-35-18-15,-26-16 16,-25-18-16,-8-42 15,16-51 1,-16 0-16,-35 25 16,-25-8-16,-34-17 15,-26-9 1,-26 17 0,-51 9-1,-42-8-15,-26 33 16,-77 17-1,-17 18-15,-43 33 16,-51 43-16,-42 60 16,-112 50-1,-42 60-15,-26 85 16,-34 85 0,-76 51-1,272-110-15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0D1F59-0C63-44D8-BE72-2266A9516CA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C3430-04EA-4E2B-840E-2DAFF95C6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31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41DCF-5FA9-3BBE-A6DC-4C4767E77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D8AAD4-9F4E-2546-4A20-345BE6926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68BC9-B242-D863-6297-36224D351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D43E7-A090-881E-D908-BB9CC53D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DFBC9-B9F9-85A6-26A1-9D7E515D0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309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BB011-50E5-247E-0EB3-D47C59C4F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71371-A022-A3A5-E49C-D2CCEC4E2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F92F8-B436-FF4B-567C-6CF9F3F68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755B9-83BE-E117-954F-A47925F5B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45716-8D01-8E2F-8276-3A903E60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678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264CF-1BBA-680C-4F96-017144A1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9E9BE-1B28-C587-A2C5-253ECF74E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E3E68-CE19-CACB-1EDD-351F4F9C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49855-AB14-5CF9-EE88-AB42D1DF4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E2C96-8A85-4C99-39A1-9B9DB31D7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64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89EEC-003E-DFFB-2D04-A2E70FE13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FE0F4-58A0-D6D9-6AAC-CD97965C2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7E4C68-9C36-2696-B323-CF0642D6D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9713B3-5A96-0F1A-CFE7-8563FD24B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D724B-C264-2548-CAFF-305FE7D37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93A13-EBDF-17F2-DF34-5BA3D7932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914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19F2D-6C68-B3F6-3BC7-2A9EE6BE2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A2B36-9CB6-0E61-D14F-48AD642FC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51B63-A4A2-BD66-BF76-72528E69B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EF4911-72D8-7120-897F-434F05D8DA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354135-3D54-9447-778A-86081F0473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52A4A-AE91-8A3A-8DE2-74205F39F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FC667D-AA9E-21BF-66F2-755D86E70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8E628E-2723-30DA-D22D-BFF79CE05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37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1984-7865-CBC1-7E39-27325050C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341811-B828-6912-5458-2BC9266D2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1DF831-0A64-24F5-806E-B3EBA5591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FD212-56D6-B7F8-FC27-BC4BF738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63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903B13-E121-53F2-65F9-41E383C57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814793-9D7D-32F8-795A-31644DBA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6B231-FE15-2561-B700-2506AC713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56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B5398-EEBA-42F4-3948-4DF36A153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000E0-12D7-545A-0B4A-64A8B51A9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585510-3798-210C-EC55-29C449719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698E8-2EE7-873D-A608-9A260F5D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5F347-CF7A-10E6-8DC6-FA1E5DB6D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E452D-F82A-718F-94C2-C889F622E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156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E1DDD-DB8D-6429-4235-465780A7B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42B9E5-6756-3695-C94E-93A464783E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70C60-CA85-5E67-14F6-3176093E55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25D70-D5F0-5123-66A9-63D9B82E9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7B62A-8600-7CE9-095E-82CDE4E17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8F328-EF42-0E10-9C29-12A53381D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34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24705-3181-4743-BF72-E5B55E627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D9669D-6765-7CD2-C040-D4C5E44BA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5E7B0-5065-8FAA-2D02-01DC4905B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87F4E-481E-5CA4-5AC0-EF15EBAF8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5C81A-1EC7-F85E-A5DB-0F7CA62E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72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F8F565-D4D2-A972-147D-1A41777B2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813695-1D6C-4A4F-7F94-134666381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AEB8A-EA17-E1E1-8CD3-B7AF8E3F2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AF905-A88D-ED4C-DD07-098840D4A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A03B8-DD10-B6B6-6B59-3EB669F3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87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BC2B57-F2EC-C92D-BAFA-C36FE7F31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AE8E8-3549-4143-3C3F-38529FA55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2DEB0-3161-B686-27DF-345950BFF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93FBE-67AC-4C5C-B62E-CFFDEAF9BE5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5E12D-E358-B346-0620-4D8545C52B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1C4BA-D22A-5462-8F71-6F616DC8FA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507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customXml" Target="../ink/ink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10.png"/><Relationship Id="rId7" Type="http://schemas.openxmlformats.org/officeDocument/2006/relationships/image" Target="../media/image14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120.png"/><Relationship Id="rId4" Type="http://schemas.openxmlformats.org/officeDocument/2006/relationships/image" Target="../media/image111.png"/><Relationship Id="rId9" Type="http://schemas.openxmlformats.org/officeDocument/2006/relationships/image" Target="../media/image16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0.pn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11" Type="http://schemas.openxmlformats.org/officeDocument/2006/relationships/image" Target="../media/image18.png"/><Relationship Id="rId5" Type="http://schemas.openxmlformats.org/officeDocument/2006/relationships/image" Target="../media/image120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1.png"/><Relationship Id="rId9" Type="http://schemas.openxmlformats.org/officeDocument/2006/relationships/image" Target="../media/image160.png"/><Relationship Id="rId1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CSE 332 Spring 2026</a:t>
            </a:r>
            <a:br>
              <a:rPr lang="en-US" dirty="0"/>
            </a:br>
            <a:r>
              <a:rPr lang="en-US" dirty="0"/>
              <a:t>Lecture 10: hashing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3AD86-1571-D6FB-228A-8B563D15E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 (Map) ADT - Ordered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F7E85-C0B2-0941-5469-FBEF3EEEF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Contents:</a:t>
            </a:r>
          </a:p>
          <a:p>
            <a:pPr lvl="1"/>
            <a:r>
              <a:rPr lang="en-US" dirty="0"/>
              <a:t>Sets of </a:t>
            </a:r>
            <a:r>
              <a:rPr lang="en-US" dirty="0" err="1"/>
              <a:t>key+value</a:t>
            </a:r>
            <a:r>
              <a:rPr lang="en-US" dirty="0"/>
              <a:t> pairs</a:t>
            </a:r>
          </a:p>
          <a:p>
            <a:pPr lvl="1"/>
            <a:r>
              <a:rPr lang="en-US" dirty="0"/>
              <a:t>Keys must be comparable</a:t>
            </a:r>
          </a:p>
          <a:p>
            <a:r>
              <a:rPr lang="en-US" dirty="0"/>
              <a:t>Operations:</a:t>
            </a:r>
          </a:p>
          <a:p>
            <a:pPr lvl="1"/>
            <a:r>
              <a:rPr lang="en-US" dirty="0"/>
              <a:t>insert(key, value)</a:t>
            </a:r>
          </a:p>
          <a:p>
            <a:pPr lvl="2"/>
            <a:r>
              <a:rPr lang="en-US" dirty="0"/>
              <a:t>Adds the (</a:t>
            </a:r>
            <a:r>
              <a:rPr lang="en-US" dirty="0" err="1"/>
              <a:t>key,value</a:t>
            </a:r>
            <a:r>
              <a:rPr lang="en-US" dirty="0"/>
              <a:t>) pair into the dictionary</a:t>
            </a:r>
          </a:p>
          <a:p>
            <a:pPr lvl="2"/>
            <a:r>
              <a:rPr lang="en-US" dirty="0"/>
              <a:t>If the key already has a value, overwrite the old value</a:t>
            </a:r>
          </a:p>
          <a:p>
            <a:pPr lvl="3"/>
            <a:r>
              <a:rPr lang="en-US" dirty="0"/>
              <a:t>Consequence: Keys cannot be repeated</a:t>
            </a:r>
          </a:p>
          <a:p>
            <a:pPr lvl="1"/>
            <a:r>
              <a:rPr lang="en-US" dirty="0"/>
              <a:t>find(key)</a:t>
            </a:r>
          </a:p>
          <a:p>
            <a:pPr lvl="2"/>
            <a:r>
              <a:rPr lang="en-US" dirty="0"/>
              <a:t>Returns the value associated with the given key</a:t>
            </a:r>
          </a:p>
          <a:p>
            <a:pPr lvl="1"/>
            <a:r>
              <a:rPr lang="en-US" dirty="0"/>
              <a:t>delete(key)</a:t>
            </a:r>
          </a:p>
          <a:p>
            <a:pPr lvl="2"/>
            <a:r>
              <a:rPr lang="en-US" dirty="0"/>
              <a:t>Remove the key (and its associated value)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CF62274-A909-AE1E-40BB-54AEBFBBC57E}"/>
                  </a:ext>
                </a:extLst>
              </p14:cNvPr>
              <p14:cNvContentPartPr/>
              <p14:nvPr/>
            </p14:nvContentPartPr>
            <p14:xfrm>
              <a:off x="6114600" y="1341000"/>
              <a:ext cx="2120400" cy="183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CF62274-A909-AE1E-40BB-54AEBFBBC57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98760" y="1277640"/>
                <a:ext cx="2151720" cy="3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31928E9-33F7-45CE-1CB7-BD93FA978CBE}"/>
                  </a:ext>
                </a:extLst>
              </p14:cNvPr>
              <p14:cNvContentPartPr/>
              <p14:nvPr/>
            </p14:nvContentPartPr>
            <p14:xfrm>
              <a:off x="1567080" y="2697120"/>
              <a:ext cx="3355560" cy="89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31928E9-33F7-45CE-1CB7-BD93FA978CB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51240" y="2633760"/>
                <a:ext cx="33868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DD35B86-0286-8A55-A986-ACDF467C5CAB}"/>
                  </a:ext>
                </a:extLst>
              </p14:cNvPr>
              <p14:cNvContentPartPr/>
              <p14:nvPr/>
            </p14:nvContentPartPr>
            <p14:xfrm>
              <a:off x="1118520" y="1408320"/>
              <a:ext cx="2178720" cy="464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DD35B86-0286-8A55-A986-ACDF467C5CA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09160" y="1398960"/>
                <a:ext cx="2197440" cy="6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68956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4CFD5-6174-1FD7-60B7-64E10B65B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 Data Structures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7B359D6B-9B11-EAD4-2DE3-EB38FA61CE14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544661283"/>
                  </p:ext>
                </p:extLst>
              </p:nvPr>
            </p:nvGraphicFramePr>
            <p:xfrm>
              <a:off x="1485900" y="1988820"/>
              <a:ext cx="9220199" cy="34049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92120">
                      <a:extLst>
                        <a:ext uri="{9D8B030D-6E8A-4147-A177-3AD203B41FA5}">
                          <a16:colId xmlns:a16="http://schemas.microsoft.com/office/drawing/2014/main" val="3859037791"/>
                        </a:ext>
                      </a:extLst>
                    </a:gridCol>
                    <a:gridCol w="1930400">
                      <a:extLst>
                        <a:ext uri="{9D8B030D-6E8A-4147-A177-3AD203B41FA5}">
                          <a16:colId xmlns:a16="http://schemas.microsoft.com/office/drawing/2014/main" val="1986166423"/>
                        </a:ext>
                      </a:extLst>
                    </a:gridCol>
                    <a:gridCol w="1798320">
                      <a:extLst>
                        <a:ext uri="{9D8B030D-6E8A-4147-A177-3AD203B41FA5}">
                          <a16:colId xmlns:a16="http://schemas.microsoft.com/office/drawing/2014/main" val="3667104526"/>
                        </a:ext>
                      </a:extLst>
                    </a:gridCol>
                    <a:gridCol w="2499359">
                      <a:extLst>
                        <a:ext uri="{9D8B030D-6E8A-4147-A177-3AD203B41FA5}">
                          <a16:colId xmlns:a16="http://schemas.microsoft.com/office/drawing/2014/main" val="265108309"/>
                        </a:ext>
                      </a:extLst>
                    </a:gridCol>
                  </a:tblGrid>
                  <a:tr h="3902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Data Structure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Time to insert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find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delete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6940656"/>
                      </a:ext>
                    </a:extLst>
                  </a:tr>
                  <a:tr h="3902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9218032"/>
                      </a:ext>
                    </a:extLst>
                  </a:tr>
                  <a:tr h="3902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7532272"/>
                      </a:ext>
                    </a:extLst>
                  </a:tr>
                  <a:tr h="3902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548857"/>
                      </a:ext>
                    </a:extLst>
                  </a:tr>
                  <a:tr h="3902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7379023"/>
                      </a:ext>
                    </a:extLst>
                  </a:tr>
                  <a:tr h="3902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Heap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8038284"/>
                      </a:ext>
                    </a:extLst>
                  </a:tr>
                  <a:tr h="3902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Search Tree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height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height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height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2073772"/>
                      </a:ext>
                    </a:extLst>
                  </a:tr>
                  <a:tr h="524548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AVL Tree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7528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7B359D6B-9B11-EAD4-2DE3-EB38FA61CE14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544661283"/>
                  </p:ext>
                </p:extLst>
              </p:nvPr>
            </p:nvGraphicFramePr>
            <p:xfrm>
              <a:off x="1485900" y="1988820"/>
              <a:ext cx="9220199" cy="34049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92120">
                      <a:extLst>
                        <a:ext uri="{9D8B030D-6E8A-4147-A177-3AD203B41FA5}">
                          <a16:colId xmlns:a16="http://schemas.microsoft.com/office/drawing/2014/main" val="3859037791"/>
                        </a:ext>
                      </a:extLst>
                    </a:gridCol>
                    <a:gridCol w="1930400">
                      <a:extLst>
                        <a:ext uri="{9D8B030D-6E8A-4147-A177-3AD203B41FA5}">
                          <a16:colId xmlns:a16="http://schemas.microsoft.com/office/drawing/2014/main" val="1986166423"/>
                        </a:ext>
                      </a:extLst>
                    </a:gridCol>
                    <a:gridCol w="1798320">
                      <a:extLst>
                        <a:ext uri="{9D8B030D-6E8A-4147-A177-3AD203B41FA5}">
                          <a16:colId xmlns:a16="http://schemas.microsoft.com/office/drawing/2014/main" val="3667104526"/>
                        </a:ext>
                      </a:extLst>
                    </a:gridCol>
                    <a:gridCol w="2499359">
                      <a:extLst>
                        <a:ext uri="{9D8B030D-6E8A-4147-A177-3AD203B41FA5}">
                          <a16:colId xmlns:a16="http://schemas.microsoft.com/office/drawing/2014/main" val="265108309"/>
                        </a:ext>
                      </a:extLst>
                    </a:gridCol>
                  </a:tblGrid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Data Structure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Time to insert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find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delete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6940656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110448" r="-223975" b="-635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110448" r="-139865" b="-635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110448" r="-976" b="-6358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921803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207353" r="-223975" b="-52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207353" r="-139865" b="-52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207353" r="-976" b="-5264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753227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311940" r="-223975" b="-434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311940" r="-139865" b="-434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311940" r="-976" b="-4343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1548857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405882" r="-223975" b="-327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405882" r="-139865" b="-327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405882" r="-976" b="-327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7379023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Heap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513433" r="-223975" b="-232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513433" r="-139865" b="-232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513433" r="-976" b="-2328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8038284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Search Tree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604412" r="-223975" b="-12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604412" r="-139865" b="-12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604412" r="-976" b="-129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2073772"/>
                      </a:ext>
                    </a:extLst>
                  </a:tr>
                  <a:tr h="524548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AVL Tree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556977" r="-223975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556977" r="-139865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556977" r="-976" b="-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75286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C13BA89-6B30-4242-B88E-AD05F931043C}"/>
                  </a:ext>
                </a:extLst>
              </p14:cNvPr>
              <p14:cNvContentPartPr/>
              <p14:nvPr/>
            </p14:nvContentPartPr>
            <p14:xfrm>
              <a:off x="792720" y="2326680"/>
              <a:ext cx="811440" cy="3092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C13BA89-6B30-4242-B88E-AD05F931043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3360" y="2317320"/>
                <a:ext cx="830160" cy="311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9687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6161F-3A16-4628-647F-940E2568D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30494"/>
            <a:ext cx="10515600" cy="1325563"/>
          </a:xfrm>
        </p:spPr>
        <p:txBody>
          <a:bodyPr/>
          <a:lstStyle/>
          <a:p>
            <a:r>
              <a:rPr lang="en-US" dirty="0"/>
              <a:t>BSTs and AVL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3CC4C-C542-CC16-6C0D-777C8B4FE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947" y="721454"/>
            <a:ext cx="11864829" cy="613654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Binary Search Tree:</a:t>
            </a:r>
          </a:p>
          <a:p>
            <a:pPr lvl="1"/>
            <a:r>
              <a:rPr lang="en-US" dirty="0"/>
              <a:t>A binary tree where for each node, all keys in its left subtree are smaller and all keys in its right subtree are larger</a:t>
            </a:r>
          </a:p>
          <a:p>
            <a:pPr lvl="1"/>
            <a:r>
              <a:rPr lang="en-US" dirty="0"/>
              <a:t>Find: </a:t>
            </a:r>
          </a:p>
          <a:p>
            <a:pPr lvl="2"/>
            <a:r>
              <a:rPr lang="en-US" dirty="0"/>
              <a:t>If it matches, return the value.</a:t>
            </a:r>
          </a:p>
          <a:p>
            <a:pPr lvl="2"/>
            <a:r>
              <a:rPr lang="en-US" dirty="0"/>
              <a:t>If the search key is less than the current node, look left. If it’s greater, look right. </a:t>
            </a:r>
          </a:p>
          <a:p>
            <a:pPr lvl="2"/>
            <a:r>
              <a:rPr lang="en-US" dirty="0"/>
              <a:t>If we reach an empty spot, find was unsuccessful </a:t>
            </a:r>
          </a:p>
          <a:p>
            <a:pPr lvl="1"/>
            <a:r>
              <a:rPr lang="en-US" dirty="0"/>
              <a:t>Insert: </a:t>
            </a:r>
          </a:p>
          <a:p>
            <a:pPr lvl="2"/>
            <a:r>
              <a:rPr lang="en-US" dirty="0"/>
              <a:t>Do a find, if it was successful then update the value</a:t>
            </a:r>
          </a:p>
          <a:p>
            <a:pPr lvl="2"/>
            <a:r>
              <a:rPr lang="en-US" dirty="0"/>
              <a:t>If it was unsuccessful, add a new node to the empty spot we found.</a:t>
            </a:r>
          </a:p>
          <a:p>
            <a:pPr lvl="1"/>
            <a:r>
              <a:rPr lang="en-US" dirty="0"/>
              <a:t>Delete:</a:t>
            </a:r>
          </a:p>
          <a:p>
            <a:pPr lvl="2"/>
            <a:r>
              <a:rPr lang="en-US" dirty="0"/>
              <a:t>If the deleted node is a leaf, just remove it</a:t>
            </a:r>
          </a:p>
          <a:p>
            <a:pPr lvl="2"/>
            <a:r>
              <a:rPr lang="en-US" dirty="0"/>
              <a:t>If the deleted node had one child, replace it with that one child</a:t>
            </a:r>
          </a:p>
          <a:p>
            <a:pPr lvl="2"/>
            <a:r>
              <a:rPr lang="en-US" dirty="0"/>
              <a:t>If the deleted node had 2 children, replace it with the largest key to the left</a:t>
            </a:r>
          </a:p>
          <a:p>
            <a:r>
              <a:rPr lang="en-US" dirty="0"/>
              <a:t>AVL Tree:</a:t>
            </a:r>
          </a:p>
          <a:p>
            <a:pPr lvl="1"/>
            <a:r>
              <a:rPr lang="en-US" dirty="0"/>
              <a:t>A binary search tree where for each node, the height of its left subtree and the height of its right subtree are off by at most 1.</a:t>
            </a:r>
          </a:p>
          <a:p>
            <a:pPr lvl="1"/>
            <a:r>
              <a:rPr lang="en-US" dirty="0"/>
              <a:t>Find:</a:t>
            </a:r>
          </a:p>
          <a:p>
            <a:pPr lvl="2"/>
            <a:r>
              <a:rPr lang="en-US" dirty="0"/>
              <a:t>Same as BST</a:t>
            </a:r>
          </a:p>
          <a:p>
            <a:pPr lvl="1"/>
            <a:r>
              <a:rPr lang="en-US" dirty="0"/>
              <a:t>Insert:</a:t>
            </a:r>
          </a:p>
          <a:p>
            <a:pPr lvl="2"/>
            <a:r>
              <a:rPr lang="en-US" dirty="0"/>
              <a:t>Do a BST insert, then rotate if tree is unbalanced (apply one LL, RR, LR, RL case) </a:t>
            </a:r>
          </a:p>
          <a:p>
            <a:pPr lvl="1"/>
            <a:r>
              <a:rPr lang="en-US" dirty="0"/>
              <a:t>Delete:</a:t>
            </a:r>
          </a:p>
          <a:p>
            <a:pPr lvl="2"/>
            <a:r>
              <a:rPr lang="en-US" dirty="0"/>
              <a:t>Do a BST delete, then rotate if the tree is unbalanced (apply LL, RR, LR, RL cases as needed from leaf to root)</a:t>
            </a:r>
          </a:p>
        </p:txBody>
      </p:sp>
    </p:spTree>
    <p:extLst>
      <p:ext uri="{BB962C8B-B14F-4D97-AF65-F5344CB8AC3E}">
        <p14:creationId xmlns:p14="http://schemas.microsoft.com/office/powerpoint/2010/main" val="3242925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2D0E8-F6DE-9B03-D0C9-FF8DBFE0E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Tree-based Dictionaries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37872-E8D2-4120-DAE9-44507A158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Red-Black Trees</a:t>
            </a:r>
          </a:p>
          <a:p>
            <a:pPr lvl="1"/>
            <a:r>
              <a:rPr lang="en-US" dirty="0"/>
              <a:t>Similar to AVL Trees in that we add shape rules to BSTs</a:t>
            </a:r>
          </a:p>
          <a:p>
            <a:pPr lvl="1"/>
            <a:r>
              <a:rPr lang="en-US" dirty="0"/>
              <a:t>More “relaxed” shape than an AVL Tree</a:t>
            </a:r>
          </a:p>
          <a:p>
            <a:pPr lvl="2"/>
            <a:r>
              <a:rPr lang="en-US" dirty="0"/>
              <a:t>Trees can be taller (though not asymptotically so)</a:t>
            </a:r>
          </a:p>
          <a:p>
            <a:pPr lvl="2"/>
            <a:r>
              <a:rPr lang="en-US" dirty="0"/>
              <a:t>Needs to move nodes less frequently</a:t>
            </a:r>
          </a:p>
          <a:p>
            <a:pPr lvl="1"/>
            <a:r>
              <a:rPr lang="en-US" dirty="0"/>
              <a:t>This is what Java’s </a:t>
            </a:r>
            <a:r>
              <a:rPr lang="en-US" dirty="0" err="1"/>
              <a:t>TreeMap</a:t>
            </a:r>
            <a:r>
              <a:rPr lang="en-US" dirty="0"/>
              <a:t> uses!</a:t>
            </a:r>
          </a:p>
          <a:p>
            <a:r>
              <a:rPr lang="en-US" dirty="0"/>
              <a:t>Tries</a:t>
            </a:r>
          </a:p>
          <a:p>
            <a:pPr lvl="1"/>
            <a:r>
              <a:rPr lang="en-US" dirty="0"/>
              <a:t>Similar to a Huffman Tree</a:t>
            </a:r>
          </a:p>
          <a:p>
            <a:pPr lvl="1"/>
            <a:r>
              <a:rPr lang="en-US" dirty="0"/>
              <a:t>Requires keys to be sequences (e.g. Strings)</a:t>
            </a:r>
          </a:p>
          <a:p>
            <a:pPr lvl="1"/>
            <a:r>
              <a:rPr lang="en-US" dirty="0"/>
              <a:t>Combines shared prefixes among keys to save space</a:t>
            </a:r>
          </a:p>
          <a:p>
            <a:pPr lvl="1"/>
            <a:r>
              <a:rPr lang="en-US" dirty="0"/>
              <a:t>Often used for text-based searches</a:t>
            </a:r>
          </a:p>
          <a:p>
            <a:pPr lvl="2"/>
            <a:r>
              <a:rPr lang="en-US" dirty="0"/>
              <a:t>Web search</a:t>
            </a:r>
          </a:p>
          <a:p>
            <a:pPr lvl="2"/>
            <a:r>
              <a:rPr lang="en-US" dirty="0"/>
              <a:t>Genomes</a:t>
            </a:r>
          </a:p>
          <a:p>
            <a:pPr lvl="2"/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5821585-88C8-B0DA-0719-56EE3155DEF1}"/>
                  </a:ext>
                </a:extLst>
              </p14:cNvPr>
              <p14:cNvContentPartPr/>
              <p14:nvPr/>
            </p14:nvContentPartPr>
            <p14:xfrm>
              <a:off x="9054720" y="679680"/>
              <a:ext cx="2559960" cy="4963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5821585-88C8-B0DA-0719-56EE3155DE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45360" y="670320"/>
                <a:ext cx="2578680" cy="498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020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AFC2A-BFAD-154C-CB01-688AAE7FE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topic: Hash Tables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21A6D878-0A9C-88E0-BF73-13D0C8B95F0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882276767"/>
                  </p:ext>
                </p:extLst>
              </p:nvPr>
            </p:nvGraphicFramePr>
            <p:xfrm>
              <a:off x="1485900" y="1988820"/>
              <a:ext cx="9220199" cy="3703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92120">
                      <a:extLst>
                        <a:ext uri="{9D8B030D-6E8A-4147-A177-3AD203B41FA5}">
                          <a16:colId xmlns:a16="http://schemas.microsoft.com/office/drawing/2014/main" val="3859037791"/>
                        </a:ext>
                      </a:extLst>
                    </a:gridCol>
                    <a:gridCol w="1930400">
                      <a:extLst>
                        <a:ext uri="{9D8B030D-6E8A-4147-A177-3AD203B41FA5}">
                          <a16:colId xmlns:a16="http://schemas.microsoft.com/office/drawing/2014/main" val="1986166423"/>
                        </a:ext>
                      </a:extLst>
                    </a:gridCol>
                    <a:gridCol w="1798320">
                      <a:extLst>
                        <a:ext uri="{9D8B030D-6E8A-4147-A177-3AD203B41FA5}">
                          <a16:colId xmlns:a16="http://schemas.microsoft.com/office/drawing/2014/main" val="3667104526"/>
                        </a:ext>
                      </a:extLst>
                    </a:gridCol>
                    <a:gridCol w="2499359">
                      <a:extLst>
                        <a:ext uri="{9D8B030D-6E8A-4147-A177-3AD203B41FA5}">
                          <a16:colId xmlns:a16="http://schemas.microsoft.com/office/drawing/2014/main" val="2651083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Data Structure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Time to insert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find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delete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69406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92180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75322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5488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73790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Search Tree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height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height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height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207377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AVL Tree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7528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Hash Table (Worst case)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93878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Hash Table (Average)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32121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21A6D878-0A9C-88E0-BF73-13D0C8B95F0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882276767"/>
                  </p:ext>
                </p:extLst>
              </p:nvPr>
            </p:nvGraphicFramePr>
            <p:xfrm>
              <a:off x="1485900" y="1988820"/>
              <a:ext cx="9220199" cy="3703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92120">
                      <a:extLst>
                        <a:ext uri="{9D8B030D-6E8A-4147-A177-3AD203B41FA5}">
                          <a16:colId xmlns:a16="http://schemas.microsoft.com/office/drawing/2014/main" val="3859037791"/>
                        </a:ext>
                      </a:extLst>
                    </a:gridCol>
                    <a:gridCol w="1930400">
                      <a:extLst>
                        <a:ext uri="{9D8B030D-6E8A-4147-A177-3AD203B41FA5}">
                          <a16:colId xmlns:a16="http://schemas.microsoft.com/office/drawing/2014/main" val="1986166423"/>
                        </a:ext>
                      </a:extLst>
                    </a:gridCol>
                    <a:gridCol w="1798320">
                      <a:extLst>
                        <a:ext uri="{9D8B030D-6E8A-4147-A177-3AD203B41FA5}">
                          <a16:colId xmlns:a16="http://schemas.microsoft.com/office/drawing/2014/main" val="3667104526"/>
                        </a:ext>
                      </a:extLst>
                    </a:gridCol>
                    <a:gridCol w="2499359">
                      <a:extLst>
                        <a:ext uri="{9D8B030D-6E8A-4147-A177-3AD203B41FA5}">
                          <a16:colId xmlns:a16="http://schemas.microsoft.com/office/drawing/2014/main" val="265108309"/>
                        </a:ext>
                      </a:extLst>
                    </a:gridCol>
                  </a:tblGrid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Data Structure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Time to insert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find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delete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6940656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110448" r="-223975" b="-735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110448" r="-139865" b="-735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110448" r="-976" b="-7358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921803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207353" r="-223975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207353" r="-139865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207353" r="-976" b="-6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753227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311940" r="-223975" b="-534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311940" r="-139865" b="-534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311940" r="-976" b="-5343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1548857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405882" r="-223975" b="-42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405882" r="-139865" b="-42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405882" r="-976" b="-4264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7379023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Search Tree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513433" r="-223975" b="-332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513433" r="-139865" b="-332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513433" r="-976" b="-3328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207377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AVL Tree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604412" r="-223975" b="-227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604412" r="-139865" b="-227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604412" r="-976" b="-227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752868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Hash Table (Worst case)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714925" r="-223975" b="-1313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714925" r="-139865" b="-1313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714925" r="-976" b="-1313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9387819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Hash Table (Average)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802941" r="-223975" b="-2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802941" r="-139865" b="-2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802941" r="-976" b="-29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32121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4B8CA5E-569D-6A9C-0E1C-20D5E1AC0ACD}"/>
                  </a:ext>
                </a:extLst>
              </p14:cNvPr>
              <p14:cNvContentPartPr/>
              <p14:nvPr/>
            </p14:nvContentPartPr>
            <p14:xfrm>
              <a:off x="626760" y="4935240"/>
              <a:ext cx="9285840" cy="1099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4B8CA5E-569D-6A9C-0E1C-20D5E1AC0AC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7400" y="4925880"/>
                <a:ext cx="9304560" cy="111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9141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3AD86-1571-D6FB-228A-8B563D15E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 (Map) ADT - Unordered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F7E85-C0B2-0941-5469-FBEF3EEEF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Contents:</a:t>
            </a:r>
          </a:p>
          <a:p>
            <a:pPr lvl="1"/>
            <a:r>
              <a:rPr lang="en-US" dirty="0"/>
              <a:t>Sets of </a:t>
            </a:r>
            <a:r>
              <a:rPr lang="en-US" dirty="0" err="1"/>
              <a:t>key+value</a:t>
            </a:r>
            <a:r>
              <a:rPr lang="en-US" dirty="0"/>
              <a:t> pairs</a:t>
            </a:r>
          </a:p>
          <a:p>
            <a:pPr lvl="1"/>
            <a:r>
              <a:rPr lang="en-US" strike="sngStrike" dirty="0"/>
              <a:t>Keys must be comparable</a:t>
            </a:r>
            <a:r>
              <a:rPr lang="en-US" dirty="0"/>
              <a:t> Keys have a hash function</a:t>
            </a:r>
          </a:p>
          <a:p>
            <a:r>
              <a:rPr lang="en-US" dirty="0"/>
              <a:t>Operations:</a:t>
            </a:r>
          </a:p>
          <a:p>
            <a:pPr lvl="1"/>
            <a:r>
              <a:rPr lang="en-US" dirty="0"/>
              <a:t>insert(key, value)</a:t>
            </a:r>
          </a:p>
          <a:p>
            <a:pPr lvl="2"/>
            <a:r>
              <a:rPr lang="en-US" dirty="0"/>
              <a:t>Adds the (</a:t>
            </a:r>
            <a:r>
              <a:rPr lang="en-US" dirty="0" err="1"/>
              <a:t>key,value</a:t>
            </a:r>
            <a:r>
              <a:rPr lang="en-US" dirty="0"/>
              <a:t>) pair into the dictionary</a:t>
            </a:r>
          </a:p>
          <a:p>
            <a:pPr lvl="2"/>
            <a:r>
              <a:rPr lang="en-US" dirty="0"/>
              <a:t>If the key already has a value, overwrite the old value</a:t>
            </a:r>
          </a:p>
          <a:p>
            <a:pPr lvl="3"/>
            <a:r>
              <a:rPr lang="en-US" dirty="0"/>
              <a:t>Consequence: Keys cannot be repeated</a:t>
            </a:r>
          </a:p>
          <a:p>
            <a:pPr lvl="1"/>
            <a:r>
              <a:rPr lang="en-US" dirty="0"/>
              <a:t>find(key)</a:t>
            </a:r>
          </a:p>
          <a:p>
            <a:pPr lvl="2"/>
            <a:r>
              <a:rPr lang="en-US" dirty="0"/>
              <a:t>Returns the value associated with the given key</a:t>
            </a:r>
          </a:p>
          <a:p>
            <a:pPr lvl="1"/>
            <a:r>
              <a:rPr lang="en-US" dirty="0"/>
              <a:t>delete(key)</a:t>
            </a:r>
          </a:p>
          <a:p>
            <a:pPr lvl="2"/>
            <a:r>
              <a:rPr lang="en-US" dirty="0"/>
              <a:t>Remove the key (and its associated value)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98CBFE1-168D-C44F-6E38-AAF8A89009AA}"/>
                  </a:ext>
                </a:extLst>
              </p14:cNvPr>
              <p14:cNvContentPartPr/>
              <p14:nvPr/>
            </p14:nvContentPartPr>
            <p14:xfrm>
              <a:off x="1603800" y="1399320"/>
              <a:ext cx="7218000" cy="4222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98CBFE1-168D-C44F-6E38-AAF8A89009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94440" y="1389960"/>
                <a:ext cx="7236720" cy="424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96701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0DB77-DDD6-216D-5A7F-9624A74B5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Best Dictionary Data Structure!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F5252-DE77-B3BA-209A-B950E3B03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Think of every key as a number</a:t>
            </a:r>
          </a:p>
          <a:p>
            <a:r>
              <a:rPr lang="en-US" dirty="0"/>
              <a:t>Give each key its own index in an array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insert(key, value){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arr</a:t>
            </a:r>
            <a:r>
              <a:rPr lang="en-US" dirty="0">
                <a:latin typeface="Consolas" panose="020B0609020204030204" pitchFamily="49" charset="0"/>
              </a:rPr>
              <a:t>[key]=value;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find(key){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return </a:t>
            </a:r>
            <a:r>
              <a:rPr lang="en-US" dirty="0" err="1">
                <a:latin typeface="Consolas" panose="020B0609020204030204" pitchFamily="49" charset="0"/>
              </a:rPr>
              <a:t>arr</a:t>
            </a:r>
            <a:r>
              <a:rPr lang="en-US" dirty="0">
                <a:latin typeface="Consolas" panose="020B0609020204030204" pitchFamily="49" charset="0"/>
              </a:rPr>
              <a:t>[key];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delete(key){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arr</a:t>
            </a:r>
            <a:r>
              <a:rPr lang="en-US" dirty="0">
                <a:latin typeface="Consolas" panose="020B0609020204030204" pitchFamily="49" charset="0"/>
              </a:rPr>
              <a:t>[key] = null;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046CABD-3AB7-1AF0-F789-929A2BDC052E}"/>
                  </a:ext>
                </a:extLst>
              </p14:cNvPr>
              <p14:cNvContentPartPr/>
              <p14:nvPr/>
            </p14:nvContentPartPr>
            <p14:xfrm>
              <a:off x="1594800" y="1402200"/>
              <a:ext cx="9841680" cy="44917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046CABD-3AB7-1AF0-F789-929A2BDC052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85440" y="1392840"/>
                <a:ext cx="9860400" cy="451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08483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B03B7-1A7C-BFE0-2142-D5F46F810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Problem?</a:t>
            </a:r>
          </a:p>
        </p:txBody>
      </p:sp>
      <p:pic>
        <p:nvPicPr>
          <p:cNvPr id="1026" name="Picture 2" descr="An aerial vies of an NSA data center that is estimated to have a few exabytes of memory storage space. The datacenter requires multiple warehouse-sized buildings.">
            <a:extLst>
              <a:ext uri="{FF2B5EF4-FFF2-40B4-BE49-F238E27FC236}">
                <a16:creationId xmlns:a16="http://schemas.microsoft.com/office/drawing/2014/main" id="{33789634-95FF-589B-DCA8-20F6EEB6F69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0" y="2305844"/>
            <a:ext cx="5080000" cy="339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2073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EBAF4-F1F4-9C84-F186-4A0326FB4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C22E5-FF63-9465-BBF3-027FF5402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Idea:</a:t>
            </a:r>
          </a:p>
          <a:p>
            <a:pPr lvl="1"/>
            <a:r>
              <a:rPr lang="en-US" dirty="0"/>
              <a:t>Have a small array to store information</a:t>
            </a:r>
          </a:p>
          <a:p>
            <a:pPr lvl="1"/>
            <a:r>
              <a:rPr lang="en-US" dirty="0"/>
              <a:t>Use a </a:t>
            </a:r>
            <a:r>
              <a:rPr lang="en-US" b="1" dirty="0"/>
              <a:t>hash function</a:t>
            </a:r>
            <a:r>
              <a:rPr lang="en-US" dirty="0"/>
              <a:t> to convert the key into an index</a:t>
            </a:r>
          </a:p>
          <a:p>
            <a:pPr lvl="2"/>
            <a:r>
              <a:rPr lang="en-US" dirty="0"/>
              <a:t>Hash function should “scatter” the keys, behave as if it randomly assigned keys to indices</a:t>
            </a:r>
          </a:p>
          <a:p>
            <a:pPr lvl="1"/>
            <a:r>
              <a:rPr lang="en-US" dirty="0"/>
              <a:t>Store key at the index given by the hash function</a:t>
            </a:r>
          </a:p>
          <a:p>
            <a:pPr lvl="1"/>
            <a:r>
              <a:rPr lang="en-US" dirty="0"/>
              <a:t>Do something if two keys map to the same place (should be very rare)</a:t>
            </a:r>
          </a:p>
          <a:p>
            <a:pPr lvl="2"/>
            <a:r>
              <a:rPr lang="en-US" dirty="0"/>
              <a:t>Collision resolution</a:t>
            </a:r>
          </a:p>
        </p:txBody>
      </p:sp>
      <p:grpSp>
        <p:nvGrpSpPr>
          <p:cNvPr id="16" name="Group 15" descr="For each operation we will be given a key object.">
            <a:extLst>
              <a:ext uri="{FF2B5EF4-FFF2-40B4-BE49-F238E27FC236}">
                <a16:creationId xmlns:a16="http://schemas.microsoft.com/office/drawing/2014/main" id="{E33969F7-B6FB-C649-85E2-626BA79B8CF1}"/>
              </a:ext>
            </a:extLst>
          </p:cNvPr>
          <p:cNvGrpSpPr/>
          <p:nvPr/>
        </p:nvGrpSpPr>
        <p:grpSpPr>
          <a:xfrm>
            <a:off x="713741" y="5164328"/>
            <a:ext cx="1300479" cy="1147572"/>
            <a:chOff x="713741" y="5164328"/>
            <a:chExt cx="1300479" cy="1147572"/>
          </a:xfrm>
        </p:grpSpPr>
        <p:pic>
          <p:nvPicPr>
            <p:cNvPr id="1026" name="Picture 2" descr="Key Clipart Images – Browse 33,319 Stock Photos, Vectors, and Video | Adobe  Stock">
              <a:extLst>
                <a:ext uri="{FF2B5EF4-FFF2-40B4-BE49-F238E27FC236}">
                  <a16:creationId xmlns:a16="http://schemas.microsoft.com/office/drawing/2014/main" id="{A711E177-0A03-6A78-A571-9F53531A00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" y="5164328"/>
              <a:ext cx="1252220" cy="751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8BC6414-62CE-EA22-FB80-F74A3FDF0CD2}"/>
                </a:ext>
              </a:extLst>
            </p:cNvPr>
            <p:cNvSpPr txBox="1"/>
            <p:nvPr/>
          </p:nvSpPr>
          <p:spPr>
            <a:xfrm>
              <a:off x="713741" y="5942568"/>
              <a:ext cx="11905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Key Object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Arrow: Right 3" descr="We apply a hash function to the key object, which returns an integer.">
                <a:extLst>
                  <a:ext uri="{FF2B5EF4-FFF2-40B4-BE49-F238E27FC236}">
                    <a16:creationId xmlns:a16="http://schemas.microsoft.com/office/drawing/2014/main" id="{45C3AE01-1BAE-1391-79A0-0069B31AEC24}"/>
                  </a:ext>
                </a:extLst>
              </p:cNvPr>
              <p:cNvSpPr/>
              <p:nvPr/>
            </p:nvSpPr>
            <p:spPr>
              <a:xfrm>
                <a:off x="2476500" y="5164328"/>
                <a:ext cx="955040" cy="751840"/>
              </a:xfrm>
              <a:prstGeom prst="rightArrow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Arrow: Right 3" descr="We apply a hash function to the key object, which returns an integer.">
                <a:extLst>
                  <a:ext uri="{FF2B5EF4-FFF2-40B4-BE49-F238E27FC236}">
                    <a16:creationId xmlns:a16="http://schemas.microsoft.com/office/drawing/2014/main" id="{45C3AE01-1BAE-1391-79A0-0069B31AEC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500" y="5164328"/>
                <a:ext cx="955040" cy="751840"/>
              </a:xfrm>
              <a:prstGeom prst="rightArrow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066459D7-FB1D-BBF7-141C-D2577C0E01B4}"/>
              </a:ext>
            </a:extLst>
          </p:cNvPr>
          <p:cNvSpPr txBox="1"/>
          <p:nvPr/>
        </p:nvSpPr>
        <p:spPr>
          <a:xfrm>
            <a:off x="3360260" y="5355328"/>
            <a:ext cx="1422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Some Integer</a:t>
            </a:r>
          </a:p>
        </p:txBody>
      </p:sp>
      <p:sp>
        <p:nvSpPr>
          <p:cNvPr id="17" name="Arrow: Right 16" descr="Next we perform a modulus operation on that integer to select an index of an array for our insert, find, and delete operations.">
            <a:extLst>
              <a:ext uri="{FF2B5EF4-FFF2-40B4-BE49-F238E27FC236}">
                <a16:creationId xmlns:a16="http://schemas.microsoft.com/office/drawing/2014/main" id="{B5298C6D-A5AF-44EB-717D-6711EFE60FC8}"/>
              </a:ext>
            </a:extLst>
          </p:cNvPr>
          <p:cNvSpPr/>
          <p:nvPr/>
        </p:nvSpPr>
        <p:spPr>
          <a:xfrm>
            <a:off x="4754350" y="4783932"/>
            <a:ext cx="2037080" cy="146050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Insert / find /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delete</a:t>
            </a:r>
          </a:p>
        </p:txBody>
      </p:sp>
      <p:grpSp>
        <p:nvGrpSpPr>
          <p:cNvPr id="20" name="Group 19" descr="Our array stores key-value pairs. The index used depends on the result of applying the hash function to the key and then modding by the array's length.">
            <a:extLst>
              <a:ext uri="{FF2B5EF4-FFF2-40B4-BE49-F238E27FC236}">
                <a16:creationId xmlns:a16="http://schemas.microsoft.com/office/drawing/2014/main" id="{2C8BA4EC-B7F1-49C0-3B37-79801EE19605}"/>
              </a:ext>
            </a:extLst>
          </p:cNvPr>
          <p:cNvGrpSpPr/>
          <p:nvPr/>
        </p:nvGrpSpPr>
        <p:grpSpPr>
          <a:xfrm>
            <a:off x="6906260" y="5164328"/>
            <a:ext cx="5120640" cy="640080"/>
            <a:chOff x="6906260" y="5164328"/>
            <a:chExt cx="5120640" cy="6400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5CEE9F9-2EBE-4CC1-9403-3C322B3D011A}"/>
                </a:ext>
              </a:extLst>
            </p:cNvPr>
            <p:cNvGrpSpPr/>
            <p:nvPr/>
          </p:nvGrpSpPr>
          <p:grpSpPr>
            <a:xfrm>
              <a:off x="6906260" y="5164328"/>
              <a:ext cx="5120640" cy="640080"/>
              <a:chOff x="1470660" y="4001294"/>
              <a:chExt cx="5120640" cy="640080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E15F891-EABE-C715-0CC0-B077530D6B06}"/>
                  </a:ext>
                </a:extLst>
              </p:cNvPr>
              <p:cNvSpPr/>
              <p:nvPr/>
            </p:nvSpPr>
            <p:spPr>
              <a:xfrm>
                <a:off x="1470660" y="4001294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916793F-F73D-8588-59C0-B5CD1713D13C}"/>
                  </a:ext>
                </a:extLst>
              </p:cNvPr>
              <p:cNvSpPr/>
              <p:nvPr/>
            </p:nvSpPr>
            <p:spPr>
              <a:xfrm>
                <a:off x="2110740" y="4001294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BF5FE7C-60F8-DCCD-71CA-23CCA50514E5}"/>
                  </a:ext>
                </a:extLst>
              </p:cNvPr>
              <p:cNvSpPr/>
              <p:nvPr/>
            </p:nvSpPr>
            <p:spPr>
              <a:xfrm>
                <a:off x="2750820" y="4001294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E908263-8B67-5D74-ACF7-D2EF2DE9F6C9}"/>
                  </a:ext>
                </a:extLst>
              </p:cNvPr>
              <p:cNvSpPr/>
              <p:nvPr/>
            </p:nvSpPr>
            <p:spPr>
              <a:xfrm>
                <a:off x="3390900" y="4001294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5C47B54-CFE9-D28C-B605-0944181CD613}"/>
                  </a:ext>
                </a:extLst>
              </p:cNvPr>
              <p:cNvSpPr/>
              <p:nvPr/>
            </p:nvSpPr>
            <p:spPr>
              <a:xfrm>
                <a:off x="4030980" y="4001294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D809D88-9346-16AB-47D9-15E1AB178F52}"/>
                  </a:ext>
                </a:extLst>
              </p:cNvPr>
              <p:cNvSpPr/>
              <p:nvPr/>
            </p:nvSpPr>
            <p:spPr>
              <a:xfrm>
                <a:off x="4671060" y="4001294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830064F-7EE5-1285-D430-ECA89FA194B5}"/>
                  </a:ext>
                </a:extLst>
              </p:cNvPr>
              <p:cNvSpPr/>
              <p:nvPr/>
            </p:nvSpPr>
            <p:spPr>
              <a:xfrm>
                <a:off x="5311140" y="4001294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35BB3CB-8E1A-CB22-7ACF-36852255E9A8}"/>
                  </a:ext>
                </a:extLst>
              </p:cNvPr>
              <p:cNvSpPr/>
              <p:nvPr/>
            </p:nvSpPr>
            <p:spPr>
              <a:xfrm>
                <a:off x="5951220" y="4001294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18" name="Picture 2" descr="Key Clipart Images – Browse 33,319 Stock Photos, Vectors, and Video | Adobe  Stock">
              <a:extLst>
                <a:ext uri="{FF2B5EF4-FFF2-40B4-BE49-F238E27FC236}">
                  <a16:creationId xmlns:a16="http://schemas.microsoft.com/office/drawing/2014/main" id="{54070E1C-8E07-4C18-0042-FC895ADDBE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33118" y="5185664"/>
              <a:ext cx="513663" cy="3081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BAE7921-37C6-D987-ECCC-13611CBD6373}"/>
                </a:ext>
              </a:extLst>
            </p:cNvPr>
            <p:cNvSpPr txBox="1"/>
            <p:nvPr/>
          </p:nvSpPr>
          <p:spPr>
            <a:xfrm>
              <a:off x="8100060" y="5435076"/>
              <a:ext cx="81483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&amp; value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67EEDEE-2149-0958-2911-AB069813A9CC}"/>
                  </a:ext>
                </a:extLst>
              </p14:cNvPr>
              <p14:cNvContentPartPr/>
              <p14:nvPr/>
            </p14:nvContentPartPr>
            <p14:xfrm>
              <a:off x="4790160" y="4519080"/>
              <a:ext cx="544320" cy="3430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67EEDEE-2149-0958-2911-AB069813A9C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80800" y="4509720"/>
                <a:ext cx="563040" cy="36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8518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13207-1731-F324-9EFD-97EA91C31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67BF8A-64CB-BF2A-19BD-A42168847C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Key: Phone Number</a:t>
                </a:r>
              </a:p>
              <a:p>
                <a:r>
                  <a:rPr lang="en-US" dirty="0"/>
                  <a:t>Value: People</a:t>
                </a:r>
              </a:p>
              <a:p>
                <a:r>
                  <a:rPr lang="en-US" dirty="0"/>
                  <a:t>Table size: 10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𝑝h𝑜𝑛𝑒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number as an integer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8675309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%10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=9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67BF8A-64CB-BF2A-19BD-A42168847C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 descr="An example of an empty array of size 10">
            <a:extLst>
              <a:ext uri="{FF2B5EF4-FFF2-40B4-BE49-F238E27FC236}">
                <a16:creationId xmlns:a16="http://schemas.microsoft.com/office/drawing/2014/main" id="{8F0E165E-825A-2E57-85C9-42A8F3BE9294}"/>
              </a:ext>
            </a:extLst>
          </p:cNvPr>
          <p:cNvGrpSpPr/>
          <p:nvPr/>
        </p:nvGrpSpPr>
        <p:grpSpPr>
          <a:xfrm>
            <a:off x="4953000" y="660717"/>
            <a:ext cx="6400800" cy="1097280"/>
            <a:chOff x="4953000" y="660717"/>
            <a:chExt cx="6400800" cy="109728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7CC2950-7509-104F-9B67-658FD652C2A7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3E044AF-73B9-3E7A-F3B9-8485C08B25F9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D038655-C5CF-B784-02FB-537E45376796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A73B9BD-EC6B-2C79-E987-A6B3E7E944FD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F18A31B-96C6-BE46-4F61-B05B5E36AECC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44F5CFF-7730-9C8F-D94C-7C8F16188F89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D97F77D-F0C4-2944-97DA-8210EDBECBC4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2DFFC00-9F00-F7D2-2250-AC07E65D0CD7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098C2B0-C5D6-ED74-92F9-565F8786F113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2507EFD-F0E2-7CAA-2A7A-086720DE0A96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4EB7E35-01E7-8973-C158-B1EF4676CA26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5FADE01-8330-8ED4-8775-27A59AD8AD40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67431FB-7023-308E-D1BF-A5F71B6FCC2E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8BD93D2-EB68-B807-BD17-1E5C004C18E8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D22D90A-5F76-FBE8-5DAA-6AB8C6BFE1EA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784D1BC-105B-10DF-C9FC-871CCA3BDDA5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BD0B091-DC55-2392-75EE-BEAB25F85713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F90ED62-90C0-5695-0759-9E63E1EBBD9D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CCFF9C65-682C-F519-6FF3-FD694A5F99D8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BB2EDE4C-4DA8-31B1-7678-86A1A8B555DB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3D404C5E-9347-BC04-8E16-5E7FF0243DE1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25209DC-0518-480E-5A9F-7F6C1D4CD0B2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C50D915-4008-7288-1D0C-2A8A0953DA7D}"/>
                  </a:ext>
                </a:extLst>
              </p14:cNvPr>
              <p14:cNvContentPartPr/>
              <p14:nvPr/>
            </p14:nvContentPartPr>
            <p14:xfrm>
              <a:off x="804960" y="511200"/>
              <a:ext cx="10527120" cy="4556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C50D915-4008-7288-1D0C-2A8A0953DA7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5600" y="501840"/>
                <a:ext cx="10545840" cy="457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90286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0EC20-4FA4-D18D-A0AE-BE56D6EB3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Influences Running time?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EB0D1-210A-8443-B622-C72556A6A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long hashing itself takes</a:t>
            </a:r>
          </a:p>
          <a:p>
            <a:r>
              <a:rPr lang="en-US" dirty="0"/>
              <a:t>Likelihood of collisions</a:t>
            </a:r>
          </a:p>
          <a:p>
            <a:pPr lvl="1"/>
            <a:r>
              <a:rPr lang="en-US" dirty="0"/>
              <a:t>Size of the array vs number of values in the array</a:t>
            </a:r>
          </a:p>
          <a:p>
            <a:pPr lvl="1"/>
            <a:r>
              <a:rPr lang="en-US" dirty="0"/>
              <a:t>“quality” of our hash function</a:t>
            </a:r>
          </a:p>
          <a:p>
            <a:r>
              <a:rPr lang="en-US" dirty="0"/>
              <a:t>What we do when we have a collision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8B65344-C062-6546-6A85-19B6DEC8EE70}"/>
                  </a:ext>
                </a:extLst>
              </p14:cNvPr>
              <p14:cNvContentPartPr/>
              <p14:nvPr/>
            </p14:nvContentPartPr>
            <p14:xfrm>
              <a:off x="970920" y="1846080"/>
              <a:ext cx="7220880" cy="24037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8B65344-C062-6546-6A85-19B6DEC8EE7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1560" y="1836720"/>
                <a:ext cx="7239600" cy="242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2587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A3157-9EDB-A5A0-CA4E-45FD83444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a “Good” Hash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8E848-4314-D161-07CD-DB538594E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Definition: A hash function maps objects to integers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Consistent</a:t>
            </a:r>
          </a:p>
          <a:p>
            <a:pPr lvl="1"/>
            <a:r>
              <a:rPr lang="en-US" dirty="0"/>
              <a:t>Objects considered “equal” should hash to the same value</a:t>
            </a:r>
          </a:p>
          <a:p>
            <a:pPr lvl="1"/>
            <a:r>
              <a:rPr lang="en-US" dirty="0"/>
              <a:t>Deterministic: running the hash function on the same object twice should yield the same result</a:t>
            </a:r>
          </a:p>
          <a:p>
            <a:r>
              <a:rPr lang="en-US" b="1" dirty="0"/>
              <a:t>Uniform</a:t>
            </a:r>
          </a:p>
          <a:p>
            <a:pPr lvl="1"/>
            <a:r>
              <a:rPr lang="en-US" dirty="0"/>
              <a:t>Should be able to use every index in a fixed-size array</a:t>
            </a:r>
          </a:p>
          <a:p>
            <a:pPr lvl="1"/>
            <a:r>
              <a:rPr lang="en-US" dirty="0"/>
              <a:t>Should use every index at roughly equal rates</a:t>
            </a:r>
            <a:endParaRPr lang="en-US" b="1" dirty="0"/>
          </a:p>
          <a:p>
            <a:r>
              <a:rPr lang="en-US" b="1" dirty="0"/>
              <a:t>Effective</a:t>
            </a:r>
            <a:endParaRPr lang="en-US" dirty="0"/>
          </a:p>
          <a:p>
            <a:pPr lvl="1"/>
            <a:r>
              <a:rPr lang="en-US" dirty="0"/>
              <a:t>It should be difficult to find two objects which hash to the same value</a:t>
            </a:r>
          </a:p>
          <a:p>
            <a:pPr lvl="1"/>
            <a:r>
              <a:rPr lang="en-US" dirty="0"/>
              <a:t>Given on object, it should be hard to find a different object which hashes to the same value</a:t>
            </a:r>
          </a:p>
          <a:p>
            <a:pPr lvl="1"/>
            <a:r>
              <a:rPr lang="en-US" dirty="0"/>
              <a:t>“Avalanche effect”: making a small change to the object yields big changes in the value it hashes to</a:t>
            </a:r>
          </a:p>
          <a:p>
            <a:r>
              <a:rPr lang="en-US" b="1" dirty="0"/>
              <a:t>Efficient</a:t>
            </a:r>
          </a:p>
          <a:p>
            <a:pPr lvl="1"/>
            <a:r>
              <a:rPr lang="en-US" dirty="0"/>
              <a:t>Time to calculate the hash should be very small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70687BF-BC94-99B1-8D76-C1A068BF4ABE}"/>
                  </a:ext>
                </a:extLst>
              </p14:cNvPr>
              <p14:cNvContentPartPr/>
              <p14:nvPr/>
            </p14:nvContentPartPr>
            <p14:xfrm>
              <a:off x="399600" y="2210400"/>
              <a:ext cx="10314720" cy="3665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70687BF-BC94-99B1-8D76-C1A068BF4A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0240" y="2201040"/>
                <a:ext cx="10333440" cy="368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8033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AEB70-2748-0FB0-4AA5-4178E105F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Bad Hash (and phone number trivia)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BD3363-EAA6-6613-37B3-2C8AC002A3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𝑝h𝑜𝑛𝑒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the first digit of the phone number</a:t>
                </a:r>
              </a:p>
              <a:p>
                <a:pPr lvl="1"/>
                <a:r>
                  <a:rPr lang="en-US" dirty="0"/>
                  <a:t>Assume 10-digit format</a:t>
                </a:r>
              </a:p>
              <a:p>
                <a:pPr lvl="1"/>
                <a:r>
                  <a:rPr lang="en-US" dirty="0"/>
                  <a:t>No US phone numbers start with 1 or 0</a:t>
                </a:r>
              </a:p>
              <a:p>
                <a:pPr lvl="1"/>
                <a:r>
                  <a:rPr lang="en-US" dirty="0"/>
                  <a:t>If we’re sampling from this class, 2 is by far the most likely</a:t>
                </a:r>
              </a:p>
              <a:p>
                <a:r>
                  <a:rPr lang="en-US" dirty="0"/>
                  <a:t>Consistent? Yes!</a:t>
                </a:r>
              </a:p>
              <a:p>
                <a:r>
                  <a:rPr lang="en-US" dirty="0"/>
                  <a:t>Uniform? No!</a:t>
                </a:r>
              </a:p>
              <a:p>
                <a:r>
                  <a:rPr lang="en-US" dirty="0"/>
                  <a:t>Effective? No!</a:t>
                </a:r>
              </a:p>
              <a:p>
                <a:r>
                  <a:rPr lang="en-US" dirty="0"/>
                  <a:t>Efficient? Yes!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BD3363-EAA6-6613-37B3-2C8AC002A3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 descr="An example of an empty array of size 10">
            <a:extLst>
              <a:ext uri="{FF2B5EF4-FFF2-40B4-BE49-F238E27FC236}">
                <a16:creationId xmlns:a16="http://schemas.microsoft.com/office/drawing/2014/main" id="{F20E693B-93AA-C117-7620-A18DD24FEB40}"/>
              </a:ext>
            </a:extLst>
          </p:cNvPr>
          <p:cNvGrpSpPr/>
          <p:nvPr/>
        </p:nvGrpSpPr>
        <p:grpSpPr>
          <a:xfrm>
            <a:off x="5298440" y="4830128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E418751-3F07-0DFF-4FC2-B57C51B02C1F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C1010E2-3D4F-53C1-6B99-1B18E60FDD06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AA24EDF-2E5C-B7EB-CE04-579C70775B6C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EADAEB4-C706-9861-DD5F-AE494EBB44DA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FB7A9A4-6398-EC12-E456-B11FEE14681B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2BA606F0-F91C-900A-B85F-6F6E4A35C350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8CD4196-E921-BC0C-4178-6E47474B52AF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6B78A1D-8822-7D5B-EBCD-C2BA219456B7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F39AF62-A56B-F6B5-E0D1-6A4473C47F32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FD48D035-BB15-9D68-B22D-DC97C43D8E9F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2E3EA93E-6F99-B4B5-E846-D6930840224B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4644001-843C-9580-BCB1-87AEB1D91864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9423C69-BC54-9C2E-3E25-F467B7226CF4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4630411-625B-9FF1-7FC8-929037C4E362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526C368-E744-8F5C-3D09-060814B63658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87D8E32-A226-6474-7942-8506A86639BA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1841967-D254-6740-6886-C85A2566A5E1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A60285C-0BD9-3F25-00F4-BDFBDF50B872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23F4E4E-647F-EF99-B6C9-606016E5942C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4A5911F-FAAC-13F1-DB1A-3338BFA5448C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44A62AC-6E01-38F1-6D3B-B17AE3E08989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477B64A-820D-EDCA-CB1B-C491E58A0BF5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86402BEC-C606-08CB-2BDC-1ED06A19252F}"/>
                  </a:ext>
                </a:extLst>
              </p14:cNvPr>
              <p14:cNvContentPartPr/>
              <p14:nvPr/>
            </p14:nvContentPartPr>
            <p14:xfrm>
              <a:off x="3481200" y="2225880"/>
              <a:ext cx="3521520" cy="36374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86402BEC-C606-08CB-2BDC-1ED06A19252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71840" y="2216520"/>
                <a:ext cx="3540240" cy="365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426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C18AD-8782-101D-71B2-AACF88D77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 These Hash Functions (for strings)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2B1475-B392-8867-1600-491BB288DC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 be a string 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be the ascii encoding of the character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Not effective, is consistent, not uniform, is efficient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Not effective (bear vs. bare), is efficient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37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e>
                        </m:nary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2⋅</m:t>
                        </m:r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37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e>
                        </m:nary>
                      </m:e>
                    </m:d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2B1475-B392-8867-1600-491BB288DC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4277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EB21B-983A-7F4D-AB2A-1B8088E50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37551-8A02-8C7A-602B-6AAC9CB09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Those Example Hash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812570-FEA2-2252-6C25-829FA46434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 be a string 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be the ascii encoding of the character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Is: consistent, efficient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Is: consistent, efficient, and possibly uniform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37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e>
                        </m:nary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Is: Consistent, efficient, uniform, and effective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2⋅</m:t>
                        </m:r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37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e>
                        </m:nary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Is: Consistent, efficient, effective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812570-FEA2-2252-6C25-829FA46434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 b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32117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E667C-B941-C501-51C7-D82169935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Ideal Insert 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2349D-FC71-54C6-22B8-58D6B00AA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Supposing we have a “good” hash function: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insert(key, value){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h = </a:t>
            </a:r>
            <a:r>
              <a:rPr lang="en-US" dirty="0" err="1">
                <a:latin typeface="Consolas" panose="020B0609020204030204" pitchFamily="49" charset="0"/>
              </a:rPr>
              <a:t>key.hash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</a:rPr>
              <a:t>arr</a:t>
            </a:r>
            <a:r>
              <a:rPr lang="en-US" dirty="0">
                <a:latin typeface="Consolas" panose="020B0609020204030204" pitchFamily="49" charset="0"/>
              </a:rPr>
              <a:t>[h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r>
              <a:rPr lang="en-US" dirty="0">
                <a:latin typeface="Consolas" panose="020B0609020204030204" pitchFamily="49" charset="0"/>
              </a:rPr>
              <a:t>] = value;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/>
              <a:t>Problem: It’s possible that two different keys map to the same index!</a:t>
            </a:r>
          </a:p>
          <a:p>
            <a:pPr marL="0" indent="0">
              <a:buNone/>
            </a:pPr>
            <a:r>
              <a:rPr lang="en-US" dirty="0"/>
              <a:t>This is called a “collision”</a:t>
            </a:r>
          </a:p>
        </p:txBody>
      </p:sp>
    </p:spTree>
    <p:extLst>
      <p:ext uri="{BB962C8B-B14F-4D97-AF65-F5344CB8AC3E}">
        <p14:creationId xmlns:p14="http://schemas.microsoft.com/office/powerpoint/2010/main" val="2350651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4A8AF-72A5-B472-A0CD-E37AFD3D0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Resolution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7292A-1917-0E43-0B96-34F56EC9D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Collision occurs when we want to insert something into an already-occupied position in the hash table</a:t>
            </a:r>
          </a:p>
          <a:p>
            <a:r>
              <a:rPr lang="en-US" dirty="0"/>
              <a:t>2 main strategies:</a:t>
            </a:r>
          </a:p>
          <a:p>
            <a:pPr lvl="1"/>
            <a:r>
              <a:rPr lang="en-US" dirty="0"/>
              <a:t>Separate Chaining</a:t>
            </a:r>
          </a:p>
          <a:p>
            <a:pPr lvl="2"/>
            <a:r>
              <a:rPr lang="en-US" dirty="0"/>
              <a:t>Use a secondary data structure to contain the items</a:t>
            </a:r>
          </a:p>
          <a:p>
            <a:pPr lvl="3"/>
            <a:r>
              <a:rPr lang="en-US" dirty="0"/>
              <a:t>E.g. each index in the hash table is itself a linked list</a:t>
            </a:r>
          </a:p>
          <a:p>
            <a:pPr lvl="1"/>
            <a:r>
              <a:rPr lang="en-US" dirty="0"/>
              <a:t>Open Addressing</a:t>
            </a:r>
          </a:p>
          <a:p>
            <a:pPr lvl="2"/>
            <a:r>
              <a:rPr lang="en-US" dirty="0"/>
              <a:t>Use a different spot in the table instead</a:t>
            </a:r>
          </a:p>
          <a:p>
            <a:pPr lvl="3"/>
            <a:r>
              <a:rPr lang="en-US" dirty="0"/>
              <a:t>Linear Probing</a:t>
            </a:r>
          </a:p>
          <a:p>
            <a:pPr lvl="3"/>
            <a:r>
              <a:rPr lang="en-US" dirty="0"/>
              <a:t>Quadratic Probing</a:t>
            </a:r>
          </a:p>
          <a:p>
            <a:pPr lvl="3"/>
            <a:r>
              <a:rPr lang="en-US" dirty="0"/>
              <a:t>Double Hashing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4" name="Group 3" descr="An empty array of size 10">
            <a:extLst>
              <a:ext uri="{FF2B5EF4-FFF2-40B4-BE49-F238E27FC236}">
                <a16:creationId xmlns:a16="http://schemas.microsoft.com/office/drawing/2014/main" id="{AF91B734-73D3-DC0E-2EA2-99B52DE40162}"/>
              </a:ext>
            </a:extLst>
          </p:cNvPr>
          <p:cNvGrpSpPr/>
          <p:nvPr/>
        </p:nvGrpSpPr>
        <p:grpSpPr>
          <a:xfrm>
            <a:off x="5389880" y="5395595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BAB576A-E277-4D44-8605-52AA1885F28A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B6B729D-973C-9729-632E-7734BF046430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D280AE4-DF69-9BCF-A1E0-3A8E6BE2B33B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B8C4FDE-B0DE-2771-370F-1A0C867096C0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B97DC60-EB0D-24EA-F496-C00651236C4A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8589CB5-BA80-50F5-226F-5781BC30B897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1334B41-6AC4-A0BD-25EF-9FB7C063565F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AA01879-292C-EAF8-264C-81133339D775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0E7C03F-94AB-7223-381C-92C41393769B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75E6F94F-27FE-D263-E64E-FE7AB20BF7C9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F73501A-40F5-F49B-0791-7DCE4C018645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5C056CA-946D-B557-9168-1E9CA2B477B6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2E4B604-A8C8-A753-DAD3-56463AC1B8B9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40D010B-46BA-24A7-2F9F-E2B5E82325AC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DE21E00-A30B-1A54-F38A-541C565F9340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4F2D1BF-F61C-68D8-1070-7FA83CFF1DF3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D8FBC60-940C-B628-8C12-BC09ED41F408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9443195-B9EA-DE7E-DBA2-00E011DBA1C2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800E23E-90B1-5279-C25A-4E2AC8972ED3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77FE1D7-CC95-D643-4744-7214AFBD5D15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DCB5281-E8A2-F396-0EC9-1F31090E63F7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ED01229-04B7-F7D8-4C7C-A8A02458CA1E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32833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F4894-2A49-82B5-C96E-DFA05D0FF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Separate Chaining Insert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D5626-3246-1215-758C-CBB80CF69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insert </a:t>
            </a:r>
            <a:r>
              <a:rPr lang="en-US" dirty="0">
                <a:latin typeface="Consolas" panose="020B0609020204030204" pitchFamily="49" charset="0"/>
              </a:rPr>
              <a:t>k, v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Compute the index using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h(k)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Add the key-value pair to the data structure at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</a:p>
          <a:p>
            <a:pPr lvl="1"/>
            <a:endParaRPr lang="en-US" dirty="0"/>
          </a:p>
        </p:txBody>
      </p:sp>
      <p:grpSp>
        <p:nvGrpSpPr>
          <p:cNvPr id="28" name="Group 27" descr="An example of a separate chaining hash table. It is an array, where some indices of the array have a reference to the front node of a linked list. Those linked lists contain key-value pairs.&#10;&#10;A separate chaining hashtable is an array of linked lists, where each linked list stores the key-value pairs for keys that map to that index.">
            <a:extLst>
              <a:ext uri="{FF2B5EF4-FFF2-40B4-BE49-F238E27FC236}">
                <a16:creationId xmlns:a16="http://schemas.microsoft.com/office/drawing/2014/main" id="{F0D0E908-65FA-3B86-F2C7-EB14E6925F15}"/>
              </a:ext>
            </a:extLst>
          </p:cNvPr>
          <p:cNvGrpSpPr/>
          <p:nvPr/>
        </p:nvGrpSpPr>
        <p:grpSpPr>
          <a:xfrm>
            <a:off x="5389880" y="3947797"/>
            <a:ext cx="6400800" cy="2545078"/>
            <a:chOff x="5389880" y="3947797"/>
            <a:chExt cx="6400800" cy="254507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F7D1AD0-1B9E-412D-3A20-E79C7C02DFF4}"/>
                </a:ext>
              </a:extLst>
            </p:cNvPr>
            <p:cNvGrpSpPr/>
            <p:nvPr/>
          </p:nvGrpSpPr>
          <p:grpSpPr>
            <a:xfrm>
              <a:off x="5389880" y="5395595"/>
              <a:ext cx="6400800" cy="1097280"/>
              <a:chOff x="4953000" y="660717"/>
              <a:chExt cx="6400800" cy="1097280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07386195-BD90-00BB-B11C-2E0A51EBF726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EA268444-E9D8-103A-F880-AB46C12BC769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2FE7D612-CC0B-0352-BEBB-325F28C5F24F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0094040C-B153-41DB-4A4A-4062B5FB7766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7086E2FC-87C5-76F1-BF3B-38BF8C1727B2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BBEE80FF-E49F-4242-CE72-CE8B36A51656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90C3ED64-7D18-86F3-420B-1C3D977FD624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71237C98-7B2E-9E91-022B-629C5413948D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B8E410D9-4E58-2B93-328E-E35FEF26D712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B5871046-D0CF-483C-3624-DB67CD874028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AE97B709-8E5C-B28D-C6FB-76F340883847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3E104D4D-BF21-079D-627C-D3EF4B58C1C9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B92CA787-F351-99CE-8252-3670679984A2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DFDE562F-FEFB-3C87-66C5-4FC515819004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10A1EED9-0D82-9636-8B98-6D690796FEDE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7BDFB5B6-896C-C056-1726-CBD6B12B0DE9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090583C2-0EFF-A52C-5C11-BC8107E92DD0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7B9558DB-4D3B-2005-36D4-28AC5C20D22A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B224E418-7E41-4486-364E-ACB18FBC9F01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4DEB544B-D1D8-EE6A-385C-E7D77E8C8DB1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1FE74979-FA11-F7E9-3C7A-3704658B6B39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ED3DD26-95AB-A798-AE3E-AB168FC60C26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0C9EE3D-D77C-1669-D63E-C775BFAB8BA3}"/>
                </a:ext>
              </a:extLst>
            </p:cNvPr>
            <p:cNvSpPr/>
            <p:nvPr/>
          </p:nvSpPr>
          <p:spPr>
            <a:xfrm>
              <a:off x="6755765" y="4671696"/>
              <a:ext cx="468630" cy="4686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k,v</a:t>
              </a:r>
              <a:endParaRPr lang="en-US" sz="12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DC057F3-CE4E-FEA4-8BF7-41B10D3E6F86}"/>
                </a:ext>
              </a:extLst>
            </p:cNvPr>
            <p:cNvCxnSpPr>
              <a:cxnSpLocks/>
              <a:stCxn id="19" idx="0"/>
              <a:endCxn id="27" idx="2"/>
            </p:cNvCxnSpPr>
            <p:nvPr/>
          </p:nvCxnSpPr>
          <p:spPr>
            <a:xfrm flipV="1">
              <a:off x="6990080" y="5140326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549F27C-56EF-C166-BA10-B4920B8A79A7}"/>
                </a:ext>
              </a:extLst>
            </p:cNvPr>
            <p:cNvSpPr/>
            <p:nvPr/>
          </p:nvSpPr>
          <p:spPr>
            <a:xfrm>
              <a:off x="8703309" y="4671696"/>
              <a:ext cx="468630" cy="4686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k,v</a:t>
              </a:r>
              <a:endParaRPr lang="en-US" sz="12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113F12D4-0282-8596-10ED-55462BC4C9AF}"/>
                </a:ext>
              </a:extLst>
            </p:cNvPr>
            <p:cNvCxnSpPr>
              <a:cxnSpLocks/>
              <a:endCxn id="31" idx="2"/>
            </p:cNvCxnSpPr>
            <p:nvPr/>
          </p:nvCxnSpPr>
          <p:spPr>
            <a:xfrm flipV="1">
              <a:off x="8937624" y="5140326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D82D35A-7B8F-9FB2-74C6-AA71BF05EB5A}"/>
                </a:ext>
              </a:extLst>
            </p:cNvPr>
            <p:cNvSpPr/>
            <p:nvPr/>
          </p:nvSpPr>
          <p:spPr>
            <a:xfrm>
              <a:off x="8703309" y="3947797"/>
              <a:ext cx="468630" cy="4686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k,v</a:t>
              </a:r>
              <a:endParaRPr lang="en-US" sz="12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9F92726D-8930-6161-E4CD-6CD38D725815}"/>
                </a:ext>
              </a:extLst>
            </p:cNvPr>
            <p:cNvCxnSpPr>
              <a:cxnSpLocks/>
              <a:endCxn id="33" idx="2"/>
            </p:cNvCxnSpPr>
            <p:nvPr/>
          </p:nvCxnSpPr>
          <p:spPr>
            <a:xfrm flipV="1">
              <a:off x="8937624" y="4416427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433653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F4894-2A49-82B5-C96E-DFA05D0FF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Separate Chaining Find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D5626-3246-1215-758C-CBB80CF69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find </a:t>
            </a:r>
            <a:r>
              <a:rPr lang="en-US" dirty="0">
                <a:latin typeface="Consolas" panose="020B0609020204030204" pitchFamily="49" charset="0"/>
              </a:rPr>
              <a:t>k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Compute the index using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h(k)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Call find with the key on the data structure at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endParaRPr lang="en-US" dirty="0"/>
          </a:p>
          <a:p>
            <a:pPr lvl="1"/>
            <a:endParaRPr lang="en-US" dirty="0"/>
          </a:p>
        </p:txBody>
      </p:sp>
      <p:grpSp>
        <p:nvGrpSpPr>
          <p:cNvPr id="28" name="Group 27" descr="An example of a separate chaining hash table. It is an array, where some indices of the array have a reference to the front node of a linked list. Those linked lists contain key-value pairs.&#10;&#10;A separate chaining hashtable is an array of linked lists, where each linked list stores the key-value pairs for keys that map to that index.">
            <a:extLst>
              <a:ext uri="{FF2B5EF4-FFF2-40B4-BE49-F238E27FC236}">
                <a16:creationId xmlns:a16="http://schemas.microsoft.com/office/drawing/2014/main" id="{704D9272-389E-D58A-0B56-E0F660DB9F59}"/>
              </a:ext>
            </a:extLst>
          </p:cNvPr>
          <p:cNvGrpSpPr/>
          <p:nvPr/>
        </p:nvGrpSpPr>
        <p:grpSpPr>
          <a:xfrm>
            <a:off x="5389880" y="3947797"/>
            <a:ext cx="6400800" cy="2545078"/>
            <a:chOff x="5389880" y="3947797"/>
            <a:chExt cx="6400800" cy="254507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F7D1AD0-1B9E-412D-3A20-E79C7C02DFF4}"/>
                </a:ext>
              </a:extLst>
            </p:cNvPr>
            <p:cNvGrpSpPr/>
            <p:nvPr/>
          </p:nvGrpSpPr>
          <p:grpSpPr>
            <a:xfrm>
              <a:off x="5389880" y="5395595"/>
              <a:ext cx="6400800" cy="1097280"/>
              <a:chOff x="4953000" y="660717"/>
              <a:chExt cx="6400800" cy="1097280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07386195-BD90-00BB-B11C-2E0A51EBF726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EA268444-E9D8-103A-F880-AB46C12BC769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2FE7D612-CC0B-0352-BEBB-325F28C5F24F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0094040C-B153-41DB-4A4A-4062B5FB7766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7086E2FC-87C5-76F1-BF3B-38BF8C1727B2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BBEE80FF-E49F-4242-CE72-CE8B36A51656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90C3ED64-7D18-86F3-420B-1C3D977FD624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71237C98-7B2E-9E91-022B-629C5413948D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B8E410D9-4E58-2B93-328E-E35FEF26D712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B5871046-D0CF-483C-3624-DB67CD874028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AE97B709-8E5C-B28D-C6FB-76F340883847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3E104D4D-BF21-079D-627C-D3EF4B58C1C9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B92CA787-F351-99CE-8252-3670679984A2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DFDE562F-FEFB-3C87-66C5-4FC515819004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10A1EED9-0D82-9636-8B98-6D690796FEDE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7BDFB5B6-896C-C056-1726-CBD6B12B0DE9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090583C2-0EFF-A52C-5C11-BC8107E92DD0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7B9558DB-4D3B-2005-36D4-28AC5C20D22A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B224E418-7E41-4486-364E-ACB18FBC9F01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4DEB544B-D1D8-EE6A-385C-E7D77E8C8DB1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1FE74979-FA11-F7E9-3C7A-3704658B6B39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ED3DD26-95AB-A798-AE3E-AB168FC60C26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0C9EE3D-D77C-1669-D63E-C775BFAB8BA3}"/>
                </a:ext>
              </a:extLst>
            </p:cNvPr>
            <p:cNvSpPr/>
            <p:nvPr/>
          </p:nvSpPr>
          <p:spPr>
            <a:xfrm>
              <a:off x="6755765" y="4671696"/>
              <a:ext cx="468630" cy="4686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k,v</a:t>
              </a:r>
              <a:endParaRPr lang="en-US" sz="12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DC057F3-CE4E-FEA4-8BF7-41B10D3E6F86}"/>
                </a:ext>
              </a:extLst>
            </p:cNvPr>
            <p:cNvCxnSpPr>
              <a:cxnSpLocks/>
              <a:stCxn id="19" idx="0"/>
              <a:endCxn id="27" idx="2"/>
            </p:cNvCxnSpPr>
            <p:nvPr/>
          </p:nvCxnSpPr>
          <p:spPr>
            <a:xfrm flipV="1">
              <a:off x="6990080" y="5140326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549F27C-56EF-C166-BA10-B4920B8A79A7}"/>
                </a:ext>
              </a:extLst>
            </p:cNvPr>
            <p:cNvSpPr/>
            <p:nvPr/>
          </p:nvSpPr>
          <p:spPr>
            <a:xfrm>
              <a:off x="8703309" y="4671696"/>
              <a:ext cx="468630" cy="4686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k,v</a:t>
              </a:r>
              <a:endParaRPr lang="en-US" sz="12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113F12D4-0282-8596-10ED-55462BC4C9AF}"/>
                </a:ext>
              </a:extLst>
            </p:cNvPr>
            <p:cNvCxnSpPr>
              <a:cxnSpLocks/>
              <a:endCxn id="31" idx="2"/>
            </p:cNvCxnSpPr>
            <p:nvPr/>
          </p:nvCxnSpPr>
          <p:spPr>
            <a:xfrm flipV="1">
              <a:off x="8937624" y="5140326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D82D35A-7B8F-9FB2-74C6-AA71BF05EB5A}"/>
                </a:ext>
              </a:extLst>
            </p:cNvPr>
            <p:cNvSpPr/>
            <p:nvPr/>
          </p:nvSpPr>
          <p:spPr>
            <a:xfrm>
              <a:off x="8703309" y="3947797"/>
              <a:ext cx="468630" cy="4686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k,v</a:t>
              </a:r>
              <a:endParaRPr lang="en-US" sz="12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9F92726D-8930-6161-E4CD-6CD38D725815}"/>
                </a:ext>
              </a:extLst>
            </p:cNvPr>
            <p:cNvCxnSpPr>
              <a:cxnSpLocks/>
              <a:endCxn id="33" idx="2"/>
            </p:cNvCxnSpPr>
            <p:nvPr/>
          </p:nvCxnSpPr>
          <p:spPr>
            <a:xfrm flipV="1">
              <a:off x="8937624" y="4416427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108361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F4894-2A49-82B5-C96E-DFA05D0FF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Separate Chaining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D5626-3246-1215-758C-CBB80CF69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delete </a:t>
            </a:r>
            <a:r>
              <a:rPr lang="en-US" dirty="0">
                <a:latin typeface="Consolas" panose="020B0609020204030204" pitchFamily="49" charset="0"/>
              </a:rPr>
              <a:t>k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Compute the index using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h(k)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Call delete with the key on the data structure at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endParaRPr lang="en-US" dirty="0"/>
          </a:p>
          <a:p>
            <a:pPr lvl="1"/>
            <a:endParaRPr lang="en-US" dirty="0"/>
          </a:p>
        </p:txBody>
      </p:sp>
      <p:grpSp>
        <p:nvGrpSpPr>
          <p:cNvPr id="4" name="Group 3" descr="An example of a separate chaining hash table. It is an array, where some indices of the array have a reference to the front node of a linked list. Those linked lists contain key-value pairs.&#10;&#10;A separate chaining hashtable is an array of linked lists, where each linked list stores the key-value pairs for keys that map to that index.">
            <a:extLst>
              <a:ext uri="{FF2B5EF4-FFF2-40B4-BE49-F238E27FC236}">
                <a16:creationId xmlns:a16="http://schemas.microsoft.com/office/drawing/2014/main" id="{C50485C1-971C-8906-53EB-58262418D02F}"/>
              </a:ext>
            </a:extLst>
          </p:cNvPr>
          <p:cNvGrpSpPr/>
          <p:nvPr/>
        </p:nvGrpSpPr>
        <p:grpSpPr>
          <a:xfrm>
            <a:off x="5389880" y="3947797"/>
            <a:ext cx="6400800" cy="2545078"/>
            <a:chOff x="5389880" y="3947797"/>
            <a:chExt cx="6400800" cy="2545078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991ECDB6-DBDB-A8C5-13B8-D40E0B56F6CF}"/>
                </a:ext>
              </a:extLst>
            </p:cNvPr>
            <p:cNvGrpSpPr/>
            <p:nvPr/>
          </p:nvGrpSpPr>
          <p:grpSpPr>
            <a:xfrm>
              <a:off x="5389880" y="5395595"/>
              <a:ext cx="6400800" cy="1097280"/>
              <a:chOff x="4953000" y="660717"/>
              <a:chExt cx="6400800" cy="1097280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1AA78154-D2A0-BF2C-9B37-89A4A1379974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2B331FF7-4ADF-F5C5-5A92-E2E26C322D81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343150A1-3A0C-0E2E-806A-D901BAA46E5C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07FA6F73-9326-7623-286F-F79D18C948C5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4B00C70B-769B-1252-448C-DD9A7F25B82A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5A2345D6-30A8-DE1D-1642-CCCCDFD9C13C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D9FD4096-164B-4E14-BE95-4D30896294AD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85C0D695-3EA8-5B0F-C8B5-F6B37DA781FD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364378A1-329E-3EB3-A369-D972CA452FA1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01D4BB78-3629-F57F-7936-EEB4230E3113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D5268C3D-BFFE-225B-A692-AF99650934DB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44B1FA29-7E34-0841-EC22-1222491D9C3E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EA02254A-91CA-3383-8EF6-F5AAF94312F5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2117B7E3-7CA7-C371-0E02-C5C5A9B5A6B6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31CDC39D-5234-7CFE-F9A7-BFA74A9CBB84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A7FECAC9-D12D-95A0-AB8A-DD19A4DFF49A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931F0E9C-6E2C-32C5-2754-D26A3538B18C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D6D4FDA9-756B-31B1-096F-002F125364F4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AB26DF93-8ABD-57E7-3342-E8BB1220BBEA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F9BDE1C0-1567-F432-BFC9-5D6917EBB1F1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94E56DA0-CB51-CD5D-0F83-6A455B6DB6CA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4FA49A12-E978-D7D8-6386-D6286151FBC2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C8BF4F05-1F9D-06B3-2DDC-C289E853CCE0}"/>
                </a:ext>
              </a:extLst>
            </p:cNvPr>
            <p:cNvSpPr/>
            <p:nvPr/>
          </p:nvSpPr>
          <p:spPr>
            <a:xfrm>
              <a:off x="6755765" y="4671696"/>
              <a:ext cx="468630" cy="4686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k,v</a:t>
              </a:r>
              <a:endParaRPr lang="en-US" sz="12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0787E9B0-35F3-4A63-957F-9FA7F2B518A2}"/>
                </a:ext>
              </a:extLst>
            </p:cNvPr>
            <p:cNvCxnSpPr>
              <a:cxnSpLocks/>
              <a:stCxn id="48" idx="0"/>
              <a:endCxn id="56" idx="2"/>
            </p:cNvCxnSpPr>
            <p:nvPr/>
          </p:nvCxnSpPr>
          <p:spPr>
            <a:xfrm flipV="1">
              <a:off x="6990080" y="5140326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8099790F-4528-AB94-CDB3-F6CC4231DE2C}"/>
                </a:ext>
              </a:extLst>
            </p:cNvPr>
            <p:cNvSpPr/>
            <p:nvPr/>
          </p:nvSpPr>
          <p:spPr>
            <a:xfrm>
              <a:off x="8703309" y="4671696"/>
              <a:ext cx="468630" cy="4686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k,v</a:t>
              </a:r>
              <a:endParaRPr lang="en-US" sz="12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B0104CAB-B7CB-EF56-EAD8-BC0CD889224E}"/>
                </a:ext>
              </a:extLst>
            </p:cNvPr>
            <p:cNvCxnSpPr>
              <a:cxnSpLocks/>
              <a:endCxn id="58" idx="2"/>
            </p:cNvCxnSpPr>
            <p:nvPr/>
          </p:nvCxnSpPr>
          <p:spPr>
            <a:xfrm flipV="1">
              <a:off x="8937624" y="5140326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E13C852-F822-AC77-8026-CE353C7665DD}"/>
                </a:ext>
              </a:extLst>
            </p:cNvPr>
            <p:cNvSpPr/>
            <p:nvPr/>
          </p:nvSpPr>
          <p:spPr>
            <a:xfrm>
              <a:off x="8703309" y="3947797"/>
              <a:ext cx="468630" cy="4686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k,v</a:t>
              </a:r>
              <a:endParaRPr lang="en-US" sz="12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751ADFC5-0306-0154-E32F-D9B258F02E0B}"/>
                </a:ext>
              </a:extLst>
            </p:cNvPr>
            <p:cNvCxnSpPr>
              <a:cxnSpLocks/>
              <a:endCxn id="60" idx="2"/>
            </p:cNvCxnSpPr>
            <p:nvPr/>
          </p:nvCxnSpPr>
          <p:spPr>
            <a:xfrm flipV="1">
              <a:off x="8937624" y="4416427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025342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208DC-CFA0-51FE-747F-B24C466E3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Running Time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1269A8-5366-06F8-EC79-56A7CF5C93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</a:t>
                </a:r>
                <a:r>
                  <a:rPr lang="en-US" b="1" dirty="0"/>
                  <a:t>load factor</a:t>
                </a:r>
                <a:r>
                  <a:rPr lang="en-US" dirty="0"/>
                  <a:t> of a hash table represents the average number of items per “bucket”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𝑙𝑒𝑛𝑔𝑡h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Assume we have a hash table that uses a linked-list for separate chaining</a:t>
                </a:r>
              </a:p>
              <a:p>
                <a:pPr lvl="1"/>
                <a:r>
                  <a:rPr lang="en-US" dirty="0"/>
                  <a:t>What is the expected number of comparisons needed in an unsuccessful find?</a:t>
                </a:r>
              </a:p>
              <a:p>
                <a:pPr lvl="2"/>
                <a:endParaRPr lang="en-US" dirty="0"/>
              </a:p>
              <a:p>
                <a:pPr lvl="1"/>
                <a:r>
                  <a:rPr lang="en-US" dirty="0"/>
                  <a:t>What is the expected number of comparisons needed in a successful find?</a:t>
                </a:r>
              </a:p>
              <a:p>
                <a:r>
                  <a:rPr lang="en-US" dirty="0"/>
                  <a:t>How can we make the expected running 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1269A8-5366-06F8-EC79-56A7CF5C93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2013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F8A99-EE1D-8BA1-BF8F-8AE8428FD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5739B-EF93-6D32-C090-5A36AA6BA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Running Time Analysis (Answers)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46576E-E441-D262-342D-969920D971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The </a:t>
                </a:r>
                <a:r>
                  <a:rPr lang="en-US" b="1" dirty="0"/>
                  <a:t>load factor</a:t>
                </a:r>
                <a:r>
                  <a:rPr lang="en-US" dirty="0"/>
                  <a:t> of a hash table represents the average number of items per “bucket”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𝑙𝑒𝑛𝑔𝑡h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Assume we have a hash table that uses a linked-list for separate chaining</a:t>
                </a:r>
              </a:p>
              <a:p>
                <a:pPr lvl="1"/>
                <a:r>
                  <a:rPr lang="en-US" dirty="0"/>
                  <a:t>What is the expected number of comparisons needed in an unsuccessful find?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What is the expected number of comparisons needed in a successful find?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How can we make the expected running 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1"/>
                <a:r>
                  <a:rPr lang="en-US" dirty="0"/>
                  <a:t>Pick a constant value, resize the array whenever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exceeds that constant</a:t>
                </a:r>
              </a:p>
              <a:p>
                <a:pPr lvl="2"/>
                <a:r>
                  <a:rPr lang="en-US" dirty="0"/>
                  <a:t>We’ll talk about which constant we should pick later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46576E-E441-D262-342D-969920D971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 r="-1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39037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A separate chaining hash table of length 10. Index 2 of the array has 1 item, index 5 has 2 items, all other indices are empty.&#10;&#10;Because the total number of key-value pairs present is 3, and the length of the array is 10, the load factor is 3/10 = 0.3.">
            <a:extLst>
              <a:ext uri="{FF2B5EF4-FFF2-40B4-BE49-F238E27FC236}">
                <a16:creationId xmlns:a16="http://schemas.microsoft.com/office/drawing/2014/main" id="{F50E0FBA-6F79-02B9-10AD-EEAD859AE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Factor Example 1</a:t>
            </a:r>
          </a:p>
        </p:txBody>
      </p:sp>
      <p:grpSp>
        <p:nvGrpSpPr>
          <p:cNvPr id="33" name="Group 32" descr="A separate chaining hash table of length 10. Index 2 of the array has 1 item, index 5 has 2 items, all other indices are empty.&#10;&#10;Because the total number of key-value pairs present is 3, and the length of the array is 10, the load factor is 3/10 = 0.3.">
            <a:extLst>
              <a:ext uri="{FF2B5EF4-FFF2-40B4-BE49-F238E27FC236}">
                <a16:creationId xmlns:a16="http://schemas.microsoft.com/office/drawing/2014/main" id="{B3CE968D-5F5C-9F08-A69F-AF2588EBB0F0}"/>
              </a:ext>
            </a:extLst>
          </p:cNvPr>
          <p:cNvGrpSpPr/>
          <p:nvPr/>
        </p:nvGrpSpPr>
        <p:grpSpPr>
          <a:xfrm>
            <a:off x="3002280" y="1825625"/>
            <a:ext cx="6400800" cy="2545078"/>
            <a:chOff x="3002280" y="1825625"/>
            <a:chExt cx="6400800" cy="254507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263F0AD-B366-C970-FEE0-A04A115DD57E}"/>
                </a:ext>
              </a:extLst>
            </p:cNvPr>
            <p:cNvGrpSpPr/>
            <p:nvPr/>
          </p:nvGrpSpPr>
          <p:grpSpPr>
            <a:xfrm>
              <a:off x="3002280" y="3273423"/>
              <a:ext cx="6400800" cy="1097280"/>
              <a:chOff x="4953000" y="660717"/>
              <a:chExt cx="6400800" cy="1097280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339C43E9-2D02-A0AE-77F2-A88FDACCC3C2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FF2AE310-76CF-A4D1-646A-CF24361BD1FB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E01462BD-18BE-92D9-F615-720C0D738196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D0EE0AF8-5E31-EE08-B930-3691FC794464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F55D9A24-F483-575F-AC5F-5F0956AC4284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5F202C58-CBB5-012D-D557-2A031682B6B5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F8089122-E844-682A-D3C8-8FEB69345244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E116D899-11B0-3132-F34D-1A8546F88966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F6F0C92C-0A6A-A736-6854-6B83789D1F32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110D7F84-AB37-0A22-EEBF-60DCC570F6AE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81791840-5C39-5A87-C232-121A7EFD5A32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B4AC9D25-BE1B-EA8E-3CDF-55103A55DC69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7DE504D8-C13D-913E-0F85-BCB0208DE1BE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11517909-B239-ADEF-BE68-21168FF28B40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5AF83179-0D61-6102-E798-298CCFBFBEBC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2E3EBF93-6D9A-6005-B678-19C29F8FB65E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8E42C8D5-406E-0A13-A085-6CA809BE4D2F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2020D2B5-E5BA-F903-664F-E14D4888F269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80F2615A-DEB3-179F-B749-F850767EF3A5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9186ADB1-F3AC-5513-3A43-A3DACE0EEBB3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C32600D7-9784-D14C-E329-06747D4BA920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C19CA43-9C52-3476-02AB-173F335F4DCC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F2BE152A-DD21-A1D9-F9DB-36C450E2C305}"/>
                    </a:ext>
                  </a:extLst>
                </p:cNvPr>
                <p:cNvSpPr/>
                <p:nvPr/>
              </p:nvSpPr>
              <p:spPr>
                <a:xfrm>
                  <a:off x="4368165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F2BE152A-DD21-A1D9-F9DB-36C450E2C3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8165" y="2549524"/>
                  <a:ext cx="468630" cy="468630"/>
                </a:xfrm>
                <a:prstGeom prst="rect">
                  <a:avLst/>
                </a:prstGeom>
                <a:blipFill>
                  <a:blip r:embed="rId2"/>
                  <a:stretch>
                    <a:fillRect l="-102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BD6838AF-6EEE-FDD0-E016-B6452060B852}"/>
                </a:ext>
              </a:extLst>
            </p:cNvPr>
            <p:cNvCxnSpPr>
              <a:cxnSpLocks/>
              <a:stCxn id="19" idx="0"/>
              <a:endCxn id="27" idx="2"/>
            </p:cNvCxnSpPr>
            <p:nvPr/>
          </p:nvCxnSpPr>
          <p:spPr>
            <a:xfrm flipV="1">
              <a:off x="4602480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F26FCB5F-C80E-58DD-C419-EE8648D2A51C}"/>
                    </a:ext>
                  </a:extLst>
                </p:cNvPr>
                <p:cNvSpPr/>
                <p:nvPr/>
              </p:nvSpPr>
              <p:spPr>
                <a:xfrm>
                  <a:off x="6315709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F26FCB5F-C80E-58DD-C419-EE8648D2A5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5709" y="2549524"/>
                  <a:ext cx="468630" cy="468630"/>
                </a:xfrm>
                <a:prstGeom prst="rect">
                  <a:avLst/>
                </a:prstGeom>
                <a:blipFill>
                  <a:blip r:embed="rId3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26620DF4-C4AC-F0A0-8AF7-1B9AA29AE047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 flipV="1">
              <a:off x="6550024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ACA7CFFF-707E-EEF0-FCB3-F96A6B07358B}"/>
                    </a:ext>
                  </a:extLst>
                </p:cNvPr>
                <p:cNvSpPr/>
                <p:nvPr/>
              </p:nvSpPr>
              <p:spPr>
                <a:xfrm>
                  <a:off x="6315709" y="1825625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ACA7CFFF-707E-EEF0-FCB3-F96A6B0735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5709" y="1825625"/>
                  <a:ext cx="468630" cy="468630"/>
                </a:xfrm>
                <a:prstGeom prst="rect">
                  <a:avLst/>
                </a:prstGeom>
                <a:blipFill>
                  <a:blip r:embed="rId4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56DDAB81-8C43-B648-39FE-E4FB6BFD9151}"/>
                </a:ext>
              </a:extLst>
            </p:cNvPr>
            <p:cNvCxnSpPr>
              <a:cxnSpLocks/>
              <a:endCxn id="31" idx="2"/>
            </p:cNvCxnSpPr>
            <p:nvPr/>
          </p:nvCxnSpPr>
          <p:spPr>
            <a:xfrm flipV="1">
              <a:off x="6550024" y="2294255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011380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E0FBA-6F79-02B9-10AD-EEAD859AE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Factor Example 2</a:t>
            </a:r>
          </a:p>
        </p:txBody>
      </p:sp>
      <p:grpSp>
        <p:nvGrpSpPr>
          <p:cNvPr id="43" name="Group 42" descr="A separate chaining hash table of length 10. Index 2 of the array has 1 item, index 5 has 3 items, index 9 has 4 items, all other indices are empty.&#10;&#10;Because the total number of key-value pairs present is 8, and the length of the array is 10, the load factor is 8/10 = 0.8.">
            <a:extLst>
              <a:ext uri="{FF2B5EF4-FFF2-40B4-BE49-F238E27FC236}">
                <a16:creationId xmlns:a16="http://schemas.microsoft.com/office/drawing/2014/main" id="{B40C2928-5E80-C549-6F11-BEA5EEA6BBD3}"/>
              </a:ext>
            </a:extLst>
          </p:cNvPr>
          <p:cNvGrpSpPr/>
          <p:nvPr/>
        </p:nvGrpSpPr>
        <p:grpSpPr>
          <a:xfrm>
            <a:off x="3002280" y="360998"/>
            <a:ext cx="6400800" cy="4009705"/>
            <a:chOff x="3002280" y="360998"/>
            <a:chExt cx="6400800" cy="400970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263F0AD-B366-C970-FEE0-A04A115DD57E}"/>
                </a:ext>
              </a:extLst>
            </p:cNvPr>
            <p:cNvGrpSpPr/>
            <p:nvPr/>
          </p:nvGrpSpPr>
          <p:grpSpPr>
            <a:xfrm>
              <a:off x="3002280" y="3273423"/>
              <a:ext cx="6400800" cy="1097280"/>
              <a:chOff x="4953000" y="660717"/>
              <a:chExt cx="6400800" cy="1097280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339C43E9-2D02-A0AE-77F2-A88FDACCC3C2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FF2AE310-76CF-A4D1-646A-CF24361BD1FB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E01462BD-18BE-92D9-F615-720C0D738196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D0EE0AF8-5E31-EE08-B930-3691FC794464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F55D9A24-F483-575F-AC5F-5F0956AC4284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5F202C58-CBB5-012D-D557-2A031682B6B5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F8089122-E844-682A-D3C8-8FEB69345244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E116D899-11B0-3132-F34D-1A8546F88966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F6F0C92C-0A6A-A736-6854-6B83789D1F32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110D7F84-AB37-0A22-EEBF-60DCC570F6AE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81791840-5C39-5A87-C232-121A7EFD5A32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B4AC9D25-BE1B-EA8E-3CDF-55103A55DC69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7DE504D8-C13D-913E-0F85-BCB0208DE1BE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11517909-B239-ADEF-BE68-21168FF28B40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5AF83179-0D61-6102-E798-298CCFBFBEBC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2E3EBF93-6D9A-6005-B678-19C29F8FB65E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8E42C8D5-406E-0A13-A085-6CA809BE4D2F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2020D2B5-E5BA-F903-664F-E14D4888F269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80F2615A-DEB3-179F-B749-F850767EF3A5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9186ADB1-F3AC-5513-3A43-A3DACE0EEBB3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C32600D7-9784-D14C-E329-06747D4BA920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C19CA43-9C52-3476-02AB-173F335F4DCC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F2BE152A-DD21-A1D9-F9DB-36C450E2C305}"/>
                    </a:ext>
                  </a:extLst>
                </p:cNvPr>
                <p:cNvSpPr/>
                <p:nvPr/>
              </p:nvSpPr>
              <p:spPr>
                <a:xfrm>
                  <a:off x="4368165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F2BE152A-DD21-A1D9-F9DB-36C450E2C3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8165" y="2549524"/>
                  <a:ext cx="468630" cy="468630"/>
                </a:xfrm>
                <a:prstGeom prst="rect">
                  <a:avLst/>
                </a:prstGeom>
                <a:blipFill>
                  <a:blip r:embed="rId2"/>
                  <a:stretch>
                    <a:fillRect l="-102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BD6838AF-6EEE-FDD0-E016-B6452060B852}"/>
                </a:ext>
              </a:extLst>
            </p:cNvPr>
            <p:cNvCxnSpPr>
              <a:cxnSpLocks/>
              <a:stCxn id="19" idx="0"/>
              <a:endCxn id="27" idx="2"/>
            </p:cNvCxnSpPr>
            <p:nvPr/>
          </p:nvCxnSpPr>
          <p:spPr>
            <a:xfrm flipV="1">
              <a:off x="4602480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F26FCB5F-C80E-58DD-C419-EE8648D2A51C}"/>
                    </a:ext>
                  </a:extLst>
                </p:cNvPr>
                <p:cNvSpPr/>
                <p:nvPr/>
              </p:nvSpPr>
              <p:spPr>
                <a:xfrm>
                  <a:off x="6315709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F26FCB5F-C80E-58DD-C419-EE8648D2A5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5709" y="2549524"/>
                  <a:ext cx="468630" cy="468630"/>
                </a:xfrm>
                <a:prstGeom prst="rect">
                  <a:avLst/>
                </a:prstGeom>
                <a:blipFill>
                  <a:blip r:embed="rId3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26620DF4-C4AC-F0A0-8AF7-1B9AA29AE047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 flipV="1">
              <a:off x="6550024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ACA7CFFF-707E-EEF0-FCB3-F96A6B07358B}"/>
                    </a:ext>
                  </a:extLst>
                </p:cNvPr>
                <p:cNvSpPr/>
                <p:nvPr/>
              </p:nvSpPr>
              <p:spPr>
                <a:xfrm>
                  <a:off x="6315709" y="1825625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ACA7CFFF-707E-EEF0-FCB3-F96A6B0735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5709" y="1825625"/>
                  <a:ext cx="468630" cy="468630"/>
                </a:xfrm>
                <a:prstGeom prst="rect">
                  <a:avLst/>
                </a:prstGeom>
                <a:blipFill>
                  <a:blip r:embed="rId4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56DDAB81-8C43-B648-39FE-E4FB6BFD9151}"/>
                </a:ext>
              </a:extLst>
            </p:cNvPr>
            <p:cNvCxnSpPr>
              <a:cxnSpLocks/>
              <a:endCxn id="31" idx="2"/>
            </p:cNvCxnSpPr>
            <p:nvPr/>
          </p:nvCxnSpPr>
          <p:spPr>
            <a:xfrm flipV="1">
              <a:off x="6550024" y="2294255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D26F0FDA-D34D-B8D0-9980-0ABC895BC06B}"/>
                    </a:ext>
                  </a:extLst>
                </p:cNvPr>
                <p:cNvSpPr/>
                <p:nvPr/>
              </p:nvSpPr>
              <p:spPr>
                <a:xfrm>
                  <a:off x="6315709" y="1101726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D26F0FDA-D34D-B8D0-9980-0ABC895BC06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5709" y="1101726"/>
                  <a:ext cx="468630" cy="468630"/>
                </a:xfrm>
                <a:prstGeom prst="rect">
                  <a:avLst/>
                </a:prstGeom>
                <a:blipFill>
                  <a:blip r:embed="rId5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A352F6C-DE53-32FA-E0D5-C4BD09FE69CB}"/>
                </a:ext>
              </a:extLst>
            </p:cNvPr>
            <p:cNvCxnSpPr>
              <a:cxnSpLocks/>
              <a:endCxn id="33" idx="2"/>
            </p:cNvCxnSpPr>
            <p:nvPr/>
          </p:nvCxnSpPr>
          <p:spPr>
            <a:xfrm flipV="1">
              <a:off x="6550024" y="1570356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6C0B67D5-585B-A19C-12CE-7279BCB526D7}"/>
                    </a:ext>
                  </a:extLst>
                </p:cNvPr>
                <p:cNvSpPr/>
                <p:nvPr/>
              </p:nvSpPr>
              <p:spPr>
                <a:xfrm>
                  <a:off x="8834754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6C0B67D5-585B-A19C-12CE-7279BCB526D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4754" y="2549524"/>
                  <a:ext cx="468630" cy="468630"/>
                </a:xfrm>
                <a:prstGeom prst="rect">
                  <a:avLst/>
                </a:prstGeom>
                <a:blipFill>
                  <a:blip r:embed="rId6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25EAD4BB-F71C-4B78-6EE6-A124E0BA4014}"/>
                </a:ext>
              </a:extLst>
            </p:cNvPr>
            <p:cNvCxnSpPr>
              <a:cxnSpLocks/>
              <a:endCxn id="35" idx="2"/>
            </p:cNvCxnSpPr>
            <p:nvPr/>
          </p:nvCxnSpPr>
          <p:spPr>
            <a:xfrm flipV="1">
              <a:off x="9069069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E085C7EF-EC8A-9112-3297-6CC7CFC47952}"/>
                    </a:ext>
                  </a:extLst>
                </p:cNvPr>
                <p:cNvSpPr/>
                <p:nvPr/>
              </p:nvSpPr>
              <p:spPr>
                <a:xfrm>
                  <a:off x="8834754" y="1825625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E085C7EF-EC8A-9112-3297-6CC7CFC4795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4754" y="1825625"/>
                  <a:ext cx="468630" cy="468630"/>
                </a:xfrm>
                <a:prstGeom prst="rect">
                  <a:avLst/>
                </a:prstGeom>
                <a:blipFill>
                  <a:blip r:embed="rId7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393F4EF4-64CB-DDD5-DC1F-9C3F90800DD7}"/>
                </a:ext>
              </a:extLst>
            </p:cNvPr>
            <p:cNvCxnSpPr>
              <a:cxnSpLocks/>
              <a:endCxn id="37" idx="2"/>
            </p:cNvCxnSpPr>
            <p:nvPr/>
          </p:nvCxnSpPr>
          <p:spPr>
            <a:xfrm flipV="1">
              <a:off x="9069069" y="2294255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BC250B66-D88B-576F-2EE4-97FA99D031C8}"/>
                    </a:ext>
                  </a:extLst>
                </p:cNvPr>
                <p:cNvSpPr/>
                <p:nvPr/>
              </p:nvSpPr>
              <p:spPr>
                <a:xfrm>
                  <a:off x="8834754" y="1084897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BC250B66-D88B-576F-2EE4-97FA99D031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4754" y="1084897"/>
                  <a:ext cx="468630" cy="468630"/>
                </a:xfrm>
                <a:prstGeom prst="rect">
                  <a:avLst/>
                </a:prstGeom>
                <a:blipFill>
                  <a:blip r:embed="rId8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187CECB3-6B1F-DDE3-F042-3FC3931A51F3}"/>
                </a:ext>
              </a:extLst>
            </p:cNvPr>
            <p:cNvCxnSpPr>
              <a:cxnSpLocks/>
              <a:endCxn id="39" idx="2"/>
            </p:cNvCxnSpPr>
            <p:nvPr/>
          </p:nvCxnSpPr>
          <p:spPr>
            <a:xfrm flipV="1">
              <a:off x="9069069" y="1553527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AC279382-C643-1AFC-B041-2C279813F34E}"/>
                    </a:ext>
                  </a:extLst>
                </p:cNvPr>
                <p:cNvSpPr/>
                <p:nvPr/>
              </p:nvSpPr>
              <p:spPr>
                <a:xfrm>
                  <a:off x="8834754" y="360998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AC279382-C643-1AFC-B041-2C279813F34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4754" y="360998"/>
                  <a:ext cx="468630" cy="468630"/>
                </a:xfrm>
                <a:prstGeom prst="rect">
                  <a:avLst/>
                </a:prstGeom>
                <a:blipFill>
                  <a:blip r:embed="rId9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01C2F5F-EF97-7D03-A3CD-00BF6AC7D8DF}"/>
                </a:ext>
              </a:extLst>
            </p:cNvPr>
            <p:cNvCxnSpPr>
              <a:cxnSpLocks/>
              <a:endCxn id="41" idx="2"/>
            </p:cNvCxnSpPr>
            <p:nvPr/>
          </p:nvCxnSpPr>
          <p:spPr>
            <a:xfrm flipV="1">
              <a:off x="9069069" y="829628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255617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E0FBA-6F79-02B9-10AD-EEAD859AE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Factor Example 3</a:t>
            </a:r>
          </a:p>
        </p:txBody>
      </p:sp>
      <p:grpSp>
        <p:nvGrpSpPr>
          <p:cNvPr id="57" name="Group 56" descr="A separate chaining hash table of length 10. Index 0 has 1 item, index 2 has 2 items, index 4 has 1 item, index 5 has 3 items, index 7 has 3 items, index 8 has 1 item, and index 9 has 4 items. All other indices are empty.&#10;&#10;Because the total number of key-value pairs present is 15, and the length of the array is 10, the load factor is 15/10 = 1.5.">
            <a:extLst>
              <a:ext uri="{FF2B5EF4-FFF2-40B4-BE49-F238E27FC236}">
                <a16:creationId xmlns:a16="http://schemas.microsoft.com/office/drawing/2014/main" id="{815CD5D2-D488-0B3B-0D69-B147C56F5636}"/>
              </a:ext>
            </a:extLst>
          </p:cNvPr>
          <p:cNvGrpSpPr/>
          <p:nvPr/>
        </p:nvGrpSpPr>
        <p:grpSpPr>
          <a:xfrm>
            <a:off x="3002280" y="360998"/>
            <a:ext cx="6400800" cy="4009705"/>
            <a:chOff x="3002280" y="360998"/>
            <a:chExt cx="6400800" cy="400970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263F0AD-B366-C970-FEE0-A04A115DD57E}"/>
                </a:ext>
              </a:extLst>
            </p:cNvPr>
            <p:cNvGrpSpPr/>
            <p:nvPr/>
          </p:nvGrpSpPr>
          <p:grpSpPr>
            <a:xfrm>
              <a:off x="3002280" y="3273423"/>
              <a:ext cx="6400800" cy="1097280"/>
              <a:chOff x="4953000" y="660717"/>
              <a:chExt cx="6400800" cy="1097280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339C43E9-2D02-A0AE-77F2-A88FDACCC3C2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FF2AE310-76CF-A4D1-646A-CF24361BD1FB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E01462BD-18BE-92D9-F615-720C0D738196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D0EE0AF8-5E31-EE08-B930-3691FC794464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F55D9A24-F483-575F-AC5F-5F0956AC4284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5F202C58-CBB5-012D-D557-2A031682B6B5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F8089122-E844-682A-D3C8-8FEB69345244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E116D899-11B0-3132-F34D-1A8546F88966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F6F0C92C-0A6A-A736-6854-6B83789D1F32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110D7F84-AB37-0A22-EEBF-60DCC570F6AE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81791840-5C39-5A87-C232-121A7EFD5A32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B4AC9D25-BE1B-EA8E-3CDF-55103A55DC69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7DE504D8-C13D-913E-0F85-BCB0208DE1BE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11517909-B239-ADEF-BE68-21168FF28B40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5AF83179-0D61-6102-E798-298CCFBFBEBC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2E3EBF93-6D9A-6005-B678-19C29F8FB65E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8E42C8D5-406E-0A13-A085-6CA809BE4D2F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2020D2B5-E5BA-F903-664F-E14D4888F269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80F2615A-DEB3-179F-B749-F850767EF3A5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9186ADB1-F3AC-5513-3A43-A3DACE0EEBB3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C32600D7-9784-D14C-E329-06747D4BA920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C19CA43-9C52-3476-02AB-173F335F4DCC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F2BE152A-DD21-A1D9-F9DB-36C450E2C305}"/>
                    </a:ext>
                  </a:extLst>
                </p:cNvPr>
                <p:cNvSpPr/>
                <p:nvPr/>
              </p:nvSpPr>
              <p:spPr>
                <a:xfrm>
                  <a:off x="4368165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F2BE152A-DD21-A1D9-F9DB-36C450E2C3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8165" y="2549524"/>
                  <a:ext cx="468630" cy="468630"/>
                </a:xfrm>
                <a:prstGeom prst="rect">
                  <a:avLst/>
                </a:prstGeom>
                <a:blipFill>
                  <a:blip r:embed="rId2"/>
                  <a:stretch>
                    <a:fillRect l="-102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BD6838AF-6EEE-FDD0-E016-B6452060B852}"/>
                </a:ext>
              </a:extLst>
            </p:cNvPr>
            <p:cNvCxnSpPr>
              <a:cxnSpLocks/>
              <a:stCxn id="19" idx="0"/>
              <a:endCxn id="27" idx="2"/>
            </p:cNvCxnSpPr>
            <p:nvPr/>
          </p:nvCxnSpPr>
          <p:spPr>
            <a:xfrm flipV="1">
              <a:off x="4602480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F26FCB5F-C80E-58DD-C419-EE8648D2A51C}"/>
                    </a:ext>
                  </a:extLst>
                </p:cNvPr>
                <p:cNvSpPr/>
                <p:nvPr/>
              </p:nvSpPr>
              <p:spPr>
                <a:xfrm>
                  <a:off x="6315709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F26FCB5F-C80E-58DD-C419-EE8648D2A5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5709" y="2549524"/>
                  <a:ext cx="468630" cy="468630"/>
                </a:xfrm>
                <a:prstGeom prst="rect">
                  <a:avLst/>
                </a:prstGeom>
                <a:blipFill>
                  <a:blip r:embed="rId3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26620DF4-C4AC-F0A0-8AF7-1B9AA29AE047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 flipV="1">
              <a:off x="6550024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ACA7CFFF-707E-EEF0-FCB3-F96A6B07358B}"/>
                    </a:ext>
                  </a:extLst>
                </p:cNvPr>
                <p:cNvSpPr/>
                <p:nvPr/>
              </p:nvSpPr>
              <p:spPr>
                <a:xfrm>
                  <a:off x="6315709" y="1825625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ACA7CFFF-707E-EEF0-FCB3-F96A6B0735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5709" y="1825625"/>
                  <a:ext cx="468630" cy="468630"/>
                </a:xfrm>
                <a:prstGeom prst="rect">
                  <a:avLst/>
                </a:prstGeom>
                <a:blipFill>
                  <a:blip r:embed="rId4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56DDAB81-8C43-B648-39FE-E4FB6BFD9151}"/>
                </a:ext>
              </a:extLst>
            </p:cNvPr>
            <p:cNvCxnSpPr>
              <a:cxnSpLocks/>
              <a:endCxn id="31" idx="2"/>
            </p:cNvCxnSpPr>
            <p:nvPr/>
          </p:nvCxnSpPr>
          <p:spPr>
            <a:xfrm flipV="1">
              <a:off x="6550024" y="2294255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D26F0FDA-D34D-B8D0-9980-0ABC895BC06B}"/>
                    </a:ext>
                  </a:extLst>
                </p:cNvPr>
                <p:cNvSpPr/>
                <p:nvPr/>
              </p:nvSpPr>
              <p:spPr>
                <a:xfrm>
                  <a:off x="6315709" y="1101726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D26F0FDA-D34D-B8D0-9980-0ABC895BC06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5709" y="1101726"/>
                  <a:ext cx="468630" cy="468630"/>
                </a:xfrm>
                <a:prstGeom prst="rect">
                  <a:avLst/>
                </a:prstGeom>
                <a:blipFill>
                  <a:blip r:embed="rId5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A352F6C-DE53-32FA-E0D5-C4BD09FE69CB}"/>
                </a:ext>
              </a:extLst>
            </p:cNvPr>
            <p:cNvCxnSpPr>
              <a:cxnSpLocks/>
              <a:endCxn id="33" idx="2"/>
            </p:cNvCxnSpPr>
            <p:nvPr/>
          </p:nvCxnSpPr>
          <p:spPr>
            <a:xfrm flipV="1">
              <a:off x="6550024" y="1570356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6C0B67D5-585B-A19C-12CE-7279BCB526D7}"/>
                    </a:ext>
                  </a:extLst>
                </p:cNvPr>
                <p:cNvSpPr/>
                <p:nvPr/>
              </p:nvSpPr>
              <p:spPr>
                <a:xfrm>
                  <a:off x="8834754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6C0B67D5-585B-A19C-12CE-7279BCB526D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4754" y="2549524"/>
                  <a:ext cx="468630" cy="468630"/>
                </a:xfrm>
                <a:prstGeom prst="rect">
                  <a:avLst/>
                </a:prstGeom>
                <a:blipFill>
                  <a:blip r:embed="rId6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25EAD4BB-F71C-4B78-6EE6-A124E0BA4014}"/>
                </a:ext>
              </a:extLst>
            </p:cNvPr>
            <p:cNvCxnSpPr>
              <a:cxnSpLocks/>
              <a:endCxn id="35" idx="2"/>
            </p:cNvCxnSpPr>
            <p:nvPr/>
          </p:nvCxnSpPr>
          <p:spPr>
            <a:xfrm flipV="1">
              <a:off x="9069069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E085C7EF-EC8A-9112-3297-6CC7CFC47952}"/>
                    </a:ext>
                  </a:extLst>
                </p:cNvPr>
                <p:cNvSpPr/>
                <p:nvPr/>
              </p:nvSpPr>
              <p:spPr>
                <a:xfrm>
                  <a:off x="8834754" y="1825625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E085C7EF-EC8A-9112-3297-6CC7CFC4795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4754" y="1825625"/>
                  <a:ext cx="468630" cy="468630"/>
                </a:xfrm>
                <a:prstGeom prst="rect">
                  <a:avLst/>
                </a:prstGeom>
                <a:blipFill>
                  <a:blip r:embed="rId7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393F4EF4-64CB-DDD5-DC1F-9C3F90800DD7}"/>
                </a:ext>
              </a:extLst>
            </p:cNvPr>
            <p:cNvCxnSpPr>
              <a:cxnSpLocks/>
              <a:endCxn id="37" idx="2"/>
            </p:cNvCxnSpPr>
            <p:nvPr/>
          </p:nvCxnSpPr>
          <p:spPr>
            <a:xfrm flipV="1">
              <a:off x="9069069" y="2294255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BC250B66-D88B-576F-2EE4-97FA99D031C8}"/>
                    </a:ext>
                  </a:extLst>
                </p:cNvPr>
                <p:cNvSpPr/>
                <p:nvPr/>
              </p:nvSpPr>
              <p:spPr>
                <a:xfrm>
                  <a:off x="8834754" y="1084897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BC250B66-D88B-576F-2EE4-97FA99D031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4754" y="1084897"/>
                  <a:ext cx="468630" cy="468630"/>
                </a:xfrm>
                <a:prstGeom prst="rect">
                  <a:avLst/>
                </a:prstGeom>
                <a:blipFill>
                  <a:blip r:embed="rId8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187CECB3-6B1F-DDE3-F042-3FC3931A51F3}"/>
                </a:ext>
              </a:extLst>
            </p:cNvPr>
            <p:cNvCxnSpPr>
              <a:cxnSpLocks/>
              <a:endCxn id="39" idx="2"/>
            </p:cNvCxnSpPr>
            <p:nvPr/>
          </p:nvCxnSpPr>
          <p:spPr>
            <a:xfrm flipV="1">
              <a:off x="9069069" y="1553527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AC279382-C643-1AFC-B041-2C279813F34E}"/>
                    </a:ext>
                  </a:extLst>
                </p:cNvPr>
                <p:cNvSpPr/>
                <p:nvPr/>
              </p:nvSpPr>
              <p:spPr>
                <a:xfrm>
                  <a:off x="8834754" y="360998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AC279382-C643-1AFC-B041-2C279813F34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4754" y="360998"/>
                  <a:ext cx="468630" cy="468630"/>
                </a:xfrm>
                <a:prstGeom prst="rect">
                  <a:avLst/>
                </a:prstGeom>
                <a:blipFill>
                  <a:blip r:embed="rId9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01C2F5F-EF97-7D03-A3CD-00BF6AC7D8DF}"/>
                </a:ext>
              </a:extLst>
            </p:cNvPr>
            <p:cNvCxnSpPr>
              <a:cxnSpLocks/>
              <a:endCxn id="41" idx="2"/>
            </p:cNvCxnSpPr>
            <p:nvPr/>
          </p:nvCxnSpPr>
          <p:spPr>
            <a:xfrm flipV="1">
              <a:off x="9069069" y="829628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303BAA4C-B007-C380-6D00-7D95F25871FA}"/>
                    </a:ext>
                  </a:extLst>
                </p:cNvPr>
                <p:cNvSpPr/>
                <p:nvPr/>
              </p:nvSpPr>
              <p:spPr>
                <a:xfrm>
                  <a:off x="4374197" y="1825625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303BAA4C-B007-C380-6D00-7D95F25871F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4197" y="1825625"/>
                  <a:ext cx="468630" cy="468630"/>
                </a:xfrm>
                <a:prstGeom prst="rect">
                  <a:avLst/>
                </a:prstGeom>
                <a:blipFill>
                  <a:blip r:embed="rId10"/>
                  <a:stretch>
                    <a:fillRect l="-102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E772FA18-6A5B-A1AF-51F3-05EBCDEAB760}"/>
                </a:ext>
              </a:extLst>
            </p:cNvPr>
            <p:cNvCxnSpPr>
              <a:cxnSpLocks/>
              <a:endCxn id="43" idx="2"/>
            </p:cNvCxnSpPr>
            <p:nvPr/>
          </p:nvCxnSpPr>
          <p:spPr>
            <a:xfrm flipV="1">
              <a:off x="4608512" y="2294255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DE2F806D-D1B1-DF73-6BDA-A4668BEDD6CA}"/>
                    </a:ext>
                  </a:extLst>
                </p:cNvPr>
                <p:cNvSpPr/>
                <p:nvPr/>
              </p:nvSpPr>
              <p:spPr>
                <a:xfrm>
                  <a:off x="5607366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DE2F806D-D1B1-DF73-6BDA-A4668BEDD6C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7366" y="2549524"/>
                  <a:ext cx="468630" cy="468630"/>
                </a:xfrm>
                <a:prstGeom prst="rect">
                  <a:avLst/>
                </a:prstGeom>
                <a:blipFill>
                  <a:blip r:embed="rId11"/>
                  <a:stretch>
                    <a:fillRect l="-1012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43F82035-F31B-DDB2-87BB-A0A1AEB721D2}"/>
                </a:ext>
              </a:extLst>
            </p:cNvPr>
            <p:cNvCxnSpPr>
              <a:cxnSpLocks/>
              <a:endCxn id="45" idx="2"/>
            </p:cNvCxnSpPr>
            <p:nvPr/>
          </p:nvCxnSpPr>
          <p:spPr>
            <a:xfrm flipV="1">
              <a:off x="5841681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AE2D19C4-9589-8C78-5C2C-A7145D3AEBE5}"/>
                    </a:ext>
                  </a:extLst>
                </p:cNvPr>
                <p:cNvSpPr/>
                <p:nvPr/>
              </p:nvSpPr>
              <p:spPr>
                <a:xfrm>
                  <a:off x="7593010" y="256206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AE2D19C4-9589-8C78-5C2C-A7145D3AEBE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93010" y="2562064"/>
                  <a:ext cx="468630" cy="468630"/>
                </a:xfrm>
                <a:prstGeom prst="rect">
                  <a:avLst/>
                </a:prstGeom>
                <a:blipFill>
                  <a:blip r:embed="rId12"/>
                  <a:stretch>
                    <a:fillRect l="-102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70D314E1-854A-65E6-9B7F-C273F6FDE7DA}"/>
                </a:ext>
              </a:extLst>
            </p:cNvPr>
            <p:cNvCxnSpPr>
              <a:cxnSpLocks/>
              <a:endCxn id="47" idx="2"/>
            </p:cNvCxnSpPr>
            <p:nvPr/>
          </p:nvCxnSpPr>
          <p:spPr>
            <a:xfrm flipV="1">
              <a:off x="7827325" y="303069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4EF44CA0-7BB2-4E78-982C-D3C3E70B39E5}"/>
                    </a:ext>
                  </a:extLst>
                </p:cNvPr>
                <p:cNvSpPr/>
                <p:nvPr/>
              </p:nvSpPr>
              <p:spPr>
                <a:xfrm>
                  <a:off x="3126421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4EF44CA0-7BB2-4E78-982C-D3C3E70B39E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6421" y="2549524"/>
                  <a:ext cx="468630" cy="468630"/>
                </a:xfrm>
                <a:prstGeom prst="rect">
                  <a:avLst/>
                </a:prstGeom>
                <a:blipFill>
                  <a:blip r:embed="rId13"/>
                  <a:stretch>
                    <a:fillRect l="-1012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DA668F0C-0B35-AA65-2737-CBC7BE8228E2}"/>
                </a:ext>
              </a:extLst>
            </p:cNvPr>
            <p:cNvCxnSpPr>
              <a:cxnSpLocks/>
              <a:endCxn id="49" idx="2"/>
            </p:cNvCxnSpPr>
            <p:nvPr/>
          </p:nvCxnSpPr>
          <p:spPr>
            <a:xfrm flipV="1">
              <a:off x="3360736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0A295C55-7A02-3F40-BBC1-E88C568E017D}"/>
                    </a:ext>
                  </a:extLst>
                </p:cNvPr>
                <p:cNvSpPr/>
                <p:nvPr/>
              </p:nvSpPr>
              <p:spPr>
                <a:xfrm>
                  <a:off x="7593010" y="1846579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0A295C55-7A02-3F40-BBC1-E88C568E01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93010" y="1846579"/>
                  <a:ext cx="468630" cy="468630"/>
                </a:xfrm>
                <a:prstGeom prst="rect">
                  <a:avLst/>
                </a:prstGeom>
                <a:blipFill>
                  <a:blip r:embed="rId14"/>
                  <a:stretch>
                    <a:fillRect l="-102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4F63374C-DE0C-C5B4-3F72-3B27EC9BC237}"/>
                </a:ext>
              </a:extLst>
            </p:cNvPr>
            <p:cNvCxnSpPr>
              <a:cxnSpLocks/>
              <a:endCxn id="51" idx="2"/>
            </p:cNvCxnSpPr>
            <p:nvPr/>
          </p:nvCxnSpPr>
          <p:spPr>
            <a:xfrm flipV="1">
              <a:off x="7827325" y="2315209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B473778A-2878-4EF8-9556-821A278D079D}"/>
                    </a:ext>
                  </a:extLst>
                </p:cNvPr>
                <p:cNvSpPr/>
                <p:nvPr/>
              </p:nvSpPr>
              <p:spPr>
                <a:xfrm>
                  <a:off x="8213090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B473778A-2878-4EF8-9556-821A278D079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3090" y="2549524"/>
                  <a:ext cx="468630" cy="468630"/>
                </a:xfrm>
                <a:prstGeom prst="rect">
                  <a:avLst/>
                </a:prstGeom>
                <a:blipFill>
                  <a:blip r:embed="rId15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A40B7F36-8C50-B7B5-8D5D-F7C2197D449B}"/>
                </a:ext>
              </a:extLst>
            </p:cNvPr>
            <p:cNvCxnSpPr>
              <a:cxnSpLocks/>
              <a:endCxn id="53" idx="2"/>
            </p:cNvCxnSpPr>
            <p:nvPr/>
          </p:nvCxnSpPr>
          <p:spPr>
            <a:xfrm flipV="1">
              <a:off x="8447405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1215489C-1C00-DF44-EE09-420899356F8E}"/>
                    </a:ext>
                  </a:extLst>
                </p:cNvPr>
                <p:cNvSpPr/>
                <p:nvPr/>
              </p:nvSpPr>
              <p:spPr>
                <a:xfrm>
                  <a:off x="7577135" y="1133157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1215489C-1C00-DF44-EE09-420899356F8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77135" y="1133157"/>
                  <a:ext cx="468630" cy="468630"/>
                </a:xfrm>
                <a:prstGeom prst="rect">
                  <a:avLst/>
                </a:prstGeom>
                <a:blipFill>
                  <a:blip r:embed="rId16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B8F43A32-977F-43FE-EAAB-FDBF4149C224}"/>
                </a:ext>
              </a:extLst>
            </p:cNvPr>
            <p:cNvCxnSpPr>
              <a:cxnSpLocks/>
              <a:endCxn id="55" idx="2"/>
            </p:cNvCxnSpPr>
            <p:nvPr/>
          </p:nvCxnSpPr>
          <p:spPr>
            <a:xfrm flipV="1">
              <a:off x="7811450" y="1601787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562744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FD21D-C91E-3FE2-2027-49433DFD6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Resolution: Linear Probing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C88E4-9BBE-71CC-681D-27A20BEEA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there’s a collision, use the next open space in the table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4" name="Group 3" descr="An empty hash table of size 10">
            <a:extLst>
              <a:ext uri="{FF2B5EF4-FFF2-40B4-BE49-F238E27FC236}">
                <a16:creationId xmlns:a16="http://schemas.microsoft.com/office/drawing/2014/main" id="{0E33847A-21B7-8D67-70E7-20697D5D828F}"/>
              </a:ext>
            </a:extLst>
          </p:cNvPr>
          <p:cNvGrpSpPr/>
          <p:nvPr/>
        </p:nvGrpSpPr>
        <p:grpSpPr>
          <a:xfrm>
            <a:off x="2895600" y="4838063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72483E0-035B-552B-046B-B8CFCDDDA378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0A2255D-F389-165E-90CE-D5FDEDDAD427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873DF17-BBDE-7098-679E-F718BD0005E3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497686A-BF93-5D4B-62ED-13F2DCF99D21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3DB1FA2-F273-056C-0BC0-3CF45C0F23ED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EFCA446-C2F3-17AC-0BE3-69BCB6EC8B5A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E15B43A-CE28-5824-C803-3DB155C25B9F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D50E83A-82AF-5B5F-4819-0B3B5A4A67D4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D477FBFB-DD77-940B-BBEF-1081F2AB4D8D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F54EC3AB-7728-01B1-C085-C01979A56E18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5AF9B6F-5851-F1D1-4A8F-611B3182AB28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6CBC511-68D6-8230-0208-019B6D43F0C0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EAA4797-6DEA-8CBE-BAC1-E915143B9341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F550FB6-B136-FD0A-CDFB-8DCF58F3E6BD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75A14D9-1D9F-1F25-2689-4B160E4CD780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B50E096-C2C7-35F2-770A-652F4CB9C336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1390E29-9377-939E-4D08-909131F81DFA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18A230B-E4DC-C904-C2DD-D6BF5FD6E094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C3758B1-9087-D7B1-ABB7-BF5CFE288F86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C2C4802-4643-0124-1D32-E88B8617331A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4B46D2A-B3B0-8BFB-4118-5BA56C95DCC4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DB85716-D30D-EBB1-5947-E6BF559FAEB6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596017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C209-91E7-39F7-4A4E-647F00B99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Probing: Insert 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EF850-0680-6520-62A9-DA71336F1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insert </a:t>
            </a:r>
            <a:r>
              <a:rPr lang="en-US" dirty="0" err="1">
                <a:latin typeface="Consolas" panose="020B0609020204030204" pitchFamily="49" charset="0"/>
              </a:rPr>
              <a:t>k,v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Calculate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h(k)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If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r>
              <a:rPr lang="en-US" dirty="0"/>
              <a:t> is occupied then try index </a:t>
            </a:r>
            <a:r>
              <a:rPr lang="en-US" dirty="0">
                <a:latin typeface="Consolas" panose="020B0609020204030204" pitchFamily="49" charset="0"/>
              </a:rPr>
              <a:t>(i+1)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If that is occupied try index </a:t>
            </a:r>
            <a:r>
              <a:rPr lang="en-US" dirty="0">
                <a:latin typeface="Consolas" panose="020B0609020204030204" pitchFamily="49" charset="0"/>
              </a:rPr>
              <a:t>(i+2)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If that is occupied try index </a:t>
            </a:r>
            <a:r>
              <a:rPr lang="en-US" dirty="0">
                <a:latin typeface="Consolas" panose="020B0609020204030204" pitchFamily="49" charset="0"/>
              </a:rPr>
              <a:t>(i+3)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…</a:t>
            </a:r>
          </a:p>
        </p:txBody>
      </p:sp>
      <p:grpSp>
        <p:nvGrpSpPr>
          <p:cNvPr id="4" name="Group 3" descr="An empty hash table of size 10">
            <a:extLst>
              <a:ext uri="{FF2B5EF4-FFF2-40B4-BE49-F238E27FC236}">
                <a16:creationId xmlns:a16="http://schemas.microsoft.com/office/drawing/2014/main" id="{A7F5364F-88DC-3F96-2BC8-BAFA44EC14BE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84DAC70-2D02-4363-C33E-910CC23D54FE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13EEE87-6AB8-548B-F84D-F081E8ECF76E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4FFA859-CE6A-3363-4D19-9CAB7D56F053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27DBA0-51B9-2EDB-EBA7-1E4A030D3BD3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4B5109F-FED7-B365-433C-F0CF16F73FD8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C3AF265-E570-4D67-F01B-B938693539B6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91A2D82-FDC4-EA2F-2A43-D14EA4AA9250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DEA582E-177A-FEBE-3F05-79B2349E7EED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A7DDDD4-8D2E-F314-F507-8FA0016B4B5C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F9000BC-81DC-CE44-03EB-CDF8D357E516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DF3124B-193F-D905-24FE-C943F42B8A33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6F3B3C3-578B-F0CF-7FDA-4D658EACB546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ECA0DCD-68D5-0470-BBE4-88793B346E25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49C5070-60AB-1BF9-E768-8ADCF618F29D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ABDDB81-53DE-3741-D996-1F287A6DDDBA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A6C8874-6AA8-354F-33B5-648D0C65EEE2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790C2C0-54CD-8E8A-29F1-4E4245996583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77B6A59-79DD-E078-29A8-28E65E272796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BC9E6AB-C5FC-2724-1BF9-D8BBC6BF709A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198A0B8-7969-41D6-DAFF-DB99A0ED3CF0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69979AC-43BC-32F9-927F-21D434B1657C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3FB1665-49F1-41F3-8E29-06DAC51EBB0E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343358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82224-77C0-7101-3666-23633BC3E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Probing: How to find?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C19AB-1C53-85A1-A3AF-83DFA61F9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 you think?</a:t>
            </a:r>
          </a:p>
        </p:txBody>
      </p:sp>
      <p:grpSp>
        <p:nvGrpSpPr>
          <p:cNvPr id="4" name="Group 3" descr="An empty hash table of size 10">
            <a:extLst>
              <a:ext uri="{FF2B5EF4-FFF2-40B4-BE49-F238E27FC236}">
                <a16:creationId xmlns:a16="http://schemas.microsoft.com/office/drawing/2014/main" id="{81CB483B-1B51-81A4-998F-C18BDFC7A15B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59E03DE-9160-760E-CF86-C5941F904018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FB13D3D-1B90-EAA5-7AFB-EA801C2BB03B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FE21E7F-24A9-345B-6179-CE9B6B64048E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8C08EC2F-4B9F-A549-E285-F42819929435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385E2DE-C98D-9B83-787C-CDCDA12EE202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6E10180-6F3A-3B45-83C4-214CAC8D7CD9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B778B9FA-5B1A-6BAA-D0ED-497B6D233882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825C5EA0-74A9-C388-4C28-4D4F714373D5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6DE8AEA-6615-91BD-FFF6-5CBC5567FDB2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8753DEE-E10D-C9D8-4695-E23D2D67AB45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6618187-A7D6-BE09-20B6-BAA91D197150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D31F8DB-D9C0-B9CB-3688-A3070BDBF18E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FB6E01C-853F-A01D-EC7F-ADF1B7503A78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5FC6836-E37B-902E-DCCA-42612165BE79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5BF1168-2CD5-0057-BC2B-4909F76A33DD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0BAE604-1186-0894-51A9-CDB7E3244583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C78DDE3-ACB7-0049-DED7-1DAD1BC7F508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B16DDB0-7B34-54E8-8893-11222F305B1A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C05449B-00C3-5D02-3BCE-87B9791D97FD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F1FDF2D-2EED-BE48-04B0-683CDAB71ABE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851D624-3FB9-0A77-322F-64E16B3803E0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A3D70CC-3542-191B-70BD-13DD27D6CB44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399092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82224-77C0-7101-3666-23633BC3E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Probing: Find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7C19AB-1C53-85A1-A3AF-83DFA61F94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To find key </a:t>
                </a:r>
                <a:r>
                  <a:rPr lang="en-US" dirty="0">
                    <a:latin typeface="Consolas" panose="020B0609020204030204" pitchFamily="49" charset="0"/>
                  </a:rPr>
                  <a:t>k</a:t>
                </a:r>
              </a:p>
              <a:p>
                <a:pPr lvl="1"/>
                <a:r>
                  <a:rPr lang="en-US" dirty="0"/>
                  <a:t>Calculate </a:t>
                </a:r>
                <a:r>
                  <a:rPr lang="en-US" dirty="0" err="1"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latin typeface="Consolas" panose="020B0609020204030204" pitchFamily="49" charset="0"/>
                  </a:rPr>
                  <a:t> = h(k) %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endParaRPr lang="en-US" dirty="0"/>
              </a:p>
              <a:p>
                <a:pPr lvl="1"/>
                <a:r>
                  <a:rPr lang="en-US" dirty="0"/>
                  <a:t>If </a:t>
                </a:r>
                <a:r>
                  <a:rPr lang="en-US" sz="20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table[</a:t>
                </a:r>
                <a:r>
                  <a:rPr lang="en-US" sz="2000" dirty="0" err="1">
                    <a:solidFill>
                      <a:prstClr val="black"/>
                    </a:solidFill>
                    <a:latin typeface="Consolas" panose="020B0609020204030204" pitchFamily="49" charset="0"/>
                  </a:rPr>
                  <a:t>i</a:t>
                </a:r>
                <a:r>
                  <a:rPr lang="en-US" sz="20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] </a:t>
                </a:r>
                <a:r>
                  <a:rPr lang="en-US" dirty="0"/>
                  <a:t>is occupied but doesn’t have </a:t>
                </a:r>
                <a:r>
                  <a:rPr lang="en-US" dirty="0">
                    <a:latin typeface="Consolas" panose="020B0609020204030204" pitchFamily="49" charset="0"/>
                  </a:rPr>
                  <a:t>k</a:t>
                </a:r>
                <a:r>
                  <a:rPr lang="en-US" dirty="0"/>
                  <a:t>, check</a:t>
                </a:r>
                <a:r>
                  <a:rPr lang="en-US" sz="2000" dirty="0"/>
                  <a:t> </a:t>
                </a:r>
                <a:r>
                  <a:rPr lang="en-US" sz="2000" dirty="0">
                    <a:latin typeface="Consolas" panose="020B0609020204030204" pitchFamily="49" charset="0"/>
                  </a:rPr>
                  <a:t>(i+1) % </a:t>
                </a:r>
                <a:r>
                  <a:rPr lang="en-US" sz="2000" dirty="0" err="1">
                    <a:latin typeface="Consolas" panose="020B0609020204030204" pitchFamily="49" charset="0"/>
                  </a:rPr>
                  <a:t>table.length</a:t>
                </a:r>
                <a:endParaRPr lang="en-US" b="0" dirty="0"/>
              </a:p>
              <a:p>
                <a:pPr lvl="1"/>
                <a:r>
                  <a:rPr lang="en-US" dirty="0"/>
                  <a:t>If that is occupied and doesn’t contain </a:t>
                </a:r>
                <a:r>
                  <a:rPr lang="en-US" dirty="0">
                    <a:latin typeface="Consolas" panose="020B0609020204030204" pitchFamily="49" charset="0"/>
                  </a:rPr>
                  <a:t>k</a:t>
                </a:r>
                <a:r>
                  <a:rPr lang="en-US" dirty="0"/>
                  <a:t>, check </a:t>
                </a:r>
                <a:r>
                  <a:rPr lang="en-US" sz="2000" dirty="0">
                    <a:latin typeface="Consolas" panose="020B0609020204030204" pitchFamily="49" charset="0"/>
                  </a:rPr>
                  <a:t>(i+2) % </a:t>
                </a:r>
                <a:r>
                  <a:rPr lang="en-US" sz="2000" dirty="0" err="1">
                    <a:latin typeface="Consolas" panose="020B0609020204030204" pitchFamily="49" charset="0"/>
                  </a:rPr>
                  <a:t>table.length</a:t>
                </a:r>
                <a:endParaRPr lang="en-US" dirty="0"/>
              </a:p>
              <a:p>
                <a:pPr lvl="1"/>
                <a:r>
                  <a:rPr lang="en-US" dirty="0"/>
                  <a:t>If that is occupied and doesn’t contain </a:t>
                </a:r>
                <a:r>
                  <a:rPr lang="en-US" dirty="0">
                    <a:latin typeface="Consolas" panose="020B0609020204030204" pitchFamily="49" charset="0"/>
                  </a:rPr>
                  <a:t>k</a:t>
                </a:r>
                <a:r>
                  <a:rPr lang="en-US" dirty="0"/>
                  <a:t>, check </a:t>
                </a:r>
                <a:r>
                  <a:rPr lang="en-US" sz="1800" dirty="0">
                    <a:latin typeface="Consolas" panose="020B0609020204030204" pitchFamily="49" charset="0"/>
                  </a:rPr>
                  <a:t>(i+3) % </a:t>
                </a:r>
                <a:r>
                  <a:rPr lang="en-US" sz="1800" dirty="0" err="1">
                    <a:latin typeface="Consolas" panose="020B0609020204030204" pitchFamily="49" charset="0"/>
                  </a:rPr>
                  <a:t>table.length</a:t>
                </a:r>
                <a:endParaRPr lang="en-US" dirty="0"/>
              </a:p>
              <a:p>
                <a:pPr lvl="1"/>
                <a:r>
                  <a:rPr lang="en-US" dirty="0"/>
                  <a:t>Repeat until you either find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or else you reach an empty cell in the table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7C19AB-1C53-85A1-A3AF-83DFA61F94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 descr="An empty hash table of size 10">
            <a:extLst>
              <a:ext uri="{FF2B5EF4-FFF2-40B4-BE49-F238E27FC236}">
                <a16:creationId xmlns:a16="http://schemas.microsoft.com/office/drawing/2014/main" id="{276BC9F7-99BA-B7BC-1AD2-84242D56EDF4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12EC1DB-D4A6-6B7B-7C6F-C60875C4B880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F0BD263-8B0C-EE09-006A-586758C03449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BCB131B-1A39-0FB0-EC28-AB2DC7165455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0065800-76F9-7D0C-E5B6-87020D3297B3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A775EEE-4045-A0E9-526E-AC2E4A2B220F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8B9BA47-C1A1-480B-FBD9-0B5D0C3FEC27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BB61FD45-4837-E870-55ED-6756EC2B5361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EEA9484-5BD7-74CD-F516-9CC8D067DE6A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F251C79-01BF-5C06-7487-02E695D99A4F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67AFA12-FBBE-9F99-7B1A-AE3BB7D429F8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A245A2F-6564-4891-A90C-E3E2BF04E125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AE4A53B-9B6C-7B8D-8E87-A270ED0D10A3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BBD0B4C-F158-E738-E58A-1DA6795238D8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E8BF469-3A2B-FC51-C4A4-253D9013DAF7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9AC31F3-54B7-B947-0217-17FC02604175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6818FCD-6E83-A9BD-EAA4-3AAD7B03036B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9B224D1-EB59-30C6-540B-8994D7663CDC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63F476A-B374-374B-789B-67414FC2A447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23329E1-825C-BBDB-1055-328D27B7B737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09B7E04-AA65-9DC6-22AD-B63B7FA8D350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F17D356-8CC5-C0AF-2880-5EE8F66A33EB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3BF3FBC-BB62-99F8-8361-7ECF47FBB82E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41411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30447</TotalTime>
  <Words>2129</Words>
  <Application>Microsoft Office PowerPoint</Application>
  <PresentationFormat>Widescreen</PresentationFormat>
  <Paragraphs>462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Consolas</vt:lpstr>
      <vt:lpstr>Arial</vt:lpstr>
      <vt:lpstr>Aptos</vt:lpstr>
      <vt:lpstr>Calibri Light</vt:lpstr>
      <vt:lpstr>Cambria Math</vt:lpstr>
      <vt:lpstr>Calibri</vt:lpstr>
      <vt:lpstr>Office Theme</vt:lpstr>
      <vt:lpstr>CSE 332 Spring 2026 Lecture 10: hashing</vt:lpstr>
      <vt:lpstr>Dictionary (Map) ADT - Ordered</vt:lpstr>
      <vt:lpstr>Dictionary Data Structures</vt:lpstr>
      <vt:lpstr>BSTs and AVL Trees</vt:lpstr>
      <vt:lpstr>Other Tree-based Dictionaries</vt:lpstr>
      <vt:lpstr>Next topic: Hash Tables</vt:lpstr>
      <vt:lpstr>Dictionary (Map) ADT - Unordered</vt:lpstr>
      <vt:lpstr>The Best Dictionary Data Structure!</vt:lpstr>
      <vt:lpstr>Problem?</vt:lpstr>
      <vt:lpstr>Hash Tables</vt:lpstr>
      <vt:lpstr>Example</vt:lpstr>
      <vt:lpstr>What Influences Running time?</vt:lpstr>
      <vt:lpstr>Properties of a “Good” Hash</vt:lpstr>
      <vt:lpstr>A Bad Hash (and phone number trivia)</vt:lpstr>
      <vt:lpstr>Compare These Hash Functions (for strings)</vt:lpstr>
      <vt:lpstr>Properties of Those Example Hash Functions</vt:lpstr>
      <vt:lpstr>Ideal Insert procedure</vt:lpstr>
      <vt:lpstr>Collision Resolution</vt:lpstr>
      <vt:lpstr>Separate Chaining Insert</vt:lpstr>
      <vt:lpstr>Separate Chaining Find</vt:lpstr>
      <vt:lpstr>Separate Chaining Delete</vt:lpstr>
      <vt:lpstr>Formal Running Time Analysis</vt:lpstr>
      <vt:lpstr>Formal Running Time Analysis (Answers)</vt:lpstr>
      <vt:lpstr>Load Factor Example 1</vt:lpstr>
      <vt:lpstr>Load Factor Example 2</vt:lpstr>
      <vt:lpstr>Load Factor Example 3</vt:lpstr>
      <vt:lpstr>Collision Resolution: Linear Probing</vt:lpstr>
      <vt:lpstr>Linear Probing: Insert Procedure</vt:lpstr>
      <vt:lpstr>Linear Probing: How to find?</vt:lpstr>
      <vt:lpstr>Linear Probing: Find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1: Intro to ADTs, Stacks, Queues</dc:title>
  <dc:creator>Nathan Brunelle</dc:creator>
  <cp:lastModifiedBy>Nathan Brunelle</cp:lastModifiedBy>
  <cp:revision>134</cp:revision>
  <dcterms:created xsi:type="dcterms:W3CDTF">2023-09-26T20:08:20Z</dcterms:created>
  <dcterms:modified xsi:type="dcterms:W3CDTF">2026-04-22T16:33:23Z</dcterms:modified>
</cp:coreProperties>
</file>