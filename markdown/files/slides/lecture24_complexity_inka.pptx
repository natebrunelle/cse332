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9"/>
  </p:notesMasterIdLst>
  <p:sldIdLst>
    <p:sldId id="257" r:id="rId2"/>
    <p:sldId id="267" r:id="rId3"/>
    <p:sldId id="268" r:id="rId4"/>
    <p:sldId id="269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0" r:id="rId15"/>
    <p:sldId id="271" r:id="rId16"/>
    <p:sldId id="272" r:id="rId17"/>
    <p:sldId id="273" r:id="rId18"/>
    <p:sldId id="275" r:id="rId19"/>
    <p:sldId id="274" r:id="rId20"/>
    <p:sldId id="276" r:id="rId21"/>
    <p:sldId id="277" r:id="rId22"/>
    <p:sldId id="921" r:id="rId23"/>
    <p:sldId id="912" r:id="rId24"/>
    <p:sldId id="913" r:id="rId25"/>
    <p:sldId id="914" r:id="rId26"/>
    <p:sldId id="919" r:id="rId27"/>
    <p:sldId id="915" r:id="rId28"/>
    <p:sldId id="916" r:id="rId29"/>
    <p:sldId id="917" r:id="rId30"/>
    <p:sldId id="918" r:id="rId31"/>
    <p:sldId id="920" r:id="rId32"/>
    <p:sldId id="927" r:id="rId33"/>
    <p:sldId id="923" r:id="rId34"/>
    <p:sldId id="924" r:id="rId35"/>
    <p:sldId id="925" r:id="rId36"/>
    <p:sldId id="969" r:id="rId37"/>
    <p:sldId id="932" r:id="rId38"/>
    <p:sldId id="890" r:id="rId39"/>
    <p:sldId id="905" r:id="rId40"/>
    <p:sldId id="933" r:id="rId41"/>
    <p:sldId id="934" r:id="rId42"/>
    <p:sldId id="938" r:id="rId43"/>
    <p:sldId id="964" r:id="rId44"/>
    <p:sldId id="965" r:id="rId45"/>
    <p:sldId id="940" r:id="rId46"/>
    <p:sldId id="941" r:id="rId47"/>
    <p:sldId id="942" r:id="rId48"/>
    <p:sldId id="966" r:id="rId49"/>
    <p:sldId id="967" r:id="rId50"/>
    <p:sldId id="968" r:id="rId51"/>
    <p:sldId id="797" r:id="rId52"/>
    <p:sldId id="798" r:id="rId53"/>
    <p:sldId id="799" r:id="rId54"/>
    <p:sldId id="926" r:id="rId55"/>
    <p:sldId id="929" r:id="rId56"/>
    <p:sldId id="930" r:id="rId57"/>
    <p:sldId id="931" r:id="rId58"/>
  </p:sldIdLst>
  <p:sldSz cx="12192000" cy="6858000"/>
  <p:notesSz cx="6858000" cy="9144000"/>
  <p:embeddedFontLst>
    <p:embeddedFont>
      <p:font typeface="Cambria Math" panose="02040503050406030204" pitchFamily="18" charset="0"/>
      <p:regular r:id="rId60"/>
    </p:embeddedFont>
    <p:embeddedFont>
      <p:font typeface="Ravie" panose="04040805050809020602" pitchFamily="82" charset="0"/>
      <p:regular r:id="rId6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FF00FF"/>
    <a:srgbClr val="BFEBFB"/>
    <a:srgbClr val="00B0F0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font" Target="fonts/font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1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0:31:10.1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12726 8334 0,'0'0'0,"0"0"0,0 0 0,0 0 16,-9 9-16,-25 25 15,-17 17 1,-9 17-16,0 26 16,9-1-1,17 1-15,8 8 16,9 17-1,17 8-15,0-25 16,0-25 0,17-18-16,9-8 15,42 9 1,9-26-16,8-8 16,52-9-16,59-17 15,9-9 1,51 1-16,9-1 15,16 0 1,1-16 0,17-1-16,34 9 15,-1 0-15,35 9 16,-17-1 0,26 1-16,59 8 15,-8-9 1,-43 1-16,0 8 15,68 8 1,-25 1 0,-43 8-16,-8 0 15,16 8-15,-25 1 16,-42 8 0,8 9-1,-69-1-15,-25 9 16,-34 0-16,-111-25 15,-26-1 1,-34-16-16,-8-1 16,-18 1-1,1-1-15,-9-8 16,0 0 0,0-25-16,0-35 15,0-50 1,8-86-16,35-42 15,17 34 1,59-85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0:37:07.1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15738 6812 0,'0'0'0,"0"0"0,0 0 15,0 0-15,0 9 16,0 8-16,-8 0 15,8 0-15,-9 17 16,9-9 0,0 9-1,0-8-15,17-1 16,1-8-16,24 9 16,1-1-1,8-16 1,17-1-16,9-8 15,34 0-15,26-8 16,-18-1 0,9 1-16,43-1 15,17 1 1,-26 25 0,34 8-16,17 9 15,-42-8 1,34-1-16,17-8 15,25 0-15,18-8 32,8-1-32,9 1 15,17-1-15,-1-8 16,1 9 0,8-1-16,1 1 15,7 8 1,-33 0-1,-9-9-15,-17 1 16,-43-1-16,18 1 16,-18 8-16,9 8 15,-25 1 1,-61-1-16,-25 9 31,9 0-31,-18 0 16,-34-8-16,-17-9 15,-8 0 1,0 0 0,-1-8-16,1-1 0,-17-8 31,-1 0-31,-16 0 16,-1-8-16,1-10 0,-1-16 15,-8-25 16,18-86-31,50-67 16,68-94 0</inkml:trace>
  <inkml:trace contextRef="#ctx0" brushRef="#br0" timeOffset="35875.58">24290 9108 0,'0'0'0,"0"0"0,0 0 0,-17-93 0,-8 8 0,-1 0 15,-8 0 1,-9-34-16,1-9 16,-1 34-16,0 18 15,1 16 1,8 18 0,-1 8-1,10 8-15,8 9 16,0 0-16,0 17 15,-9 26 1,-17 25 0,1 34-16,7 8 0,18-8 15,0-17 1,9-16 0,-1-18-16,1-9 15,8-16 1,-9-1-16,9 1 15,-8-18-15,-26-25 16,-26-34 0,-9-34-1,35-17 1,26 0-16,25 8 16,0 35-1,9 16-15,-9 26 16,0 17-16,8 9 15,35 16-15,17 35 16,34 33 0,-51-25-16</inkml:trace>
  <inkml:trace contextRef="#ctx0" brushRef="#br0" timeOffset="52659.38">9337 11575 0,'0'0'0,"0"0"0,0 0 0,0 0 0,0 0 31,0 0-31,0 0 16,9-9-1,42-25-15,34-34 16,52-43-16,17-8 15,8 0 1,8-25-16,-7-9 16,7 17-16,9-43 15,1-8 1,-1 34 0,-17 17-1,9-9-15,-26 18 16,-60 50-1,-16 18-15,-18 25 16,-26 17-16,-16 0 0,-1 17 31,-8 0-15,-8 0-16,-52 17 16,-34 0-1,9 8-15,8-8 16,17 0-1,18-8-15,25-1 16,0 1 0,17-9-16,0 0 15,17-17 1,51-34-16,51-17 16,1-1-1,-18 27-15,-33 25 16,-27 17-1,1 25-15,-17 95 16,-26 101 0,-26 8-16,-8-16 0,25-43 31,35-51-31,-1-76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0:38:55.6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23591 3844 0,'0'0'0,"0"0"0,0 0 16,0 0-16,0 0 15,0 0 1,25 0-16,52 0 16,25 9-1,52-9-15,51 17 16,-51-9-1,-120-8-15</inkml:trace>
  <inkml:trace contextRef="#ctx0" brushRef="#br0" timeOffset="741.61">23061 4694 0,'0'0'0,"0"0"16,9-8-16,17-1 16,33-8-16,10 0 15,24-17 1,-24 9-16</inkml:trace>
  <inkml:trace contextRef="#ctx0" brushRef="#br0" timeOffset="1361.74">22933 5587 0,'0'0'0,"0"-8"0,17-1 16,1-8-16,7 0 15,9 9-15,52 8 16,42 0 0,162-17-16,102-9 15</inkml:trace>
  <inkml:trace contextRef="#ctx0" brushRef="#br0" timeOffset="4963.1">23189 8207 0,'0'0'0,"9"0"16,17 0-16,50 0 0,35 0 15,9 8 1,8-8-16,17-8 16,17-9-1,-25 8-15,16-16 16,-25-1 0,-85 18-16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0:43:44.9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20544 6770 0,'0'0'0,"0"0"0,0 0 0,0 0 15,0 0-15,0 0 16,0 0 0,0 0-16,0 0 15,0 0 1,0 0 0,0 0-16,0 0 15,17 8 1,0 1-16,0-1 0,0 9 31,17 0-31,9-8 0,-1-1 16,1 1-1,8-1 1,0-8 0,-8 9-16,0-1 15,17 1-15,8-1 16,0 1-16,-8-1 31,0-8-31,8 0 16,0 0-1,18-8-15,7 8 0,18 0 32,-17-9-32,0 9 15,-9 0 1,9 0-16,17 0 0,-8 9 31,-9-1-31,0-8 16,8 0-1,17 0-15,-8 9 16,-17-1 0,0-8-16,-9 9 15,18-9 1,8 8-16,0 1 15,0-9 1,25 17-16,18 0 16,0 0-1,16 0-15,-33 8 16,-86-16 0</inkml:trace>
  <inkml:trace contextRef="#ctx0" brushRef="#br0" timeOffset="16412.77">4592 15146 0,'0'0'0,"0"0"0,0 0 0,0 0 16,0 0 0,0 0-16,0 0 15,0 0 1,0 0-16,0 0 16,0 0-1,0 0-15,0 0 16,-9 0-16,1 9 31,-35 8-31,-8 17 16,0 0-1,8 9-15,-8 8 16,0 17 0,8 0-1,9 17-15,0 0 16,17-9-16,-1 1 0,1-9 31,0 8-31,17-8 16,0 0-1,0 0-15,17-8 0,0-17 16,18-9 0,7-9-1,52-25-15,34-25 16,-25-26-1,-1-18 1,-34-7-16,9-9 16,8-17-1,1 0-15,-26 25 16,-35 9 0,-8 0-16,-34 17 15,-26 0 1,-42 0-1,-86 26-15,-153 16 0</inkml:trace>
  <inkml:trace contextRef="#ctx0" brushRef="#br0" timeOffset="19563.49">9482 15138 0,'0'0'0,"0"0"0,0 0 0,0 0 16,0 0-16,0 0 15,0 0 1,0 0 0,0 0-16,0 0 15,0 0-15,0-9 16,0 9-1,0 0 1,0 0-16,0 0 16,-8-8-1,-1-1-15,-8 1 16,-25-1-16,-27 9 16,18 9-1,8 8-15,-16 0 31,-1 8-31,0 1 16,-8 8-16,-9 0 16,17 0-1,18-8-15,7-9 16,1 8-16,9 9 16,8 0-1,0 9-15,0 16 16,-1 9-1,10 0 1,8 0-16,8 9 0,18 8 31,17-9-31,8 1 16,-8-1-16,-1 1 16,1-17-1,8-1-15,0-8 16,1-8-1,50-9-15,17-9 16,-16-25-16,8-8 31,25-26-31,18-17 16,-9 0 0,-25-26-16,-1-8 15,9 0 1,-25 8-1,-35 1-15,-8-9 16,-18-9 0,-16 9-16,-18 0 15,-8 0 1,-25 9-16,-43-9 16,-43 0-1,-9 8-15,-42 26 16,-26 8-1,26 35-15,-68 25 16,-112 8-16,-33 9 16</inkml:trace>
  <inkml:trace contextRef="#ctx0" brushRef="#br0" timeOffset="28461.93">10942 8802 0,'0'0'0,"0"17"0,0 17 16,0 9-16,0-1 15,-9 1 1,1 8 0,-1-9-16,-8 1 15,9-18 1,-1 1-16,1-1 16,-1-8-1,0-8-15,9-1 16,0 1-16,0-1 15,0-8 1,0 0 0,0 0-16,0 0 0,9 0 15,17 9 1,25-1 0,0 1-1,26-1-15,8 1 16,35-18-16,25 1 31,-26-1-31,-8 9 16,9 0-16,25 0 15,-9 0-15,-25 9 16,0-9-16,17 8 16,-8-8-1,-35 0 1,-17 9-1,-8-1-15,-9-8 16,-8 0 0,-17 0-16,-1 0 0,1 0 31,8-8-15,0-1-16,0 1 15,0-1-15,1-16 16,-10-1-1,1-8-15,8-25 0,0-9 32,0-17-32,17-34 15,-16 51 1</inkml:trace>
  <inkml:trace contextRef="#ctx0" brushRef="#br0" timeOffset="31244.7">11505 16184 0,'0'0'0,"0"0"0,0 0 0,0 0 15,0-9 1,0 1-16,0-1 16,0 1-1,0 8 1,0-9-16,0 1 16,17-9-1,0 8-15,26-8 16,17 0-16,8 9 15,34 8 1,9 0 0,-17 0-16,9 0 15,-9 0-15,-1 8 16,-7-8 0,-1 9-16,-25-1 15,-17-8 1,-18 9-16,1-9 15,-18 0 1,1 0 0,-1 0-16,1 0 15,-9 0-15,0 0 16,-9 0 0,-16 0-16,-35 0 15,-25 0 1,-9 0-1,-9-9-15,-25 1 16,26 8 0,25 0-16,-8 0 15,25 0-15,9 0 16,8 0 0,-17 0-16,9 0 15,17 0 1,0 0-1,17 0-15,0 0 16,17 0 0,0 0-16,0 0 15,0 0-15,8 0 16,18 8-16,34 9 16,33 9-1,53-9-15,16-9 16,-34 1-1,17-18 1,0 1 0,-26-1-16,-16 9 15,-18 0 1,-25 0-16,-9 0 16,-25 0-16,-1 0 15,-16 0 1,-1 0-16,-8 0 15,0 0-15,-25 0 32,-112 26-32,-68-1 15,-51 18 1,-102 17-16</inkml:trace>
  <inkml:trace contextRef="#ctx0" brushRef="#br0" timeOffset="47104.64">13673 15427 0,'0'0'0,"0"0"0,0 0 0,-9 17 31,1 0-31,-1 9 0,-8-1 16,0 9-1,0-8-15,0-1 32,0 9-17,0 17-15,0 17 16,0 0-1,0 9-15,0 8 16,0-9 0,17-25-16,0-8 15,0-18-15,0 1 16,0-9 0,8-8-16,1-1 0,8 1 31,8-1-16,27 1-15,7-1 16,1 1 0,17-1-16,0-8 15,17-8 1,34-18-16,0 9 16,-17 0-1,8 0-15,26 0 16,0 0-1,-34 8-15,0-8 16,43 17 0,-9 0-16,-43 0 15,-8 0-15,-8 17 16,-10-8 0,18-1-1,-25 1-15,-27-9 16,-16 0-1,-1 0-15,-16 0 16,-1 0 0,1 0-1,-9-9-15,9-16 16,-9-60-16,0-60 16,0-144-16</inkml:trace>
  <inkml:trace contextRef="#ctx0" brushRef="#br0" timeOffset="97006.44">14211 9040 0,'0'0'0,"0"0"15,0 0-15,0 0 0,0 0 16,0 0-16,0 0 16,0 0-16,8 0 15,61 9-15,93-9 32,102 8-17,18 9-15,68 26 16</inkml:trace>
  <inkml:trace contextRef="#ctx0" brushRef="#br0" timeOffset="106232.28">20134 4286 0,'-9'9'15,"1"8"-15,-1 0 0,-16 0 16,-1 25-1,1 35-15,7 8 16,1-9 0,0 9-1,9 9-15,-1 8 16,1 9-16,-1 8 16,1 17-16,-9 0 31,-1-17-31,1 17 15,0 9 1,0-1-16,0-8 16,0 9-16,9 8 15,-1 0 1,1-8 0,8-1-16,0 18 15,0-26 1,0-9-16,0 1 0,0 8 15,0-25 1,8-1 0,1 9-16,8 34 15,-9-17 1,1-17 0,-1 17-1,1 26-15,-1-9 16,1-17-16,8 51 0,-9 9 31,1-43-31,8 34 16,-8 9-16,-9-43 15,17 42 1,-9 1 0,-8-52-16,9 52 15,-1-9 1,-8-42-16,0 33 15,9-8 1,-9-33-16,0-18 16,0 42-1,8-8-15,-8-42 16,17 25 0,1 17-1,-1-8-15,0-26 16,0-9-16,-9 18 15,-8-18 1,9-8-16,-9-8 16,8-9-16,-8 25 15,0 10 1,0-18 0,0-9-1,9-8-15,-1 9 16,1 25-16,-9 0 15,17-17 1,0 8 0,-8 27-16,-9 7 15,0-8 1,-9-17-16,1 17 16,-10 9-1,10-26-15,-1-25 16,1-1-16,-1 18 15,1-1 1,-1-16 0,1-9-16,-1-26 15,9 9 1,0 9-16,-8 16 16,-1 1-1,9-17-15,0-1 16,0 1-16,-8 16 15,-1 26 1,9-8-16,0-26 16,0-9-1,0-8 1,0 17-16,9 26 16,-9 0-1,0-18-15,0-8 16,0 9-16,0 8 15,0-9 1,0-33-16,8-1 16,-8-8-1,0-8 1,0-18-16,0 1 16,0-9-1,0-9-15,0 1 16,0-1-16,0-8 15,0 0 1,0 0-16,0 0 16,0-8-1,0-18 1,17-42-16,9-25 16,-1 8-1,1-9-15,-9 9 16,0 0-1,9 0-15,-18 9 16,-8 8-16,-8-9 16,-1-8-1,9-9-15,0 1 16,9 8 0,-9 8-1,-9 18-15,1-9 16,-1 0-16,-8 17 15,0-9 1,-9-33-16,9-18 16,0 26-1,9 0-15,-1 0 16,9-17-16,-8-9 16,8 18-1,0 8-15,0 8 31,0-16-31,8-18 16,1 0 0,-1 18-16,1 8 15,-1 0-15,1 8 16,8-25-16,9 0 16,-9 17-1,-9-8 1,1-18-16,8 0 15,-9-8 1,-8 9-16,-8-9 16,-1 0-1,9 8 1,-8-8-16,-9 9 16,0-1-1,-1-8-15,1-17 16,0 0-1,0 17-15,0-26 16,9-8 0,-1 17-16,1 17 15,-1-34 1,1 0 0,8 17-16,0-9 15,-9-16-15,9-1 16,0 26-1,-9-43-15,1 1 16,8 16-16,-9-42 31,9 17-31,0 17 16,0-34-16,0 0 16,0 17-1,9-26-15,-9 26 0,8-9 31,-8-8-15,0 34-16,-8-34 16,8-9-16,0 26 15,-9-25 1,9 7 0,-8-7-16,8-1 15,0 26 1,0-34-16,0 17 15,-9 0-15,9-9 16,0 26 0,-8-34-16,8 8 15,-9 18 1,9-9 0,0 17-16,0-1 15,9-7 1,-9 42-16,8 17 15,1-17-15,-9 17 16,8 51 0,-8 16-1,0 27-15,0 8 16,0 17 0,0 0-16,0 8 15,0 9-15,0 0 16,0 0-1,0 0 1,0 0-16,0 51 16,9 69-1,-1 16-15,10 42 16,16 35 0,0-35-16,8 43 15,-16-8 1,0 0-16,-18 33 15,1 1-15,-1 8 16,9 17 0,0 0-16,18 9 15,-10 0 1,-8-1 0,0 1-16,0-9 15,-8 0 1,-1 0-16,-8 9 15,0 51-15,0-9 16,-8-17 0,-1 34-16,1-42 15,-9 17 1,8-35 0,1-25-16,-1 0 15,1-25-15,-9 25 16,8-25-1,0 8-15,9-8 16,9-1 0,0-8-1,-1-25 1,1 8-16,-1-34 0,-8 17 16,0 0-1,0-17 1,-8 1-16,-1 7 15,1-25-15,-10-8 16,-16 16 0,0 1-16,0-34 15,0 16 1,0 18-16,0-18 16,8-16-1,9 25 1,-9 17-16,1-42 15,-1-26 1,1 8-16,7 18 16,1-9-1,9-26-15,-9-8 16,8 9-16,1 16 16,-1 1-1,1-26 1,8-8-16,0-18 0,-9-16 15,9-18 1,0 1 0,0-18-1,-8 9-15,-1-8 16</inkml:trace>
  <inkml:trace contextRef="#ctx0" brushRef="#br0" timeOffset="124959.08">4617 12323 0,'0'0'16,"0"0"-16,0 0 0,0 0 15,0 0-15,0 0 16,0 0 0,0 0-1,0 0-15,0 0 16,0 0 0,0 0-16,0 0 15,0 0 1,0 17-16,-8 8 15,8 27-15,0-10 16,0 1 0,0-1-16,0-8 15,0 0 1,8 0-16,9-8 16,1 8-1,16-9 1,0 1-16,34-9 15,26-9 1,0 1-16,8-9 16,1-9-1,25-8 1,25 9-16,-8-9 0,1-9 16,33 9-16,0 9 15,-25-1 16,16 9-31,-7 0 16,-44 0-16,-17 9 16,-8-9-16,-8 0 15,-18 8 1,-25 1-16,-1-9 16,-16 0-1,-1 0-15,-16 0 16,0 0-16,-1 0 15,-8-9-15,9-33 16,-9 8 15</inkml:trace>
  <inkml:trace contextRef="#ctx0" brushRef="#br0" timeOffset="129835.97">17975 12723 0,'0'0'16,"0"0"-16,0 0 0,0 0 15,0 0-15,0 0 16,0 0 0,0 0-1,0 0-15,25-9 16,35 9-1,59 0-15,78 9 16,59-1 0,43 1-16,68 8 15</inkml:trace>
  <inkml:trace contextRef="#ctx0" brushRef="#br0" timeOffset="133158.18">20518 12867 0,'0'0'0,"0"0"0,0 0 16,0 0-16,0 0 16,0 0-1,0 0 1,0 0-16,0 0 16,0-8-16,0 8 15,0-9 1,0 9-1,0 0-15,0 0 16,0-8 0,0 8-16,0 0 15,0-9 1,0 1 0,26-1-16,42-16 15,26-1-15,17 1 16,8-1-1,43 9 1,18 0-16,-44 9 0,43-1 16,26 9-1,-51-8-15,68-1 16,25 1 0,9-1-1,-8 1 1,-26-18-16,34-33 15,77-18-15</inkml:trace>
  <inkml:trace contextRef="#ctx0" brushRef="#br0" timeOffset="161868.43">24811 8309 0,'0'0'0,"0"0"0,0 0 0,0 0 0,0 0 16,0 0-16,0 0 15,0 8 1,-8 18 0,-1 33-16,-8 43 15,-9 18-15,1 16 16,8-9-1,-9 9 1,9-8-16,0-43 16,8-17-1,9-17-15,0-17 0,0-9 16,17-8 0,9 0-1,8-8 1,43-1-16,51-8 15,0-8 1,-17-9 0,0 8-16,43 1 15,-1 8-15,-42 0 0,-25 0 32,-35 0-32,-17 0 15,-9 0 1,-7 0-1,-10 0-15,9-9 16,9-8 0,8-17-16,9-34 15,-9-17 1,-17-17-16,0-17 16,17-51-16,43-128 15</inkml:trace>
  <inkml:trace contextRef="#ctx0" brushRef="#br0" timeOffset="164508.12">4967 11923 0,'0'0'0,"0"0"16,0 0-16,26-8 15,8-1-15,17 1 16,26-1 0,8 9-16,52-8 31,8-1-31,9 1 0,59-9 16,0 0-1,95 0 1</inkml:trace>
  <inkml:trace contextRef="#ctx0" brushRef="#br0" timeOffset="165530.7">24248 11617 0,'0'0'0,"0"0"0,17-8 16,17-18-1,0 9 1,-8 0-16,-9 0 16,-9 17-16,9 0 15,0 0 1,9 0-16,42 17 15,26 17 1,9-8 0,16-1-16,18 1 15,-9-1 1,17 1-16,34 16 16,43 18-1,17-9-15,26 17 16,-26-26-16,93 1 15</inkml:trace>
  <inkml:trace contextRef="#ctx0" brushRef="#br0" timeOffset="173452.13">24120 11362 0,'0'0'0,"0"0"0,0 0 15,0 0 1,0 0-16,0 0 16,0 0-1,0 0-15,0 0 16,0 0-1,0 17-15,8 17 16,-8 0 0,0 9-16,0-1 15,0-8-15,0-8 16,0-9 0,0-9-1,0 1-15,9-1 16,-1 1-1,9-1-15,1 9 32,-1 0-32,8 0 15,18 0-15,42 0 16,9-8-16,0-1 16,8 1-16,18-9 15,25 0-15,0 8 31,-17-8-31,9 0 16,16 0 0,-8 0-16,-17 9 15,9-9 1,-9 0-16,-34 8 16,-17 1-1,-9-9 1,0 8-16,9 1 15,8-1-15,1 1 16,-18-1-16,-8-8 31,-18 9-31,-7-9 16,-10 0 0,-16 0-16,-1 0 15,1 0-15,-1-9 16,1 1-1,-1-18 1,9-25-16,1-25 16,-1-43-16,-9 51 15</inkml:trace>
  <inkml:trace contextRef="#ctx0" brushRef="#br0" timeOffset="185200.02">27773 9100 0,'0'0'0,"0"0"0,0-9 0,0 1 16,0 8-1,0-9-15,0 1 16,8 8-1,-8 0-15,0-9 16,9 9 0,-1 0-16,1 0 15,-9 0 1,0 0-16,8 0 16,-8 0-1,9-8-15,17 8 16,33 0-16,61 8 15,50-8 1,18 9 0,0-9-16,119-9 15</inkml:trace>
  <inkml:trace contextRef="#ctx0" brushRef="#br0" timeOffset="187568.47">4814 10937 0,'0'0'0,"0"0"0,0 0 16,0 0-16,-9 0 16,9 8-1,0-8-15,0 0 16,0 0-16,0 0 16,26 17-1,34 0 1,25 0-1,26-8-15,25-9 16,69-26-16,77-42 16,68-17-16</inkml:trace>
  <inkml:trace contextRef="#ctx0" brushRef="#br0" timeOffset="188728.92">27704 10877 0,'0'0'0,"0"0"0,0 0 16,0 9-1,-8-1-15,-1 1 16,1-1-1,-1 1-15,9-1 16,0-8 0,0 0-16,0 0 15,0 0 1,0 0-16,0 0 16,17 0-1,43 17-15,60 0 16,59 9-1,26-1-15,8-16 16,17 8 0,18 0-16,-52-17 15,94-9 1</inkml:trace>
  <inkml:trace contextRef="#ctx0" brushRef="#br0" timeOffset="192763.48">27235 15146 0,'0'0'0,"0"0"0,9 0 16,-1 0-16,1 0 16,-1 0-1,1 0 1,-1 0-16,1 0 16,8 17-16,0 0 15,0 26 1,-8 34-1,-9 42-15,-9 34 16,-8-9 0,0-16-16,17-52 0,0-25 31,0-8-31,8-18 16,9 1-1,1-1-15,24 1 16,26-1-16,60-16 15,43-18 1,-17-8-16,51-8 16,17-1-1,17 1 1,8 8-16,-25 0 0,25 0 31,-8 17-31,-17 8 16,-25 18-16,-61-18 15,-42 1 1,-43-1 0,-17 1-1,-16-9-15,-10 0 16,1 0-16,-1-9 16,1-8-16,-1-42 31,1-43-31,-1-26 15,-8 1-15,-8 16 16,-1 18 0,1 25-1,-1 17-15,1 0 16,-1 16-16,9 18 0,0 0 31,0 0-31,0 9 16,0 8-1,-8-9-15,-27 1 16,-118 16 0,-155 18-16,-101 25 15,-78 9-15,-33-9 32,25 8-32,51 1 15,60-1-15,17 9 16</inkml:trace>
  <inkml:trace contextRef="#ctx0" brushRef="#br0" timeOffset="194000.98">20100 7629 0,'0'0'15,"0"0"-15,25 0 0,52-9 0,85 0 16,52-16 0,67-18-1,52 9-15,34 26 16,34 8 0,52 25-16,-44 18 15</inkml:trace>
  <inkml:trace contextRef="#ctx0" brushRef="#br0" timeOffset="200820.69">21235 8709 0,'0'0'15,"0"0"-15,0 0 0,0 0 0,0 0 16,0 0-16,0 0 15,-9 17-15,1 0 16,-1 17 0,1 0-16,-1 8 15,1 1 1,-1-1-16,1 1 16,-1-1-1,1-16 1,8-9-16,0-9 15,0 1 1,0-1-16,0-8 16,8 0-16,26 9 15,9-1 1,0 1-16,16-1 16,18 1-1,17-1 1,34-8-16,0 0 15,-17 0 1,0 0-16,17 9 16,-8-1-1,-35 9-15,-25-8 16,-18-1-16,-16 1 16,0-9-1,-18 0 1,1-9-16,-1 1 15,1-26 1,-1-26-16,1-50 16,-1-162-16</inkml:trace>
  <inkml:trace contextRef="#ctx0" brushRef="#br0" timeOffset="202827.87">21721 15249 0,'0'0'0,"-8"0"0,-1 8 0,1 1 0,-1-1 15,1-8 1,-1 9 0,-8-1-1,-8 1-15,-1-1 16,-8 1-1,0-1-15,-18 1 16,-33-1 0,-9 9-16,26 0 15,-17 0 1,-1 17-16,9 0 16,9 0-1,-17 0-15,8 9 16,26-18-16,17 1 15,8-1 1,9-8 0,0 9-16,8-1 15,9 9 1,17 9 0,18 16-16,16 1 15,26-1-15,16 1 16,36 8-1,7 0-15,9 0 16,9 0 0,34 0-16,-1 0 15,-7-17-15,-10-8 32,1-18-32,8-16 15,-8-1-15,8-16 16,-17-1-1,0-16 1,1-1-16,-27-8 16,-33 0-1,-18 0-15,-17-8 16,-8-9 0,0-9-16,-18 9 15,-16 0 1,0 8-16,-9-8 15,-9 0 1,-8 9-16,-8-1 16,-9-16-1,-9-9-15,-8 0 16,0 17 0,8 8-16,-17 1 15,-16-9 1,-18 8-16,-43 1 15,-42-1-15,-51 1 16,-26 16 0,-34-16-16,-77-27 15</inkml:trace>
  <inkml:trace contextRef="#ctx0" brushRef="#br0" timeOffset="214075.88">18888 16218 0,'0'0'0,"0"0"0,0 0 16,0 0-16,0 0 16,0 0-1,-9 0-15,1 17 16,-9 17 0,-9 9-16,9 8 15,0 8 1,0-8-16,17 34 15,0 9 1,25 8-16,10 8 16,50 9-16,34-17 15,-8-33 1,26-18 0,34-17-16,8-26 15,-51-8 1,51-17-16,0-8 15,-42-9-15,59-43 16,9-25 0,-34 0-1,-18-9 1,-7 9-16,-36 17 16,-41 17-16,-18 17 15,-25 17 1,-18 17-16,1 0 15,-18 9-15,-25-1 32,-26 1-32,-8 16 15,-17 9-15,8 0 16,17 0 0,-8 9-16,-1-1 15,27-16 1,8-1-1,17 1-15,8-9 16,9 0 0,0-17-16,17-17 15,26-9 1,17-16-16,25-9 16,34 8-1,-16 26-15,-35 17 16,-17 17-1,1 26-15,-10 25 16,-8 42 0,-17 35-16,-25-1 15,-1-42-15,9-25 16,0-26 0,0-9-16,0-16 15,0-1 1,-8-16-16,-43-9 15,-43-34 1,42 17-16</inkml:trace>
  <inkml:trace contextRef="#ctx0" brushRef="#br0" timeOffset="214537.2">17949 17145 0,'0'0'0,"0"0"0,0 0 16,0 0 0,17-9-16,26-25 0,16-34 15,10-34 1,8-8 0,-18-9-1,1 0-15,-17 17 16,-9 17-1,-9 17-15,1 25 16,-17 9 0,-1 17-16,9 0 15,0 0 1,17 0-16,1 17 16,16 26-16,26 42 15,59 42-15,60 1 16,69-35-1,102-8 1</inkml:trace>
  <inkml:trace contextRef="#ctx0" brushRef="#br0" timeOffset="-213308.02">19852 3045 0,'0'0'0,"0"0"0,0 0 16,-25 0-16,-61 0 15,-93-9 1,-60 1-1,-17-9-15,-9 0 16,9 17 0,43 0-16,42 8 15,52-8-15,34 9 16,8-18 0,8-8-16,1-25 31,8-35-31,9-17 15,26-33-15,25 59 16</inkml:trace>
  <inkml:trace contextRef="#ctx0" brushRef="#br0" timeOffset="-213051.79">18000 2517 0,'0'0'0,"0"0"0,0 0 15,0 0-15,0 0 16,0 0-1,0 0 1,-8 0 0,-9 9-16,-60 67 15,-43 43-15,-8 0 16,17-25-16,34-17 16,26-9-16,26 0 31,33 0-31,60 8 15,86 9-15,68-25 16,43-52 0,93-25-1</inkml:trace>
  <inkml:trace contextRef="#ctx0" brushRef="#br0" timeOffset="-212335.18">4165 4371 0,'0'0'0,"0"0"15,0-8-15,9 8 0,-1 0 31,1 0-31,8 17 16,0 34-16,-9 42 0,-25 26 31,-8 26-15,-9 0-16,-1-1 16,10-25-1,8-25-15,0-35 16,8-42-16</inkml:trace>
  <inkml:trace contextRef="#ctx0" brushRef="#br0" timeOffset="-212015.15">3585 4363 0,'0'0'0,"0"0"0,0 8 0,0 9 16,0 0 0,17 0-1,17-8 1,60-18-16,51-25 0,0-17 15,51 0 1,1 9-16,-52-9 16,-9 8-1,-68 26 1</inkml:trace>
  <inkml:trace contextRef="#ctx0" brushRef="#br0" timeOffset="-211578.88">4882 5468 0,'0'0'16,"0"0"-16,9-17 0,16-34 0,9-17 15,9-17 1,0 0 0,-9 0-1,0 17-15,0 9 16,0 8-1,-8 17-15,8 8 16,0 9 0,9-8-16,8-1 15,9 9-15,8-9 16,-8 9-16,-18 0 31,10-8-31,16-18 16,-25 26-1</inkml:trace>
  <inkml:trace contextRef="#ctx0" brushRef="#br0" timeOffset="-211123.56">6265 4754 0,'0'0'0,"0"0"0,-9 8 15,1 35-15,-18 25 16,9 0 0,0 0-16,17-8 15,0-1 1,0-16-16,0-18 16,0-8-1,8-8-15,18-18 16,17-25-1,8-34 1,9-25-16,-18-9 16,-8 25-1,-8 18-15,-17 24 16,-1 18-16,-8 17 16,0 0-1,0 34-15,0 52 16,0 24-1,9 18 1,8-18-16,0-33 16,0-18-16,8-25 15,1-25 1,-9-1 0</inkml:trace>
  <inkml:trace contextRef="#ctx0" brushRef="#br0" timeOffset="-210869.07">7434 4524 0,'0'0'0,"-9"0"16,-16 26-16,-1 16 15,1 18-15,-1-1 16,0 10-1,9-1-15,9 0 16,8-9 0,17-8-16,26-8 15,25-26 1,43-43-16,17-16 16,-60 16-16</inkml:trace>
  <inkml:trace contextRef="#ctx0" brushRef="#br0" timeOffset="-210608.07">8526 4048 0,'0'0'0,"0"9"0,-8 50 31,-1 69-31,-8-1 16,0-16-1,-8-9-15,-1-9 16,0-8 0,-8-16-16,9-35 15,8-26 1,17 1-16</inkml:trace>
  <inkml:trace contextRef="#ctx0" brushRef="#br0" timeOffset="-209999.89">8211 4541 0,'0'0'0,"8"0"16,35 26-16,17 16 15,25 9 1,9-8-16,8-9 16,-8-17-1,-17-34-15,8-34 16,9-26 0,-8 18-16,-27 16 15,-8 18 1,-16 16-16,-10 18 15,-16 8 1,-1-9-16,-8 1 16,0-1-1,0 9-15,-8 0 16,-1 17 0,9 0-16,0 0 15,9 0 1,33 0-16,27-8 15,16-35 1,17-33-16,26-43 16,1-26-1,-44 26-15,-51 43 16,-8 25 0,-18 0-16,1 25 15,-9 35-15,-9 67 16,-16 43-1,-10 1-15,27-44 16,16-25 0,18-25-16,0-26 15,-1-26 1,26-33 0,26-18-16,-26 26 15</inkml:trace>
  <inkml:trace contextRef="#ctx0" brushRef="#br0" timeOffset="-209521.45">10839 3606 0,'0'0'0,"-8"34"0,-1 68 16,1 43-16,-9-9 31,-9 0-31,0 8 16,-8-16 0,-8-9-16,-1-9 15,9-25 1,17-16-1,0-35-15,17-17 16,0-9-16,17-16 0,25-18 16,27-25-1,25 0 1,-9 25 0,-25 18-1,-26 16-15,-9 18 16,-25 42-16,-42 51 0,-35 0 31,9-25-15,8-26-16,17-34 15,9-34 1,-26-60-16,26 1 16</inkml:trace>
  <inkml:trace contextRef="#ctx0" brushRef="#br0" timeOffset="-209237.84">11693 4116 0,'0'17'16,"-9"94"-16,9 76 15,0-9-15,0-16 0,0-17 16,0-35 0,0 1-1,-8-18-15,8-50 16</inkml:trace>
  <inkml:trace contextRef="#ctx0" brushRef="#br0" timeOffset="-208577.29">12324 4635 0,'0'0'0,"0"0"0,26 0 16,34 17 0,25 0-16,-17-9 15,1-8 1,-10-8-16,1-1 16,-9-16-1,-16 8-15,-10 0 16,-8 0-1,-8 8-15,-9 1 16,-34-9 0,-18 17-16,-41 25 15,-1 26 1,17 68-16,26 26 16,42-9-1,52-17 1,59-25-1,60-26-15,146 8 0</inkml:trace>
  <inkml:trace contextRef="#ctx0" brushRef="#br0" timeOffset="-207850.85">21320 3138 0,'0'0'0,"34"0"0,52 17 0,76 9 15,43-1 1,17 9-16,8 9 0,-16-1 15,-18-25 1,-17-8 0,-51-9-16,-34-9 15,-43 1 1,-17-1-16,-8 1 0,0-18 31,-9 18-31</inkml:trace>
  <inkml:trace contextRef="#ctx0" brushRef="#br0" timeOffset="-207593.17">23300 3045 0,'9'0'16,"59"25"-16,77 26 0,52 26 15,-18 8-15,-26-9 16,-42-25 0,-51-25-16,-26-18 15,-17 1 1,-8-1-16,-94 18 16,-189 50-1,-93 26 1,9 9-16</inkml:trace>
  <inkml:trace contextRef="#ctx0" brushRef="#br0" timeOffset="-198040.93">13835 1692 0,'0'0'0,"0"0"0,0 0 16,0 0-16,0 0 15,0 0 1,0 0-16,0 0 16,0 9-1,0 16-15,0 18 16,0 42-1,-8 17-15,-1-8 16,1-1 0,-1-16-16,9-26 15,-9-9 1,9-16 0,0-9-16,0-9 15,0 1-15,0-1 16,0-8-1,0-8-15,0-18 16,0-33-16,18-35 31,7-16-31,9 8 16,9 8-16,0 0 16,33 18-1,18 8-15,-8 17 16,-9 17-1,-1 17-15,-16 0 16,-17 17-16,8 0 31,0 17-31,-8 17 0,-9 25 32,-17 52-32,-17 25 15,-26 17-15,9-34 16,0-42-1,9-43-15,8-17 16,0-9-16,0-8 31</inkml:trace>
  <inkml:trace contextRef="#ctx0" brushRef="#br0" timeOffset="-196666.92">15337 884 0,'0'0'0,"0"0"0,9 17 32,-1 0-32,1 0 0,-9 0 31,8 9-31,-16 8 15,-1 17 1,-16-8-16,-1 25 0,1-26 31,-1 1-31,9-1 16,0-16 0,0-1-16,8 1 15,1-18 1,8 1-16,0-1 15,0-8 1,0 0-16,0 0 16,0 0-1,0 0-15,0 0 16,0-8 0,0-1-16,0-8 15,17-17 1,0-17-16,17 0 15,-8 9 1,-1 8-16,-8 8 16,0 1-1,0-1-15,0 9 16,1-8 0,-10 16-16,1-16 15,-1 16 1,9 1-16,0-1 15,0 9 1,0 0-16,0 0 16,-8 0-1,0 0-15,-1 0 16,1 0-16,-1 0 16,1 0-1,-9 0 1,0 0-16,0 0 15,0 0 1,0 0-16,0 0 16,0 0-1,0 0-15,0 0 16,0 0 0,0 0-16,0 0 15,0 0 1,0 0-16,0 0 15,0 0 1,0 0-16,0 0 16,-9 0-1,1 9-15,-1 8 16,-8 8 0,8-25-16,1 9 15,-1-1-15,9 9 16,-8-17-1,8 0 1,-9 9 0,-25-1-16,-26-8 15,35 0-15</inkml:trace>
  <inkml:trace contextRef="#ctx0" brushRef="#br0" timeOffset="-183771.25">26399 1888 0,'0'0'0,"0"0"0,0 0 16,0 0 0,0 0-16,0 0 15,0 0 1,-9 0-16,-8-9 15,-17 1 1,-34 8-16,-18 0 16,-25 17-1,-17 26-15,0 25 16,17 25 0,17 26-16,9 9 15,25-1 1,26-16-16,51-9 15,26-17 1,76 0-16,78-25 16,42-52-1,0-33-15,-43-27 16,86-41 0</inkml:trace>
  <inkml:trace contextRef="#ctx0" brushRef="#br0" timeOffset="-182328.09">27047 1182 0,'0'0'0,"0"0"0,0 0 15,0 0-15,0 0 16,0 0-1,-8 9-15,-1 16 16,-16 18-16,-18 16 16,0 18-1,9-9 1,8 0-16,-8 0 16,9-9-1,8-16-15,8-9 16,1-9-16,8-16 15,0-1 1,8-16-16,18-26 16,16-26-1,27-50-15,-10-1 16,1 9 0,8-8-1,-8 42 1,-9 0-16,18 8 0,8 9 15,-1 17 1,-7 8 0,-1 18-16,9 16 15,-9 27 1,-8 24-16,-18 18 16,-16 33-16,-26 9 15,-9-8-15,-16-9 31,-9-34-31,25-43 16</inkml:trace>
  <inkml:trace contextRef="#ctx0" brushRef="#br0" timeOffset="-165079.53">12751 2458 0,'0'0'16,"0"-9"-16,17-16 0,0-1 0,0 9 15,9 0 1,0 0-16,-1 17 15,1 0 1,-9 17-16,-9 34 16,-16 43-1,-35 50-15,-8 1 32,0-26-32,25-51 0,9-25 15,17-9 1,9-9-16,16 1 15,61 8 1,42-9-16,34-16 16,43-18-1,17-8-15,42 9 16,-33 8 0,-9 0-16,8 0 15,-17 8 1,26 9-16,-34 17 15,-17 0 1,-26 0-16,-51-8 16,-34-18-1,-9-8-15,9-17 16,-17-25 0,-1-35-16,1-50 15,-9-52 1,-8-42-16,17-119 15</inkml:trace>
  <inkml:trace contextRef="#ctx0" brushRef="#br0" timeOffset="-161736.74">24999 2577 0,'0'0'0,"0"0"0,0 0 16,-9 8 0,1 9-16,-9 17 15,-9 9 1,1 8-16,-1 0 15,9-9 1,0 1 0,0-17-16,8-1 15,9 1-15,0-1 16,17 1 0,9-9-16,42 17 15,17 0 1,18-9-16,59 1 15,26-1 1,8 1-16,69 8 16,25 17-1,26 8-15,8-8 16,-25 0 0,-43-8-16,-34-1 15,-43-8 1,-68 0-16,-51-25 15,-26-1-15,-9 1 32,-8-9-32,1 0 15,-1-9-15,59-76 16,27-76-16,-9-35 16,34-101-1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0:49:51.2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4455 6548 0,'0'0'0,"0"0"0,0 0 0,-8 0 15,-1 26 1,-16 25-16,-27 43 15,-7 25 1,16-9-16,26-25 16,0-34-1,8-8 1,9-18-16,0 1 0,17-9 31,17-9-31,9 1 16,25-18-16,18-8 15,-9 9 1,-9-1-16,17-8 16,18-8-1,25-1 1,17 1-16,8 8 16,18 8-1,8 1-15,9 8 16,17 0-1,0 8-15,-9-16 16,17-1-16,43-8 16,1 0-1,16 0-15,0 0 16,17 0 0,17-8-16,0 8 15,18 8 1,-1 1-1,-8-1-15,-17 9 16,-1 17 0,18 0-1,-17 9-15,8 8 0,-25 0 16,8 17 0,0 17-1,-8-17-15,-1-9 16,10 1-1,-1-9-15,-17-9 16,-8-8 0,-1-17-16,1-8 15,-18-1 1,-42-8-16,-17-8 16,17 8-1,-26-9-15,-34 1 16,-43 8-1,-42 0-15,-26 0 16,-8-9 0,-18-16-16,-25-35 15,-42-76 1,-69-145-16</inkml:trace>
  <inkml:trace contextRef="#ctx0" brushRef="#br0" timeOffset="19537.66">2859 7901 0,'0'0'0,"0"0"0,0 0 0,0 0 15,9 0 1,-1 0-16,1 0 16,-1 17-16,1 0 15,-1 25 1,1 9 0,-1 9-1,1-9-15,-9-9 16,9-16-16,-9-9 15,0-9 1,0 1 0,0-1-16,0 1 15,17-1 1,8 9-16,35 0 16,25-8-1,26 8-15,17-9 16,-8 1-16,-1-1 15,35 9 1,25 17 0,17-8-16,18 16 15,8 1-15,0-1 16,-26-7 0,0-1-16,-8 0 15,-9-9 1,-8 9-1,17-17-15,-1-8 16,-16-1 0,0-8-16,8-17 15,-25 0-15,16-8 16,-7-9 0,-18 8-1,-17 1-15,-9-1 16,-25 9-1,-34 8-15,-9 1 16,-8-1 0,-9 1-16,0-1 15,-8 1-15,8-1 16,8-16 0,18-18-1,-26 18-15</inkml:trace>
  <inkml:trace contextRef="#ctx0" brushRef="#br0" timeOffset="27529.61">7852 10401 0,'9'0'0,"76"17"0,103-17 16,102-26-16,128-33 15,43-1-15,51-16 32,111 16-32,17 35 15,-213 25-15</inkml:trace>
  <inkml:trace contextRef="#ctx0" brushRef="#br0" timeOffset="31053.98">3073 10580 0,'0'0'0,"-9"8"15,1 9-15,-1 17 16,0-8-1,1 8-15,-1 0 16,1 0 0,-1-9-1,9 1-15,0-1 16,0-8-16,17 0 16,9 0-1,25 9-15,9-9 16,42 0-1,9-9 1,0 1-16,26-9 16,25 0-16,17 0 15,-8 0 1,25 0-16,26 8 16,9-8-1,16 9 1,-8-1-16,9 9 15,-18-8-15,-8-1 16,-26 1 0,-34 8-1,1 0-15,-1 0 16,-9-9 0,-8 9-16,1-8 15,-18-1 1,-17 1-16,-18-1 15,-7-8 1,-27 9-16,-16-1 16,-17-8-16,-9 0 15,-9 0 1,1-8-16,-1-9 16,10-17-16,-1-68 31,0-51-31,8-136 15</inkml:trace>
  <inkml:trace contextRef="#ctx0" brushRef="#br0" timeOffset="32540.46">6324 12280 0,'0'0'0,"0"0"0,0 0 16,0-8-1,17-1-15,18 1 16,24-9-1,52 0 1,86 8 0,50 18-16,69-9 15,42-9-15,26 18 16,9-9 0,-17-17-16</inkml:trace>
  <inkml:trace contextRef="#ctx0" brushRef="#br0" timeOffset="37072.53">22669 11830 0,'0'0'16,"0"0"-16,0 0 0,0 0 15,0 0-15,-9 8 16,1 26 0,-18 17-1,1 0-15,-1 17 16,0-8 0,9-9-16,9-26 15,-1 1 1,9-18-16,0 1 15,0-1-15,0 1 16,0-1 0,17 9-1,26 0-15,51 9 16,34-18 0,8 1-16,44-9 15,7 0-15,-42 8 16,1 9-1,7 0-15,1 18 16,-26-1 0,-26 8-16,-25-16 15,-26-18 1,-17 1 0,-8-1-16,-9-8 15,26-42-15,-1-86 16,27-161-1</inkml:trace>
  <inkml:trace contextRef="#ctx0" brushRef="#br0" timeOffset="57201.81">5718 13267 0,'0'0'15,"0"0"-15,0 0 16,0 0-16,17 0 16,9 17-1,51 0-15,77 8 16,67-25-16,78-17 16,94-17-1,16-8 1,35-9-16,60-17 15,-94 8-15</inkml:trace>
  <inkml:trace contextRef="#ctx0" brushRef="#br0" timeOffset="62004.7">15269 12714 0,'0'0'0,"0"0"0,0 0 15,0 0 1,0 0-16,0 0 16,0 0-16,-9 0 15,1 34 1,-18 51-1,1 17-15,8 26 16,0 16-16,8-33 16,9-34-1,17-18-15,17 1 16,35-9-16,33 0 31,26-17-31,26-26 16,33-16-16,1-1 15,34-16-15,0-18 16,17-8 0,0 0-1,-43 0 1,-25 9-16,-43 8 16,-34 16-1,-26 1-15,-34 0 0,-8 9 31,-9-1-31,-9 9 16,1-8-16,0-1 16,-1-16-16,1-9 15,8-34 1,-9 25 0</inkml:trace>
  <inkml:trace contextRef="#ctx0" brushRef="#br0" timeOffset="62745.96">18564 12757 0,'0'0'0,"0"8"0,17 9 0,0 26 15,-9 25 1,9 17-16,-8 0 16,-1 0-1,1-9-15,-1-16 16,1-9-16,-1-8 15,1-1 1,-9-16-16,9-1 16,-1 1-1,9-1 1,17 1-16,52-18 16,59-16-16,34-18 15,51-8 1,9 0-16,-8 17 15,-1 17 1,-25 17-16,17 0 16,-17 0-1,-43 9 1,-17-1-16,-25-16 16,-52-1-16,-25 1 15,-18-1 1,-8-8-1,0-8-15,0-9 16,0-51-16,-17-111 16,-42-153-1</inkml:trace>
  <inkml:trace contextRef="#ctx0" brushRef="#br0" timeOffset="77255.25">6145 14611 0,'0'0'16,"0"-9"-16,17 1 0,-8 8 15,-1 0 1,-8 0-16,0 0 16,0 0-1,0 0-15,0 0 16,0 0-16,9 8 15,-1 9 1,1 9-16,-1 16 16,1 18-1,-18-1-15,9-8 16,0-8 0,0-18-16,0 1 15,0-9 1,0 0-1,0 0-15,0 0 16,0 0-16,0 8 16,0-8-1,0 9-15,0-1 16,9 1 0,-9-1-1,9-8-15,-1 9 16,1 0-1,-1-1-15,1 9 16,8 0-16,0 0 16,8 0-1,-8-8 1,9-1-16,8 1 16,9-9-1,17 8-15,-1-16 16,1-1-1,-9-8-15,9 0 16,17-8 0,17-1-16,34 1 15,-26-1 1,1-8-16,-9 9 16,8-9-1,34-9-15,-7 1 16,-19-1-1,-7 1-15,25-1 16,8 1 0,-16-1-1,-18 9-15,-8 0 16,9 0 0,-9 0-16,-18 0 15,-16 17-15,0 0 16,-9 8-1,-8 1-15,-18-9 16,1 8 0,-17-8-1,-1 0-15,1 0 16,-1 0 0,-8 0-16,0 0 15,0 0-15,0 0 16,0-8-1,17-1-15,0-16 16,0-1 0,0 1-1,0-1-15,1 1 16,16 8 0,0-9-16,8 9 15,-16 0 1,8-8-16,9-9 15,-17 0 1,-1 8-16,1 1 16,-9-1-1,0 1-15,-9-1 16,1-16-16,-1-1 16,-8 1-1,0-1-15,0-8 16,0 0-1,0 0-15,0 0 16,-8 17 0,-1 0-16,1 0 15,-1 17-15,1 0 32,-1 0-32,1 0 15,-1 8 1,1 1-16,-1-1 15,-16 9-15,-1 0 16,-8 0-16,0 9 16,-1-1-1,-7 9 1,-9 0 0,-9-8-16,0 0 15,-25-1-15,-26-8 16,17 0-1,9 0-15,-1 0 16,-33 0 0,-18 0-16,18 0 15,16-8-15,1-1 16,-18-8 0,-8-9-1,43 1 1,0-9-16,-9-9 15,-17 9 1,-17 0-16,17 9 16,0 8-1,17 8-15,-34 9 16,-9 0 0,44 9-16,7-1 0,9-8 31,26 9-31,0-1 0,0-8 31,17 0-31,-1 0 16,18 0-1,0 0-15,0 0 0,9 0 32,-1 0-32,1 0 0,-1 0 31,9 0-31,0 0 15,-8 9 1,-1 8 0,9 34-16,17 34 15,-8 43-15,-9-9 16,-9-68 0</inkml:trace>
  <inkml:trace contextRef="#ctx0" brushRef="#br0" timeOffset="165712.29">27756 14211 0,'0'0'16,"0"0"-16,8 8 0,1 9 0,-1 9 15,1 17-15,-9 25 16,-34 34 0,0 8-1,-1 9-15,18-8 16,0-18 0,0-8-16,9-25 15,-1-9-15,9-9 16,0 1-1,0-1 1,0-7-16,0-10 16,0 1-1,0-9 1,0-9-16,26 9 16,33-8-1,27-9-15,25-34 16,42-9-1,18-8-15,-43 17 16,-17 8-16,9 18 16,8 8-1,-43 0-15,-25 8 16,-18 1 0,-16-1-16,-9 1 15,-8-1 1,-1-8-1,-8 0-15,0 0 16,0-25 0,-8-52-16,-27-59 15,-16-34-15,0-17 16,8 9 0,18 33-1,8 17-15,0 35 16,8 25-1,0 25-15,-8 9 16,-51 0-16,8 17 16</inkml:trace>
  <inkml:trace contextRef="#ctx0" brushRef="#br0" timeOffset="169655.67">12828 15146 0,'0'0'0,"0"0"0,0 0 15,0 0 1,0 0-16,0 0 15,0 0 1,0 0-16,0 0 16,0 0-1,0 0-15,0 0 16,-9 0 0,1 17-16,-1 0 15,1 17 1,-1 26-1,-8 0-15,9-1 16,8 1 0,0-18-16,0 1 15,0-9-15,0-9 16,0 1 0,0-1-16,0-8 15,8 0 1,9 0-1,0 0-15,0 0 16,-8 0 0,8 0-16,-8 9 15,-1 8-15,1-9 16,-1 1 0,1-1-16,-9 1 15,0-1 1,0-8-16,0 0 15,0-8 1,0-1 0,0 1-16,0-1 15,8 1 1,1-1-16,8 9 16,9 0-1,42 0-15,0-8 16,-8-1-1,17 1-15,-1-9 16,18 8-16,34 1 16,-25-9-1,-43 0 1,-1 8-16,1-8 0,-17 0 16,-1 0-1,-16 0 1,0 0-16,-1 0 15,-16 0-15,-1 0 16,1 0 0,-1 0-16,1-8 31,-1-18-31,1-8 16,-1-34-1,-8-42-15,0-9 16,0 0-1,9 8-15,0 26 0,-9 9 16,0-1 0,8 0-1,1 26 1,-9 17-16,0 0 0,0 17 31,0 0-31,-9 9 16,1-1-1,-27 9-15,-24 9 16,-78 33-16,-42 18 16,0-1-1,-43 10 1,-9 7-16,-42 9 16,-77 34-1</inkml:trace>
  <inkml:trace contextRef="#ctx0" brushRef="#br0" timeOffset="203034.49">14586 2466 0,'0'0'0,"0"0"0,0 0 16,0 0-16,0 0 16,-8 0-1,-1 17-15,-16 34 16,-18 26-1,0 25-15,-8 34 16,0 0 0,-9 0-16,0-17 15,9-25 1,8-9-16,9-26 16,17-25-1,9-8-15,8-18 16,0-16-1,25-26-15,44-26 16,33-50 0,35-26-16,16 0 15,-16 25 1,-18 18-16,-16 33 16,-27 17-1,-16 26-15,-9 9 16,-8 16-1,0 26-15,-9 60 16,-17 68 0,-34 33-16,-9-25 15,-8-42 1,0-35-16,17-42 16,8-25-1,9-18-15,0-8 16</inkml:trace>
  <inkml:trace contextRef="#ctx0" brushRef="#br0" timeOffset="204124.66">15824 1837 0,'0'0'0,"0"8"0,0 26 0,0 9 31,-9 0-31,-8 25 0,-34 25 16,-17 9 0,16-34-1,10-17 1,8-17-16,17-8 15,0-18-15,8 1 16,-8-1 0,8-16-16,9-35 15,9-33-15,34-52 32,33-8-32,10-9 15,-1 18 1,18 25-16,-1 17 15,9 8-15,-17 35 16,-9 16 0,9 18-1,-9 16-15,-8 18 16,-17 16 0,-26 9-16,-25 26 15,-44-1 1,-41-8-16,-61-8 15,-68-18 1,0-42-16,26-42 16,0-26-16,-86-68 15</inkml:trace>
  <inkml:trace contextRef="#ctx0" brushRef="#br0" timeOffset="204964.79">18922 2084 0,'0'0'0,"-9"8"0,-8 52 0,-25 67 16,-10 18 0,-7-1-16,-1 1 15,17-26 1,18-42-16,8-26 15,8-26-15,9 1 32,0-18-32,26 1 15,68-43-15,42-43 16,26-42 0,26-17-16,-17 0 15,-43 8 1,-26 18-16,-16 25 15,-27 25 1,-33 35-16</inkml:trace>
  <inkml:trace contextRef="#ctx0" brushRef="#br0" timeOffset="205370.18">20731 2135 0,'0'0'0,"0"0"0,9 0 16,-1 0-1,1 0-15,-18 0 16,-50 17-16,-61 0 15,-8 0 1,17 0 0,34 17-16,35 0 15,16 0 1,18 17-16,25 25 16,25 26-16,27 9 15,-10-9-15,-16-26 31,-17-7-31,-18-18 0,-25 0 16,-17-9 0,-17 1-1,-35-1 1,44-25-16</inkml:trace>
  <inkml:trace contextRef="#ctx0" brushRef="#br0" timeOffset="206291.2">22950 2526 0,'0'0'0,"0"0"0,0 0 0</inkml:trace>
  <inkml:trace contextRef="#ctx0" brushRef="#br0" timeOffset="206575.82">23642 2203 0,'0'0'0,"0"0"0,-26 0 15,-42 17-15,-35 25 16,-59 18-1,-34 16-15,-43 43 16,9 26 0,76-1-16,43 10 15,51 16-15,52-17 16,76 17 0,103-9-1,59-50-15,18-60 16,-9-34-1,-17-60-15,102-59 0</inkml:trace>
  <inkml:trace contextRef="#ctx0" brushRef="#br0" timeOffset="207301.57">24760 1361 0,'0'0'0,"-9"17"0,1 59 16,-9 35-16,0-9 16,-9-26-1,0 1 1,-8-18-16,9-16 15,8 0-15,0-18 16,0 1 0,8-9-16,9-9 15,0 1 1,0-9 0,9 0-16,33-26 15,61-33-15,67-52 16,27-25-1,-18 34 1,0 8-16,-17 26 16,-17 26-16,-25 16 15,-35 35 1,-8 25 0,-17 76-16,-26 77 15,-51 18 1,-26-10-16,-51 86 15</inkml:trace>
  <inkml:trace contextRef="#ctx0" brushRef="#br0" timeOffset="213007.44">22788 17298 0,'0'0'0,"0"0"0,0 0 0,34 17 16,60-8-1,60-26 1,8-17 0,120-34-16</inkml:trace>
  <inkml:trace contextRef="#ctx0" brushRef="#br0" timeOffset="-199943.65">22848 16473 0,'0'0'0,"0"0"0,0 0 0,0 0 16,0 0-16,0 0 16,-8 17-1,-18 34-15,-8 43 16,8 33 0,-8 18-1,0-9-15,17-43 16,0-33-1,17-17-15,0-1 16,8-8 0,1-8-16,8-1 15,0 1 1,26-9-16,8 0 16,9-9-1,-18 1-15,9-1 16,1-8-16,7 0 15,-16-8 1,8-1 0,9 1-16,-9-1 15,-17 9 1,-8 0-16,-17 0 16,-1 0-1,-8 0-15,0 0 16,0-8-16,17-1 15,17-33 1,17-43 0,9-34-16,9-35 0,-1-7 31,17 16-31,18-8 16,-1 26-1,-25 25-15,-9 17 16,-8 8-1,-17 26-15,-18 0 0,1 17 32,-18 17-32,1 0 15,-1 0 1,1 17-16,-9 0 16,0 0-1,0 0-15,-17-9 16,-26 1-16,-59-1 31,-26 1-31,8-1 16,-33 1-1,-10-9-15,35 0 16,26 8 0,17 1-16,33 8 15,18 0-15,17 0 16,0 0-1,17 0 1,0 0-16,0 0 16,0 0-1,17 17-15,0 8 16,0 18 0,0 67-16,-17 86 15,-76 136 1,-52 33-16,-35-24 15</inkml:trace>
  <inkml:trace contextRef="#ctx0" brushRef="#br0" timeOffset="-194600.46">13383 3070 0,'0'0'0,"0"0"0,-9 9 0,1 16 15,-1 18 1,-8 33 0,-8 9-16,7 9 15,1 8 1,0-9 0,-8 9-16,-9 0 15,8-25-15,17-17 16,9-18-1,0-16-15,0-1 16,0-16-16,0-1 16,17 1-16,9 8 31,42 0-31,86 17 16,51-9-1,-17 1-15,59 8 16,1 0-16,8 17 15,8 25 1,1 1 0,-9-9-16,-17-17 15,0 8 1,-26-8-16,-16-17 16,-27-8-1,-50-9-15,-43-9 16,-43-8-16,-9 0 15,-16-8 1,-1-9-16,1-17 16,-1-51-1,-8-60 1,9-59-16,17-127 16</inkml:trace>
  <inkml:trace contextRef="#ctx0" brushRef="#br0" timeOffset="-190506.75">21312 3011 0,'0'0'15,"0"0"-15,17 17 0,0 0 16,-9 17-16,1 0 15,0 17 1,-1 25-16,-16 52 16,-10 25-1,-16 17-15,-17 9 16,0-26 0,8-9-1,9-16-15,17-18 16,8 1-1,9-26 1,0-17-16,18-9 16,7 1-16,18 0 15,17-9 1,42-9-16,60-25 16,34-25-16,1-9 15,50-9 1,86-8-1,34 9-15,43 16 0,42 18 32,-8 33-32,-26 26 15,-8 26 1,0-18-16,-61 1 16,-58-9-1,-87-17-15,-33-26 16,-43-16-1,-68-18-15,-26-25 0,9-110 32,-18-103-32,-16-68 15,8-59-15</inkml:trace>
  <inkml:trace contextRef="#ctx0" brushRef="#br0" timeOffset="-164960.95">1366 15725 0,'0'0'0,"0"0"0,0 0 0,8-9 16,1 1-16,16-26 15,-25-17 1,9 0-16,-1 17 15,1 17 1,-9 0 0,0 0-16,0 8 15,0 1 1,17-1-16,-9 1 16,27-18-16,24 1 15,35-9 1,34-17-1,-8 8-15,-1 0 16,-25 1-16,-9-1 16,9 9-1,-34 17-15,-17 0 16,-18 0 0,-16 9-16,-26-9 15,-17-17 1,-35 0-16,-16 17 15,34 8 1,8 9-16,26 0 16,0 0-1,17 0 1,0 0-16,26 17 16,33-8-1,18 8-15,17-9 16,-9-8-1,-16 0-15,-18 0 16,-17 0 0,-8 9-16,-9 16 15,-9 52-15,-25 50 16,-43 52 0,-50 127-1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0:54:55.9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23420 6650 0,'0'0'0,"0"-8"0,34-18 0,316-152 0,-162 93 0,25 0 0,-213 85 0,222-68 15,26 0 1,-35 0-16,-34-9 16,17 9-1,-50 9 1,-36 8-16,1 0 15,-42 17 1,-35-1-16,-17 1 16,-34-25-16,-77-43 15,-68 8 1,-9 18 0,43 25-16,60 34 15,25 0 1,26 17-16,9 0 0,8 0 31,34 8-31,85 26 16,52 17-16,0 0 15,-26 0 1,-26-17-16,-42-8 16,-26-18-16,-25 1 15,-18-1 1,1-8-1,-9 0 1,0 0-16,-9 26 16,-8 33-1,-17 35-15,26-43 16</inkml:trace>
  <inkml:trace contextRef="#ctx0" brushRef="#br0" timeOffset="73423.96">23403 6753 0,'0'0'0,"0"0"0,8-9 0,291-102 0,-111 1 0,59 8 0,44 0 16,-1 25-16,43 9 15,-26 9-15,-68-18 16,-17 9 0,-77 9-16,-51 25 31,-26 0-31,-17 0 15,-25 8-15,-18 1 16,-8-9 0,-25-9-16,-78-17 15,-84-8-15,-129 0 16,-222 68 0,538 0-1,-51 26-15,-34 25 16,42-26-1,17-8-15,9-8 16,9-1-16,8 1 16,8-9-1,35 0 1,85 0-16,77 0 16,25 0-1,18 17 1,-26 0-16,-35 8 15,-16 10 1,-34-1-16,-44 8 0,-33 26 16,-17 26-1,-18 8 1,-16 8 0,-26 35-16,0 16 15,0-8-15,-9 128 16</inkml:trace>
  <inkml:trace contextRef="#ctx0" brushRef="#br0" timeOffset="-209399.99">30786 9244 0,'0'0'0,"0"0"0,0 0 0,0 0 16,0 0-16,0 0 15,0 0 1,0 0-16,-9 17 0,0 0 15,1 17 1,-1 26 0,-8 25-16,-8 60 31,-1 25-31,1-17 0,7 8 16,-7 9-1,8-17 1,17-25-1,0-34-15,0-9 16,8-26-16,-8-16 16,0-18-16,0-8 15,0-8 1,0-1 0,0-16-16,0-26 15,-8-43 1,8-67-16,0-27 15,0 18 1,-9-8-16,9 8 16,0 17-1,0 25 1,9 9-16,-1 9 16,1 7-1,-1 27-15,-8 16 16,0 18-16,0 8 15,0 17 1,0 0 0,0 17-16,0 59 15,0 95 1,-8 58-16,-9 9 16,8-8-16,9-43 15,-8-25 1,8-35-1,0-42-15,0-34 16,0-25 0,0-26-16</inkml:trace>
  <inkml:trace contextRef="#ctx0" brushRef="#br0" timeOffset="-208260.07">27218 8343 0,'0'0'0,"0"8"0,-9 26 16,-8 51-1,-8 17-15,-9-8 16,8 0-1,0-1-15,-8 1 16,0-1-16,0-8 16,0-17-1,17-25 1,0-18-16,8 1 16,9-18-1,0 1-15,0-1 16,0-25-1,9-42-15,8-35 16,8-42 0,1-8-16,0 16 15,-9 26 1,0 17 0,-9 25-16,1 18 15,-1 16-15,1 9 16,-9 9-1,0 8-15,-9 8 16,-16 77 0,-35 77-1,-8 25-15,-26 9 16,-9-18-16,35-76 16,34-34-1,17-34-15,0-8 16,17-18-1,0-8-15,17-17 16,34-51 0,-8 26-16</inkml:trace>
  <inkml:trace contextRef="#ctx0" brushRef="#br0" timeOffset="-207343.65">26339 10767 0,'0'0'0,"0"0"0,0 0 16,0 0-1,0 0-15,0 0 16,-9 34 0,-8 51-1,-8 34-15,-10 17 16,-16 25-16,-8-7 16,-1-1-1,9-17-15,16-17 16,18-34-1,0-17-15,0-17 16,9-26-16,8-16 16,0-1-1,0 1-15,8-26 32,26-34-32,35-60 15,7-16 1,-16-9-16,0 0 15,-17 8-15,-1 26 16,-16 25 0,0 18-1,-18 25-15,1 17 16,-1 0 0,-8 17-16,0 0 15,-8 42-15,-27 69 16,-7 68-1,-35 42 1,-25-26-16,25-42 16,34-25-1,17-18-15,26-42 0,9-42 32</inkml:trace>
  <inkml:trace contextRef="#ctx0" brushRef="#br0" timeOffset="-205445.25">28942 11149 0,'0'0'0,"9"0"0,16 0 0,26 0 16,26 0-1,0 0-15,17 9 16,8-1-1,9 1-15,34 8 16,17 0 0,9 0-16,0 0 15,0 8 1,-35-8-16,-16 9 16,-18-9-1,-25 8-15,-17-8 16,-26-8-1,-17-1-15,-9-8 16,1 9 0,-9-9-16,-9 0 15,-16 8 1,-52 1-16,-68-1 16,-51 1-1,-18-18-15,1 1 16,25-9-1,-25 8-15,16 18 16,61-9 0,33 8-16,35 1 15,25-1 1,9-8-16,17 0 16,9 0-1,8 0-15,8 0 16,35 9-1,68 0-15,77 8 16,8-9 0,17 1-16,-8-1 15,-43 9 1,-42-8-16,-43-1 16,-52-8-1</inkml:trace>
  <inkml:trace contextRef="#ctx0" brushRef="#br0" timeOffset="-190314.24">7340 8921 0,'26'-8'0,"153"-18"0,162-25 0,18 9 15,-1-26 1,1 8-16,-61 9 0,-33 0 31,-26-9-31,-60 18 16,-51-9-16,-42 17 15,-44 8-15,-25-16 32,-17-18-32,-59-8 15,-35-17 1,0 17-16,-43 0 15,9 17 1,60 26-16,34 8 0,17 17 31,0 0-15,8 0-16,9 0 16,0 8-16,34 18 15,77 42-15,77 34 31,-9-17-31,-17-17 16,-34-17-16,-34-26 16,-34 1-1,-26-1 1,-17-16-16,-34 16 16,-136 52-16,-146 42 15,-60 9 1</inkml:trace>
  <inkml:trace contextRef="#ctx0" brushRef="#br0" timeOffset="-112735.9">16686 6217 0,'0'0'0,"0"0"0,0 0 0,0 0 16,0 0-16,-9 8 15,9 1 1,0-9-1,-8 0-15,-1 8 16,1-8 0,-18 0-16,0 9 15,-25-1 1,-8-8 0,-1 9-16,-26 8 15,-7 0-15,-10 8 16,-8 18-1,-8 25-15,-18 25 16,1 26-16,-1 1 31,-8 33-31,0 25 16,17-25-16,0 0 16,8 0-1,-16 1 1,-1-1-16,1 17 0,8-9 15,25-25 1,1 26 0,25 0-16,34-43 15,18-9-15,16 1 32,26-1-32,26-8 15,8-17-15,9-8 16,25-9-1,43-9-15,17-7 16,35-18 0,50 8-16,9-8 15,8 9 1,-8-1 0,-17-8-16,9-17 15,-9-34 1,25-17-16,-42-17 15,-17-17 1,34-25-16,-9-18 16,0-42-1,-25 8-15,-9 18 16,9-43 0,-34-17-16,-35-1 15,-25-16 1,-8-17-16,-35-8 15,-26-1 1,-25 9-16,-17 17 16,-17 42-16,-34-25 15,-9 0 1,-17 25 0,-17-8-16,-42-17 15,-18 43 1,-68 16-16,-102 35 15,-240 67 1,-136 86-16,-128 195 16,-196 187-1,503-195-15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1:03:44.580"/>
    </inkml:context>
    <inkml:brush xml:id="br0">
      <inkml:brushProperty name="width" value="0.08819" units="cm"/>
      <inkml:brushProperty name="height" value="0.35278" units="cm"/>
      <inkml:brushProperty name="color" value="#7030A0"/>
      <inkml:brushProperty name="tip" value="rectangle"/>
      <inkml:brushProperty name="rasterOp" value="maskPen"/>
    </inkml:brush>
  </inkml:definitions>
  <inkml:trace contextRef="#ctx0" brushRef="#br0">17992 3011 0,'0'0'0,"0"0"0,0 0 0,0 0 0,0 0 15,0 0 1,0 0 0,0 0-16,0 0 15,0 0 1,0 0-16,0 0 16,0 0-1,8 8-15,1 1 16,-1-1-16,1 1 15,-1-1 1,1 1 0,8-9-16,0 0 15,17 8-15,0 1 16,0-1 0,-8 1-1,0-1-15,-1-8 16,1 0-1,-18 0-15,1 0 16,-1 0-16,1 0 16,8 0-1,0 0 1,0 0 0,0 0-16,9 9 15,-1-1-15,10 1 16,-1-1-1,0 1 1,-8-1-16,8 1 16,-9-1-16,1 1 15,8-1 1,0 1-16,0-1 16,0 1-16,-8-1 15,0 1 1,-18-9-1,1 0 1,-1 0-16,1 0 16,-9 0-1,0 0-15,0 0 16,0 0 0,0 0-16,0 0 15,0 0-15,0 0 16,0 0-1,0 0-15,0 0 16,0 0-16,0 0 31,0 0-31,0 0 16,0 0-16,0 0 16,0 0-1,0 0-15,0 0 16,0 0-1,0 0-15,0 0 16,0 0 0,0 0-1,0 0-15,0 0 0,0 0 16,0 0 0,0 0-1,0 0-15,0 0 16,0 0-1,0 0 1,0 0-16,0 0 16,0 0-1,0 0-15,0 0 16,0 0 0,0 0-16,0 0 15,0 0 1,0 0-16,0 0 15,0 0-15,0 0 16,0 0 0,0 0-1,8 0-15,-8 0 16,0 0 0,0 0-16,9 0 15,8 0 1,0 0-16,0 8 15,9 1 1,-1-9-16,9 0 16,1 0-1,-1 8-15,8 1 16,10-9 0,-1 8-16,0 1 15,9-1 1,-1 1-16,1-9 15,-9 8 1,9-8-16,0 9 16,0-1-1,-9 9-15,9 0 16,-1 0 0,1 0-16,-9 0 15,-8 0 1,8 0-16,9 0 15,0 0 1,-18 0-16,1 0 16,-9 0-1,0 0-15,0 0 16,1 0 0,-1 0-16,0 0 15,9 0 1,-1 0-16,1 9 15,0-1 1,-1 9-16,9 0 16,-8 9-1,0 0 1,8 8-16,0-9 16,0-16-1,1 8-15,7-9 16,-7 9-16,16-8 15,0-1 1,-8 1 0,0-1-16,8 1 15,0-1-15,0 1 16,1-9 0,8 8-16,-1 1 15,-16-9 1,0-9-1,-17 1-15,-1-1 16,-16 1-16,-1-1 16,-16 1-1,0-9-15,-1 0 16,1 0 0,-9 0-16,0 0 15,0 0 1,0 0-16,0 0 15,0 0 1,0 0-16,0 0 16,0-9-1,-9 1 1,1-9-16,-1 0 16,0 0-1,-8 0-15,0 0 16,0 0-16,0 0 15,9 0 1,-1 0 0,1 0-16,-1 0 0,0 0 31,-8-9-31,0 1 16,0-9-16,0 0 15,0 0 1,0 0-16,9 0 15,-1-9 1,-8 1-16,0-1 16,0 0-16,0 1 31,0-1-31,-9-8 16,0 0-16,1-8 15,-1-9 1,1 0-1,-1 17-15,0 0 16,-8 0 0,0-9-16,0 1 15,0-26 1,0-9-16,-9 0 16,9 18-1,-9 8-15,1 0 16,7 8-1,-7-25-15,-9-17 16,-1 9-16,18 25 16,0 8-1,0 9 1,0 0-16,-9-8 16,0-18-1,-8-8-15,9 8 16,-10 9-1,10 17-15,-1 0 16,0 0-16,-8 0 0,8 9 31,-8-9-15,9 0-16,7 0 16,-7 8-1,-10 1-15,1-9 16,0 17-1,8 8-15,9 9 16,-8 0-16,7 0 16,1 0-1,0 0 1,0 0-16,8 0 16,1 9-1,-1-1-15,-8 0 16,-9-16-1,9 16-15,0-16 16,17 16-16,0 9 16,0-17-1,0 9 1,0-1-16,0 1 16,0-1-1,8 1-15,1-1 16,-1 9-16,0 0 15,1 0 1,-1 0 0,1 0-16,-1 0 15,9 0 1,0 0-16,0 0 16,0 0-1,0 0-15,0 0 16,0 0-1,0 0-15,0 0 16,0 0 0,0 0-16,0 0 15,0 0 1,-8 0-16,8 0 16,0 0-1,0 0-15,0 0 16,0 0-1,0 0-15,0 0 16,0 0 0,0 0-16,0 0 15,0 0 1,0 0-16,0 0 16,0 0-1,0 0-15,0 0 16,0 0-1,0 0 1,0 0-16,0 0 16,0 0-1,0 0-15,0 0 16,0 0-16,0 0 16,0 0-1,0 0-15,0 0 16,0 0-1,0 0 1,0 0-16,0 0 16,-9 0-1,1 0-15,-9 0 16,-9 0 0,0 0-16,1 0 15,-1 0 1,-16 17-16,-1-8 15,-8-1 1,17 1-16,-1-1 0,10 9 16,8-17-1,0 0-15,8 0 16,1 0 0,-1 0-1,1 0-15,-1 0 16,9 0-1,0 0 1,0 0-16,0 0 16,-9 0-1,1 0-15,-1 0 16,1 9 0,-1 16-1,-8-16-15,0 16 16,-8-7-16,-1 16 15,-17 25 1,9-16-16,0 8 16,0 0-1,-9 8 1,-8 1-16,-9-9 16,1 8-16,7 9 15,1 17 1,8 9-16,-8-18 15,9-16 1,7 8-16,1 0 16,0 9-1,0 8-15,0 8 16,8 1 0,9-18-1,-8 9-15,-1 9 16,-8 16-16,8-16 15,9-18 1,9-16-16,8 0 16,0-1-1,17 1 1,0-1-16,0-8 16,-9-8-16,1-9 15,-1-9 1,1 1-16,-1-9 15,1-9 1,-9 1-16,0-1 16,0 1-1,0-9-15,0 8 16,0-8 0,0 0-1,0 0-15,0 0 16,0 0-1,0 0-15,0 0 16,0 0 0,0 0-16,0 0 15,0 0 1,0 0-16,0 0 16,0 0-1,-9 0-15,1 0 16,-18 0-1,1 0-15,-1-8 16,1-1-16,-1 1 16,-8-1-1,0 1-15,-9-1 16,9 1 0,0-1-16,0 9 15,8 0 1,0 0-1,-16 0-15,-1 0 16,-8 9-16,17-1 16,-1 1-1,10-1-15,8 1 16,0-1 0,0 1-1,8-1-15,-8 9 16,-9 9-1,-25 16-15,-8 26 16,7 0-16,-16 17 16,-17 34-1,-1 1-15,18-27 16,0 1 0,8 8-1,-8 17-15,17-9 16,8-8-1,9-8-15,-9 8 16,-8 9-16,8-18 16,26-16-1,9-9 1,8 0-16,17 0 16,0 17-1,0 0-15,8-9 16,10-16-1,-1-1-15,8 1 16,1-18 0,8 1-16,0-9 15,-8-8 1,0-9-16,-1-9 16,-16 1-16,0-1 15,-1 1 1,-16-1-16,-1-8 15,1 0 1,-9 0 0,0 0-16,0 0 15,0 0-15,0 0 16,0 0 0,0 0-16,0 0 15,0 0 1,17 0-1,0 0-15,17-8 16,9 8-16,17-9 16,16 1-1,10 8 1,16 0-16,9 0 16,9 0-16,25 0 15,17 0 1,0 0-1,26 0-15,8-9 16,9 1 0,0-1-16,8 1 15,18-18 1,-1 9-16,0-8 16,9-1-1,-8-17-15,-9-8 16,-17-17-1,-9-8-15,-25-1 16,-9-8 0,0-8-16,-17-26 15,-17-9 1,-25 1-16,7-27 16,-7-7-1,-18-1-15,-16 26 16,-10-25-1,1-1-15,-17 60 16,-18 25 0,1 9-16,-9 9 15,-9 25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0:59:16.28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2006 3665 0,'0'0'0,"0"0"0,8 0 0,35 17 16,68 9-16,60 8 15,144-17 1,163-9-16,120 1 16,33-1-1,27 1-15,16-26 16,85-9-1,95-8-15,-419 0 16</inkml:trace>
  <inkml:trace contextRef="#ctx0" brushRef="#br0" timeOffset="28911.07">2987 6004 0,'0'0'0,"0"0"0,0 0 0,9 0 15,8 9-15,0 8 16,0 0 0,0 8-16,-8 9 15,-1 0 1,-8 0-16,0-8 15,0-1 1,0-8 0,0-8-16,0-1 15,0 9 1,0 0-16,9 9 16,25 16-16,34 9 15,26-8 1,25-1-1,9 1-15,9-18 16,-9-16-16,0-9 16,-26-9-1,-25 1-15,0-1 16,8-8 0,-8-8-1,9-1-15,25-25 16,0 0-16,-9 0 15,-25 9 1,-26 8 0,-25 17-16</inkml:trace>
  <inkml:trace contextRef="#ctx0" brushRef="#br0" timeOffset="30513.11">11505 7288 0,'0'0'0,"0"0"0,0 0 15,0 17-15,26 9 16,42-1 0,60 1-16,9-18 15,25 1 1,68-9-16,26 8 15,26 18 1,85 25-16,34 17 16</inkml:trace>
  <inkml:trace contextRef="#ctx0" brushRef="#br0" timeOffset="40264.65">3303 10018 0,'0'0'0,"0"0"16,0 0-16,34 0 15,52 0-15,59-8 0,42-1 32,86-8-32,52 0 15,16-8 1,86-9-16,25 17 15,-16-17-15,7 0 16,-41 0 0</inkml:trace>
  <inkml:trace contextRef="#ctx0" brushRef="#br0" timeOffset="42483.28">12726 10852 0,'0'0'0,"0"0"0,0 0 0,0 0 16,17 0 0,8 0-1,35 8-15,17 1 16,17-18-1,34-8 1,60 9-16,16-1 0,1 9 16,26 0-1,25 0 1,8-8-16,9-1 16,35-8-1,7-8-15,-7 8 16,7-9-1,18 1-15,-17 16 16,68 1-16,-34-1 16,0 1-1,60-1-15,8 9 16,-25 0 0,8 9-1,17-1-15,17 1 16,-17-1-1,1 9-15,7 0 16,27 17-16,-9 0 16,-26-8-1,26-1 1,-26 1-16,26 8 16,42 17-1,1-51 1,-86-17-1</inkml:trace>
  <inkml:trace contextRef="#ctx0" brushRef="#br0" timeOffset="48646.54">10011 11889 0,'0'0'0,"-8"0"0,-9 0 0,0 0 16,8 0 0,1 0-16,-1 0 15,1-8-15,8 8 16,0 0 0,0 0-1,0 0-15,0 0 16,0 0-16,0 0 31,0 0-31,0 0 16,17 0-16,25 0 0,27 17 15,50 8 1,26-8 15,9-8-31,42-1 16,26-8-16,26 0 0,25-8 15,0-1 1,77 9-16</inkml:trace>
  <inkml:trace contextRef="#ctx0" brushRef="#br0" timeOffset="50100.91">16285 11923 0,'0'0'0,"0"0"0,0 0 16,17 0-16,68-8 16,111-18-1,163 1 1,42 8-1</inkml:trace>
  <inkml:trace contextRef="#ctx0" brushRef="#br0" timeOffset="67784.45">5539 13020 0,'0'0'0,"0"0"15,0 0-15,9 17 0,33 17 16,18 0 0,60 9-16,42-9 15,68-34 1,60-26-16,35-8 15,42-25 1,8-1 0,-8-8-16,0-8 15</inkml:trace>
  <inkml:trace contextRef="#ctx0" brushRef="#br0" timeOffset="69495.78">7801 14109 0,'0'0'0,"-9"8"0,1 26 15,-1 26 1,1 17 0,-9 25-16,-9 17 15,-8 17 1,17-9-16,0-16 15,17-26 1,8-34-16,9-9 16,18-8-1,41-8-15,44-18 16,34-33-16,-1-26 16,35-17-1,-17 0-15,16-9 16,35 1-1,0 8-15,-8 25 16,-1 1 0,17 16-1,26 9-15,0 9 16,18 16 0,24 1-16,10-9 0,16 8 15,9 9 1,-17 0-1,25 0 1,35 9-16,-18-9 16,0-9-1,18 9-15,-35-8 0,9-1 32,9 9-32,-43 9 0,-18-9 15,-25 8 1,-17 1-1,-8-1-15,-18 1 16,-33-9 0,-18-9-16,-42-16 15,-44-1-15,-16 1 32,0-18-32,0-8 15,-17-17 1,-9-34-16,0-42 15,51-145 1</inkml:trace>
  <inkml:trace contextRef="#ctx0" brushRef="#br0" timeOffset="73089.67">22874 14534 0,'0'0'0,"8"-8"0,18-1 16,51 1 0,51-1-16,59 9 15,69-8 1,86-1-16,76 1 15,103-1 1,85 1-16,8 16 16,60-8-1,26-8-15,43-18 16,42-16 0,-358 8-1</inkml:trace>
  <inkml:trace contextRef="#ctx0" brushRef="#br1" timeOffset="111498.26">30538 2806 0,'0'0'0,"0"0"16,9 0-16,-9 0 16,0 0-16,0 0 0,0 0 15,0 0 1,0 0-1,0 0-15,0 0 16,0 0 0,-9 0-16,1 0 15,-1 0 1,-8 0-16,-9-8 16,1 8-16,-18-9 31,0 1-31,-8 8 15,-9 0 1,-8 17-16,-17 17 16,-1 9-16,-7-9 15,7 0-15,-8 0 16,0 0 0,-8 17-16,-18 17 15,-8 42 1,9 26-16,8-17 31,9 17-31,16 17 0,18-8 16,17-17-1,17 8 1,17 0 0,25-26-16,26-8 0,9 0 31,42 0-31,60 1 0,18-27 31,24-25-31,27-17 16,-10-25-1,10-26-15,-9-34 16,-18-17 0,-7-9-16,-27-17 15,-16-50 1,-18-26-16,-25-9 15,-25-42-15,-35 8 16,-34-16 0,-17 8-1,-52 51-15,-50-51 16,-52 25-16,-102 60 16,-120 42-1,-25 120 1,34 50-16</inkml:trace>
  <inkml:trace contextRef="#ctx0" brushRef="#br1" timeOffset="205689.99">26262 4592 0,'0'0'0,"0"0"0,-9 0 0,-16 0 16,-1 0-1,-33 9-15,-35-1 16,-26 1 0,1-1-16,16-8 15,1 17 1,-9 0-16,-17 17 15,0 0-15,-9 18 16,-8 24 0,26 9-16,-1-8 15,26-9 1,18 0-16,7 8 16,9 35-1,26 16-15,43-16 16,51-1-1,85 27 1,60-18 0,51-43-16,25-33 0,1-35 15,-18-25 1,-33-25 0,-1-18-16,-50 1 15,-52-9 1,-26-26-16,-25-51 15,-52 1 1,-50-35 0,-86-33-16,-77 16 15,-128 17 1,-93-8-16,50 26 16</inkml:trace>
  <inkml:trace contextRef="#ctx0" brushRef="#br1" timeOffset="211293.48">27244 2577 0,'0'0'0,"0"0"0,0 0 16,0 0-16,8 0 15,-8-9 1,9 1-16,-18-1 16,1-8-1,-1-17-15,-34-25 16,-25-26-1,-17 17 1,-26 8-16,0 26 16,0 9-16,-43 16 15,1 18 1,-18-9-16,0 8 16,9 18-1,25-1-15,35 9 16,-17 26-16,-1 8 31,1 8-15,16 35-16,35 33 15,34-16-15,17-17 16,17 33 0,68 18-16,69-9 15,33-34 1,61-26-16,25-25 15,0-17 1,0-34-16,-17-34 16,-9-17-16,-25-17 15,-9-17 1,-33-34 0,-44-25-16,-51-9 15,-25-68 1,-52-26-16,-102-42 15,-102-34 1,-171 17-16,-205 42 16,-256 128-1,333 102-15</inkml:trace>
  <inkml:trace contextRef="#ctx0" brushRef="#br1" timeOffset="-212020.56">25050 842 0,'0'0'0,"0"0"0,26 25 16,16 26-16,27-8 16,-1 34-1,0 16-15,9 1 16,25 42-1,35 51-15,8 17 16,60 26 0,42 42-16,27 0 15,67 25 1,17 27-16,1-10 16,-1 18-1,43 34-15,-34-26 16,-17-34-1,-34-25-15,-51-69 16,-52-50 0,-51-43-16,-51-51 15,-34-34 1,-43-17-16,-17-9 16,-42-50-1,-1-1-15</inkml:trace>
  <inkml:trace contextRef="#ctx0" brushRef="#br1" timeOffset="-211570.04">23898 5111 0,'0'0'0,"17"0"0,68-8 0,77-1 16,43-16-1,17-26-15,34-17 16,26-43 0,68-59-16,42-34 15,-25-17-15,86-77 16,93-25 0,26-34-1,8-26-15,-25 51 16,-17-33-16,-26 7 15,0 78 1,9 16 0,-78 52-16,-118 58 15,-27-50-15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1:05:59.115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20160 6565 0,'0'0'0,"0"0"0,25 9 0,95 8 16,102-9-16,68-16 15,17-9-15,0 0 16,120 25 0,8 1-1,-17-9-15,-25 0 16,51 17 0,-9-17-16,-76-26 15</inkml:trace>
  <inkml:trace contextRef="#ctx0" brushRef="#br0" timeOffset="2109.29">29010 6540 0,'0'0'0,"9"0"0,59 17 0,26 0 16,34 0-1,120 0-15,33-9 16,-8 1 0,146 16-16,16-7 15,-85-27 1,25-8-16</inkml:trace>
  <inkml:trace contextRef="#ctx0" brushRef="#br0" timeOffset="3579.42">4788 7169 0,'0'0'0,"0"0"0,9 0 15,25 17 1,8 0-16,27 9 15,33-1 1,-8-8-16,8 0 16,-8-8-1,0-1-15,51-8 16,26-8 0,-17-1-16,-1-8 15,27 9 1,-44 8-16,-59 0 15,-17 8 1,-9 1-16,-8 8 16,-1 0-1,-8 0-15,26 0 16,25 17 0,26-9-16,0 9 15,26-8 1,17-9-16,16-9 15,9-8 1,52-8-16,25 8 16,26-9-1,59-8-15,26 17 16,0-8 0,111-9-16,43 25 15,16 9 1,27 9-16,-18 8 15,0 17 1,0-9-16,-8-16 16,-128-17-1</inkml:trace>
  <inkml:trace contextRef="#ctx0" brushRef="#br0" timeOffset="5082.51">2919 6557 0,'-9'0'0,"1"17"16,-9 25-16,-26 35 0,-17 25 0,-8-8 16,0-1-16,25 18 15,18-9 1,16-26-16,18-16 16,16 8-1,26-17-15,-8-26 16,34 1-1,25-18-15,18-16 16,8-1 0,-26-16-16,26-18 15,34-25 1,-34 17 0,-34-8-16,-34-9 15,0 0-15,0 0 16,-18-9-16,1-16 15,-26-9 1,-17 0 0,-17-9-16,-9 9 15,-8 17-15,-26 8 32,-25 1-32,-43 8 15,-17 25 1,-26 26-16,-51 34 15,-17 34-15,-42 51 16,-103 68 0,17-8-1</inkml:trace>
  <inkml:trace contextRef="#ctx0" brushRef="#br0" timeOffset="13395.31">2031 7271 0,'0'0'0,"0"0"0,-8 17 16,-1 17-16,1 17 16,-1 0-1,1 17-15,-1 0 16,1 1 0,-1-10-16,9-8 15,0-8 1,17-9-16,26 0 15,17 0 1,33-17-16,44-17 16,51-34-1,17-9-15,-9 1 16,-25 8 0,-1 0-1,1 0 1,0-9-16,-9 9 0,-43 17 15,-8 0 1,-34 8 0,-9 1-16,-25 8 15,-17-9 1,-1 1-16,-8-9 16,-8-17-1,-1-68-15,9-179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1:07:01.591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11445 6166 0,'0'0'0,"-8"17"0,-1 34 0,9 42 0,0 18 15,-8-1 1,-1 10-16,9-18 16,0-17-1,0-17-15,26-17 16,17-17-1,16-9-15,44-16 16,33-9 0,18-17-16,-1 0 15,10-9 1,7-8-16,1 9 16,-9-9-1,17 8-15,1 9 16,-10 0-1,18 17-15,0 9 16,-9 8 0,0 8-16,-34 1 15,-25-1 1,-26-8-16,-9 9 16,-25-1-16,0-16 15,-18-18 1,1-8-16,-9-17 15,9-42 1,8-52 0,-17-25-16,-17-9 15,-17-16 1,-25-120-16</inkml:trace>
  <inkml:trace contextRef="#ctx0" brushRef="#br0" timeOffset="2556.3">19110 6268 0,'8'0'0,"18"0"0,42 0 0,35 0 16,50 8-1,52 9-15,43 0 16,42 0 0,85 0-16,61 0 15,59 17 1,42 9-16,120 33 16,154 26-1,68-59-15,-435-52 16</inkml:trace>
  <inkml:trace contextRef="#ctx0" brushRef="#br0" timeOffset="9110.95">8253 10316 0,'0'0'0,"0"0"0,0 0 0,26-9 15,25 1 1,0-1-16,35-16 16,8-1-1,-9 1-15,17 8 16,69-9 0,85-16-1,51-1-15,43-8 16,51 9-16,18 8 31,33 8-31,69 18 0,33-1 16,-144-8-1</inkml:trace>
  <inkml:trace contextRef="#ctx0" brushRef="#br0" timeOffset="31997.99">6973 5485 0,'0'0'0,"0"0"0,0 0 16,0 0 0,0 0-1,-8 0-15,-1 34 16,-17 43-1,9 42-15,9 0 16,8-8-16,8 8 16,1-17-1,-1-17 1,1-26-16,-1 1 16,1-18-16,0 1 15,-1-18 1,1 1-16,8-9 15,17 8 1,34-8-16,26-8 16,17-1-1,51 9-15,34 0 16,-25 0 0,60 9-1,25 8-15,17 0 16,17 17-1,-8 9-15,-9-1 16,-26 1 0,-25-18-16,0-16 15,-17-18 1,-43-8-16,-8-8 16,-18-9-1,-42 0-15,-26-9 16,-16-8-1,-10-17-15,-8-59 16,18-52 0,7-59-16,27-51 15,33-68 1</inkml:trace>
  <inkml:trace contextRef="#ctx0" brushRef="#br0" timeOffset="45760.08">7707 10826 0,'0'0'0,"0"-8"0,9-1 15,-1 9-15,9 0 16,0 0 0,17 0-1,26 0-15,60 9 16,59-9-1,43 25-15,51 9 16,34 9 0,69 16-16,68-8 15,76-8 1,-102-18-16</inkml:trace>
  <inkml:trace contextRef="#ctx0" brushRef="#br0" timeOffset="55413.84">19630 10775 0,'0'0'0,"0"0"0,0 0 0,0 0 16,0 0 0,0 0-16,-8 0 15,-26 26 1,-60 42-16,-26 34 16,18-9-1,25 1-15,17-9 16,18 17-1,16 34-15,18 17 16,8-8-16,25-1 16,18 1-1,8-43 1,-17-51-16,-8-17 16,-9-17-1,0-17-15,26-26 16,25-42-1,0-25 1,0-18-16,-25 1 16,-17-1-16,-1 1 15,-8 8 1,-8 0-16,-9 50 16</inkml:trace>
  <inkml:trace contextRef="#ctx0" brushRef="#br0" timeOffset="56040.6">21235 11005 0,'0'0'0,"0"0"0,0 0 16,-9 0-1,1-9-15,-9 9 16,0 0-16,-9 0 31,1 0-31,-27 26 16,-24 33-16,-18 26 15,-34 43 1,17 17 0,34-18-16,26-25 15,25-17 1,35-8-16,33-18 15,78-8 1,76-25 0,9-52-16,0-25 15,-26-17-15,-51 0 16,-51-8 0,-35 8-16,-59-26 15,-8 43 1</inkml:trace>
  <inkml:trace contextRef="#ctx0" brushRef="#br0" timeOffset="71726.07">15918 8283 0,'0'0'0,"0"0"0,0 0 0,8 9 15,1 8-15,-1 0 16,1 8-1,-1 9-15,1 17 16,-1 34-16,1 18 16,-9 24-1,0 18 1,0-9-16,-9 0 16,9-26-1,0-25-15,0-34 16,9-17-1,8-8 1,0-18-16,9-8 16,16-17-1,35-42-15,34-43 16,-8-17-16,-18-9 0,-8 9 31,-18 17-31,-16 17 16,-17 17-1,-1 17 1,-16 17-16,-1 17 16,1 17-1</inkml:trace>
  <inkml:trace contextRef="#ctx0" brushRef="#br0" timeOffset="72250.45">17522 8368 0,'0'0'0,"0"0"0,0 17 16,9 17 0,-1 9-16,1 25 15,-9 51 1,0 26-16,-9-9 16,1-26-1,-18-16 1,1-1-16,7 1 15,1-35 1,0-16-16,9-18 16,-1-8-1,1-17-15,8 0 0</inkml:trace>
  <inkml:trace contextRef="#ctx0" brushRef="#br0" timeOffset="72520.35">17155 8743 0,'0'0'0,"0"0"0,0 0 16,0 8-16,17 18 15,17 16-15,43 9 16,26 9-1,16-9-15,1-9 16,16-16 0,18-18-1,-9-8-15,9-34 16,136-34-16</inkml:trace>
  <inkml:trace contextRef="#ctx0" brushRef="#br0" timeOffset="73142.06">19417 8394 0,'0'0'0,"-9"0"0,-8-9 15,-25-16-15,-9-9 16,-35-17 0,-8-9-1,26 9-15,17 9 16,0 8-16,16 17 15,18 0 1,0 8-16,0 9 16,9 9-1,-18 42 1,-17 34-16,-8 42 16,9 18-16,-1 8 15,-8-8 1,-1-1-16,1-8 15,17-42 1,17-26-16,0-9 16,17-16-1,8-1-15,18 1 16,34-9 0,25-9-1,35-16-15,-9-18 0,-17 9 31,-9 0-31,-8 0 16,-18 0-16,-16 9 16,-9-9-1,-8 0 1,-9-9-16,-9 9 0</inkml:trace>
  <inkml:trace contextRef="#ctx0" brushRef="#br0" timeOffset="73353.03">18785 8760 0,'9'0'0,"85"34"0,77 17 0,-1 0 31,-25-26-15,-76-8-16</inkml:trace>
  <inkml:trace contextRef="#ctx0" brushRef="#br0" timeOffset="88429.99">16694 10069 0,'0'0'0,"0"0"0,0 0 16,0 0-16,0 0 0,0 0 31,-8-8-31,-18-1 16,1 1-1,-27-18 1,-7-8-16,7 17 15,1 0-15,17 0 16,0 9 0,0-1-1,8 9-15,-16 9 16,-1 8 0,-17 17-16,0 17 15,1 8 1,-10 26-16,10 17 15,7-17 1,18 0-16,0-8 16,17-9-1,0-8-15,8-1 16,9-8-16,0-8 16,18-18-1,-1 1 1,25-9-16,35 0 15,8-9 1,9-8-16,-17-8 16,-9-1-1,-25-8-15,0 9 16,-9-1-16,-9 9 16,-16 0-1,0 0-15,-9 0 16</inkml:trace>
  <inkml:trace contextRef="#ctx0" brushRef="#br0" timeOffset="88684.18">16020 10529 0,'0'0'0,"0"0"0,9 0 15,25 0 1,34 8-16,26 1 16,34-1-1,60-25 1,136-25-16</inkml:trace>
  <inkml:trace contextRef="#ctx0" brushRef="#br0" timeOffset="131683.16">26655 11353 0,'0'0'0,"0"0"0,-9 0 0,1 0 15,-1 0-15,0 0 16,1 9 0,-1 8-16,1 25 15,-9 44 1,-9 24-16,9 18 16,-8-1-1,-1-16-15,9-26 16,0-34-1,17-26-15,0-8 16,0-8 0,0-1-16,0-25 15,0-25 1,0-35-16,8-50 16,-8-35-1,0 1-15,0 25 16,9 8-1,-1 17-15,1 26 16,-9 26 0,0 25-16,0 8 15,0 9 1,0 17-16,0 0 16,0 9-1,0 42 1,0 85-16,34 85 15,51 119-15</inkml:trace>
  <inkml:trace contextRef="#ctx0" brushRef="#br0" timeOffset="147030.37">11300 14075 0,'0'0'0,"0"0"0,0 17 16,0 0-16,0 17 16,0 17-1,9 51-15,-1 77 16,1 16 0,-9 1-16,0-9 15,0 0 1,0-8-16,0-43 15,0-34 1,0-34-16,8-26 16,-8-8-1,17-8 1,26-18-16,25-25 16,35-59-16,16-60 15,9-51 1,9-43-1,-1 17-15,-25 18 16,-25 25 0,-26 42-16,-18 52 15,1 16 1,-18 26-16,1 0 16,-17 25-16</inkml:trace>
  <inkml:trace contextRef="#ctx0" brushRef="#br0" timeOffset="147379.5">13699 14475 0,'0'0'0,"0"0"0,0 8 16,-9 52 0,-17 93-1,-16 68-15,-18 25 16,0-7-1,1-61-15,7-33 16,1-26-16,17-43 16,8-42-1,18-25-15</inkml:trace>
  <inkml:trace contextRef="#ctx0" brushRef="#br0" timeOffset="147629.12">13084 14704 0,'0'0'0,"0"0"0,34 26 0,34 25 16,26 8-1,60 9-15,8-17 16,-25-25 0,42-9-16,-17-17 15,9-17 1,153-34-16</inkml:trace>
  <inkml:trace contextRef="#ctx0" brushRef="#br0" timeOffset="148241.13">16071 14432 0,'0'0'0,"0"0"0,0 0 0,-8 0 16,-18-8 0,-51-26-16,-25-17 15,17 8 1,8-8-16,8 0 16,27 17-1,16 17-15,9 0 16,0 8-1,9 9-15,-1 26 16,-17 33 0,9 52-16,-25 68 15,-44 42 1,-8 8-16,18-16 16,16-26-1,-8 9-15,8-26 16,26-34-1,8-34-15,9-34 16,8-9 0,9-16-1,0-1-15,18-8 16,16 1-16,17-10 16,34-16-1,26-1 1,0-8-16,-17-8 15,-9-1-15,1 1 16,8-1 0,-26-8-16,-34 0 15,-25 8 1</inkml:trace>
  <inkml:trace contextRef="#ctx0" brushRef="#br0" timeOffset="148443.44">15107 15291 0,'25'0'0,"138"34"0,187-8 16,68-52-16,-34-25 15</inkml:trace>
  <inkml:trace contextRef="#ctx0" brushRef="#br0" timeOffset="169986.68">2023 9516 0,'0'0'0,"0"0"0,0 0 16,0 0-16,0 0 16,0 0-1,0 0 1,0 0-16,0 0 16,0 0-16,8-8 15,26-18 1,18 1-16,16-18 15,51-8 1,9 26 0,-8 16-16,17 9 15,25 0 1,34 17-16,-17 9 16,-17-18-1,1 9-15,-44-8 16,-59-1-16,-26-16 15,-8-1 1,-1 1 0,-16-9-16,-9-17 15,-17-17-15,-26 0 16,9 8 0,-9 9-1,9 17-15,17 0 0,0 9 31,8-1-31,9 9 16,9-8 0,33-1-16,27 9 15,25 9-15,8-1 16,-25 9 0,-17 0-16,-26 0 15,-9-8-15,-16 8 31,-1 0-31,-16 8 0,-43 26 16,-43 34 0,43-42-16</inkml:trace>
  <inkml:trace contextRef="#ctx0" brushRef="#br0" timeOffset="172190.64">1963 10648 0,'0'0'0,"0"0"0,0 0 16,0 0-1,0 0-15,0 0 0,17 0 32,17 0-32,26 8 15,34-16-15,42-1 16,35-16-1,17-1 1,0 1-16,-1 8 16,-33 0-16,-17 0 15,-26 8 1,-52 1-16,-25 8 16,-16 0-1,-18-17 1,-26-18-16,-17 10 15,18 8 1,-1-9-16,-8 9 16,17 0-1,0 0-15,8 9 16,1 8 0,8 0-16,0 0 15,0 0 1,8 8-16,43 18 15,35 16 1,16 9 0,-8-8-16,-26-9 15,-25 0-15,-9 0 16,-8 0 0,-1 0-1,-16 0-15,-1 0 16,-25 0-16,9-8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1:14:54.22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7647 14611 0,'0'0'0,"0"0"0,0 0 16,0 0-1,0 0 1,0 0-1,0 0-15,9-9 16,16-16 0,35-18-16,43-33 15,33-18 1,18 0-16,42-25 16,17-8-16,61-35 15,16-8 1,9 9-1,8-26-15,26-18 16,-18 1-16,-24 17 16,24-8-1,10 7 1,-18 27-16,-8-1 16,-35 9-16,-16 17 15,-18 0 1,1-8-1,-35 24-15,-8 18 0,-43 9 32,-26 25-32,-16 8 15,-18 9-15,-17 17 16,-8 0-16,-9 0 16,-8 0-1,0 17 1,-18 0-1,-8 9-15,-8 8 0,-1 0 16,-8 0 0,0 0-1,0 0 1,0 0-16,0 0 16,0 0-1,0 0-15,0 0 16,0 0-1,0 0-15,0 0 16,0 0 0,0 0-16,0 0 15,0 0-15,0 0 16,0 0 0,0 0-16,0 0 15,0 0 1,0 0-1,0 0-15,0 8 16,0 35 0,-8 25-16,-18 17 15,-8 34 1,-9 42-16,-8 1 16,0-17-16,-9 16 15,-8 1 1,8-1-1,-8 77-15,0 1 16,-1 24 0,10 1-16,8-9 15,8-17 1,-8-25 0,-9-9-16,9-68 15,17-34-15,8-34 16,9-17-1,0-8-15,8-18 16,1 1 0,8-18-16,0 1 15,0-1 1,0-8 0,0 0-16,0 0 15,0 0-15,0 0 16,0 0-1,0 0-15,0 0 16,0 0 0,0 0-16,0 0 15,0 0 1,0 0-16,0 0 16,0 0-1,0 0-15,0 0 16,0 0-1,0 0 1,0 0-16,0 0 16,0 0-16,0 0 15,0 0 1,0 0 0,0 0-16,0 0 15,0 0-15,0 0 16,0 0-16,0 0 31,0 0-31,0 0 0,0 0 16,0 0-1,0 0 1,0 0 0,0 0-16,0 0 15,-9 0-15,1 0 16,-18 17-1,-17 17-15,1 9 16,-18 8 0,-8 8-1,-18-8-15,1 17 0,-9 9 16,-34 16 0,-26 43-1,-16 18 1,-9 7-16,-9 18 15,9-9-15,16-26 16,-16 9 0,-9 1-1,1-1-15,-27 17 16,-25 17-16,9 0 16,25-34-1,34-17 1,9-17-16,8 17 15,18-17-15,33-34 16,10-8-16,-10 8 31,18 0-31,8-9 16,9-8 0,17-16-16,16-18 15,10-9-15,8 1 16,0-18-1,8 1-15,1-1 16,8 1 0,0-9-16,0 0 0,0 0 31,0 0-15,0 0-16,0 0 15,0 0 1,0 0-16,0 0 15,0 0 1,0 0-16,0 0 16,0 0-1,0 0-15,0 0 16,0 0 0,0 0-16,0 0 15,0 0 1,0 0-16,0 0 15,0 0 1,0 0-16,0 0 16,0 0-1,0 0-15,0 0 16,0 0 0,0 0-1,0 0-15,0 0 16,0 0-16,0 0 15,0 0 1,0 0-16,0 0 16,0 0-1,0 0-15,0 0 16,0 0 0,0 0-16,0 0 15,0 0 1,8 0-16,1 0 15,-1 0 1,1 0-16,8 0 16,0 0-16,-9 8 31,9-8-31,1 0 16,-10 0-16,1 0 15,-1 0-15,1 0 31,-1 0-31,1 0 16,-1 0-16,1 0 16,-1 0-16,-8 0 15,0 0 1,0 0-16,0 0 16,0 0-1,9 0 1,8 0-1,0-8-15,0-1 16,0 1-16,9-1 16,8 1-1,0-18-15,9 1 16,8-1 0,9-17-16,8 1 15,9-1 1,17-8-1,8-8-15,18-1 16,25-16-16,34-9 16,9-17-1,16 8 1,1 1-16,17-1 16,0 1-1,-9 7-15,26 10 16,18-1-1,41-33-15,18-9 16,-17 25-16,17-8 16,16-8-1,18-18 1,9-8-16,-9 25 16,34 1-1,0-9-15,0 0 16,-8 8-16,-18 18 15,0-1 1,1-8 0,-1-17-16,-50 0 15,-1 8 1,-34 18-16,-17-18 16,-25 1-1,-35 25-15,-8 8 16,-35 18-16,-8-1 15,9 0 17,8-8-32,-8 0 15,8-17-15,-43 26 16,-84 42-16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1:13:33.19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2834 5775 0,'0'0'0,"0"0"0,0 0 0,0-26 0,0 1 0,42-10 0,52-7 0,34 16 15,-8 18 1,76 8-16,26 17 16,8 8-1,35 1-15,119-1 16,-26-7-1,-76-18 1,222 8-16,-26-16 16,-111-10-16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1:14:24.92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9337 8402 0,'9'0'0,"42"9"0,43-18 0,153 18 0,-153 8 0,43 8 16,-137-25-16,153 17 0,35 0 0,60 0 15,-26-8 1,34 8-16,17-9 15,8 9 1,10-8-16,16-9 16,17 0-1,-8 8-15,94 10 16,-35-10 0,1 1-16,33 8 15,44 8 1,16-33-16,-51-35 15,26 0 1,-51 26-16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1:14:38.35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8808 10852 0,'9'0'0,"25"0"0,51 0 16,43 0 0,9-9-16,59 9 15,34-8-15,69 8 16,51 0 0,-9 0-16,129 8 15,59-16 1,17-26-16,26-17 15,43 8 1,50 1-16,52-18 16,0 9-1,43 17 1,51-8-16,-385 16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1:14:42.51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12794 11651 0,'51'9'0,"120"33"0,128 18 0,161-1 16,53-25 0,-10-17-1,112-17-15,-189-8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1:15:13.77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16353 12986 0,'0'0'0,"0"0"0,0 0 0,0 0 0,0 0 15,8 0 1,35 17-16,25 0 16,9 0-16,34 0 15,0-8 1,51-9-16,52 0 15,42-9 1,17-8-16,43 26 16,34-1-1,-18 9-15,53 0 16,-10-25 0,-8 8-16,26 0 15,-1-9 1,-76 1-16,111 16 15,-9 9 1,-94-25 0,60 25-16,-25 0 15,-95-9 1,10 1-16,-27-9 16,-93-9-1,-60-8-15,-9-17 16,-51 17-1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1:15:14.43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25033 12680 0,'0'0'0,"0"0"0,0 0 0,0 0 16,0 0-16,9 0 15,33 17 1,52 0-1,51 0-15,86-8 16,42-9 0,51-17-16,77-9 15,26-8 1,-9-8-16,26 25 16,0 8-16,-35 9 31,-33 17-31,-60 0 15,-77-25-15,60-35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1:15:39.409"/>
    </inkml:context>
    <inkml:brush xml:id="br0">
      <inkml:brushProperty name="width" value="0.05292" units="cm"/>
      <inkml:brushProperty name="height" value="0.05292" units="cm"/>
      <inkml:brushProperty name="color" value="#FFFF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8509 3853 0,'0'0'0,"0"0"0,0 0 0,0 0 16,0-9-1,9 1-15,34-9 16,25-9 0,60 0-16,102 18 15,26 16 1,17 18-16,43 25 15,34 17 1,34 0-16,94-8 16,77-18-1,17-25-15,51 0 16,17-8 0,60-1-16,-9-16 15,-17 25 1,69 25-16,51 1 15,-368-18 1</inkml:trace>
  <inkml:trace contextRef="#ctx0" brushRef="#br1" timeOffset="3687.29">8782 3614 0,'0'0'16,"0"0"-16,0 0 0,0 0 0,0 0 15,9 0 1,25 9-16,60-1 15,43 1-15,33-9 32,61 17-32,-1 0 0,43 0 15,26 0 1,17 8 0,8-8-16,9-8 15,77-1 1,8 1-16,-8-18 15,50 1 1,18-9 0,17 8-16,9 9 15,-18 9 1,27 8-16,-53-9 16,-67-25-16,-9 0 15,0 17 1,-42-8-1,-35 8-15,0 8 16,-42 1 0,-52 8-16,-25-9 15,-52 1 1,-42-9-16,-60 0 0</inkml:trace>
  <inkml:trace contextRef="#ctx0" brushRef="#br1" timeOffset="5034.63">20714 3767 0,'0'0'0,"0"0"0,0 0 0,0 0 16,26 0-1,34 0-15,59 0 16,43 0-1,77 9-15,77 16 16,17 27 0,119 16-16,43-9 15,26-42 1,68-8-16,17-35 16,94-50-1,-43-18 1,-17 17-16,43 18 15,-94 8 1,8 8-16,-68 1 16,-145-18-1</inkml:trace>
  <inkml:trace contextRef="#ctx0" brushRef="#br1" timeOffset="9519.49">14014 7365 0,'0'0'0,"0"0"0,0 0 16,0 0-16,0 0 15,0 0 1,0 0-1,0 0 1,0 0-16,-8 0 16,-1 17-1,1 8-15,-9 26 16,-9 0 0,9 9-16,0 0 15,0-1 1,8-8-1,9 9 1,0-9-16,0-9 0,0 1 16,0 8-16,9 17 15,-9-9 1,0-16 0,0-1-16,8-8 15,1-8-15,-1-1 16,1 1-1,0-1 1,-1 1-16,1-9 16,-1 0-1,1 0-15,-1-9 16,1 1 0,8-1-16,8 9 15,27 0 1,16-8-16,9-18 15,25-8 1,9-17-16,9-8 16,8-18-1,-17 1-15,-18-9 16,-33 25 0,-26 26-16,-8 0 15,-9 9 1,-8-1-16,-1 9 15,1 0 1,-9 0-16,0 0 16,0-8-1,0-9 1,0-26-16,0-33 16,8-43-16,1-17 15,8 16-15,0 1 16,-9 26-1,-8-1 1,-8 9-16,-18 26 16,1 8-1,-18 8-15,-25 9 16,-26 0 0,-43 26-16,-16 8 15,-61 34 1,-33 17-16,-1 8 15,-16 9 1,-69 0 0</inkml:trace>
  <inkml:trace contextRef="#ctx0" brushRef="#br1" timeOffset="12670.11">15243 7195 0,'0'0'0,"0"0"0,-8 8 16,-1 18-1,9 33-15,0 35 16,9 16 0,-9 9-16,0 1 15,0-1 1,8-9-16,9-25 15,1-25-15,-1-18 16,0 1 0,8-1-16,-8-16 15,0-1 1,1 1 0,-1-1-16,0-8 15,0 0-15,8 0 16,9 0-1,1 0 1,41 9-16,44-1 16,8 1-1,0-1-15,51-8 16,9 0-16,-69 0 16,27 18-1,16-18-15,-34 0 16,-43-9-1,-25 1-15,-26-9 16,-8-9 0,8-25-1,0-51-15,0-85 16,0-43-16,0 35 16,17-35-1,18 34 1,-18 60-16,-17 17 15,-8 26-15,-18 16 16,1 26-16,-1 17 31,-8 0-31,0 9 16,0 8 0,-17-9-16,-34 1 15,-26 8-15,-76 8 16,-103 9-1,-163 26 1,-127 25-16,-171-9 16,290-33-1</inkml:trace>
  <inkml:trace contextRef="#ctx0" brushRef="#br1" timeOffset="29790.35">26364 7297 0,'0'0'0,"0"17"0,0 51 0,0 59 16,-8 35 0,-9 59-16,-17 34 15,-18 9 1,-16-43-16,0-25 16,25-43-1,18-60-15,8-50 16,8-18-16,9-16 15,9-9 1,50-77 0,35-59-16,9-42 15,-1-44-15,35-16 16,16 26 0,-33 25-1,-9 34-15,-9 42 16,1 34-1,-35 35-15,-8 25 16,-1 25 0,18 43-16,0 69 15,-17 75 1,-9 35-16,-26-9 16,-16-9-1,-18-41-15,-8-44 0,9-42 31,8-34-31,0-34 16,0-25 0,8-9-16</inkml:trace>
  <inkml:trace contextRef="#ctx0" brushRef="#br1" timeOffset="30186.61">28788 6855 0,'0'0'0,"0"0"0,0 8 16,-8 43-16,-9 34 15,0 34 1,-9 60-16,9 16 16,0-16-1,8 17-15,1-18 16,-1 1-16,-8-9 31,0-34-31,9-42 16,-9-18-16,-26-8 15,9-25-15</inkml:trace>
  <inkml:trace contextRef="#ctx0" brushRef="#br1" timeOffset="30462.97">28515 9551 0,'0'0'0,"0"0"0,0 0 0,0 0 16,0 0-16,0 0 15,0 0 17,0 0-32</inkml:trace>
  <inkml:trace contextRef="#ctx0" brushRef="#br1" timeOffset="31911.67">25212 7101 0,'0'0'0,"0"0"0,9 9 0,-1-1 16,1 1-1,-1-1 1,-8 1-16,0-1 16,0-8-16,-8 17 31,-9 26-31,-43 25 0,-42 34 31,-35 42-31,-17 10 16,1-18-16,8-9 15,25 18 1,18-18 0,34-42-16,25-25 15,9-9-15,17 0 16,17 25 0,42 18-16,52 8 15,94 0-15,77-8 16,25 25-1,0 34-15,17 42 32</inkml:trace>
  <inkml:trace contextRef="#ctx0" brushRef="#br1" timeOffset="33025.69">19758 8045 0,'0'0'0,"17"0"0,43 0 0,77 0 15,8 17 1,-17 17-16,0 17 16,-17 17-1,0 17-15,-26 9 16,-34 8-1,-42 43-15,-43 42 16,-34-9 0,-35-33-16,-16-18 15,8-42 1,34-42-16,17-26 16,9-17-1,17-9-15,17-16 16,0-1-1,17-16 1,25-1-16,26 1 16,26 8-16,26 17 15,33 25 1,9 26-16,0 17 16,-8 0-1,-26 0-15,-9-8 16,-25-9-1,-17-34-15,-35 0 16</inkml:trace>
  <inkml:trace contextRef="#ctx0" brushRef="#br1" timeOffset="33460.67">21525 7025 0,'0'0'0,"0"17"0,0 42 0,9 26 15,-18 9-15,1-9 31,-9 0-31,-1-9 16,1-25 0,9-17-16,8-8 15,0-17-15,17-1 32,68-51-32,77-50 15,9-43-15,0 0 16,-26 17-16,-26 34 31,-33 42-31,-9 35 16,-9 59-16,9 102 15,-18 119-15,-7 51 16,-1 51 0</inkml:trace>
  <inkml:trace contextRef="#ctx0" brushRef="#br1" timeOffset="51558.17">26117 10792 0,'0'0'0,"-26"9"0,-25 8 16,-34 17-16,-52 17 16,-33 8-1,-44 26-15,-25-8 16,-25-9 0,-10-26-16,18-16 15,17-26 1,0-34-16,9-43 15,42-16 1,18-18-16,-1-8 16,9 0-1,0 9-15,-1 16 16,27 17 0,16 18-16,43 25 15,26 17 1,0 8-16,17 9 15,0 17 1,0 26-16,0 33 16,8 27-1,17 16-15,26 0 16,1-26 0,-10-16-1,1-26-15,-1-26 16,-8 1-16,0-18 31,0 1-31,-8-18 16,-9-50-16,-35-60 15,-7-68 1,-1-17-16,0 25 16,0 26-16,26 42 15,26 43 1,16 17-16,26 26 15,35 16 1,93 26 0,102 43-16,52-1 15,51 9 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1:16:45.00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13391 2968 0,'0'0'16,"0"0"-16,9 0 0,42 26 16,9 8-16,17 17 15,127 51 1,78-9-1,42-8-15,180-34 16,119-59-16,9-52 16,-61 9-1,-16 17 1,26-8-16,-18-1 16,-153 26-16</inkml:trace>
  <inkml:trace contextRef="#ctx0" brushRef="#br0" timeOffset="1211.85">7972 4924 0,'42'-8'0,"112"8"0,136 25 16,171 1-16,68 8 15,17 0 1,-127-9-16</inkml:trace>
  <inkml:trace contextRef="#ctx0" brushRef="#br0" timeOffset="7378.19">5625 8981 0,'0'0'0,"0"0"0,0 0 15,0 0 1,0 0-16,0 0 15,0 0 1,0 25 0,-9 26-16,-17 17 15,1-8 1,-1-1 0,9-8-1,0-8-15,0-9 0,17-9 16,0 9-1,26 0-15,8 0 16,17-8 0,34-17-16,60-27 15,18-7 1,-1-9 0,-9 0-16,18 0 15,8 17-15,-8 0 16,34 17-16,-9 8 15,-8 9 1,17 17-16,-18 0 16,18 17-1,-8 9 1,-18-9-16,26 9 16,17-1-16,17-8 15,8-25 1,26-9-1,0-9-15,9-16 16,-9-1 0,-8 9-1,-9 0-15,-9 9 16,9-1-16,-17-8 16,17 0-1,-8-8-15,-1-9 16,9-9-16,-17-8 31,-17 9-31,-8-1 16,-27 1-1,-24 16-15,-18-8 16,0 17 0,-26 0-16,-50 0 15,-27 0-15,-16 0 16,-18 0-1,1 0-15,-1 0 16,1-8 0,0-1-1,-9-25-15,-9-17 16,-17-26 0,9-33-16,0-35 15,0-144 1</inkml:trace>
  <inkml:trace contextRef="#ctx0" brushRef="#br0" timeOffset="11149.43">5710 10648 0,'0'0'0,"8"-9"0,27 1 0,41-18 15,44 1-15,16 8 16,10 0-1,41 0 1,44 8-16,33-8 16,44-8-1,41 7-15,70 10 16,-44-1 0,52 1-16,42 16 15,-33 18 1,-18-17-16,26-35 15,-43-25 1</inkml:trace>
  <inkml:trace contextRef="#ctx0" brushRef="#br0" timeOffset="14022.24">11599 11387 0,'0'0'0,"0"0"0,0 0 0,0 0 0,9 0 16</inkml:trace>
  <inkml:trace contextRef="#ctx0" brushRef="#br0" timeOffset="14960.9">11753 11183 0,'0'0'0,"0"0"0,0 0 0,0 0 16,0 0-16,0 0 16,0 0-1,0 0 1,0 0-16,0 0 15,-9 0 1,1 9-16,8-1 16,0 1-1,0-1-15,0 1 16,0-9-16,0 0 16,17 8-1,0 1 1,25-1-16,27-8 15,25 0 1,-1 9 0,18-9-16,43 8 15,0-8-15,-1 17 16,35 0 0,8-8-16,-8-1 15,34 1 1,17 8-16,17 0 15,9 8 1,-35 1-16,-17 0 16,-25-18-1,-17-16 1,136-18-16</inkml:trace>
  <inkml:trace contextRef="#ctx0" brushRef="#br0" timeOffset="21376.63">8714 11923 0,'0'0'0,"0"0"0,-8 0 0,-1 9 16,1-1-1,-1 9-15,-8 17 16,0 9-16,0 25 16,0 0-1,0 0 1,0-9-16,8-16 15,9-1 1,0-7-16,0-10 16,0-8-1,0-8-15,9-1 16,16 1 0,9-9-16,35-17 15,25-9 1,16 1-16,27-1 15,-26 0 1,-9 9-16,26 0 16,26 17-1,0 0-15,-26 17 16,25 17 0,10 9-16,-27 0 15,1 8 1,16-9-1,-16-8-15,-52-8 16,-8-9-16,-9 0 16,-17-9-1,-25 1-15,0-18 16,-9-8 0,8-42-16,1-26 15,-18 34 1</inkml:trace>
  <inkml:trace contextRef="#ctx0" brushRef="#br0" timeOffset="24801.22">7963 13003 0,'0'0'0,"0"0"0,0 0 16,0 0-16,0 9 16,-8 16-1,-1 18 1,1 16-16,-10 9 15,10-8 1,8-18 0,0-16-16,8 0 15,10-9 1,-1 0-16,17 0 0,0 0 16,17-9-1,17 1 1,9-1-16,0 1 15,8-9 1,18 0 0,8 0-16,-9 0 0,-17-9 15,-8 1 1,-17-1 0,-17 1-1,-9-1-15,-9 1 16,1-1-1,-9 1-15,0-9 16,17-26-16,-8 17 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6T21:19:18.746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2450 2628 0,'0'0'0,"0"0"0,0 25 0,17 43 16,-9 43-16,1 34 15,-26 42 1,-18 17-16,-7-26 16,-1-25-1,9-33 1,25-35-16,18-17 16,17-9-1,8-16-15,25-18 16,35-8-1,17-8 1,26-26-16,25-9 16,0-16-1,34-1-15,35-8 16,8-8 0,43-1-16,-9 34 15,25 1 1,10 16-16,7 18 15,52 8 1,0 0-16,18-26 16,33-16-1,43 16-15,-35 1 16,-16 8-16,34-9 16,0 9-1,42 26-15,1 17 16,-26 25-1,17 0-15,17 0 16,-17 8 0,-35-8-16,-7-17 15,-78 0 1,-102-17 0,0-8-16,-8-1 15,-43-16 1,-43-18-16,17-16 15,-34-9 1,-60 8-16,-8-16 16,-9-9-1,-8-9-15,-17-25 16,-18-17 0,-42-26-16,-76-152 15</inkml:trace>
  <inkml:trace contextRef="#ctx0" brushRef="#br0" timeOffset="21257.38">5539 11430 0,'0'0'0,"0"0"0,0 0 0,0 9 16,0-1-16,0 1 15,17 8 1,52-9-1,67-8-15,26-17 16,26-8 0,17-18-16,0 9 15,42 17 1,1 0-16,42 17 16,85 0-1</inkml:trace>
  <inkml:trace contextRef="#ctx0" brushRef="#br0" timeOffset="24235.65">28780 11524 0,'0'0'0,"0"0"0,0 0 16,0 0-16,8-9 15,35-8 1,34-25-16,34-18 16,0 0-1,17 9 1,77 0-16,136-17 16</inkml:trace>
  <inkml:trace contextRef="#ctx0" brushRef="#br0" timeOffset="27933.68">28840 14415 0,'0'0'0,"0"0"0,0 0 15,0 0-15,0 0 0,17 0 16,25 0 15,18-8-31,60-18 16,-1-8-1,60-25-15,60-1 0,69-17 32</inkml:trace>
  <inkml:trace contextRef="#ctx0" brushRef="#br0" timeOffset="37445.48">28874 10384 0,'0'0'0,"0"0"0,0 0 15,0 25-15,8 26 16,1 1-16,-1-1 16,1 25-1,-18 9 1,-16 9-16,8 16 15,0-8 1,0-17-16,-1-17 16,1-25-1,0-1-15,9-16 16,-1-1 0,1-16-16,8-1 15,0 1 1,0-9-16,0 0 15,0 0 1,0 0-16,0 0 16,8 0-1,26 0-15,18 0 16,-1 8-16,26 1 16,16-1-1,36 9 1,16 0-16,-17-8 15,0 8 1,0 9-16,-9-9 0,-25 0 31,-26 8-31,-8-16 16,-17-1 0,-18 1-16,-8-1 15,-8 1 1,-1-9-16,10 0 15,-1-9 1,0 1-16,8-35 16,44-51-1,16-16-15,-8-1 16,0-16 0,-1 8-16,-24 42 15,-10 26 1,-16 9-16,-9 25 15,-9 0 1,1 8-16,0 1 16,-9 8-1,0 0-15,0 0 16,0 0 0,-18-9-1,-50-8-15,-85-17 16,-95-25-1,-85-18-15,-42 0 16,-69-16 0,-26 33-16,78 26 0</inkml:trace>
  <inkml:trace contextRef="#ctx0" brushRef="#br0" timeOffset="41685.99">28840 12969 0,'0'0'15</inkml:trace>
  <inkml:trace contextRef="#ctx0" brushRef="#br0" timeOffset="43092.23">28737 12782 0,'0'0'0,"0"0"0,0 0 0,0 0 0,0 0 15,-8 0 1,-1 17 0,-8 26-16,0 25 15,-9 17-15,1 34 31,-1 8-31,9-7 16,0 7-16,17 1 16,0-9-1,0-34-15,0-17 16,9-9 0,-1-16-16,1-18 15,-1 1-15,1-9 16,8 0-1,8 0 1,27 0-16,16 8 0,9-8 16,8 9-1,9-18 1,34 1 0,17-9-16,9 0 15,-1 0-15,18 0 16,25 17-1,-8 0 1,0 0-16,-26 8 16,-34-7-1,-43-10-15,-16 1 16,-27-9 0,-16 0-16,-18 0 15,1 0-15,0 0 16,-9-9-1,8 1 1,9-10-16,9-33 16,16-51-1,-7-17-15,-10-25 16,1 8 0,-9 25-16,0 9 0,0 17 15,-9 9 1,1 24-1,0 1-15,-1 17 16,1 17 0,-9 0-1,0 9-15,0-1 16,-9 1 0,-17-9-16,-42 0 15,-51 17 1,-52-9-16,-34 9 15,-34-17-15,-34 0 16,-34 0 0,-52-42-1,-102 8-15,60 34 16</inkml:trace>
  <inkml:trace contextRef="#ctx0" brushRef="#br0" timeOffset="48395.7">28336 14645 0,'0'0'0,"0"0"0,0 0 0,0 0 0,0 0 15,0 0 1,9 0-16,8 25 16,8 18-1,1 16-15,-1 26 16,1 26-1,-9 25-15,-17 17 16,-8 9 0,-1-1-16,-8 18 15,0-26 1,8-43-16,1-25 16,8-34-1,0-8-15,8-17 16,1-1-1,8 1-15,9-1 16,16-8 0,27-8-16,41-1 15,27-16 1,8-1-16,26-16 16,34 8-1,-35 8 1,-7 9-16,16 0 0,-26 9 15,-16 8 1,8-9 0,-34 1-16,-26-9 15,-25-9-15,-17 1 16,-9-18 0,9-16-16,-9-35 15,8-42 1,-7-43-1,-10-25-15,1 26 16,-9 25-16,0 17 16,9 16-1,-1 44-15,-16 16 16,-1 9 0,1 17-1,-9 0-15,0 9 16,-9-1-1,1 1 1,-26-9-16,-52-9 16,-93-8-1,-52-8-15,-67-1 0,-138-16 32,-50 8-32,-94 0 0,-129 25 15,291 26 1</inkml:trace>
  <inkml:trace contextRef="#ctx0" brushRef="#br0" timeOffset="64321.64">25588 2653 0,'0'0'0,"0"0"0,17-8 16,77-9-16,51-17 15,60-9 1,59 1-1,1-1-15,8 1 16,0-9 0,-8-9-1,-18 9-15,-25-8 16,-26 8-16,-59 8 16,-9 1-1,-34 8-15,-43 0 16,-17 17-1,-8-9-15,-18 1 16,-50-18 0,8 17-16</inkml:trace>
  <inkml:trace contextRef="#ctx0" brushRef="#br0" timeOffset="64659.76">27995 1522 0,'0'0'0,"42"0"0,44 9 16,16 8-16,9 8 16,0 1-1,8-1-15,-25 1 16,-25-1-1,7-8-15,-16 9 16,-17 8 0,-18 8-16,-33 35 15,-69 93 1,-68 60-16,-17-26 16,17-34-1,34-34-15,0-25 16,60-60-1</inkml:trace>
  <inkml:trace contextRef="#ctx0" brushRef="#br0" timeOffset="65471.7">23104 2866 0,'0'0'0,"0"0"0,0 0 15,0 9 1,0 25-16,-8 42 16,-10 52-16,-16 50 15,-42 1 1,-27 8-16,1-17 16,8-25-1,17-26 1,17-26-16,9-8 15,8-25-15,26-35 16,0-8 0,17-8-1,17-35-15,69-84 16,59-69 0,17-8-16,17-17 15,26 0-15,-34 51 16,-35 34-1,-16 25 1,-9 26-16,-17 43 16,-26 16-1,-17 18-15,-8 33 16,-9 69 0,-43 67-16,-42 43 15,-43 17 1,0-33-16,0-44 15,35-59-15,25-51 16,17-25 0,17-18-16,8-16 15,1-1-15</inkml:trace>
  <inkml:trace contextRef="#ctx0" brushRef="#br0" timeOffset="66203.03">24333 2347 0,'0'0'0,"0"0"0,0 9 16,26 16-16,8 35 15,9 16 1,-1 35-16,-25-1 15,-17-16 1,-8 8-16,-26 17 16,-9-17-1,-8-8-15,0-18 16,16-25 0,18-25-16,0-9 15,9-9 1,8-25-1,34-51-15,43-59 16,34-35-16,17 1 16,-9 24-1,-16 18-15,-27 34 16,1 17 0,-17 9-16,-17 16 15,-1 9 1,-16 17-16,-1 0 15,1 17 1,0 9-16,-1 8 16,-8 25-1,-8 43-15,-26 60 16,-34 25 0,-1-34-1,-7-25-15,-1-26 16,9-34-16,-18-26 15,-16-33 1,-26-43-16,0-51 16,60 42-1</inkml:trace>
  <inkml:trace contextRef="#ctx0" brushRef="#br0" timeOffset="73040.7">32091 17791 0,'0'0'0,"0"-8"0,-8-1 15,-1-8-15,-8 0 16,-8 9-16,-1-9 16,0 0-1,1-9-15,-18-8 16,-8-25-1,-9-9 1,0 8-16,9 9 16,17 0-1,-9-17-15,-25-25 16,-17-10 0,17 1-16,8 17 15,0 9-15,0-1 16,9 18-1,17 8 1,17 17-16,0 17 16,0 0-1,17 17-15,-9 0 16,1 25 0,-18 35-16,0 42 15,-16 34 1,8-9-16,17-42 15,17-33 1,0-10-16,0 1 16,0-18-1,0-8-15,0-8 16,0-1 0,0-8-16,-9-8 15,1-18 1,-18-42-16,0-51 15,9 0 1,0 34-16,17 8 16,0 18-1,0 25-15,0 17 16,17 0 0,43 0-16,59 25 15,86 9-15,77 9 16,-17-18-1,76-8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87CB2-66CB-454F-85D3-19EE1B79E95D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27D9C-F8C9-4B2B-A91A-E477EB70C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1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customXml" Target="../ink/ink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8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customXml" Target="../ink/ink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customXml" Target="../ink/ink17.xml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12" Type="http://schemas.openxmlformats.org/officeDocument/2006/relationships/image" Target="../media/image2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customXml" Target="../ink/ink16.xml"/><Relationship Id="rId5" Type="http://schemas.openxmlformats.org/officeDocument/2006/relationships/customXml" Target="../ink/ink13.xml"/><Relationship Id="rId10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openxmlformats.org/officeDocument/2006/relationships/customXml" Target="../ink/ink15.xml"/><Relationship Id="rId1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customXml" Target="../ink/ink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1.png"/><Relationship Id="rId4" Type="http://schemas.openxmlformats.org/officeDocument/2006/relationships/image" Target="../media/image20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13" Type="http://schemas.openxmlformats.org/officeDocument/2006/relationships/image" Target="../media/image37.jpeg"/><Relationship Id="rId3" Type="http://schemas.openxmlformats.org/officeDocument/2006/relationships/image" Target="../media/image27.jpeg"/><Relationship Id="rId7" Type="http://schemas.openxmlformats.org/officeDocument/2006/relationships/image" Target="../media/image31.jpeg"/><Relationship Id="rId12" Type="http://schemas.openxmlformats.org/officeDocument/2006/relationships/image" Target="../media/image36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11" Type="http://schemas.openxmlformats.org/officeDocument/2006/relationships/image" Target="../media/image35.jpeg"/><Relationship Id="rId5" Type="http://schemas.openxmlformats.org/officeDocument/2006/relationships/image" Target="../media/image29.jpeg"/><Relationship Id="rId10" Type="http://schemas.openxmlformats.org/officeDocument/2006/relationships/image" Target="../media/image34.jpeg"/><Relationship Id="rId4" Type="http://schemas.openxmlformats.org/officeDocument/2006/relationships/image" Target="../media/image28.jpeg"/><Relationship Id="rId9" Type="http://schemas.openxmlformats.org/officeDocument/2006/relationships/image" Target="../media/image3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13" Type="http://schemas.openxmlformats.org/officeDocument/2006/relationships/image" Target="../media/image37.jpeg"/><Relationship Id="rId3" Type="http://schemas.openxmlformats.org/officeDocument/2006/relationships/image" Target="../media/image27.jpeg"/><Relationship Id="rId7" Type="http://schemas.openxmlformats.org/officeDocument/2006/relationships/image" Target="../media/image31.jpeg"/><Relationship Id="rId12" Type="http://schemas.openxmlformats.org/officeDocument/2006/relationships/image" Target="../media/image36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11" Type="http://schemas.openxmlformats.org/officeDocument/2006/relationships/image" Target="../media/image35.jpeg"/><Relationship Id="rId5" Type="http://schemas.openxmlformats.org/officeDocument/2006/relationships/image" Target="../media/image29.jpeg"/><Relationship Id="rId10" Type="http://schemas.openxmlformats.org/officeDocument/2006/relationships/image" Target="../media/image34.jpeg"/><Relationship Id="rId4" Type="http://schemas.openxmlformats.org/officeDocument/2006/relationships/image" Target="../media/image28.jpeg"/><Relationship Id="rId9" Type="http://schemas.openxmlformats.org/officeDocument/2006/relationships/image" Target="../media/image33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1.png"/><Relationship Id="rId5" Type="http://schemas.openxmlformats.org/officeDocument/2006/relationships/image" Target="../media/image191.png"/><Relationship Id="rId4" Type="http://schemas.openxmlformats.org/officeDocument/2006/relationships/image" Target="../media/image22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13" Type="http://schemas.openxmlformats.org/officeDocument/2006/relationships/image" Target="../media/image36.jpeg"/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12" Type="http://schemas.openxmlformats.org/officeDocument/2006/relationships/image" Target="../media/image35.jpeg"/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11" Type="http://schemas.openxmlformats.org/officeDocument/2006/relationships/image" Target="../media/image34.jpeg"/><Relationship Id="rId5" Type="http://schemas.openxmlformats.org/officeDocument/2006/relationships/image" Target="../media/image28.jpeg"/><Relationship Id="rId10" Type="http://schemas.openxmlformats.org/officeDocument/2006/relationships/image" Target="../media/image33.jpeg"/><Relationship Id="rId4" Type="http://schemas.openxmlformats.org/officeDocument/2006/relationships/image" Target="../media/image27.jpeg"/><Relationship Id="rId9" Type="http://schemas.openxmlformats.org/officeDocument/2006/relationships/image" Target="../media/image32.jpeg"/><Relationship Id="rId14" Type="http://schemas.openxmlformats.org/officeDocument/2006/relationships/image" Target="../media/image37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13" Type="http://schemas.openxmlformats.org/officeDocument/2006/relationships/image" Target="../media/image35.jpeg"/><Relationship Id="rId3" Type="http://schemas.openxmlformats.org/officeDocument/2006/relationships/image" Target="../media/image140.png"/><Relationship Id="rId7" Type="http://schemas.openxmlformats.org/officeDocument/2006/relationships/image" Target="../media/image29.jpeg"/><Relationship Id="rId12" Type="http://schemas.openxmlformats.org/officeDocument/2006/relationships/image" Target="../media/image34.jpeg"/><Relationship Id="rId2" Type="http://schemas.openxmlformats.org/officeDocument/2006/relationships/image" Target="../media/image137.png"/><Relationship Id="rId16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11" Type="http://schemas.openxmlformats.org/officeDocument/2006/relationships/image" Target="../media/image33.jpeg"/><Relationship Id="rId5" Type="http://schemas.openxmlformats.org/officeDocument/2006/relationships/image" Target="../media/image27.jpeg"/><Relationship Id="rId15" Type="http://schemas.openxmlformats.org/officeDocument/2006/relationships/image" Target="../media/image37.jpeg"/><Relationship Id="rId10" Type="http://schemas.openxmlformats.org/officeDocument/2006/relationships/image" Target="../media/image32.jpeg"/><Relationship Id="rId4" Type="http://schemas.openxmlformats.org/officeDocument/2006/relationships/image" Target="../media/image26.jpeg"/><Relationship Id="rId9" Type="http://schemas.openxmlformats.org/officeDocument/2006/relationships/image" Target="../media/image31.jpeg"/><Relationship Id="rId14" Type="http://schemas.openxmlformats.org/officeDocument/2006/relationships/image" Target="../media/image36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.png"/><Relationship Id="rId3" Type="http://schemas.openxmlformats.org/officeDocument/2006/relationships/image" Target="../media/image41.png"/><Relationship Id="rId7" Type="http://schemas.openxmlformats.org/officeDocument/2006/relationships/image" Target="../media/image470.png"/><Relationship Id="rId12" Type="http://schemas.openxmlformats.org/officeDocument/2006/relationships/image" Target="../media/image52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7.png"/><Relationship Id="rId5" Type="http://schemas.openxmlformats.org/officeDocument/2006/relationships/image" Target="../media/image43.jpeg"/><Relationship Id="rId10" Type="http://schemas.openxmlformats.org/officeDocument/2006/relationships/image" Target="../media/image45.jpeg"/><Relationship Id="rId4" Type="http://schemas.openxmlformats.org/officeDocument/2006/relationships/image" Target="../media/image42.jpeg"/><Relationship Id="rId9" Type="http://schemas.openxmlformats.org/officeDocument/2006/relationships/image" Target="../media/image49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700.png"/><Relationship Id="rId7" Type="http://schemas.openxmlformats.org/officeDocument/2006/relationships/image" Target="../media/image510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5" Type="http://schemas.openxmlformats.org/officeDocument/2006/relationships/image" Target="../media/image4900.png"/><Relationship Id="rId4" Type="http://schemas.openxmlformats.org/officeDocument/2006/relationships/image" Target="../media/image480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7" Type="http://schemas.openxmlformats.org/officeDocument/2006/relationships/image" Target="../media/image330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5" Type="http://schemas.openxmlformats.org/officeDocument/2006/relationships/image" Target="../media/image490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900.png"/><Relationship Id="rId7" Type="http://schemas.openxmlformats.org/officeDocument/2006/relationships/image" Target="../media/image1100.png"/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92.png"/><Relationship Id="rId4" Type="http://schemas.openxmlformats.org/officeDocument/2006/relationships/image" Target="../media/image911.png"/><Relationship Id="rId9" Type="http://schemas.openxmlformats.org/officeDocument/2006/relationships/image" Target="../media/image111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125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2" Type="http://schemas.openxmlformats.org/officeDocument/2006/relationships/image" Target="../media/image1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35.png"/><Relationship Id="rId5" Type="http://schemas.openxmlformats.org/officeDocument/2006/relationships/image" Target="../media/image129.png"/><Relationship Id="rId10" Type="http://schemas.openxmlformats.org/officeDocument/2006/relationships/image" Target="../media/image134.png"/><Relationship Id="rId4" Type="http://schemas.openxmlformats.org/officeDocument/2006/relationships/image" Target="../media/image128.png"/><Relationship Id="rId9" Type="http://schemas.openxmlformats.org/officeDocument/2006/relationships/image" Target="../media/image133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60.png"/><Relationship Id="rId7" Type="http://schemas.openxmlformats.org/officeDocument/2006/relationships/image" Target="../media/image33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5" Type="http://schemas.openxmlformats.org/officeDocument/2006/relationships/image" Target="../media/image490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900.png"/><Relationship Id="rId7" Type="http://schemas.openxmlformats.org/officeDocument/2006/relationships/image" Target="../media/image1100.png"/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92.png"/><Relationship Id="rId4" Type="http://schemas.openxmlformats.org/officeDocument/2006/relationships/image" Target="../media/image91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900.png"/><Relationship Id="rId7" Type="http://schemas.openxmlformats.org/officeDocument/2006/relationships/image" Target="../media/image1100.png"/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92.png"/><Relationship Id="rId4" Type="http://schemas.openxmlformats.org/officeDocument/2006/relationships/image" Target="../media/image911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umd.edu/users/gasarch/BLOGPAPERS/pollpaper3.pdf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3" Type="http://schemas.openxmlformats.org/officeDocument/2006/relationships/image" Target="../media/image4701.png"/><Relationship Id="rId7" Type="http://schemas.openxmlformats.org/officeDocument/2006/relationships/image" Target="../media/image5100.png"/><Relationship Id="rId2" Type="http://schemas.openxmlformats.org/officeDocument/2006/relationships/image" Target="../media/image46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0.png"/><Relationship Id="rId5" Type="http://schemas.openxmlformats.org/officeDocument/2006/relationships/image" Target="../media/image4901.png"/><Relationship Id="rId4" Type="http://schemas.openxmlformats.org/officeDocument/2006/relationships/image" Target="../media/image4801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0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24: Complexity and Tractability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EB0DEC4-D9D7-4D91-BAD9-B71F4E8C7B65}"/>
                  </a:ext>
                </a:extLst>
              </p14:cNvPr>
              <p14:cNvContentPartPr/>
              <p14:nvPr/>
            </p14:nvContentPartPr>
            <p14:xfrm>
              <a:off x="4458240" y="3000240"/>
              <a:ext cx="3533760" cy="527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EB0DEC4-D9D7-4D91-BAD9-B71F4E8C7B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48880" y="2990880"/>
                <a:ext cx="3552480" cy="54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691B17B-5C13-C3F0-C082-680989EDAB86}"/>
                  </a:ext>
                </a:extLst>
              </p14:cNvPr>
              <p14:cNvContentPartPr/>
              <p14:nvPr/>
            </p14:nvContentPartPr>
            <p14:xfrm>
              <a:off x="3361320" y="2452320"/>
              <a:ext cx="5383440" cy="1715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691B17B-5C13-C3F0-C082-680989EDAB8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51960" y="2442960"/>
                <a:ext cx="5402160" cy="173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90124-7687-E8A1-27C9-2EB190A78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24AB139-464C-EEAF-FF94-EBB070AB743A}"/>
              </a:ext>
            </a:extLst>
          </p:cNvPr>
          <p:cNvCxnSpPr>
            <a:cxnSpLocks/>
          </p:cNvCxnSpPr>
          <p:nvPr/>
        </p:nvCxnSpPr>
        <p:spPr>
          <a:xfrm>
            <a:off x="1666240" y="2204720"/>
            <a:ext cx="0" cy="374904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5BD756-EAE1-8786-D378-046E6A19BB7B}"/>
              </a:ext>
            </a:extLst>
          </p:cNvPr>
          <p:cNvCxnSpPr>
            <a:cxnSpLocks/>
          </p:cNvCxnSpPr>
          <p:nvPr/>
        </p:nvCxnSpPr>
        <p:spPr>
          <a:xfrm flipH="1">
            <a:off x="1666240" y="5953760"/>
            <a:ext cx="61976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FF71D7A-1DF7-7C84-2E86-EC040CC20D8A}"/>
              </a:ext>
            </a:extLst>
          </p:cNvPr>
          <p:cNvSpPr txBox="1"/>
          <p:nvPr/>
        </p:nvSpPr>
        <p:spPr>
          <a:xfrm>
            <a:off x="4216043" y="6096000"/>
            <a:ext cx="1097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Size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1C3829-4746-C684-B0A5-8ED0DB40755C}"/>
              </a:ext>
            </a:extLst>
          </p:cNvPr>
          <p:cNvSpPr txBox="1"/>
          <p:nvPr/>
        </p:nvSpPr>
        <p:spPr>
          <a:xfrm>
            <a:off x="444880" y="3709908"/>
            <a:ext cx="1221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0177397-E72C-F617-BA07-42C701FFABB9}"/>
                  </a:ext>
                </a:extLst>
              </p:cNvPr>
              <p:cNvSpPr txBox="1"/>
              <p:nvPr/>
            </p:nvSpPr>
            <p:spPr>
              <a:xfrm>
                <a:off x="8707120" y="847655"/>
                <a:ext cx="2967351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Running times we’ve seen: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20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20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0177397-E72C-F617-BA07-42C701FFA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7120" y="847655"/>
                <a:ext cx="2967351" cy="2246769"/>
              </a:xfrm>
              <a:prstGeom prst="rect">
                <a:avLst/>
              </a:prstGeom>
              <a:blipFill>
                <a:blip r:embed="rId2"/>
                <a:stretch>
                  <a:fillRect l="-2053" t="-1355" r="-1232" b="-2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E91149A-FCC4-6853-AEB5-E1F594DB6DF2}"/>
                  </a:ext>
                </a:extLst>
              </p14:cNvPr>
              <p14:cNvContentPartPr/>
              <p14:nvPr/>
            </p14:nvContentPartPr>
            <p14:xfrm>
              <a:off x="8255880" y="1383840"/>
              <a:ext cx="538200" cy="1573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E91149A-FCC4-6853-AEB5-E1F594DB6D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46520" y="1374480"/>
                <a:ext cx="556920" cy="159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6155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009E-71A6-B920-FDB5-43EF4672C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5B54B1-4E3D-38FA-1940-55FCB3365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613" y="1808481"/>
            <a:ext cx="9564774" cy="41579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7B68AC2-4173-BA51-B597-02762C099E28}"/>
                  </a:ext>
                </a:extLst>
              </p14:cNvPr>
              <p14:cNvContentPartPr/>
              <p14:nvPr/>
            </p14:nvContentPartPr>
            <p14:xfrm>
              <a:off x="1290600" y="318240"/>
              <a:ext cx="9635760" cy="6172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7B68AC2-4173-BA51-B597-02762C099E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1240" y="308880"/>
                <a:ext cx="9654480" cy="619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1979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EE9DB-CD35-09FC-6BCD-A02078F6D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2D826C-48B0-C011-44A9-9033819D59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Tractable: </a:t>
                </a:r>
              </a:p>
              <a:p>
                <a:pPr lvl="1"/>
                <a:r>
                  <a:rPr lang="en-US" dirty="0"/>
                  <a:t>Feasible to solve in the “real world” </a:t>
                </a:r>
              </a:p>
              <a:p>
                <a:r>
                  <a:rPr lang="en-US" dirty="0"/>
                  <a:t>Intractable: </a:t>
                </a:r>
              </a:p>
              <a:p>
                <a:pPr lvl="1"/>
                <a:r>
                  <a:rPr lang="en-US" dirty="0"/>
                  <a:t>Infeasible to solve in the “real world” </a:t>
                </a:r>
              </a:p>
              <a:p>
                <a:r>
                  <a:rPr lang="en-US" dirty="0"/>
                  <a:t>Whether a problem is considered “tractable” or “intractable” depends on the use case</a:t>
                </a:r>
              </a:p>
              <a:p>
                <a:pPr lvl="1"/>
                <a:r>
                  <a:rPr lang="en-US" dirty="0"/>
                  <a:t>For machine learning, big data, etc. tractable might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or even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most applications it’s more like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 strange pattern: </a:t>
                </a:r>
              </a:p>
              <a:p>
                <a:pPr lvl="1"/>
                <a:r>
                  <a:rPr lang="en-US" dirty="0"/>
                  <a:t>Most “natural” problems are either done in small-degree polynomial (e.g.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) or else exponential time (e.g.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It’s rare to have problems which require a running time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dirty="0"/>
                  <a:t>, for example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2D826C-48B0-C011-44A9-9033819D59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b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73B2BC6-9586-2D1F-0012-3094BC4D40D7}"/>
                  </a:ext>
                </a:extLst>
              </p14:cNvPr>
              <p14:cNvContentPartPr/>
              <p14:nvPr/>
            </p14:nvContentPartPr>
            <p14:xfrm>
              <a:off x="491760" y="489960"/>
              <a:ext cx="9933840" cy="5792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73B2BC6-9586-2D1F-0012-3094BC4D40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2400" y="480600"/>
                <a:ext cx="9952560" cy="581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5916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D07A3-AD02-C2E5-48B5-E4924D989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 Bridges of Königsberg</a:t>
            </a:r>
          </a:p>
        </p:txBody>
      </p:sp>
      <p:pic>
        <p:nvPicPr>
          <p:cNvPr id="4" name="Picture 2" descr="https://upload.wikimedia.org/wikipedia/commons/5/5d/Konigsberg_bridges.png">
            <a:extLst>
              <a:ext uri="{FF2B5EF4-FFF2-40B4-BE49-F238E27FC236}">
                <a16:creationId xmlns:a16="http://schemas.microsoft.com/office/drawing/2014/main" id="{A8C12AFF-58D0-5B6B-F8FF-96D962D9D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3457" y="1690688"/>
            <a:ext cx="4185920" cy="3298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eonhard Euler.jpg">
            <a:extLst>
              <a:ext uri="{FF2B5EF4-FFF2-40B4-BE49-F238E27FC236}">
                <a16:creationId xmlns:a16="http://schemas.microsoft.com/office/drawing/2014/main" id="{5DD9C68B-9223-098E-7187-8126F6843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4949" y="365125"/>
            <a:ext cx="1478851" cy="192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47220EA-3D05-E37F-FF1D-9BD6DDFFD6F9}"/>
              </a:ext>
            </a:extLst>
          </p:cNvPr>
          <p:cNvGrpSpPr/>
          <p:nvPr/>
        </p:nvGrpSpPr>
        <p:grpSpPr>
          <a:xfrm>
            <a:off x="5043115" y="2386996"/>
            <a:ext cx="2211432" cy="2194544"/>
            <a:chOff x="2300659" y="2657586"/>
            <a:chExt cx="2211432" cy="2194544"/>
          </a:xfrm>
        </p:grpSpPr>
        <p:cxnSp>
          <p:nvCxnSpPr>
            <p:cNvPr id="15" name="Straight Connector 31">
              <a:extLst>
                <a:ext uri="{FF2B5EF4-FFF2-40B4-BE49-F238E27FC236}">
                  <a16:creationId xmlns:a16="http://schemas.microsoft.com/office/drawing/2014/main" id="{37349FD3-902D-7687-FB3E-E28A41A2D12A}"/>
                </a:ext>
              </a:extLst>
            </p:cNvPr>
            <p:cNvCxnSpPr>
              <a:stCxn id="16" idx="1"/>
              <a:endCxn id="17" idx="2"/>
            </p:cNvCxnSpPr>
            <p:nvPr/>
          </p:nvCxnSpPr>
          <p:spPr>
            <a:xfrm rot="5400000" flipH="1" flipV="1">
              <a:off x="2541502" y="2982839"/>
              <a:ext cx="741934" cy="426600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B4CE7C5-B1FA-9723-DF09-121CB65E5A27}"/>
                </a:ext>
              </a:extLst>
            </p:cNvPr>
            <p:cNvSpPr/>
            <p:nvPr/>
          </p:nvSpPr>
          <p:spPr>
            <a:xfrm>
              <a:off x="2650084" y="351802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011CAB9-43E3-BD38-891D-26259E8C0DD0}"/>
                </a:ext>
              </a:extLst>
            </p:cNvPr>
            <p:cNvSpPr/>
            <p:nvPr/>
          </p:nvSpPr>
          <p:spPr>
            <a:xfrm>
              <a:off x="3125769" y="265758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8685E0F-A76F-5A0D-CAD3-95FFD5428EA3}"/>
                </a:ext>
              </a:extLst>
            </p:cNvPr>
            <p:cNvSpPr/>
            <p:nvPr/>
          </p:nvSpPr>
          <p:spPr>
            <a:xfrm>
              <a:off x="2300659" y="451695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2E331A6-A840-9754-53D3-0FCD91B4F308}"/>
                </a:ext>
              </a:extLst>
            </p:cNvPr>
            <p:cNvSpPr/>
            <p:nvPr/>
          </p:nvSpPr>
          <p:spPr>
            <a:xfrm>
              <a:off x="4176920" y="390482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20" name="Straight Connector 31">
              <a:extLst>
                <a:ext uri="{FF2B5EF4-FFF2-40B4-BE49-F238E27FC236}">
                  <a16:creationId xmlns:a16="http://schemas.microsoft.com/office/drawing/2014/main" id="{1C5FD062-32C2-505F-B268-2F6699F2F7DA}"/>
                </a:ext>
              </a:extLst>
            </p:cNvPr>
            <p:cNvCxnSpPr>
              <a:stCxn id="16" idx="7"/>
              <a:endCxn id="17" idx="5"/>
            </p:cNvCxnSpPr>
            <p:nvPr/>
          </p:nvCxnSpPr>
          <p:spPr>
            <a:xfrm rot="5400000" flipH="1" flipV="1">
              <a:off x="2862295" y="3017547"/>
              <a:ext cx="623434" cy="475685"/>
            </a:xfrm>
            <a:prstGeom prst="curvedConnector3">
              <a:avLst>
                <a:gd name="adj1" fmla="val 3696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31">
              <a:extLst>
                <a:ext uri="{FF2B5EF4-FFF2-40B4-BE49-F238E27FC236}">
                  <a16:creationId xmlns:a16="http://schemas.microsoft.com/office/drawing/2014/main" id="{DAA0BD9F-E53F-1C77-FE37-C0A2F6CA93D0}"/>
                </a:ext>
              </a:extLst>
            </p:cNvPr>
            <p:cNvCxnSpPr>
              <a:stCxn id="16" idx="2"/>
              <a:endCxn id="18" idx="2"/>
            </p:cNvCxnSpPr>
            <p:nvPr/>
          </p:nvCxnSpPr>
          <p:spPr>
            <a:xfrm rot="10800000" flipV="1">
              <a:off x="2300660" y="3685607"/>
              <a:ext cx="349425" cy="998938"/>
            </a:xfrm>
            <a:prstGeom prst="curvedConnector3">
              <a:avLst>
                <a:gd name="adj1" fmla="val 16542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31">
              <a:extLst>
                <a:ext uri="{FF2B5EF4-FFF2-40B4-BE49-F238E27FC236}">
                  <a16:creationId xmlns:a16="http://schemas.microsoft.com/office/drawing/2014/main" id="{A42804B2-4AA2-0D7C-9743-C5EB47982E10}"/>
                </a:ext>
              </a:extLst>
            </p:cNvPr>
            <p:cNvCxnSpPr>
              <a:stCxn id="16" idx="4"/>
              <a:endCxn id="18" idx="7"/>
            </p:cNvCxnSpPr>
            <p:nvPr/>
          </p:nvCxnSpPr>
          <p:spPr>
            <a:xfrm rot="5400000">
              <a:off x="2345782" y="4094156"/>
              <a:ext cx="712852" cy="230925"/>
            </a:xfrm>
            <a:prstGeom prst="curvedConnector3">
              <a:avLst>
                <a:gd name="adj1" fmla="val 30046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31">
              <a:extLst>
                <a:ext uri="{FF2B5EF4-FFF2-40B4-BE49-F238E27FC236}">
                  <a16:creationId xmlns:a16="http://schemas.microsoft.com/office/drawing/2014/main" id="{E8B3880D-B277-44DC-4643-FC182622C6A9}"/>
                </a:ext>
              </a:extLst>
            </p:cNvPr>
            <p:cNvCxnSpPr>
              <a:stCxn id="19" idx="4"/>
              <a:endCxn id="18" idx="6"/>
            </p:cNvCxnSpPr>
            <p:nvPr/>
          </p:nvCxnSpPr>
          <p:spPr>
            <a:xfrm rot="5400000">
              <a:off x="3267896" y="3607934"/>
              <a:ext cx="444545" cy="1708676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31">
              <a:extLst>
                <a:ext uri="{FF2B5EF4-FFF2-40B4-BE49-F238E27FC236}">
                  <a16:creationId xmlns:a16="http://schemas.microsoft.com/office/drawing/2014/main" id="{9B1E8552-70ED-38A6-77B6-1ADC1811B623}"/>
                </a:ext>
              </a:extLst>
            </p:cNvPr>
            <p:cNvCxnSpPr>
              <a:stCxn id="16" idx="6"/>
              <a:endCxn id="19" idx="2"/>
            </p:cNvCxnSpPr>
            <p:nvPr/>
          </p:nvCxnSpPr>
          <p:spPr>
            <a:xfrm>
              <a:off x="2985255" y="3685607"/>
              <a:ext cx="1191665" cy="386808"/>
            </a:xfrm>
            <a:prstGeom prst="curvedConnector3">
              <a:avLst>
                <a:gd name="adj1" fmla="val 83251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31">
              <a:extLst>
                <a:ext uri="{FF2B5EF4-FFF2-40B4-BE49-F238E27FC236}">
                  <a16:creationId xmlns:a16="http://schemas.microsoft.com/office/drawing/2014/main" id="{FC66A5C4-6062-55AB-A232-DF981CA75E7F}"/>
                </a:ext>
              </a:extLst>
            </p:cNvPr>
            <p:cNvCxnSpPr>
              <a:stCxn id="17" idx="6"/>
              <a:endCxn id="19" idx="1"/>
            </p:cNvCxnSpPr>
            <p:nvPr/>
          </p:nvCxnSpPr>
          <p:spPr>
            <a:xfrm>
              <a:off x="3460940" y="2825172"/>
              <a:ext cx="765065" cy="1128742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B93A463-01B3-868B-DAE2-760D66A109C3}"/>
              </a:ext>
            </a:extLst>
          </p:cNvPr>
          <p:cNvSpPr txBox="1"/>
          <p:nvPr/>
        </p:nvSpPr>
        <p:spPr>
          <a:xfrm>
            <a:off x="1222685" y="5512376"/>
            <a:ext cx="1038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</a:t>
            </a:r>
            <a:r>
              <a:rPr lang="en-US" sz="2400" dirty="0" err="1"/>
              <a:t>Pregel</a:t>
            </a:r>
            <a:r>
              <a:rPr lang="en-US" sz="2400" dirty="0"/>
              <a:t> River runs through the city of </a:t>
            </a:r>
            <a:r>
              <a:rPr lang="en-US" sz="2400" dirty="0" err="1"/>
              <a:t>Koenigsberg</a:t>
            </a:r>
            <a:r>
              <a:rPr lang="en-US" sz="2400" dirty="0"/>
              <a:t>, creating 2 islands. Among these 2 islands and the 2 sides of the river, there are 7 bridges. Is there any path starting at one landmass which crosses each bridge exactly once?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8E104B-9899-4757-5A74-39CEA7BC1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5131" y="2603584"/>
            <a:ext cx="3181839" cy="290879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5DC28E0-4F55-DB55-04B8-B5AAF9AFB0FB}"/>
                  </a:ext>
                </a:extLst>
              </p14:cNvPr>
              <p14:cNvContentPartPr/>
              <p14:nvPr/>
            </p14:nvContentPartPr>
            <p14:xfrm>
              <a:off x="2642400" y="1886040"/>
              <a:ext cx="8471520" cy="2556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5DC28E0-4F55-DB55-04B8-B5AAF9AFB0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33040" y="1876680"/>
                <a:ext cx="8490240" cy="257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085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F345B-EBAA-56CC-975E-F162FB4E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 Path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AF03A8-3AF4-5C58-FD6C-6468C1EF6B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Path:</a:t>
                </a:r>
              </a:p>
              <a:p>
                <a:pPr lvl="1"/>
                <a:r>
                  <a:rPr lang="en-US" dirty="0"/>
                  <a:t>A sequence of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dirty="0"/>
                  <a:t> such that for every consecutive pair are connected by an edge (i.e.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an edge 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 the path)</a:t>
                </a:r>
              </a:p>
              <a:p>
                <a:r>
                  <a:rPr lang="en-US" dirty="0"/>
                  <a:t>Euler Path:</a:t>
                </a:r>
              </a:p>
              <a:p>
                <a:pPr lvl="1"/>
                <a:r>
                  <a:rPr lang="en-US" dirty="0"/>
                  <a:t>A path such that every edge in the graph appears exactly once</a:t>
                </a:r>
              </a:p>
              <a:p>
                <a:pPr lvl="2"/>
                <a:r>
                  <a:rPr lang="en-US" dirty="0"/>
                  <a:t>If the graph is not simple then some pairs need to appear multiple times!</a:t>
                </a:r>
              </a:p>
              <a:p>
                <a:r>
                  <a:rPr lang="en-US" dirty="0"/>
                  <a:t>Euler path problem:</a:t>
                </a:r>
              </a:p>
              <a:p>
                <a:pPr lvl="1"/>
                <a:r>
                  <a:rPr lang="en-US" dirty="0"/>
                  <a:t>Given an undirected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does there exist an Euler path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AF03A8-3AF4-5C58-FD6C-6468C1EF6B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49F5035F-AB17-5AB2-FECA-8639CB4D7D35}"/>
              </a:ext>
            </a:extLst>
          </p:cNvPr>
          <p:cNvGrpSpPr/>
          <p:nvPr/>
        </p:nvGrpSpPr>
        <p:grpSpPr>
          <a:xfrm>
            <a:off x="9076635" y="215114"/>
            <a:ext cx="1902535" cy="1888006"/>
            <a:chOff x="2300659" y="2657586"/>
            <a:chExt cx="2211432" cy="2194544"/>
          </a:xfrm>
        </p:grpSpPr>
        <p:cxnSp>
          <p:nvCxnSpPr>
            <p:cNvPr id="5" name="Straight Connector 31">
              <a:extLst>
                <a:ext uri="{FF2B5EF4-FFF2-40B4-BE49-F238E27FC236}">
                  <a16:creationId xmlns:a16="http://schemas.microsoft.com/office/drawing/2014/main" id="{C402C537-C190-308F-8C8D-02FABFFC7DB3}"/>
                </a:ext>
              </a:extLst>
            </p:cNvPr>
            <p:cNvCxnSpPr>
              <a:stCxn id="6" idx="1"/>
              <a:endCxn id="7" idx="2"/>
            </p:cNvCxnSpPr>
            <p:nvPr/>
          </p:nvCxnSpPr>
          <p:spPr>
            <a:xfrm rot="5400000" flipH="1" flipV="1">
              <a:off x="2541502" y="2982839"/>
              <a:ext cx="741934" cy="426600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049F57C-DF0A-E08E-20AC-3C13F52ACC91}"/>
                </a:ext>
              </a:extLst>
            </p:cNvPr>
            <p:cNvSpPr/>
            <p:nvPr/>
          </p:nvSpPr>
          <p:spPr>
            <a:xfrm>
              <a:off x="2650084" y="351802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922BC69-1AB9-6000-F047-3CDF8FC3BDA4}"/>
                </a:ext>
              </a:extLst>
            </p:cNvPr>
            <p:cNvSpPr/>
            <p:nvPr/>
          </p:nvSpPr>
          <p:spPr>
            <a:xfrm>
              <a:off x="3125769" y="265758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34D002-4C6C-2B69-B8F0-8D4FD03FDFBC}"/>
                </a:ext>
              </a:extLst>
            </p:cNvPr>
            <p:cNvSpPr/>
            <p:nvPr/>
          </p:nvSpPr>
          <p:spPr>
            <a:xfrm>
              <a:off x="2300659" y="451695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FC3C9D1-0601-89A2-BBAB-EAF8973FD46A}"/>
                </a:ext>
              </a:extLst>
            </p:cNvPr>
            <p:cNvSpPr/>
            <p:nvPr/>
          </p:nvSpPr>
          <p:spPr>
            <a:xfrm>
              <a:off x="4176920" y="390482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10" name="Straight Connector 31">
              <a:extLst>
                <a:ext uri="{FF2B5EF4-FFF2-40B4-BE49-F238E27FC236}">
                  <a16:creationId xmlns:a16="http://schemas.microsoft.com/office/drawing/2014/main" id="{918BB811-B16F-C80A-B656-3AAC408AC78E}"/>
                </a:ext>
              </a:extLst>
            </p:cNvPr>
            <p:cNvCxnSpPr>
              <a:stCxn id="6" idx="7"/>
              <a:endCxn id="7" idx="5"/>
            </p:cNvCxnSpPr>
            <p:nvPr/>
          </p:nvCxnSpPr>
          <p:spPr>
            <a:xfrm rot="5400000" flipH="1" flipV="1">
              <a:off x="2862295" y="3017547"/>
              <a:ext cx="623434" cy="475685"/>
            </a:xfrm>
            <a:prstGeom prst="curvedConnector3">
              <a:avLst>
                <a:gd name="adj1" fmla="val 3696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31">
              <a:extLst>
                <a:ext uri="{FF2B5EF4-FFF2-40B4-BE49-F238E27FC236}">
                  <a16:creationId xmlns:a16="http://schemas.microsoft.com/office/drawing/2014/main" id="{661F6920-06A9-D4A3-F2DA-3977BDFF6452}"/>
                </a:ext>
              </a:extLst>
            </p:cNvPr>
            <p:cNvCxnSpPr>
              <a:stCxn id="6" idx="2"/>
              <a:endCxn id="8" idx="2"/>
            </p:cNvCxnSpPr>
            <p:nvPr/>
          </p:nvCxnSpPr>
          <p:spPr>
            <a:xfrm rot="10800000" flipV="1">
              <a:off x="2300660" y="3685607"/>
              <a:ext cx="349425" cy="998938"/>
            </a:xfrm>
            <a:prstGeom prst="curvedConnector3">
              <a:avLst>
                <a:gd name="adj1" fmla="val 16542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31">
              <a:extLst>
                <a:ext uri="{FF2B5EF4-FFF2-40B4-BE49-F238E27FC236}">
                  <a16:creationId xmlns:a16="http://schemas.microsoft.com/office/drawing/2014/main" id="{3873DE0A-0ED5-8B3C-3575-0D02566948D8}"/>
                </a:ext>
              </a:extLst>
            </p:cNvPr>
            <p:cNvCxnSpPr>
              <a:stCxn id="6" idx="4"/>
              <a:endCxn id="8" idx="7"/>
            </p:cNvCxnSpPr>
            <p:nvPr/>
          </p:nvCxnSpPr>
          <p:spPr>
            <a:xfrm rot="5400000">
              <a:off x="2345782" y="4094156"/>
              <a:ext cx="712852" cy="230925"/>
            </a:xfrm>
            <a:prstGeom prst="curvedConnector3">
              <a:avLst>
                <a:gd name="adj1" fmla="val 30046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31">
              <a:extLst>
                <a:ext uri="{FF2B5EF4-FFF2-40B4-BE49-F238E27FC236}">
                  <a16:creationId xmlns:a16="http://schemas.microsoft.com/office/drawing/2014/main" id="{5AC37565-91BF-2439-5D80-530D7B3C47A7}"/>
                </a:ext>
              </a:extLst>
            </p:cNvPr>
            <p:cNvCxnSpPr>
              <a:stCxn id="9" idx="4"/>
              <a:endCxn id="8" idx="6"/>
            </p:cNvCxnSpPr>
            <p:nvPr/>
          </p:nvCxnSpPr>
          <p:spPr>
            <a:xfrm rot="5400000">
              <a:off x="3267896" y="3607934"/>
              <a:ext cx="444545" cy="1708676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1">
              <a:extLst>
                <a:ext uri="{FF2B5EF4-FFF2-40B4-BE49-F238E27FC236}">
                  <a16:creationId xmlns:a16="http://schemas.microsoft.com/office/drawing/2014/main" id="{5734518B-3B5B-7632-761B-5646C0235BBD}"/>
                </a:ext>
              </a:extLst>
            </p:cNvPr>
            <p:cNvCxnSpPr>
              <a:stCxn id="6" idx="6"/>
              <a:endCxn id="9" idx="2"/>
            </p:cNvCxnSpPr>
            <p:nvPr/>
          </p:nvCxnSpPr>
          <p:spPr>
            <a:xfrm>
              <a:off x="2985255" y="3685607"/>
              <a:ext cx="1191665" cy="386808"/>
            </a:xfrm>
            <a:prstGeom prst="curvedConnector3">
              <a:avLst>
                <a:gd name="adj1" fmla="val 83251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31">
              <a:extLst>
                <a:ext uri="{FF2B5EF4-FFF2-40B4-BE49-F238E27FC236}">
                  <a16:creationId xmlns:a16="http://schemas.microsoft.com/office/drawing/2014/main" id="{89C7BE86-B073-3921-2135-095DBFDD798C}"/>
                </a:ext>
              </a:extLst>
            </p:cNvPr>
            <p:cNvCxnSpPr>
              <a:stCxn id="7" idx="6"/>
              <a:endCxn id="9" idx="1"/>
            </p:cNvCxnSpPr>
            <p:nvPr/>
          </p:nvCxnSpPr>
          <p:spPr>
            <a:xfrm>
              <a:off x="3460940" y="2825172"/>
              <a:ext cx="765065" cy="1128742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A5536BD-5E37-FE49-7D9E-224B97D09012}"/>
              </a:ext>
            </a:extLst>
          </p:cNvPr>
          <p:cNvGrpSpPr/>
          <p:nvPr/>
        </p:nvGrpSpPr>
        <p:grpSpPr>
          <a:xfrm>
            <a:off x="6078656" y="255511"/>
            <a:ext cx="1902535" cy="1888006"/>
            <a:chOff x="2300659" y="2657586"/>
            <a:chExt cx="2211432" cy="2194544"/>
          </a:xfrm>
        </p:grpSpPr>
        <p:cxnSp>
          <p:nvCxnSpPr>
            <p:cNvPr id="29" name="Straight Connector 31">
              <a:extLst>
                <a:ext uri="{FF2B5EF4-FFF2-40B4-BE49-F238E27FC236}">
                  <a16:creationId xmlns:a16="http://schemas.microsoft.com/office/drawing/2014/main" id="{61169B8B-F7E1-1453-5D88-7749A6B103DF}"/>
                </a:ext>
              </a:extLst>
            </p:cNvPr>
            <p:cNvCxnSpPr>
              <a:stCxn id="30" idx="1"/>
              <a:endCxn id="31" idx="2"/>
            </p:cNvCxnSpPr>
            <p:nvPr/>
          </p:nvCxnSpPr>
          <p:spPr>
            <a:xfrm rot="5400000" flipH="1" flipV="1">
              <a:off x="2541502" y="2982839"/>
              <a:ext cx="741934" cy="426600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9356F9B-A896-8A33-E12E-614774A64F5C}"/>
                </a:ext>
              </a:extLst>
            </p:cNvPr>
            <p:cNvSpPr/>
            <p:nvPr/>
          </p:nvSpPr>
          <p:spPr>
            <a:xfrm>
              <a:off x="2650084" y="351802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CEBEC72-E416-0633-E16A-87334EC82D2F}"/>
                </a:ext>
              </a:extLst>
            </p:cNvPr>
            <p:cNvSpPr/>
            <p:nvPr/>
          </p:nvSpPr>
          <p:spPr>
            <a:xfrm>
              <a:off x="3125769" y="265758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0AABD59-4ED1-4AC8-8291-FF0532702115}"/>
                </a:ext>
              </a:extLst>
            </p:cNvPr>
            <p:cNvSpPr/>
            <p:nvPr/>
          </p:nvSpPr>
          <p:spPr>
            <a:xfrm>
              <a:off x="2300659" y="451695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061C49F-FB80-CFE9-874F-A2753A9E2E0A}"/>
                </a:ext>
              </a:extLst>
            </p:cNvPr>
            <p:cNvSpPr/>
            <p:nvPr/>
          </p:nvSpPr>
          <p:spPr>
            <a:xfrm>
              <a:off x="4176920" y="390482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35" name="Straight Connector 31">
              <a:extLst>
                <a:ext uri="{FF2B5EF4-FFF2-40B4-BE49-F238E27FC236}">
                  <a16:creationId xmlns:a16="http://schemas.microsoft.com/office/drawing/2014/main" id="{5F3086AD-DB54-5D46-AC90-12922E194F4C}"/>
                </a:ext>
              </a:extLst>
            </p:cNvPr>
            <p:cNvCxnSpPr>
              <a:stCxn id="30" idx="2"/>
              <a:endCxn id="32" idx="2"/>
            </p:cNvCxnSpPr>
            <p:nvPr/>
          </p:nvCxnSpPr>
          <p:spPr>
            <a:xfrm rot="10800000" flipV="1">
              <a:off x="2300660" y="3685607"/>
              <a:ext cx="349425" cy="998938"/>
            </a:xfrm>
            <a:prstGeom prst="curvedConnector3">
              <a:avLst>
                <a:gd name="adj1" fmla="val 16542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1">
              <a:extLst>
                <a:ext uri="{FF2B5EF4-FFF2-40B4-BE49-F238E27FC236}">
                  <a16:creationId xmlns:a16="http://schemas.microsoft.com/office/drawing/2014/main" id="{03FA0350-BA32-B7D7-A4A4-6694DFB342CB}"/>
                </a:ext>
              </a:extLst>
            </p:cNvPr>
            <p:cNvCxnSpPr>
              <a:stCxn id="33" idx="4"/>
              <a:endCxn id="32" idx="6"/>
            </p:cNvCxnSpPr>
            <p:nvPr/>
          </p:nvCxnSpPr>
          <p:spPr>
            <a:xfrm rot="5400000">
              <a:off x="3267896" y="3607934"/>
              <a:ext cx="444545" cy="1708676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1">
              <a:extLst>
                <a:ext uri="{FF2B5EF4-FFF2-40B4-BE49-F238E27FC236}">
                  <a16:creationId xmlns:a16="http://schemas.microsoft.com/office/drawing/2014/main" id="{0EC78CED-9457-6474-C123-61B695D035F3}"/>
                </a:ext>
              </a:extLst>
            </p:cNvPr>
            <p:cNvCxnSpPr>
              <a:stCxn id="30" idx="6"/>
              <a:endCxn id="33" idx="2"/>
            </p:cNvCxnSpPr>
            <p:nvPr/>
          </p:nvCxnSpPr>
          <p:spPr>
            <a:xfrm>
              <a:off x="2985255" y="3685607"/>
              <a:ext cx="1191665" cy="386808"/>
            </a:xfrm>
            <a:prstGeom prst="curvedConnector3">
              <a:avLst>
                <a:gd name="adj1" fmla="val 83251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1">
              <a:extLst>
                <a:ext uri="{FF2B5EF4-FFF2-40B4-BE49-F238E27FC236}">
                  <a16:creationId xmlns:a16="http://schemas.microsoft.com/office/drawing/2014/main" id="{2F68682C-E3DA-721C-8555-704F5E928A24}"/>
                </a:ext>
              </a:extLst>
            </p:cNvPr>
            <p:cNvCxnSpPr>
              <a:stCxn id="31" idx="6"/>
              <a:endCxn id="33" idx="1"/>
            </p:cNvCxnSpPr>
            <p:nvPr/>
          </p:nvCxnSpPr>
          <p:spPr>
            <a:xfrm>
              <a:off x="3460940" y="2825172"/>
              <a:ext cx="765065" cy="1128742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75F2EEE-8504-204E-8317-558B97FE55FE}"/>
                  </a:ext>
                </a:extLst>
              </p14:cNvPr>
              <p14:cNvContentPartPr/>
              <p14:nvPr/>
            </p14:nvContentPartPr>
            <p14:xfrm>
              <a:off x="5896440" y="293760"/>
              <a:ext cx="2147760" cy="18129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75F2EEE-8504-204E-8317-558B97FE55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80600" y="230400"/>
                <a:ext cx="2179080" cy="19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88D22D1-86F9-4E92-28C9-204070542854}"/>
                  </a:ext>
                </a:extLst>
              </p14:cNvPr>
              <p14:cNvContentPartPr/>
              <p14:nvPr/>
            </p14:nvContentPartPr>
            <p14:xfrm>
              <a:off x="722160" y="257040"/>
              <a:ext cx="10830960" cy="51897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88D22D1-86F9-4E92-28C9-20407054285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2800" y="247680"/>
                <a:ext cx="10849680" cy="520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6660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23696-9663-4C88-8A45-C230375C1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7524E-DFA9-E84A-D40A-C95E8179B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of the graphs below have an Euler path?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1E6626-D84B-70F7-F3E6-2E3269D24061}"/>
              </a:ext>
            </a:extLst>
          </p:cNvPr>
          <p:cNvGrpSpPr/>
          <p:nvPr/>
        </p:nvGrpSpPr>
        <p:grpSpPr>
          <a:xfrm>
            <a:off x="687878" y="2861621"/>
            <a:ext cx="1902535" cy="1888006"/>
            <a:chOff x="2300659" y="2657586"/>
            <a:chExt cx="2211432" cy="2194544"/>
          </a:xfrm>
        </p:grpSpPr>
        <p:cxnSp>
          <p:nvCxnSpPr>
            <p:cNvPr id="5" name="Straight Connector 31">
              <a:extLst>
                <a:ext uri="{FF2B5EF4-FFF2-40B4-BE49-F238E27FC236}">
                  <a16:creationId xmlns:a16="http://schemas.microsoft.com/office/drawing/2014/main" id="{4B52B72C-BD32-D08D-648F-042151C04FC0}"/>
                </a:ext>
              </a:extLst>
            </p:cNvPr>
            <p:cNvCxnSpPr>
              <a:stCxn id="6" idx="1"/>
              <a:endCxn id="7" idx="2"/>
            </p:cNvCxnSpPr>
            <p:nvPr/>
          </p:nvCxnSpPr>
          <p:spPr>
            <a:xfrm rot="5400000" flipH="1" flipV="1">
              <a:off x="2541502" y="2982839"/>
              <a:ext cx="741934" cy="426600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6FBDFB3-BA6A-7501-343B-4EB7B7A75953}"/>
                </a:ext>
              </a:extLst>
            </p:cNvPr>
            <p:cNvSpPr/>
            <p:nvPr/>
          </p:nvSpPr>
          <p:spPr>
            <a:xfrm>
              <a:off x="2650084" y="351802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97B786F-DD92-C92C-D4CB-66B0E4AA0DB2}"/>
                </a:ext>
              </a:extLst>
            </p:cNvPr>
            <p:cNvSpPr/>
            <p:nvPr/>
          </p:nvSpPr>
          <p:spPr>
            <a:xfrm>
              <a:off x="3125769" y="265758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9E637E9-6060-CFD9-9204-9004C36C025B}"/>
                </a:ext>
              </a:extLst>
            </p:cNvPr>
            <p:cNvSpPr/>
            <p:nvPr/>
          </p:nvSpPr>
          <p:spPr>
            <a:xfrm>
              <a:off x="2300659" y="451695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23AD370-B8A3-F220-9993-E993C949F64C}"/>
                </a:ext>
              </a:extLst>
            </p:cNvPr>
            <p:cNvSpPr/>
            <p:nvPr/>
          </p:nvSpPr>
          <p:spPr>
            <a:xfrm>
              <a:off x="4176920" y="390482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10" name="Straight Connector 31">
              <a:extLst>
                <a:ext uri="{FF2B5EF4-FFF2-40B4-BE49-F238E27FC236}">
                  <a16:creationId xmlns:a16="http://schemas.microsoft.com/office/drawing/2014/main" id="{C9619BE9-6BD2-BDC9-3B50-F4CD8E31356B}"/>
                </a:ext>
              </a:extLst>
            </p:cNvPr>
            <p:cNvCxnSpPr>
              <a:stCxn id="6" idx="7"/>
              <a:endCxn id="7" idx="5"/>
            </p:cNvCxnSpPr>
            <p:nvPr/>
          </p:nvCxnSpPr>
          <p:spPr>
            <a:xfrm rot="5400000" flipH="1" flipV="1">
              <a:off x="2862295" y="3017547"/>
              <a:ext cx="623434" cy="475685"/>
            </a:xfrm>
            <a:prstGeom prst="curvedConnector3">
              <a:avLst>
                <a:gd name="adj1" fmla="val 3696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31">
              <a:extLst>
                <a:ext uri="{FF2B5EF4-FFF2-40B4-BE49-F238E27FC236}">
                  <a16:creationId xmlns:a16="http://schemas.microsoft.com/office/drawing/2014/main" id="{A31F4C12-4E92-76F9-CDF4-BC2A56F599E5}"/>
                </a:ext>
              </a:extLst>
            </p:cNvPr>
            <p:cNvCxnSpPr>
              <a:stCxn id="6" idx="2"/>
              <a:endCxn id="8" idx="2"/>
            </p:cNvCxnSpPr>
            <p:nvPr/>
          </p:nvCxnSpPr>
          <p:spPr>
            <a:xfrm rot="10800000" flipV="1">
              <a:off x="2300660" y="3685607"/>
              <a:ext cx="349425" cy="998938"/>
            </a:xfrm>
            <a:prstGeom prst="curvedConnector3">
              <a:avLst>
                <a:gd name="adj1" fmla="val 16542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31">
              <a:extLst>
                <a:ext uri="{FF2B5EF4-FFF2-40B4-BE49-F238E27FC236}">
                  <a16:creationId xmlns:a16="http://schemas.microsoft.com/office/drawing/2014/main" id="{07F137FA-A9B5-C0CB-5365-7E14F7871361}"/>
                </a:ext>
              </a:extLst>
            </p:cNvPr>
            <p:cNvCxnSpPr>
              <a:stCxn id="6" idx="4"/>
              <a:endCxn id="8" idx="7"/>
            </p:cNvCxnSpPr>
            <p:nvPr/>
          </p:nvCxnSpPr>
          <p:spPr>
            <a:xfrm rot="5400000">
              <a:off x="2345782" y="4094156"/>
              <a:ext cx="712852" cy="230925"/>
            </a:xfrm>
            <a:prstGeom prst="curvedConnector3">
              <a:avLst>
                <a:gd name="adj1" fmla="val 30046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31">
              <a:extLst>
                <a:ext uri="{FF2B5EF4-FFF2-40B4-BE49-F238E27FC236}">
                  <a16:creationId xmlns:a16="http://schemas.microsoft.com/office/drawing/2014/main" id="{AF2361F3-8ED4-279E-21B3-5861661D5AC4}"/>
                </a:ext>
              </a:extLst>
            </p:cNvPr>
            <p:cNvCxnSpPr>
              <a:stCxn id="9" idx="4"/>
              <a:endCxn id="8" idx="6"/>
            </p:cNvCxnSpPr>
            <p:nvPr/>
          </p:nvCxnSpPr>
          <p:spPr>
            <a:xfrm rot="5400000">
              <a:off x="3267896" y="3607934"/>
              <a:ext cx="444545" cy="1708676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1">
              <a:extLst>
                <a:ext uri="{FF2B5EF4-FFF2-40B4-BE49-F238E27FC236}">
                  <a16:creationId xmlns:a16="http://schemas.microsoft.com/office/drawing/2014/main" id="{C469F8A0-EA3F-3A37-FA54-1C6541C8303F}"/>
                </a:ext>
              </a:extLst>
            </p:cNvPr>
            <p:cNvCxnSpPr>
              <a:stCxn id="6" idx="6"/>
              <a:endCxn id="9" idx="2"/>
            </p:cNvCxnSpPr>
            <p:nvPr/>
          </p:nvCxnSpPr>
          <p:spPr>
            <a:xfrm>
              <a:off x="2985255" y="3685607"/>
              <a:ext cx="1191665" cy="386808"/>
            </a:xfrm>
            <a:prstGeom prst="curvedConnector3">
              <a:avLst>
                <a:gd name="adj1" fmla="val 83251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31">
              <a:extLst>
                <a:ext uri="{FF2B5EF4-FFF2-40B4-BE49-F238E27FC236}">
                  <a16:creationId xmlns:a16="http://schemas.microsoft.com/office/drawing/2014/main" id="{B31FC503-F507-8972-B12E-E47B58AAED43}"/>
                </a:ext>
              </a:extLst>
            </p:cNvPr>
            <p:cNvCxnSpPr>
              <a:stCxn id="7" idx="6"/>
              <a:endCxn id="9" idx="1"/>
            </p:cNvCxnSpPr>
            <p:nvPr/>
          </p:nvCxnSpPr>
          <p:spPr>
            <a:xfrm>
              <a:off x="3460940" y="2825172"/>
              <a:ext cx="765065" cy="1128742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5307A9D-64B0-EBF1-1D68-87297E97E1D3}"/>
              </a:ext>
            </a:extLst>
          </p:cNvPr>
          <p:cNvGrpSpPr/>
          <p:nvPr/>
        </p:nvGrpSpPr>
        <p:grpSpPr>
          <a:xfrm>
            <a:off x="4371251" y="2814586"/>
            <a:ext cx="1902535" cy="1888006"/>
            <a:chOff x="2300659" y="2657586"/>
            <a:chExt cx="2211432" cy="2194544"/>
          </a:xfrm>
        </p:grpSpPr>
        <p:cxnSp>
          <p:nvCxnSpPr>
            <p:cNvPr id="17" name="Straight Connector 31">
              <a:extLst>
                <a:ext uri="{FF2B5EF4-FFF2-40B4-BE49-F238E27FC236}">
                  <a16:creationId xmlns:a16="http://schemas.microsoft.com/office/drawing/2014/main" id="{8C5D05FE-BCF8-9D67-B3F0-D52D1CA46FEA}"/>
                </a:ext>
              </a:extLst>
            </p:cNvPr>
            <p:cNvCxnSpPr>
              <a:stCxn id="18" idx="1"/>
              <a:endCxn id="19" idx="2"/>
            </p:cNvCxnSpPr>
            <p:nvPr/>
          </p:nvCxnSpPr>
          <p:spPr>
            <a:xfrm rot="5400000" flipH="1" flipV="1">
              <a:off x="2541502" y="2982839"/>
              <a:ext cx="741934" cy="426600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B52E792-AB0B-1DA9-C2AA-476BD137536B}"/>
                </a:ext>
              </a:extLst>
            </p:cNvPr>
            <p:cNvSpPr/>
            <p:nvPr/>
          </p:nvSpPr>
          <p:spPr>
            <a:xfrm>
              <a:off x="2650084" y="351802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27C18A1-9457-E912-A5E8-E6EAFACB8C57}"/>
                </a:ext>
              </a:extLst>
            </p:cNvPr>
            <p:cNvSpPr/>
            <p:nvPr/>
          </p:nvSpPr>
          <p:spPr>
            <a:xfrm>
              <a:off x="3125769" y="265758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5D92697-B02C-2972-BABD-92A5B590BB51}"/>
                </a:ext>
              </a:extLst>
            </p:cNvPr>
            <p:cNvSpPr/>
            <p:nvPr/>
          </p:nvSpPr>
          <p:spPr>
            <a:xfrm>
              <a:off x="2300659" y="451695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4F136F6-B099-6A05-EAD1-01A6F159402C}"/>
                </a:ext>
              </a:extLst>
            </p:cNvPr>
            <p:cNvSpPr/>
            <p:nvPr/>
          </p:nvSpPr>
          <p:spPr>
            <a:xfrm>
              <a:off x="4176920" y="390482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22" name="Straight Connector 31">
              <a:extLst>
                <a:ext uri="{FF2B5EF4-FFF2-40B4-BE49-F238E27FC236}">
                  <a16:creationId xmlns:a16="http://schemas.microsoft.com/office/drawing/2014/main" id="{50C07178-0BBD-6C40-C2FE-1BB3F4862667}"/>
                </a:ext>
              </a:extLst>
            </p:cNvPr>
            <p:cNvCxnSpPr>
              <a:stCxn id="18" idx="2"/>
              <a:endCxn id="20" idx="2"/>
            </p:cNvCxnSpPr>
            <p:nvPr/>
          </p:nvCxnSpPr>
          <p:spPr>
            <a:xfrm rot="10800000" flipV="1">
              <a:off x="2300660" y="3685607"/>
              <a:ext cx="349425" cy="998938"/>
            </a:xfrm>
            <a:prstGeom prst="curvedConnector3">
              <a:avLst>
                <a:gd name="adj1" fmla="val 16542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31">
              <a:extLst>
                <a:ext uri="{FF2B5EF4-FFF2-40B4-BE49-F238E27FC236}">
                  <a16:creationId xmlns:a16="http://schemas.microsoft.com/office/drawing/2014/main" id="{D9258FDE-A522-7743-6E14-071C8CD9A3F7}"/>
                </a:ext>
              </a:extLst>
            </p:cNvPr>
            <p:cNvCxnSpPr>
              <a:stCxn id="21" idx="4"/>
              <a:endCxn id="20" idx="6"/>
            </p:cNvCxnSpPr>
            <p:nvPr/>
          </p:nvCxnSpPr>
          <p:spPr>
            <a:xfrm rot="5400000">
              <a:off x="3267896" y="3607934"/>
              <a:ext cx="444545" cy="1708676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31">
              <a:extLst>
                <a:ext uri="{FF2B5EF4-FFF2-40B4-BE49-F238E27FC236}">
                  <a16:creationId xmlns:a16="http://schemas.microsoft.com/office/drawing/2014/main" id="{8D3D3646-FFCD-C1E6-A0DD-A1312878F7B3}"/>
                </a:ext>
              </a:extLst>
            </p:cNvPr>
            <p:cNvCxnSpPr>
              <a:stCxn id="18" idx="6"/>
              <a:endCxn id="21" idx="2"/>
            </p:cNvCxnSpPr>
            <p:nvPr/>
          </p:nvCxnSpPr>
          <p:spPr>
            <a:xfrm>
              <a:off x="2985255" y="3685607"/>
              <a:ext cx="1191665" cy="386808"/>
            </a:xfrm>
            <a:prstGeom prst="curvedConnector3">
              <a:avLst>
                <a:gd name="adj1" fmla="val 83251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31">
              <a:extLst>
                <a:ext uri="{FF2B5EF4-FFF2-40B4-BE49-F238E27FC236}">
                  <a16:creationId xmlns:a16="http://schemas.microsoft.com/office/drawing/2014/main" id="{DFA24B4F-DBC7-7C84-3B22-8B08A059CECE}"/>
                </a:ext>
              </a:extLst>
            </p:cNvPr>
            <p:cNvCxnSpPr>
              <a:stCxn id="19" idx="6"/>
              <a:endCxn id="21" idx="1"/>
            </p:cNvCxnSpPr>
            <p:nvPr/>
          </p:nvCxnSpPr>
          <p:spPr>
            <a:xfrm>
              <a:off x="3460940" y="2825172"/>
              <a:ext cx="765065" cy="1128742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5B06A79B-E2A0-B931-B3CC-6192839E1FB7}"/>
              </a:ext>
            </a:extLst>
          </p:cNvPr>
          <p:cNvSpPr txBox="1"/>
          <p:nvPr/>
        </p:nvSpPr>
        <p:spPr>
          <a:xfrm>
            <a:off x="260284" y="5095522"/>
            <a:ext cx="2119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Euler path exists!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C160167-8F33-684E-DD9F-2B5144C11443}"/>
                  </a:ext>
                </a:extLst>
              </p:cNvPr>
              <p:cNvSpPr txBox="1"/>
              <p:nvPr/>
            </p:nvSpPr>
            <p:spPr>
              <a:xfrm>
                <a:off x="2710781" y="4846769"/>
                <a:ext cx="47406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Euler path exists!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C160167-8F33-684E-DD9F-2B5144C11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781" y="4846769"/>
                <a:ext cx="4740654" cy="646331"/>
              </a:xfrm>
              <a:prstGeom prst="rect">
                <a:avLst/>
              </a:prstGeom>
              <a:blipFill>
                <a:blip r:embed="rId2"/>
                <a:stretch>
                  <a:fillRect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0AD3484D-0DA1-E36D-C820-3C7529595F03}"/>
              </a:ext>
            </a:extLst>
          </p:cNvPr>
          <p:cNvGrpSpPr/>
          <p:nvPr/>
        </p:nvGrpSpPr>
        <p:grpSpPr>
          <a:xfrm>
            <a:off x="8632102" y="2861621"/>
            <a:ext cx="2196780" cy="1573092"/>
            <a:chOff x="1491734" y="4591520"/>
            <a:chExt cx="2196780" cy="157309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18934E4-D133-D4FE-DFF7-055F2481BE2A}"/>
                </a:ext>
              </a:extLst>
            </p:cNvPr>
            <p:cNvSpPr/>
            <p:nvPr/>
          </p:nvSpPr>
          <p:spPr>
            <a:xfrm>
              <a:off x="1688957" y="5802250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F760B83-7489-AB12-8021-D976C9401C2B}"/>
                </a:ext>
              </a:extLst>
            </p:cNvPr>
            <p:cNvSpPr/>
            <p:nvPr/>
          </p:nvSpPr>
          <p:spPr>
            <a:xfrm>
              <a:off x="1491735" y="475910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9D869B8-C0EB-093D-D90D-35B41A6BAA3C}"/>
                </a:ext>
              </a:extLst>
            </p:cNvPr>
            <p:cNvSpPr/>
            <p:nvPr/>
          </p:nvSpPr>
          <p:spPr>
            <a:xfrm>
              <a:off x="3317765" y="582944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4F2CC38-120C-7C72-7151-96C917C85D11}"/>
                </a:ext>
              </a:extLst>
            </p:cNvPr>
            <p:cNvSpPr/>
            <p:nvPr/>
          </p:nvSpPr>
          <p:spPr>
            <a:xfrm>
              <a:off x="3353343" y="4591520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33" name="Straight Connector 31">
              <a:extLst>
                <a:ext uri="{FF2B5EF4-FFF2-40B4-BE49-F238E27FC236}">
                  <a16:creationId xmlns:a16="http://schemas.microsoft.com/office/drawing/2014/main" id="{7A2480E1-1CD3-8786-FCDE-478D9318C4A3}"/>
                </a:ext>
              </a:extLst>
            </p:cNvPr>
            <p:cNvCxnSpPr>
              <a:stCxn id="30" idx="2"/>
              <a:endCxn id="31" idx="3"/>
            </p:cNvCxnSpPr>
            <p:nvPr/>
          </p:nvCxnSpPr>
          <p:spPr>
            <a:xfrm rot="10800000" flipH="1" flipV="1">
              <a:off x="1491734" y="4926691"/>
              <a:ext cx="1875115" cy="1188835"/>
            </a:xfrm>
            <a:prstGeom prst="curvedConnector4">
              <a:avLst>
                <a:gd name="adj1" fmla="val -18917"/>
                <a:gd name="adj2" fmla="val 13927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1">
              <a:extLst>
                <a:ext uri="{FF2B5EF4-FFF2-40B4-BE49-F238E27FC236}">
                  <a16:creationId xmlns:a16="http://schemas.microsoft.com/office/drawing/2014/main" id="{FE4522B8-0339-9392-225F-7F8E3B255246}"/>
                </a:ext>
              </a:extLst>
            </p:cNvPr>
            <p:cNvCxnSpPr>
              <a:stCxn id="30" idx="6"/>
              <a:endCxn id="32" idx="2"/>
            </p:cNvCxnSpPr>
            <p:nvPr/>
          </p:nvCxnSpPr>
          <p:spPr>
            <a:xfrm flipV="1">
              <a:off x="1826906" y="4759106"/>
              <a:ext cx="1526437" cy="167586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1">
              <a:extLst>
                <a:ext uri="{FF2B5EF4-FFF2-40B4-BE49-F238E27FC236}">
                  <a16:creationId xmlns:a16="http://schemas.microsoft.com/office/drawing/2014/main" id="{C53A77EC-6658-1C01-BC64-8351559E06F7}"/>
                </a:ext>
              </a:extLst>
            </p:cNvPr>
            <p:cNvCxnSpPr>
              <a:stCxn id="30" idx="4"/>
              <a:endCxn id="29" idx="0"/>
            </p:cNvCxnSpPr>
            <p:nvPr/>
          </p:nvCxnSpPr>
          <p:spPr>
            <a:xfrm>
              <a:off x="1659321" y="5094277"/>
              <a:ext cx="197222" cy="707973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1">
              <a:extLst>
                <a:ext uri="{FF2B5EF4-FFF2-40B4-BE49-F238E27FC236}">
                  <a16:creationId xmlns:a16="http://schemas.microsoft.com/office/drawing/2014/main" id="{874F54AF-2B2F-4AF8-6B88-0B5B46EBA3E1}"/>
                </a:ext>
              </a:extLst>
            </p:cNvPr>
            <p:cNvCxnSpPr>
              <a:stCxn id="30" idx="5"/>
              <a:endCxn id="31" idx="1"/>
            </p:cNvCxnSpPr>
            <p:nvPr/>
          </p:nvCxnSpPr>
          <p:spPr>
            <a:xfrm>
              <a:off x="1777821" y="5045192"/>
              <a:ext cx="1589029" cy="833334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1">
              <a:extLst>
                <a:ext uri="{FF2B5EF4-FFF2-40B4-BE49-F238E27FC236}">
                  <a16:creationId xmlns:a16="http://schemas.microsoft.com/office/drawing/2014/main" id="{148A632C-297F-CA7D-7CBE-67360335C8F9}"/>
                </a:ext>
              </a:extLst>
            </p:cNvPr>
            <p:cNvCxnSpPr>
              <a:stCxn id="29" idx="7"/>
              <a:endCxn id="32" idx="3"/>
            </p:cNvCxnSpPr>
            <p:nvPr/>
          </p:nvCxnSpPr>
          <p:spPr>
            <a:xfrm flipV="1">
              <a:off x="1975043" y="4877606"/>
              <a:ext cx="1427385" cy="973729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1">
              <a:extLst>
                <a:ext uri="{FF2B5EF4-FFF2-40B4-BE49-F238E27FC236}">
                  <a16:creationId xmlns:a16="http://schemas.microsoft.com/office/drawing/2014/main" id="{E0835718-7179-5EB8-19D5-FCE6DC59E55F}"/>
                </a:ext>
              </a:extLst>
            </p:cNvPr>
            <p:cNvCxnSpPr>
              <a:stCxn id="29" idx="6"/>
              <a:endCxn id="31" idx="2"/>
            </p:cNvCxnSpPr>
            <p:nvPr/>
          </p:nvCxnSpPr>
          <p:spPr>
            <a:xfrm>
              <a:off x="2024128" y="5969836"/>
              <a:ext cx="1293637" cy="27191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1">
              <a:extLst>
                <a:ext uri="{FF2B5EF4-FFF2-40B4-BE49-F238E27FC236}">
                  <a16:creationId xmlns:a16="http://schemas.microsoft.com/office/drawing/2014/main" id="{BED3FAFD-9F58-8A2D-2DAA-41F906D8F227}"/>
                </a:ext>
              </a:extLst>
            </p:cNvPr>
            <p:cNvCxnSpPr>
              <a:stCxn id="32" idx="4"/>
              <a:endCxn id="31" idx="0"/>
            </p:cNvCxnSpPr>
            <p:nvPr/>
          </p:nvCxnSpPr>
          <p:spPr>
            <a:xfrm flipH="1">
              <a:off x="3485351" y="4926691"/>
              <a:ext cx="35578" cy="902750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2D120CC-5BC4-19F4-B76C-64978943DB0C}"/>
                  </a:ext>
                </a:extLst>
              </p:cNvPr>
              <p:cNvSpPr txBox="1"/>
              <p:nvPr/>
            </p:nvSpPr>
            <p:spPr>
              <a:xfrm>
                <a:off x="7342376" y="5185525"/>
                <a:ext cx="47406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Euler path exists!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2D120CC-5BC4-19F4-B76C-64978943D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2376" y="5185525"/>
                <a:ext cx="4740654" cy="646331"/>
              </a:xfrm>
              <a:prstGeom prst="rect">
                <a:avLst/>
              </a:prstGeom>
              <a:blipFill>
                <a:blip r:embed="rId3"/>
                <a:stretch>
                  <a:fillRect t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2235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5DD05-5FA8-C6FE-F54B-83FE42DE0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Euler’s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6E739-C9E6-5822-4CDE-AA3C8E9D8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graph has an Euler Path if and only if it is connected and has exactly 0 or 2 nodes with odd degree.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A01FC5C-178D-EE43-076B-EF833BCEE34F}"/>
              </a:ext>
            </a:extLst>
          </p:cNvPr>
          <p:cNvGrpSpPr/>
          <p:nvPr/>
        </p:nvGrpSpPr>
        <p:grpSpPr>
          <a:xfrm>
            <a:off x="687878" y="2983541"/>
            <a:ext cx="1902535" cy="1888006"/>
            <a:chOff x="2300659" y="2657586"/>
            <a:chExt cx="2211432" cy="2194544"/>
          </a:xfrm>
        </p:grpSpPr>
        <p:cxnSp>
          <p:nvCxnSpPr>
            <p:cNvPr id="5" name="Straight Connector 31">
              <a:extLst>
                <a:ext uri="{FF2B5EF4-FFF2-40B4-BE49-F238E27FC236}">
                  <a16:creationId xmlns:a16="http://schemas.microsoft.com/office/drawing/2014/main" id="{A72E8C3B-2C37-9977-6DC7-6D4066443F40}"/>
                </a:ext>
              </a:extLst>
            </p:cNvPr>
            <p:cNvCxnSpPr>
              <a:stCxn id="6" idx="1"/>
              <a:endCxn id="7" idx="2"/>
            </p:cNvCxnSpPr>
            <p:nvPr/>
          </p:nvCxnSpPr>
          <p:spPr>
            <a:xfrm rot="5400000" flipH="1" flipV="1">
              <a:off x="2541502" y="2982839"/>
              <a:ext cx="741934" cy="426600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8457B3C-93E5-C053-B717-7F98203271A3}"/>
                </a:ext>
              </a:extLst>
            </p:cNvPr>
            <p:cNvSpPr/>
            <p:nvPr/>
          </p:nvSpPr>
          <p:spPr>
            <a:xfrm>
              <a:off x="2650084" y="351802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810E173-6E07-BA0E-9359-39EB61924DF9}"/>
                </a:ext>
              </a:extLst>
            </p:cNvPr>
            <p:cNvSpPr/>
            <p:nvPr/>
          </p:nvSpPr>
          <p:spPr>
            <a:xfrm>
              <a:off x="3125769" y="265758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2866C65-830E-D04D-3327-C7446FD45A6E}"/>
                </a:ext>
              </a:extLst>
            </p:cNvPr>
            <p:cNvSpPr/>
            <p:nvPr/>
          </p:nvSpPr>
          <p:spPr>
            <a:xfrm>
              <a:off x="2300659" y="451695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076C743-6D00-8C08-77E8-6B62B53B5045}"/>
                </a:ext>
              </a:extLst>
            </p:cNvPr>
            <p:cNvSpPr/>
            <p:nvPr/>
          </p:nvSpPr>
          <p:spPr>
            <a:xfrm>
              <a:off x="4176920" y="390482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10" name="Straight Connector 31">
              <a:extLst>
                <a:ext uri="{FF2B5EF4-FFF2-40B4-BE49-F238E27FC236}">
                  <a16:creationId xmlns:a16="http://schemas.microsoft.com/office/drawing/2014/main" id="{93A95F67-1170-2F1B-65E5-EDB8B84EA43E}"/>
                </a:ext>
              </a:extLst>
            </p:cNvPr>
            <p:cNvCxnSpPr>
              <a:stCxn id="6" idx="7"/>
              <a:endCxn id="7" idx="5"/>
            </p:cNvCxnSpPr>
            <p:nvPr/>
          </p:nvCxnSpPr>
          <p:spPr>
            <a:xfrm rot="5400000" flipH="1" flipV="1">
              <a:off x="2862295" y="3017547"/>
              <a:ext cx="623434" cy="475685"/>
            </a:xfrm>
            <a:prstGeom prst="curvedConnector3">
              <a:avLst>
                <a:gd name="adj1" fmla="val 3696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31">
              <a:extLst>
                <a:ext uri="{FF2B5EF4-FFF2-40B4-BE49-F238E27FC236}">
                  <a16:creationId xmlns:a16="http://schemas.microsoft.com/office/drawing/2014/main" id="{4BF64191-FC88-CB75-7991-D2AA16B123EA}"/>
                </a:ext>
              </a:extLst>
            </p:cNvPr>
            <p:cNvCxnSpPr>
              <a:stCxn id="6" idx="2"/>
              <a:endCxn id="8" idx="2"/>
            </p:cNvCxnSpPr>
            <p:nvPr/>
          </p:nvCxnSpPr>
          <p:spPr>
            <a:xfrm rot="10800000" flipV="1">
              <a:off x="2300660" y="3685607"/>
              <a:ext cx="349425" cy="998938"/>
            </a:xfrm>
            <a:prstGeom prst="curvedConnector3">
              <a:avLst>
                <a:gd name="adj1" fmla="val 16542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31">
              <a:extLst>
                <a:ext uri="{FF2B5EF4-FFF2-40B4-BE49-F238E27FC236}">
                  <a16:creationId xmlns:a16="http://schemas.microsoft.com/office/drawing/2014/main" id="{E29B7738-9A9B-2924-E593-AAD11BB37013}"/>
                </a:ext>
              </a:extLst>
            </p:cNvPr>
            <p:cNvCxnSpPr>
              <a:stCxn id="6" idx="4"/>
              <a:endCxn id="8" idx="7"/>
            </p:cNvCxnSpPr>
            <p:nvPr/>
          </p:nvCxnSpPr>
          <p:spPr>
            <a:xfrm rot="5400000">
              <a:off x="2345782" y="4094156"/>
              <a:ext cx="712852" cy="230925"/>
            </a:xfrm>
            <a:prstGeom prst="curvedConnector3">
              <a:avLst>
                <a:gd name="adj1" fmla="val 30046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31">
              <a:extLst>
                <a:ext uri="{FF2B5EF4-FFF2-40B4-BE49-F238E27FC236}">
                  <a16:creationId xmlns:a16="http://schemas.microsoft.com/office/drawing/2014/main" id="{E526D2EC-E46D-9644-C4D9-43BE50B73A12}"/>
                </a:ext>
              </a:extLst>
            </p:cNvPr>
            <p:cNvCxnSpPr>
              <a:stCxn id="9" idx="4"/>
              <a:endCxn id="8" idx="6"/>
            </p:cNvCxnSpPr>
            <p:nvPr/>
          </p:nvCxnSpPr>
          <p:spPr>
            <a:xfrm rot="5400000">
              <a:off x="3267896" y="3607934"/>
              <a:ext cx="444545" cy="1708676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1">
              <a:extLst>
                <a:ext uri="{FF2B5EF4-FFF2-40B4-BE49-F238E27FC236}">
                  <a16:creationId xmlns:a16="http://schemas.microsoft.com/office/drawing/2014/main" id="{919B95C1-0CBF-2271-49CC-964787AB9F2F}"/>
                </a:ext>
              </a:extLst>
            </p:cNvPr>
            <p:cNvCxnSpPr>
              <a:stCxn id="6" idx="6"/>
              <a:endCxn id="9" idx="2"/>
            </p:cNvCxnSpPr>
            <p:nvPr/>
          </p:nvCxnSpPr>
          <p:spPr>
            <a:xfrm>
              <a:off x="2985255" y="3685607"/>
              <a:ext cx="1191665" cy="386808"/>
            </a:xfrm>
            <a:prstGeom prst="curvedConnector3">
              <a:avLst>
                <a:gd name="adj1" fmla="val 83251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31">
              <a:extLst>
                <a:ext uri="{FF2B5EF4-FFF2-40B4-BE49-F238E27FC236}">
                  <a16:creationId xmlns:a16="http://schemas.microsoft.com/office/drawing/2014/main" id="{9647CA4A-5215-F219-D4CB-02DD9063FC5C}"/>
                </a:ext>
              </a:extLst>
            </p:cNvPr>
            <p:cNvCxnSpPr>
              <a:stCxn id="7" idx="6"/>
              <a:endCxn id="9" idx="1"/>
            </p:cNvCxnSpPr>
            <p:nvPr/>
          </p:nvCxnSpPr>
          <p:spPr>
            <a:xfrm>
              <a:off x="3460940" y="2825172"/>
              <a:ext cx="765065" cy="1128742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7B21166-EC22-28BA-8B8E-6AF3A28AEA40}"/>
              </a:ext>
            </a:extLst>
          </p:cNvPr>
          <p:cNvGrpSpPr/>
          <p:nvPr/>
        </p:nvGrpSpPr>
        <p:grpSpPr>
          <a:xfrm>
            <a:off x="4371251" y="2936506"/>
            <a:ext cx="1902535" cy="1888006"/>
            <a:chOff x="2300659" y="2657586"/>
            <a:chExt cx="2211432" cy="2194544"/>
          </a:xfrm>
        </p:grpSpPr>
        <p:cxnSp>
          <p:nvCxnSpPr>
            <p:cNvPr id="17" name="Straight Connector 31">
              <a:extLst>
                <a:ext uri="{FF2B5EF4-FFF2-40B4-BE49-F238E27FC236}">
                  <a16:creationId xmlns:a16="http://schemas.microsoft.com/office/drawing/2014/main" id="{07FF3CDA-B68D-1BF0-E0FB-77FBF5894875}"/>
                </a:ext>
              </a:extLst>
            </p:cNvPr>
            <p:cNvCxnSpPr>
              <a:stCxn id="18" idx="1"/>
              <a:endCxn id="19" idx="2"/>
            </p:cNvCxnSpPr>
            <p:nvPr/>
          </p:nvCxnSpPr>
          <p:spPr>
            <a:xfrm rot="5400000" flipH="1" flipV="1">
              <a:off x="2541502" y="2982839"/>
              <a:ext cx="741934" cy="426600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42B6993-B9AB-C686-A200-94D6D62D6759}"/>
                </a:ext>
              </a:extLst>
            </p:cNvPr>
            <p:cNvSpPr/>
            <p:nvPr/>
          </p:nvSpPr>
          <p:spPr>
            <a:xfrm>
              <a:off x="2650084" y="351802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79FE51E-3DE5-0A17-26F8-AF26FD28F182}"/>
                </a:ext>
              </a:extLst>
            </p:cNvPr>
            <p:cNvSpPr/>
            <p:nvPr/>
          </p:nvSpPr>
          <p:spPr>
            <a:xfrm>
              <a:off x="3125769" y="265758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69C9440-21EA-FEBA-BE8E-8D217E645B5B}"/>
                </a:ext>
              </a:extLst>
            </p:cNvPr>
            <p:cNvSpPr/>
            <p:nvPr/>
          </p:nvSpPr>
          <p:spPr>
            <a:xfrm>
              <a:off x="2300659" y="451695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295A040-AE5A-F36B-9F14-65F6ACE6278B}"/>
                </a:ext>
              </a:extLst>
            </p:cNvPr>
            <p:cNvSpPr/>
            <p:nvPr/>
          </p:nvSpPr>
          <p:spPr>
            <a:xfrm>
              <a:off x="4176920" y="390482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22" name="Straight Connector 31">
              <a:extLst>
                <a:ext uri="{FF2B5EF4-FFF2-40B4-BE49-F238E27FC236}">
                  <a16:creationId xmlns:a16="http://schemas.microsoft.com/office/drawing/2014/main" id="{CAB0888C-9C44-36CB-4292-A664D2830492}"/>
                </a:ext>
              </a:extLst>
            </p:cNvPr>
            <p:cNvCxnSpPr>
              <a:stCxn id="18" idx="2"/>
              <a:endCxn id="20" idx="2"/>
            </p:cNvCxnSpPr>
            <p:nvPr/>
          </p:nvCxnSpPr>
          <p:spPr>
            <a:xfrm rot="10800000" flipV="1">
              <a:off x="2300660" y="3685607"/>
              <a:ext cx="349425" cy="998938"/>
            </a:xfrm>
            <a:prstGeom prst="curvedConnector3">
              <a:avLst>
                <a:gd name="adj1" fmla="val 16542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31">
              <a:extLst>
                <a:ext uri="{FF2B5EF4-FFF2-40B4-BE49-F238E27FC236}">
                  <a16:creationId xmlns:a16="http://schemas.microsoft.com/office/drawing/2014/main" id="{ED86A94D-E49F-67BB-F089-6CE3E23CFE0E}"/>
                </a:ext>
              </a:extLst>
            </p:cNvPr>
            <p:cNvCxnSpPr>
              <a:stCxn id="21" idx="4"/>
              <a:endCxn id="20" idx="6"/>
            </p:cNvCxnSpPr>
            <p:nvPr/>
          </p:nvCxnSpPr>
          <p:spPr>
            <a:xfrm rot="5400000">
              <a:off x="3267896" y="3607934"/>
              <a:ext cx="444545" cy="1708676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31">
              <a:extLst>
                <a:ext uri="{FF2B5EF4-FFF2-40B4-BE49-F238E27FC236}">
                  <a16:creationId xmlns:a16="http://schemas.microsoft.com/office/drawing/2014/main" id="{E978B412-0A4D-50AB-1731-2DA15E31FFEB}"/>
                </a:ext>
              </a:extLst>
            </p:cNvPr>
            <p:cNvCxnSpPr>
              <a:stCxn id="18" idx="6"/>
              <a:endCxn id="21" idx="2"/>
            </p:cNvCxnSpPr>
            <p:nvPr/>
          </p:nvCxnSpPr>
          <p:spPr>
            <a:xfrm>
              <a:off x="2985255" y="3685607"/>
              <a:ext cx="1191665" cy="386808"/>
            </a:xfrm>
            <a:prstGeom prst="curvedConnector3">
              <a:avLst>
                <a:gd name="adj1" fmla="val 83251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31">
              <a:extLst>
                <a:ext uri="{FF2B5EF4-FFF2-40B4-BE49-F238E27FC236}">
                  <a16:creationId xmlns:a16="http://schemas.microsoft.com/office/drawing/2014/main" id="{9AB311F8-B36E-B230-2899-4A12611FF4EE}"/>
                </a:ext>
              </a:extLst>
            </p:cNvPr>
            <p:cNvCxnSpPr>
              <a:stCxn id="19" idx="6"/>
              <a:endCxn id="21" idx="1"/>
            </p:cNvCxnSpPr>
            <p:nvPr/>
          </p:nvCxnSpPr>
          <p:spPr>
            <a:xfrm>
              <a:off x="3460940" y="2825172"/>
              <a:ext cx="765065" cy="1128742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6CD3386-36E1-7840-5A12-1E3423C57279}"/>
              </a:ext>
            </a:extLst>
          </p:cNvPr>
          <p:cNvGrpSpPr/>
          <p:nvPr/>
        </p:nvGrpSpPr>
        <p:grpSpPr>
          <a:xfrm>
            <a:off x="8632102" y="2983541"/>
            <a:ext cx="2196780" cy="1573092"/>
            <a:chOff x="1491734" y="4591520"/>
            <a:chExt cx="2196780" cy="1573092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3A780CD-7D18-7455-DF5B-C937CE13C298}"/>
                </a:ext>
              </a:extLst>
            </p:cNvPr>
            <p:cNvSpPr/>
            <p:nvPr/>
          </p:nvSpPr>
          <p:spPr>
            <a:xfrm>
              <a:off x="1688957" y="5802250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304054D-0902-5A17-A254-3BD05B9C20AD}"/>
                </a:ext>
              </a:extLst>
            </p:cNvPr>
            <p:cNvSpPr/>
            <p:nvPr/>
          </p:nvSpPr>
          <p:spPr>
            <a:xfrm>
              <a:off x="1491735" y="475910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CE4AB6E-B781-03D1-CF34-ADC09D737121}"/>
                </a:ext>
              </a:extLst>
            </p:cNvPr>
            <p:cNvSpPr/>
            <p:nvPr/>
          </p:nvSpPr>
          <p:spPr>
            <a:xfrm>
              <a:off x="3317765" y="582944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186A7D6-7BF5-72A2-DDC2-2D946DC5EE86}"/>
                </a:ext>
              </a:extLst>
            </p:cNvPr>
            <p:cNvSpPr/>
            <p:nvPr/>
          </p:nvSpPr>
          <p:spPr>
            <a:xfrm>
              <a:off x="3353343" y="4591520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31" name="Straight Connector 31">
              <a:extLst>
                <a:ext uri="{FF2B5EF4-FFF2-40B4-BE49-F238E27FC236}">
                  <a16:creationId xmlns:a16="http://schemas.microsoft.com/office/drawing/2014/main" id="{660E2254-3A8D-400B-ACDB-7328D3A46B1A}"/>
                </a:ext>
              </a:extLst>
            </p:cNvPr>
            <p:cNvCxnSpPr>
              <a:stCxn id="28" idx="2"/>
              <a:endCxn id="29" idx="3"/>
            </p:cNvCxnSpPr>
            <p:nvPr/>
          </p:nvCxnSpPr>
          <p:spPr>
            <a:xfrm rot="10800000" flipH="1" flipV="1">
              <a:off x="1491734" y="4926691"/>
              <a:ext cx="1875115" cy="1188835"/>
            </a:xfrm>
            <a:prstGeom prst="curvedConnector4">
              <a:avLst>
                <a:gd name="adj1" fmla="val -18917"/>
                <a:gd name="adj2" fmla="val 13927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EFDC3DB-6D96-8381-3187-F9A2F4779AF3}"/>
                </a:ext>
              </a:extLst>
            </p:cNvPr>
            <p:cNvCxnSpPr>
              <a:stCxn id="28" idx="6"/>
              <a:endCxn id="30" idx="2"/>
            </p:cNvCxnSpPr>
            <p:nvPr/>
          </p:nvCxnSpPr>
          <p:spPr>
            <a:xfrm flipV="1">
              <a:off x="1826906" y="4759106"/>
              <a:ext cx="1526437" cy="167586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1">
              <a:extLst>
                <a:ext uri="{FF2B5EF4-FFF2-40B4-BE49-F238E27FC236}">
                  <a16:creationId xmlns:a16="http://schemas.microsoft.com/office/drawing/2014/main" id="{AA0178BC-868A-F952-4E00-738F6016A14F}"/>
                </a:ext>
              </a:extLst>
            </p:cNvPr>
            <p:cNvCxnSpPr>
              <a:stCxn id="28" idx="4"/>
              <a:endCxn id="27" idx="0"/>
            </p:cNvCxnSpPr>
            <p:nvPr/>
          </p:nvCxnSpPr>
          <p:spPr>
            <a:xfrm>
              <a:off x="1659321" y="5094277"/>
              <a:ext cx="197222" cy="707973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1">
              <a:extLst>
                <a:ext uri="{FF2B5EF4-FFF2-40B4-BE49-F238E27FC236}">
                  <a16:creationId xmlns:a16="http://schemas.microsoft.com/office/drawing/2014/main" id="{E47E4D4D-F62D-01D3-20C9-1E908156B92D}"/>
                </a:ext>
              </a:extLst>
            </p:cNvPr>
            <p:cNvCxnSpPr>
              <a:stCxn id="28" idx="5"/>
              <a:endCxn id="29" idx="1"/>
            </p:cNvCxnSpPr>
            <p:nvPr/>
          </p:nvCxnSpPr>
          <p:spPr>
            <a:xfrm>
              <a:off x="1777821" y="5045192"/>
              <a:ext cx="1589029" cy="833334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1">
              <a:extLst>
                <a:ext uri="{FF2B5EF4-FFF2-40B4-BE49-F238E27FC236}">
                  <a16:creationId xmlns:a16="http://schemas.microsoft.com/office/drawing/2014/main" id="{791E664D-3C7F-6739-4050-434C048F732A}"/>
                </a:ext>
              </a:extLst>
            </p:cNvPr>
            <p:cNvCxnSpPr>
              <a:stCxn id="27" idx="7"/>
              <a:endCxn id="30" idx="3"/>
            </p:cNvCxnSpPr>
            <p:nvPr/>
          </p:nvCxnSpPr>
          <p:spPr>
            <a:xfrm flipV="1">
              <a:off x="1975043" y="4877606"/>
              <a:ext cx="1427385" cy="973729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1">
              <a:extLst>
                <a:ext uri="{FF2B5EF4-FFF2-40B4-BE49-F238E27FC236}">
                  <a16:creationId xmlns:a16="http://schemas.microsoft.com/office/drawing/2014/main" id="{7713037B-C129-F9BB-F787-97D6D259589C}"/>
                </a:ext>
              </a:extLst>
            </p:cNvPr>
            <p:cNvCxnSpPr>
              <a:stCxn id="27" idx="6"/>
              <a:endCxn id="29" idx="2"/>
            </p:cNvCxnSpPr>
            <p:nvPr/>
          </p:nvCxnSpPr>
          <p:spPr>
            <a:xfrm>
              <a:off x="2024128" y="5969836"/>
              <a:ext cx="1293637" cy="27191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1">
              <a:extLst>
                <a:ext uri="{FF2B5EF4-FFF2-40B4-BE49-F238E27FC236}">
                  <a16:creationId xmlns:a16="http://schemas.microsoft.com/office/drawing/2014/main" id="{04BF3E1F-5146-DAF5-E4B3-A5A89D5E8EF3}"/>
                </a:ext>
              </a:extLst>
            </p:cNvPr>
            <p:cNvCxnSpPr>
              <a:stCxn id="30" idx="4"/>
              <a:endCxn id="29" idx="0"/>
            </p:cNvCxnSpPr>
            <p:nvPr/>
          </p:nvCxnSpPr>
          <p:spPr>
            <a:xfrm flipH="1">
              <a:off x="3485351" y="4926691"/>
              <a:ext cx="35578" cy="902750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0943AF0-6D35-D9D5-1D73-49E253671DF6}"/>
                  </a:ext>
                </a:extLst>
              </p14:cNvPr>
              <p14:cNvContentPartPr/>
              <p14:nvPr/>
            </p14:nvContentPartPr>
            <p14:xfrm>
              <a:off x="669960" y="2192040"/>
              <a:ext cx="10738800" cy="6526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0943AF0-6D35-D9D5-1D73-49E253671D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0600" y="2182680"/>
                <a:ext cx="10757520" cy="67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7991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EFF1F-27C9-57FE-DBC9-D0D599DB4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for the Euler Path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306FAE-49DE-9965-16D4-22BF1FE4CE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an undirected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does there exist an Euler path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Algorithm:</a:t>
                </a:r>
              </a:p>
              <a:p>
                <a:pPr lvl="1"/>
                <a:r>
                  <a:rPr lang="en-US" dirty="0"/>
                  <a:t>Check if the graph is connected</a:t>
                </a:r>
              </a:p>
              <a:p>
                <a:pPr lvl="1"/>
                <a:r>
                  <a:rPr lang="en-US" dirty="0"/>
                  <a:t>Check the degree of each node</a:t>
                </a:r>
              </a:p>
              <a:p>
                <a:pPr lvl="1"/>
                <a:r>
                  <a:rPr lang="en-US" dirty="0"/>
                  <a:t>If the number of nodes with odd degree is 0 or 2, return true</a:t>
                </a:r>
              </a:p>
              <a:p>
                <a:pPr lvl="1"/>
                <a:r>
                  <a:rPr lang="en-US" dirty="0"/>
                  <a:t>Otherwise return false</a:t>
                </a:r>
              </a:p>
              <a:p>
                <a:r>
                  <a:rPr lang="en-US" dirty="0"/>
                  <a:t>Running time?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306FAE-49DE-9965-16D4-22BF1FE4CE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40C99D2-2451-4176-1273-9A7AEC396323}"/>
                  </a:ext>
                </a:extLst>
              </p14:cNvPr>
              <p14:cNvContentPartPr/>
              <p14:nvPr/>
            </p14:nvContentPartPr>
            <p14:xfrm>
              <a:off x="706680" y="1974600"/>
              <a:ext cx="8889480" cy="3882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40C99D2-2451-4176-1273-9A7AEC3963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7320" y="1965240"/>
                <a:ext cx="8908200" cy="390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6628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6D58-44B6-D538-10FD-C3FCC54B4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Seemingly Similar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B3655-18B9-485A-BEAE-67C51CB83F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Hamiltonian Path:</a:t>
                </a:r>
              </a:p>
              <a:p>
                <a:pPr lvl="1"/>
                <a:r>
                  <a:rPr lang="en-US" dirty="0"/>
                  <a:t>A path that includes every node in the graph exactly once</a:t>
                </a:r>
              </a:p>
              <a:p>
                <a:r>
                  <a:rPr lang="en-US" dirty="0"/>
                  <a:t>Hamiltonian Path Problem:</a:t>
                </a:r>
              </a:p>
              <a:p>
                <a:pPr lvl="1"/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does that graph have a Hamiltonian Path?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B3655-18B9-485A-BEAE-67C51CB83F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95D8A630-43CD-7610-70E4-8BD854FC356F}"/>
              </a:ext>
            </a:extLst>
          </p:cNvPr>
          <p:cNvGrpSpPr/>
          <p:nvPr/>
        </p:nvGrpSpPr>
        <p:grpSpPr>
          <a:xfrm>
            <a:off x="2653211" y="3775899"/>
            <a:ext cx="6583250" cy="2918001"/>
            <a:chOff x="1931018" y="3462667"/>
            <a:chExt cx="6583250" cy="2918001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10BBED7-1BDE-181F-1891-23716F499E92}"/>
                </a:ext>
              </a:extLst>
            </p:cNvPr>
            <p:cNvCxnSpPr>
              <a:stCxn id="6" idx="7"/>
              <a:endCxn id="13" idx="2"/>
            </p:cNvCxnSpPr>
            <p:nvPr/>
          </p:nvCxnSpPr>
          <p:spPr>
            <a:xfrm flipV="1">
              <a:off x="2369120" y="3719301"/>
              <a:ext cx="1593280" cy="90300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ACF018F-DFA0-8834-DDD5-2289E8D4638F}"/>
                </a:ext>
              </a:extLst>
            </p:cNvPr>
            <p:cNvSpPr/>
            <p:nvPr/>
          </p:nvSpPr>
          <p:spPr>
            <a:xfrm>
              <a:off x="1931018" y="4547141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28C5049-82EF-1BCE-74DA-F1315FF4FC9B}"/>
                </a:ext>
              </a:extLst>
            </p:cNvPr>
            <p:cNvSpPr/>
            <p:nvPr/>
          </p:nvSpPr>
          <p:spPr>
            <a:xfrm>
              <a:off x="2241704" y="586740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31717E-AE97-E58E-B460-A5F37284BE8C}"/>
                </a:ext>
              </a:extLst>
            </p:cNvPr>
            <p:cNvSpPr/>
            <p:nvPr/>
          </p:nvSpPr>
          <p:spPr>
            <a:xfrm>
              <a:off x="6105339" y="551341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F41E82D-B4CE-C0E0-01D6-341113AA66FD}"/>
                </a:ext>
              </a:extLst>
            </p:cNvPr>
            <p:cNvSpPr/>
            <p:nvPr/>
          </p:nvSpPr>
          <p:spPr>
            <a:xfrm>
              <a:off x="8001000" y="526097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F3799E7-388A-DB69-AF41-C20993004D91}"/>
                </a:ext>
              </a:extLst>
            </p:cNvPr>
            <p:cNvSpPr/>
            <p:nvPr/>
          </p:nvSpPr>
          <p:spPr>
            <a:xfrm>
              <a:off x="7315200" y="355115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1AB8753-9AE9-F155-6D7F-668B6F0A42DE}"/>
                </a:ext>
              </a:extLst>
            </p:cNvPr>
            <p:cNvSpPr/>
            <p:nvPr/>
          </p:nvSpPr>
          <p:spPr>
            <a:xfrm>
              <a:off x="5867400" y="449107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1633ACC-60D3-1C8B-45C3-AC6EBAD23B25}"/>
                </a:ext>
              </a:extLst>
            </p:cNvPr>
            <p:cNvSpPr/>
            <p:nvPr/>
          </p:nvSpPr>
          <p:spPr>
            <a:xfrm>
              <a:off x="3862036" y="444290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B218345-3EC7-E1CF-C962-D16A36304650}"/>
                </a:ext>
              </a:extLst>
            </p:cNvPr>
            <p:cNvSpPr/>
            <p:nvPr/>
          </p:nvSpPr>
          <p:spPr>
            <a:xfrm>
              <a:off x="3962400" y="346266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0C9939F-4E45-819B-E503-E17C1F226296}"/>
                </a:ext>
              </a:extLst>
            </p:cNvPr>
            <p:cNvCxnSpPr>
              <a:stCxn id="12" idx="0"/>
              <a:endCxn id="13" idx="4"/>
            </p:cNvCxnSpPr>
            <p:nvPr/>
          </p:nvCxnSpPr>
          <p:spPr>
            <a:xfrm flipV="1">
              <a:off x="4118670" y="3975935"/>
              <a:ext cx="100364" cy="46697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354A0F3-06C2-7D8B-7643-8E15DA7CFD63}"/>
                </a:ext>
              </a:extLst>
            </p:cNvPr>
            <p:cNvCxnSpPr>
              <a:stCxn id="12" idx="6"/>
              <a:endCxn id="11" idx="2"/>
            </p:cNvCxnSpPr>
            <p:nvPr/>
          </p:nvCxnSpPr>
          <p:spPr>
            <a:xfrm>
              <a:off x="4375304" y="4699541"/>
              <a:ext cx="1492096" cy="48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20DEA97-1361-9C15-2FDA-CF0718DD481B}"/>
                </a:ext>
              </a:extLst>
            </p:cNvPr>
            <p:cNvCxnSpPr>
              <a:stCxn id="10" idx="3"/>
              <a:endCxn id="11" idx="7"/>
            </p:cNvCxnSpPr>
            <p:nvPr/>
          </p:nvCxnSpPr>
          <p:spPr>
            <a:xfrm flipH="1">
              <a:off x="6305502" y="3989259"/>
              <a:ext cx="1084864" cy="57698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4522E44-17A8-AA87-5A1A-585783746079}"/>
                </a:ext>
              </a:extLst>
            </p:cNvPr>
            <p:cNvCxnSpPr>
              <a:stCxn id="10" idx="5"/>
              <a:endCxn id="9" idx="0"/>
            </p:cNvCxnSpPr>
            <p:nvPr/>
          </p:nvCxnSpPr>
          <p:spPr>
            <a:xfrm>
              <a:off x="7753302" y="3989259"/>
              <a:ext cx="504332" cy="127171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5688FE9-1B5B-3D83-8ED4-F0B54F2207AD}"/>
                </a:ext>
              </a:extLst>
            </p:cNvPr>
            <p:cNvCxnSpPr>
              <a:stCxn id="9" idx="2"/>
              <a:endCxn id="8" idx="6"/>
            </p:cNvCxnSpPr>
            <p:nvPr/>
          </p:nvCxnSpPr>
          <p:spPr>
            <a:xfrm flipH="1">
              <a:off x="6618607" y="5517609"/>
              <a:ext cx="1382393" cy="25243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FCC224D-25C9-AD5F-1F89-94B0DC40BBE0}"/>
                </a:ext>
              </a:extLst>
            </p:cNvPr>
            <p:cNvCxnSpPr>
              <a:stCxn id="8" idx="2"/>
              <a:endCxn id="7" idx="6"/>
            </p:cNvCxnSpPr>
            <p:nvPr/>
          </p:nvCxnSpPr>
          <p:spPr>
            <a:xfrm flipH="1">
              <a:off x="2754972" y="5770044"/>
              <a:ext cx="3350367" cy="3539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50BD48E-631A-9E9D-CA20-27B64F24DF6A}"/>
                </a:ext>
              </a:extLst>
            </p:cNvPr>
            <p:cNvCxnSpPr>
              <a:stCxn id="7" idx="0"/>
              <a:endCxn id="6" idx="4"/>
            </p:cNvCxnSpPr>
            <p:nvPr/>
          </p:nvCxnSpPr>
          <p:spPr>
            <a:xfrm flipH="1" flipV="1">
              <a:off x="2187652" y="5060409"/>
              <a:ext cx="310686" cy="80699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4D80C8D-3431-51AF-4019-D8385D0E924C}"/>
                </a:ext>
              </a:extLst>
            </p:cNvPr>
            <p:cNvCxnSpPr>
              <a:stCxn id="12" idx="2"/>
              <a:endCxn id="6" idx="6"/>
            </p:cNvCxnSpPr>
            <p:nvPr/>
          </p:nvCxnSpPr>
          <p:spPr>
            <a:xfrm flipH="1">
              <a:off x="2444286" y="4699541"/>
              <a:ext cx="1417750" cy="10423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D58390F-2323-1BC3-4E5E-5239061AF6B9}"/>
                </a:ext>
              </a:extLst>
            </p:cNvPr>
            <p:cNvCxnSpPr>
              <a:stCxn id="12" idx="3"/>
              <a:endCxn id="7" idx="7"/>
            </p:cNvCxnSpPr>
            <p:nvPr/>
          </p:nvCxnSpPr>
          <p:spPr>
            <a:xfrm flipH="1">
              <a:off x="2679806" y="4881009"/>
              <a:ext cx="1257396" cy="10615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203B5A7-E497-66B7-9DCF-D69BF1F0970A}"/>
                </a:ext>
              </a:extLst>
            </p:cNvPr>
            <p:cNvCxnSpPr>
              <a:stCxn id="12" idx="7"/>
              <a:endCxn id="10" idx="2"/>
            </p:cNvCxnSpPr>
            <p:nvPr/>
          </p:nvCxnSpPr>
          <p:spPr>
            <a:xfrm flipV="1">
              <a:off x="4300138" y="3807791"/>
              <a:ext cx="3015062" cy="71028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05C7ACF-065F-F2E9-A3EF-8EA3E9A1E2D5}"/>
                </a:ext>
              </a:extLst>
            </p:cNvPr>
            <p:cNvCxnSpPr>
              <a:stCxn id="13" idx="6"/>
              <a:endCxn id="11" idx="1"/>
            </p:cNvCxnSpPr>
            <p:nvPr/>
          </p:nvCxnSpPr>
          <p:spPr>
            <a:xfrm>
              <a:off x="4475668" y="3719301"/>
              <a:ext cx="1466898" cy="84693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25E937A-5865-1A25-7FFF-43C0B86486BA}"/>
                </a:ext>
              </a:extLst>
            </p:cNvPr>
            <p:cNvCxnSpPr>
              <a:stCxn id="8" idx="0"/>
              <a:endCxn id="11" idx="4"/>
            </p:cNvCxnSpPr>
            <p:nvPr/>
          </p:nvCxnSpPr>
          <p:spPr>
            <a:xfrm flipH="1" flipV="1">
              <a:off x="6124034" y="5004341"/>
              <a:ext cx="237939" cy="509069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23CFA01-49BD-73EA-7746-C9CA06A772F9}"/>
                  </a:ext>
                </a:extLst>
              </p:cNvPr>
              <p:cNvSpPr txBox="1"/>
              <p:nvPr/>
            </p:nvSpPr>
            <p:spPr>
              <a:xfrm>
                <a:off x="275063" y="5660783"/>
                <a:ext cx="20996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True!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23CFA01-49BD-73EA-7746-C9CA06A77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63" y="5660783"/>
                <a:ext cx="2099614" cy="646331"/>
              </a:xfrm>
              <a:prstGeom prst="rect">
                <a:avLst/>
              </a:prstGeom>
              <a:blipFill>
                <a:blip r:embed="rId3"/>
                <a:stretch>
                  <a:fillRect t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A0AF78F-F89C-C2A7-4D7C-71D69107934E}"/>
                  </a:ext>
                </a:extLst>
              </p14:cNvPr>
              <p14:cNvContentPartPr/>
              <p14:nvPr/>
            </p14:nvContentPartPr>
            <p14:xfrm>
              <a:off x="2752920" y="3888360"/>
              <a:ext cx="4458960" cy="26730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A0AF78F-F89C-C2A7-4D7C-71D6910793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7080" y="3825000"/>
                <a:ext cx="4490280" cy="279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9993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0C9C3-CA64-54CC-E56D-4A97AC157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 for the Hamiltonian Path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ADF8DC-45CC-A15B-5A96-813251422D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Option 1:</a:t>
                </a:r>
              </a:p>
              <a:p>
                <a:pPr lvl="1"/>
                <a:r>
                  <a:rPr lang="en-US" dirty="0"/>
                  <a:t>Explore all possible simple paths through the graph</a:t>
                </a:r>
              </a:p>
              <a:p>
                <a:pPr lvl="1"/>
                <a:r>
                  <a:rPr lang="en-US" dirty="0"/>
                  <a:t>Check to see if any of those are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Option 2:</a:t>
                </a:r>
              </a:p>
              <a:p>
                <a:pPr lvl="1"/>
                <a:r>
                  <a:rPr lang="en-US" dirty="0"/>
                  <a:t>Write down every sequence of nodes</a:t>
                </a:r>
              </a:p>
              <a:p>
                <a:pPr lvl="1"/>
                <a:r>
                  <a:rPr lang="en-US" dirty="0"/>
                  <a:t>Check to see if any of those are a path</a:t>
                </a:r>
              </a:p>
              <a:p>
                <a:r>
                  <a:rPr lang="en-US" dirty="0"/>
                  <a:t>Both options are examples of an </a:t>
                </a:r>
                <a:r>
                  <a:rPr lang="en-US" b="1" dirty="0"/>
                  <a:t>Exhaustive Search (“Brute Force”) algorithm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ADF8DC-45CC-A15B-5A96-813251422D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960AC29-33A3-0AFE-1CE6-E29D3ECB82BB}"/>
                  </a:ext>
                </a:extLst>
              </p14:cNvPr>
              <p14:cNvContentPartPr/>
              <p14:nvPr/>
            </p14:nvContentPartPr>
            <p14:xfrm>
              <a:off x="1020240" y="2020680"/>
              <a:ext cx="1321560" cy="58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960AC29-33A3-0AFE-1CE6-E29D3ECB82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4400" y="1957320"/>
                <a:ext cx="135288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213919D-C672-D84E-90E6-80A68A34AC1B}"/>
                  </a:ext>
                </a:extLst>
              </p14:cNvPr>
              <p14:cNvContentPartPr/>
              <p14:nvPr/>
            </p14:nvContentPartPr>
            <p14:xfrm>
              <a:off x="3361320" y="3024720"/>
              <a:ext cx="2606040" cy="89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213919D-C672-D84E-90E6-80A68A34AC1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45480" y="2961360"/>
                <a:ext cx="26373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A17A244-5990-C82C-D751-B76DA778881F}"/>
                  </a:ext>
                </a:extLst>
              </p14:cNvPr>
              <p14:cNvContentPartPr/>
              <p14:nvPr/>
            </p14:nvContentPartPr>
            <p14:xfrm>
              <a:off x="3170880" y="3762720"/>
              <a:ext cx="3109680" cy="144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A17A244-5990-C82C-D751-B76DA778881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55040" y="3699360"/>
                <a:ext cx="314100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68082F5-BBA0-7853-A04A-76B519D95801}"/>
                  </a:ext>
                </a:extLst>
              </p14:cNvPr>
              <p14:cNvContentPartPr/>
              <p14:nvPr/>
            </p14:nvContentPartPr>
            <p14:xfrm>
              <a:off x="4605840" y="4194360"/>
              <a:ext cx="1094040" cy="799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68082F5-BBA0-7853-A04A-76B519D9580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90000" y="4131000"/>
                <a:ext cx="112536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8F851FB-6085-A77A-57B7-626E8BAE22ED}"/>
                  </a:ext>
                </a:extLst>
              </p14:cNvPr>
              <p14:cNvContentPartPr/>
              <p14:nvPr/>
            </p14:nvContentPartPr>
            <p14:xfrm>
              <a:off x="5887080" y="4674960"/>
              <a:ext cx="2741040" cy="52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8F851FB-6085-A77A-57B7-626E8BAE22E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71240" y="4611600"/>
                <a:ext cx="277236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1832486-E902-FB95-6497-1C2A14BDDB0B}"/>
                  </a:ext>
                </a:extLst>
              </p14:cNvPr>
              <p14:cNvContentPartPr/>
              <p14:nvPr/>
            </p14:nvContentPartPr>
            <p14:xfrm>
              <a:off x="9011880" y="4528080"/>
              <a:ext cx="1761120" cy="586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1832486-E902-FB95-6497-1C2A14BDDB0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996040" y="4464720"/>
                <a:ext cx="1792440" cy="18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9462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DC929-4369-F432-66E2-F349DDF4E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2: List all sequences, look for a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F3A1-8EEA-C0F3-7272-38BD1DD890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Running time: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Number of permutations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!=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⋅…⋅2⋅1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How does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dirty="0"/>
                  <a:t> compare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!∈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Exponential running time!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F3A1-8EEA-C0F3-7272-38BD1DD890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21FC823-9A6D-4FCC-3C0D-89EB130869C5}"/>
                  </a:ext>
                </a:extLst>
              </p14:cNvPr>
              <p14:cNvContentPartPr/>
              <p14:nvPr/>
            </p14:nvContentPartPr>
            <p14:xfrm>
              <a:off x="3063240" y="1252080"/>
              <a:ext cx="7525080" cy="2801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21FC823-9A6D-4FCC-3C0D-89EB130869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53880" y="1242720"/>
                <a:ext cx="7543800" cy="282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1076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07DC929-4369-F432-66E2-F349DDF4EBF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Option 1: Explore all simple paths, check for one 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07DC929-4369-F432-66E2-F349DDF4EB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3364" b="-21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F3A1-8EEA-C0F3-7272-38BD1DD890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Running time: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Number of paths</a:t>
                </a:r>
              </a:p>
              <a:p>
                <a:pPr lvl="2"/>
                <a:r>
                  <a:rPr lang="en-US" b="0" dirty="0"/>
                  <a:t>Pick a first node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b="0" dirty="0"/>
                  <a:t> choices)</a:t>
                </a:r>
              </a:p>
              <a:p>
                <a:pPr lvl="2"/>
                <a:r>
                  <a:rPr lang="en-US" dirty="0"/>
                  <a:t>Pick a neighbor (up to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b="0" dirty="0"/>
                  <a:t> choices)</a:t>
                </a:r>
              </a:p>
              <a:p>
                <a:pPr lvl="2"/>
                <a:r>
                  <a:rPr lang="en-US" dirty="0"/>
                  <a:t>Pick a neighbor (up to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b="0" dirty="0"/>
                  <a:t> choices)</a:t>
                </a:r>
              </a:p>
              <a:p>
                <a:pPr lvl="2"/>
                <a:r>
                  <a:rPr lang="en-US" dirty="0"/>
                  <a:t>…. Repeat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b="0" dirty="0"/>
                  <a:t> total times</a:t>
                </a:r>
              </a:p>
              <a:p>
                <a:pPr lvl="2"/>
                <a:r>
                  <a:rPr lang="en-US" dirty="0"/>
                  <a:t>Overall: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b="0" dirty="0"/>
                  <a:t> paths</a:t>
                </a:r>
              </a:p>
              <a:p>
                <a:pPr lvl="1"/>
                <a:r>
                  <a:rPr lang="en-US" dirty="0"/>
                  <a:t>Exponential running time</a:t>
                </a:r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F3A1-8EEA-C0F3-7272-38BD1DD890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949F9A7-8DEE-4155-1F21-A18C0B88EDBF}"/>
              </a:ext>
            </a:extLst>
          </p:cNvPr>
          <p:cNvSpPr/>
          <p:nvPr/>
        </p:nvSpPr>
        <p:spPr>
          <a:xfrm>
            <a:off x="8333395" y="3314528"/>
            <a:ext cx="335171" cy="3351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93BAA4A-012A-4C5A-0A91-962CDF057290}"/>
              </a:ext>
            </a:extLst>
          </p:cNvPr>
          <p:cNvSpPr/>
          <p:nvPr/>
        </p:nvSpPr>
        <p:spPr>
          <a:xfrm>
            <a:off x="8333395" y="1957381"/>
            <a:ext cx="335171" cy="3351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52988E6-F31B-73A1-7A09-FC5F9B268A4F}"/>
              </a:ext>
            </a:extLst>
          </p:cNvPr>
          <p:cNvSpPr/>
          <p:nvPr/>
        </p:nvSpPr>
        <p:spPr>
          <a:xfrm>
            <a:off x="10341310" y="3314528"/>
            <a:ext cx="335171" cy="3351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32ED6F9-F0F7-191C-0BD4-2015771B907A}"/>
              </a:ext>
            </a:extLst>
          </p:cNvPr>
          <p:cNvSpPr/>
          <p:nvPr/>
        </p:nvSpPr>
        <p:spPr>
          <a:xfrm>
            <a:off x="10341311" y="1957381"/>
            <a:ext cx="335171" cy="3351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9" name="Straight Connector 31">
            <a:extLst>
              <a:ext uri="{FF2B5EF4-FFF2-40B4-BE49-F238E27FC236}">
                <a16:creationId xmlns:a16="http://schemas.microsoft.com/office/drawing/2014/main" id="{C5193740-B829-D480-D060-43C4FDED80CC}"/>
              </a:ext>
            </a:extLst>
          </p:cNvPr>
          <p:cNvCxnSpPr>
            <a:cxnSpLocks/>
            <a:stCxn id="6" idx="2"/>
            <a:endCxn id="7" idx="3"/>
          </p:cNvCxnSpPr>
          <p:nvPr/>
        </p:nvCxnSpPr>
        <p:spPr>
          <a:xfrm rot="10800000" flipH="1" flipV="1">
            <a:off x="8333395" y="2124966"/>
            <a:ext cx="2057000" cy="1475647"/>
          </a:xfrm>
          <a:prstGeom prst="curvedConnector4">
            <a:avLst>
              <a:gd name="adj1" fmla="val -22967"/>
              <a:gd name="adj2" fmla="val 147047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31">
            <a:extLst>
              <a:ext uri="{FF2B5EF4-FFF2-40B4-BE49-F238E27FC236}">
                <a16:creationId xmlns:a16="http://schemas.microsoft.com/office/drawing/2014/main" id="{2BEAAD66-553C-07E5-652C-2B2FAADDFCE2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8668566" y="2124967"/>
            <a:ext cx="1672745" cy="0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21EBF89E-5526-2E94-6EAD-1A8B09867BB9}"/>
              </a:ext>
            </a:extLst>
          </p:cNvPr>
          <p:cNvCxnSpPr>
            <a:stCxn id="6" idx="4"/>
            <a:endCxn id="5" idx="0"/>
          </p:cNvCxnSpPr>
          <p:nvPr/>
        </p:nvCxnSpPr>
        <p:spPr>
          <a:xfrm>
            <a:off x="8500981" y="2292552"/>
            <a:ext cx="0" cy="1021976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9C7AE517-3EDD-AF24-5ADB-919FB28603D8}"/>
              </a:ext>
            </a:extLst>
          </p:cNvPr>
          <p:cNvCxnSpPr>
            <a:stCxn id="5" idx="6"/>
            <a:endCxn id="7" idx="2"/>
          </p:cNvCxnSpPr>
          <p:nvPr/>
        </p:nvCxnSpPr>
        <p:spPr>
          <a:xfrm>
            <a:off x="8668566" y="3482114"/>
            <a:ext cx="1672744" cy="0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176D5241-90AA-605B-03E4-5AFEBD1F3871}"/>
              </a:ext>
            </a:extLst>
          </p:cNvPr>
          <p:cNvCxnSpPr>
            <a:stCxn id="8" idx="4"/>
            <a:endCxn id="7" idx="0"/>
          </p:cNvCxnSpPr>
          <p:nvPr/>
        </p:nvCxnSpPr>
        <p:spPr>
          <a:xfrm flipH="1">
            <a:off x="10508896" y="2292552"/>
            <a:ext cx="1" cy="1021976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4262EBC7-DAE2-6CA5-BE42-448566250D12}"/>
              </a:ext>
            </a:extLst>
          </p:cNvPr>
          <p:cNvSpPr/>
          <p:nvPr/>
        </p:nvSpPr>
        <p:spPr>
          <a:xfrm>
            <a:off x="9413995" y="2594969"/>
            <a:ext cx="335171" cy="3351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24" name="Straight Connector 31">
            <a:extLst>
              <a:ext uri="{FF2B5EF4-FFF2-40B4-BE49-F238E27FC236}">
                <a16:creationId xmlns:a16="http://schemas.microsoft.com/office/drawing/2014/main" id="{927F6F51-D4A8-EFD9-DF04-4DAC1EC879B5}"/>
              </a:ext>
            </a:extLst>
          </p:cNvPr>
          <p:cNvCxnSpPr>
            <a:cxnSpLocks/>
            <a:stCxn id="6" idx="5"/>
            <a:endCxn id="16" idx="1"/>
          </p:cNvCxnSpPr>
          <p:nvPr/>
        </p:nvCxnSpPr>
        <p:spPr>
          <a:xfrm>
            <a:off x="8619481" y="2243467"/>
            <a:ext cx="843599" cy="400587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31">
            <a:extLst>
              <a:ext uri="{FF2B5EF4-FFF2-40B4-BE49-F238E27FC236}">
                <a16:creationId xmlns:a16="http://schemas.microsoft.com/office/drawing/2014/main" id="{B6A768BA-2DD2-0A0A-F134-D3979EB250A8}"/>
              </a:ext>
            </a:extLst>
          </p:cNvPr>
          <p:cNvCxnSpPr>
            <a:cxnSpLocks/>
            <a:stCxn id="16" idx="7"/>
            <a:endCxn id="8" idx="3"/>
          </p:cNvCxnSpPr>
          <p:nvPr/>
        </p:nvCxnSpPr>
        <p:spPr>
          <a:xfrm flipV="1">
            <a:off x="9700081" y="2243467"/>
            <a:ext cx="690315" cy="400587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1">
            <a:extLst>
              <a:ext uri="{FF2B5EF4-FFF2-40B4-BE49-F238E27FC236}">
                <a16:creationId xmlns:a16="http://schemas.microsoft.com/office/drawing/2014/main" id="{A35F56F4-B915-10DF-6B9A-950DA11B8296}"/>
              </a:ext>
            </a:extLst>
          </p:cNvPr>
          <p:cNvCxnSpPr>
            <a:cxnSpLocks/>
            <a:stCxn id="5" idx="7"/>
            <a:endCxn id="16" idx="3"/>
          </p:cNvCxnSpPr>
          <p:nvPr/>
        </p:nvCxnSpPr>
        <p:spPr>
          <a:xfrm flipV="1">
            <a:off x="8619481" y="2881055"/>
            <a:ext cx="843599" cy="482558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1">
            <a:extLst>
              <a:ext uri="{FF2B5EF4-FFF2-40B4-BE49-F238E27FC236}">
                <a16:creationId xmlns:a16="http://schemas.microsoft.com/office/drawing/2014/main" id="{15B8247C-A95D-9C84-601B-D392E6BC27F1}"/>
              </a:ext>
            </a:extLst>
          </p:cNvPr>
          <p:cNvCxnSpPr>
            <a:cxnSpLocks/>
            <a:stCxn id="16" idx="5"/>
            <a:endCxn id="7" idx="1"/>
          </p:cNvCxnSpPr>
          <p:nvPr/>
        </p:nvCxnSpPr>
        <p:spPr>
          <a:xfrm>
            <a:off x="9700081" y="2881055"/>
            <a:ext cx="690314" cy="482558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1">
            <a:extLst>
              <a:ext uri="{FF2B5EF4-FFF2-40B4-BE49-F238E27FC236}">
                <a16:creationId xmlns:a16="http://schemas.microsoft.com/office/drawing/2014/main" id="{CC2CD196-A606-4B8F-3978-BEF67043E262}"/>
              </a:ext>
            </a:extLst>
          </p:cNvPr>
          <p:cNvCxnSpPr>
            <a:cxnSpLocks/>
            <a:stCxn id="8" idx="6"/>
            <a:endCxn id="5" idx="4"/>
          </p:cNvCxnSpPr>
          <p:nvPr/>
        </p:nvCxnSpPr>
        <p:spPr>
          <a:xfrm flipH="1">
            <a:off x="8500981" y="2124967"/>
            <a:ext cx="2175501" cy="1524732"/>
          </a:xfrm>
          <a:prstGeom prst="curvedConnector4">
            <a:avLst>
              <a:gd name="adj1" fmla="val -28722"/>
              <a:gd name="adj2" fmla="val 148310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FFD259B-26B3-B1BD-566E-058DDC4836C3}"/>
                  </a:ext>
                </a:extLst>
              </p14:cNvPr>
              <p14:cNvContentPartPr/>
              <p14:nvPr/>
            </p14:nvContentPartPr>
            <p14:xfrm>
              <a:off x="1975680" y="1068480"/>
              <a:ext cx="4806000" cy="3778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FFD259B-26B3-B1BD-566E-058DDC4836C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6320" y="1059120"/>
                <a:ext cx="4824720" cy="379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5266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C3B95-8803-F548-902A-C791AB8A4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Classes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77D657-C44A-F1AF-8069-F7D2A0AB41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A Complexity Class is a set of problems (e.g. sorting, Euler path, Hamiltonian path)</a:t>
                </a:r>
              </a:p>
              <a:p>
                <a:pPr lvl="1"/>
                <a:r>
                  <a:rPr lang="en-US" dirty="0"/>
                  <a:t>The problems included in a complexity class are those whose most efficient algorithm has a specific upper bound on its running time (or memory use, or…)</a:t>
                </a:r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dirty="0"/>
                  <a:t>The set of all problems that can be solved by an algorithm with running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Contains: Finding the minimum of a list, finding the maximum of a list, </a:t>
                </a:r>
                <a:r>
                  <a:rPr lang="en-US" dirty="0" err="1"/>
                  <a:t>buildheap</a:t>
                </a:r>
                <a:r>
                  <a:rPr lang="en-US" dirty="0"/>
                  <a:t>, summing a list, etc.</a:t>
                </a:r>
              </a:p>
              <a:p>
                <a:pPr lvl="1"/>
                <a:r>
                  <a:rPr lang="en-US" dirty="0"/>
                  <a:t>The set of all problems that can be solved by an algorithm with running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Contains: everything above as well as sorting, Euler path</a:t>
                </a:r>
              </a:p>
              <a:p>
                <a:pPr lvl="1"/>
                <a:r>
                  <a:rPr lang="en-US" dirty="0"/>
                  <a:t>The set of all problems that can be solved by an algorithm with running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Contains: everything we’ve seen in this class so far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77D657-C44A-F1AF-8069-F7D2A0AB41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489D7BD-23F4-E763-DB62-CDA225E6E5F1}"/>
                  </a:ext>
                </a:extLst>
              </p14:cNvPr>
              <p14:cNvContentPartPr/>
              <p14:nvPr/>
            </p14:nvContentPartPr>
            <p14:xfrm>
              <a:off x="829440" y="547920"/>
              <a:ext cx="10726920" cy="5857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489D7BD-23F4-E763-DB62-CDA225E6E5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0080" y="538560"/>
                <a:ext cx="10745640" cy="587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6058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E3049-9A36-4872-6DE7-2BA549246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Classes and Tractability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E2FB8E-130B-75C8-4641-87C97C4EDA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To explore what problems are and are not tractable, we give some complexity classes special names:</a:t>
                </a:r>
              </a:p>
              <a:p>
                <a:r>
                  <a:rPr lang="en-US" b="0" dirty="0"/>
                  <a:t>Complexity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Stands for “Polynomial”</a:t>
                </a:r>
              </a:p>
              <a:p>
                <a:pPr lvl="1"/>
                <a:r>
                  <a:rPr lang="en-US" dirty="0"/>
                  <a:t>The set of problems which have an algorithm whose running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some choice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We say all problems belonging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are “Tractable”</a:t>
                </a:r>
              </a:p>
              <a:p>
                <a:r>
                  <a:rPr lang="en-US" dirty="0"/>
                  <a:t>Complexity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Stands for “Exponential”</a:t>
                </a:r>
              </a:p>
              <a:p>
                <a:pPr lvl="1"/>
                <a:r>
                  <a:rPr lang="en-US" dirty="0"/>
                  <a:t>The set of problems which have an algorithm whose running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sup>
                        </m:sSup>
                      </m:e>
                    </m:d>
                  </m:oMath>
                </a14:m>
                <a:r>
                  <a:rPr lang="en-US" dirty="0"/>
                  <a:t> for some choice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say all problems belonging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are “Intractable”</a:t>
                </a:r>
              </a:p>
              <a:p>
                <a:pPr lvl="2"/>
                <a:r>
                  <a:rPr lang="en-US" dirty="0"/>
                  <a:t>Disclaimer: Really it’s all problems outside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and there are problems which do not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, but we’re not going to worry about those in this class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E2FB8E-130B-75C8-4641-87C97C4EDA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928" t="-2421" r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270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41635B6-F402-1095-4877-EFE866AA1617}"/>
              </a:ext>
            </a:extLst>
          </p:cNvPr>
          <p:cNvSpPr/>
          <p:nvPr/>
        </p:nvSpPr>
        <p:spPr>
          <a:xfrm>
            <a:off x="60960" y="1564640"/>
            <a:ext cx="9306560" cy="509619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/>
              <p:nvPr/>
            </p:nvSpPr>
            <p:spPr>
              <a:xfrm>
                <a:off x="1635760" y="3469640"/>
                <a:ext cx="4998720" cy="255524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Polynomial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760" y="3469640"/>
                <a:ext cx="4998720" cy="255524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/>
              <p:nvPr/>
            </p:nvSpPr>
            <p:spPr>
              <a:xfrm>
                <a:off x="1981200" y="1670880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Exponential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670880"/>
                <a:ext cx="6096000" cy="1424429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72550DD-9FF2-C570-E745-65E19BAC93D5}"/>
              </a:ext>
            </a:extLst>
          </p:cNvPr>
          <p:cNvSpPr txBox="1"/>
          <p:nvPr/>
        </p:nvSpPr>
        <p:spPr>
          <a:xfrm>
            <a:off x="3471477" y="5383014"/>
            <a:ext cx="13272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Tractable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574646-F281-6298-2601-18567B627005}"/>
              </a:ext>
            </a:extLst>
          </p:cNvPr>
          <p:cNvSpPr txBox="1"/>
          <p:nvPr/>
        </p:nvSpPr>
        <p:spPr>
          <a:xfrm>
            <a:off x="7337357" y="4032547"/>
            <a:ext cx="1534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A50021"/>
                </a:solidFill>
              </a:rPr>
              <a:t>Intractable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/>
              <p:nvPr/>
            </p:nvSpPr>
            <p:spPr>
              <a:xfrm>
                <a:off x="5344160" y="212298"/>
                <a:ext cx="6924040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b="1" u="sng" dirty="0">
                    <a:solidFill>
                      <a:srgbClr val="FF0000"/>
                    </a:solidFill>
                  </a:rPr>
                  <a:t>Important!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⊂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𝐸𝑋𝑃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Every problem within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is also within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The intractable ones are the problems within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but NOT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160" y="212298"/>
                <a:ext cx="6924040" cy="1323439"/>
              </a:xfrm>
              <a:prstGeom prst="rect">
                <a:avLst/>
              </a:prstGeom>
              <a:blipFill>
                <a:blip r:embed="rId5"/>
                <a:stretch>
                  <a:fillRect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7056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41635B6-F402-1095-4877-EFE866AA1617}"/>
              </a:ext>
            </a:extLst>
          </p:cNvPr>
          <p:cNvSpPr/>
          <p:nvPr/>
        </p:nvSpPr>
        <p:spPr>
          <a:xfrm>
            <a:off x="60960" y="1564640"/>
            <a:ext cx="9306560" cy="509619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E63B7-26A8-E554-2435-7EE8062A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2CD1BFD-574C-E5F5-667A-A8E28277AD99}"/>
              </a:ext>
            </a:extLst>
          </p:cNvPr>
          <p:cNvSpPr/>
          <p:nvPr/>
        </p:nvSpPr>
        <p:spPr>
          <a:xfrm>
            <a:off x="261106" y="2732548"/>
            <a:ext cx="4998720" cy="255524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/>
              <p:nvPr/>
            </p:nvSpPr>
            <p:spPr>
              <a:xfrm>
                <a:off x="1981200" y="1670880"/>
                <a:ext cx="60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670880"/>
                <a:ext cx="60960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72550DD-9FF2-C570-E745-65E19BAC93D5}"/>
              </a:ext>
            </a:extLst>
          </p:cNvPr>
          <p:cNvSpPr txBox="1"/>
          <p:nvPr/>
        </p:nvSpPr>
        <p:spPr>
          <a:xfrm>
            <a:off x="2096823" y="4645922"/>
            <a:ext cx="13272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Tractable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574646-F281-6298-2601-18567B627005}"/>
              </a:ext>
            </a:extLst>
          </p:cNvPr>
          <p:cNvSpPr txBox="1"/>
          <p:nvPr/>
        </p:nvSpPr>
        <p:spPr>
          <a:xfrm>
            <a:off x="3809894" y="6098815"/>
            <a:ext cx="1534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Intractable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/>
              <p:nvPr/>
            </p:nvSpPr>
            <p:spPr>
              <a:xfrm>
                <a:off x="5344160" y="162420"/>
                <a:ext cx="6924040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b="1" u="sng" dirty="0">
                    <a:solidFill>
                      <a:srgbClr val="FF0000"/>
                    </a:solidFill>
                  </a:rPr>
                  <a:t>Important!</a:t>
                </a:r>
              </a:p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Some of the problems we’ve listed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could also be members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. Since membership is determined by a problem’s </a:t>
                </a:r>
                <a:r>
                  <a:rPr lang="en-US" sz="2000" i="1" dirty="0">
                    <a:solidFill>
                      <a:srgbClr val="FF0000"/>
                    </a:solidFill>
                  </a:rPr>
                  <a:t>most</a:t>
                </a:r>
                <a:r>
                  <a:rPr lang="en-US" sz="2000" dirty="0">
                    <a:solidFill>
                      <a:srgbClr val="FF0000"/>
                    </a:solidFill>
                  </a:rPr>
                  <a:t> efficient algorithm, knowing if a problem belongs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requires knowing the best algorithm possible!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160" y="162420"/>
                <a:ext cx="6924040" cy="1631216"/>
              </a:xfrm>
              <a:prstGeom prst="rect">
                <a:avLst/>
              </a:prstGeom>
              <a:blipFill>
                <a:blip r:embed="rId3"/>
                <a:stretch>
                  <a:fillRect t="-2247" r="-264" b="-5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464BCC-0AB2-C9A2-C0EE-1EFC632FB5C4}"/>
                  </a:ext>
                </a:extLst>
              </p:cNvPr>
              <p:cNvSpPr txBox="1"/>
              <p:nvPr/>
            </p:nvSpPr>
            <p:spPr>
              <a:xfrm>
                <a:off x="1105304" y="2971616"/>
                <a:ext cx="991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464BCC-0AB2-C9A2-C0EE-1EFC632FB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304" y="2971616"/>
                <a:ext cx="99151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C629A71-AB01-83C3-B166-62581ECB1099}"/>
              </a:ext>
            </a:extLst>
          </p:cNvPr>
          <p:cNvSpPr txBox="1"/>
          <p:nvPr/>
        </p:nvSpPr>
        <p:spPr>
          <a:xfrm>
            <a:off x="1102278" y="2952357"/>
            <a:ext cx="432119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Sorting</a:t>
            </a:r>
          </a:p>
          <a:p>
            <a:pPr algn="ctr"/>
            <a:r>
              <a:rPr lang="en-US" sz="2800" dirty="0"/>
              <a:t>Shortest Path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Euler Path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97214B-E7A6-DCFB-5A0B-3874A9D2C550}"/>
              </a:ext>
            </a:extLst>
          </p:cNvPr>
          <p:cNvSpPr txBox="1"/>
          <p:nvPr/>
        </p:nvSpPr>
        <p:spPr>
          <a:xfrm>
            <a:off x="4440933" y="2895021"/>
            <a:ext cx="432119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Hamiltonian Path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Longest Path</a:t>
            </a:r>
          </a:p>
          <a:p>
            <a:pPr algn="ctr"/>
            <a:r>
              <a:rPr lang="en-US" sz="2800" dirty="0"/>
              <a:t>Vertex Cover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Independent Set</a:t>
            </a:r>
          </a:p>
          <a:p>
            <a:pPr algn="ctr"/>
            <a:r>
              <a:rPr lang="en-US" sz="2800" dirty="0"/>
              <a:t>Satisfiability</a:t>
            </a:r>
          </a:p>
          <a:p>
            <a:pPr algn="ctr"/>
            <a:r>
              <a:rPr lang="en-US" sz="2800" dirty="0"/>
              <a:t>Most Board Game Strategies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385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907D8-AFB7-106C-286D-8A15C2C6E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Studying Complexity and Tractability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BC985-1CA7-0F95-E19A-C18AFEB4C4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Organizing problems into complexity classes helps us to reason more carefully and flexibly about tractability</a:t>
                </a:r>
              </a:p>
              <a:p>
                <a:r>
                  <a:rPr lang="en-US" dirty="0"/>
                  <a:t>The goal for each problem is to either</a:t>
                </a:r>
              </a:p>
              <a:p>
                <a:pPr lvl="1"/>
                <a:r>
                  <a:rPr lang="en-US" dirty="0"/>
                  <a:t>Find an efficient algorithm if it exists</a:t>
                </a:r>
              </a:p>
              <a:p>
                <a:pPr lvl="2"/>
                <a:r>
                  <a:rPr lang="en-US" dirty="0"/>
                  <a:t>i.e. show it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Prove that no efficient algorithm exists</a:t>
                </a:r>
              </a:p>
              <a:p>
                <a:pPr lvl="2"/>
                <a:r>
                  <a:rPr lang="en-US" dirty="0"/>
                  <a:t>i.e. show it does not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Complexity classes allow us to reason about sets of problems at a time, rather than each problem individually</a:t>
                </a:r>
              </a:p>
              <a:p>
                <a:pPr lvl="1"/>
                <a:r>
                  <a:rPr lang="en-US" dirty="0"/>
                  <a:t>If we can find more precise classes to organize problems into, we might be able to draw conclusions about the entire class</a:t>
                </a:r>
              </a:p>
              <a:p>
                <a:pPr lvl="1"/>
                <a:r>
                  <a:rPr lang="en-US" dirty="0"/>
                  <a:t>It may be easier to show a problem belongs to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than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so it may help to show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BC985-1CA7-0F95-E19A-C18AFEB4C4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t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1304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2A4056-3B1E-4C93-D4D8-6FC1AE79F22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Some problems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 seem “easier”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2A4056-3B1E-4C93-D4D8-6FC1AE79F2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84F8A-7B34-FBF2-A05D-44DB22992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some problems that we do not have polynomial time algorithms to solve, but provided answers are easy to check</a:t>
            </a:r>
          </a:p>
          <a:p>
            <a:r>
              <a:rPr lang="en-US" dirty="0"/>
              <a:t>Hamiltonian Path:</a:t>
            </a:r>
          </a:p>
          <a:p>
            <a:pPr lvl="1"/>
            <a:r>
              <a:rPr lang="en-US" dirty="0"/>
              <a:t>It’s “hard” to look at a graph and determine whether it has a Hamiltonian Path</a:t>
            </a:r>
          </a:p>
          <a:p>
            <a:pPr lvl="1"/>
            <a:r>
              <a:rPr lang="en-US" dirty="0"/>
              <a:t>It’s “easy” to look at a graph and a candidate path together and determine whether THAT path is a Hamiltonian Path </a:t>
            </a:r>
          </a:p>
          <a:p>
            <a:pPr lvl="2"/>
            <a:r>
              <a:rPr lang="en-US" dirty="0"/>
              <a:t>It’s easy to </a:t>
            </a:r>
            <a:r>
              <a:rPr lang="en-US" b="1" dirty="0"/>
              <a:t>verify</a:t>
            </a:r>
            <a:r>
              <a:rPr lang="en-US" dirty="0"/>
              <a:t> whether a given path is a Hamiltonian path</a:t>
            </a:r>
          </a:p>
        </p:txBody>
      </p:sp>
    </p:spTree>
    <p:extLst>
      <p:ext uri="{BB962C8B-B14F-4D97-AF65-F5344CB8AC3E}">
        <p14:creationId xmlns:p14="http://schemas.microsoft.com/office/powerpoint/2010/main" val="491663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60C0E09-0E0C-6D5C-E168-D8F5A7163FA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60C0E09-0E0C-6D5C-E168-D8F5A7163F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68C499-1D0B-7FAA-60A6-A273D22EA8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set of problems for which a candidate solution can be verified in polynomial time</a:t>
                </a:r>
              </a:p>
              <a:p>
                <a:pPr lvl="1"/>
                <a:r>
                  <a:rPr lang="en-US" dirty="0"/>
                  <a:t>Stands for “Non-deterministic Polynomial”</a:t>
                </a:r>
              </a:p>
              <a:p>
                <a:pPr lvl="2"/>
                <a:r>
                  <a:rPr lang="en-US" dirty="0"/>
                  <a:t>Corresponds to algorithms that can guess a solution (if it exists), that solution is then verified to be correct in polynomial time</a:t>
                </a:r>
              </a:p>
              <a:p>
                <a:pPr lvl="2"/>
                <a:r>
                  <a:rPr lang="en-US" dirty="0"/>
                  <a:t>Can also think of as allowing a special operation that allows the algorithm to magically guess the right choice at each step of an exhaustive search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Why?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68C499-1D0B-7FAA-60A6-A273D22EA8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6534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41635B6-F402-1095-4877-EFE866AA1617}"/>
              </a:ext>
            </a:extLst>
          </p:cNvPr>
          <p:cNvSpPr/>
          <p:nvPr/>
        </p:nvSpPr>
        <p:spPr>
          <a:xfrm>
            <a:off x="396240" y="715328"/>
            <a:ext cx="11602720" cy="61426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040" y="104140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040" y="104140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/>
              <p:nvPr/>
            </p:nvSpPr>
            <p:spPr>
              <a:xfrm>
                <a:off x="3342640" y="733886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Exponential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640" y="733886"/>
                <a:ext cx="6096000" cy="1424429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FBAF8506-45D6-1464-2EA9-BAD5C9E44E96}"/>
              </a:ext>
            </a:extLst>
          </p:cNvPr>
          <p:cNvSpPr/>
          <p:nvPr/>
        </p:nvSpPr>
        <p:spPr>
          <a:xfrm>
            <a:off x="995680" y="2158315"/>
            <a:ext cx="9804400" cy="411891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/>
              <p:nvPr/>
            </p:nvSpPr>
            <p:spPr>
              <a:xfrm>
                <a:off x="1391920" y="3176123"/>
                <a:ext cx="4998720" cy="255524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Polynomial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920" y="3176123"/>
                <a:ext cx="4998720" cy="255524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61229C-901F-E6AA-7760-7159895368CF}"/>
                  </a:ext>
                </a:extLst>
              </p:cNvPr>
              <p:cNvSpPr txBox="1"/>
              <p:nvPr/>
            </p:nvSpPr>
            <p:spPr>
              <a:xfrm>
                <a:off x="5303520" y="3004590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Nondeterministic Polynomial</a:t>
                </a:r>
              </a:p>
              <a:p>
                <a:pPr algn="ctr"/>
                <a:r>
                  <a:rPr lang="en-US" sz="2800" dirty="0"/>
                  <a:t>Verified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time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61229C-901F-E6AA-7760-715989536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0" y="3004590"/>
                <a:ext cx="6096000" cy="1424429"/>
              </a:xfrm>
              <a:prstGeom prst="rect">
                <a:avLst/>
              </a:prstGeom>
              <a:blipFill>
                <a:blip r:embed="rId5"/>
                <a:stretch>
                  <a:fillRect b="-8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AC71D22A-C4FD-A562-E8FB-9618A48A76F8}"/>
              </a:ext>
            </a:extLst>
          </p:cNvPr>
          <p:cNvGrpSpPr/>
          <p:nvPr/>
        </p:nvGrpSpPr>
        <p:grpSpPr>
          <a:xfrm rot="1389724">
            <a:off x="6200745" y="5135200"/>
            <a:ext cx="2475158" cy="523220"/>
            <a:chOff x="6197600" y="5013683"/>
            <a:chExt cx="2475158" cy="52322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281509-7CCC-72FA-5A63-28BAA927617A}"/>
                </a:ext>
              </a:extLst>
            </p:cNvPr>
            <p:cNvSpPr txBox="1"/>
            <p:nvPr/>
          </p:nvSpPr>
          <p:spPr>
            <a:xfrm>
              <a:off x="7053897" y="5013683"/>
              <a:ext cx="95560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rgbClr val="FF0000"/>
                  </a:solidFill>
                </a:rPr>
                <a:t>Gap?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82661DB-8387-2CF0-35D0-C14C37B0B8E7}"/>
                </a:ext>
              </a:extLst>
            </p:cNvPr>
            <p:cNvCxnSpPr>
              <a:stCxn id="12" idx="1"/>
            </p:cNvCxnSpPr>
            <p:nvPr/>
          </p:nvCxnSpPr>
          <p:spPr>
            <a:xfrm flipH="1">
              <a:off x="6197600" y="5275293"/>
              <a:ext cx="856297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15AF750-7ABB-9963-C32B-09B336727927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>
              <a:off x="8009501" y="5275293"/>
              <a:ext cx="66325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C565268-1DFA-2BDF-B753-888B618F5053}"/>
              </a:ext>
            </a:extLst>
          </p:cNvPr>
          <p:cNvSpPr txBox="1"/>
          <p:nvPr/>
        </p:nvSpPr>
        <p:spPr>
          <a:xfrm rot="1389724">
            <a:off x="6228679" y="5362557"/>
            <a:ext cx="1810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Unknown!</a:t>
            </a:r>
          </a:p>
        </p:txBody>
      </p:sp>
    </p:spTree>
    <p:extLst>
      <p:ext uri="{BB962C8B-B14F-4D97-AF65-F5344CB8AC3E}">
        <p14:creationId xmlns:p14="http://schemas.microsoft.com/office/powerpoint/2010/main" val="292207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and Verifying Hamiltonian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Give an algorithm to solve Hamiltonian Path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 Hamiltonian Path</a:t>
                </a:r>
              </a:p>
              <a:p>
                <a:pPr lvl="1"/>
                <a:r>
                  <a:rPr lang="en-US" dirty="0"/>
                  <a:t>Algorithm: Check whether each permutation of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is a path.</a:t>
                </a:r>
              </a:p>
              <a:p>
                <a:pPr lvl="2"/>
                <a:r>
                  <a:rPr lang="en-US" dirty="0"/>
                  <a:t>Running time: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dirty="0"/>
                  <a:t>, so does not show whether it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 an algorithm to verify Hamiltonian Path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sequence of nodes</a:t>
                </a:r>
              </a:p>
              <a:p>
                <a:pPr lvl="1"/>
                <a:r>
                  <a:rPr lang="en-US" dirty="0"/>
                  <a:t>Output: True if that sequence of nodes is a Hamiltonian Path</a:t>
                </a:r>
              </a:p>
              <a:p>
                <a:pPr lvl="1"/>
                <a:r>
                  <a:rPr lang="en-US" dirty="0"/>
                  <a:t>Algorithm:</a:t>
                </a:r>
              </a:p>
              <a:p>
                <a:pPr lvl="2"/>
                <a:r>
                  <a:rPr lang="en-US" dirty="0"/>
                  <a:t>Check that each node appears in the sequence exactly once</a:t>
                </a:r>
              </a:p>
              <a:p>
                <a:pPr lvl="2"/>
                <a:r>
                  <a:rPr lang="en-US" dirty="0"/>
                  <a:t>Check that the sequence is a path</a:t>
                </a:r>
              </a:p>
              <a:p>
                <a:pPr lvl="2"/>
                <a:r>
                  <a:rPr lang="en-US" dirty="0"/>
                  <a:t>Running time: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so it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1908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Party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23</a:t>
            </a:fld>
            <a:endParaRPr lang="en-US"/>
          </a:p>
        </p:txBody>
      </p:sp>
      <p:sp>
        <p:nvSpPr>
          <p:cNvPr id="5" name="AutoShape 14" descr="Image result for justin trudeau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6" descr="Image result for justin trudeau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22" descr="Image result for theresa may"/>
          <p:cNvSpPr>
            <a:spLocks noChangeAspect="1" noChangeArrowheads="1"/>
          </p:cNvSpPr>
          <p:nvPr/>
        </p:nvSpPr>
        <p:spPr bwMode="auto">
          <a:xfrm>
            <a:off x="1984375" y="1603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24" descr="Image result for theresa may"/>
          <p:cNvSpPr>
            <a:spLocks noChangeAspect="1" noChangeArrowheads="1"/>
          </p:cNvSpPr>
          <p:nvPr/>
        </p:nvSpPr>
        <p:spPr bwMode="auto">
          <a:xfrm>
            <a:off x="2136775" y="3127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26" descr="Image result for theresa may"/>
          <p:cNvSpPr>
            <a:spLocks noChangeAspect="1" noChangeArrowheads="1"/>
          </p:cNvSpPr>
          <p:nvPr/>
        </p:nvSpPr>
        <p:spPr bwMode="auto">
          <a:xfrm>
            <a:off x="2289175" y="4651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30" descr="Image result for Aaron Bloomfield"/>
          <p:cNvSpPr>
            <a:spLocks noChangeAspect="1" noChangeArrowheads="1"/>
          </p:cNvSpPr>
          <p:nvPr/>
        </p:nvSpPr>
        <p:spPr bwMode="auto">
          <a:xfrm>
            <a:off x="2441575" y="6175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4926051" y="1413405"/>
            <a:ext cx="6562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Draw Edges between people who don’t get along</a:t>
            </a:r>
          </a:p>
          <a:p>
            <a:r>
              <a:rPr lang="en-US" dirty="0"/>
              <a:t>How many people can I invite to a party if everyone must get along?</a:t>
            </a:r>
          </a:p>
        </p:txBody>
      </p:sp>
      <p:sp>
        <p:nvSpPr>
          <p:cNvPr id="3" name="AutoShape 2" descr="Boris Johnson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EBDB391-F091-1846-3790-16198B287E18}"/>
              </a:ext>
            </a:extLst>
          </p:cNvPr>
          <p:cNvGrpSpPr/>
          <p:nvPr/>
        </p:nvGrpSpPr>
        <p:grpSpPr>
          <a:xfrm>
            <a:off x="1822926" y="1377631"/>
            <a:ext cx="7796089" cy="5253107"/>
            <a:chOff x="1822926" y="1377631"/>
            <a:chExt cx="7796089" cy="5253107"/>
          </a:xfrm>
        </p:grpSpPr>
        <p:pic>
          <p:nvPicPr>
            <p:cNvPr id="1026" name="Picture 2" descr="Image result for Prince Harry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4506" y="2690352"/>
              <a:ext cx="58514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Image result for meghan markle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000"/>
            <a:stretch/>
          </p:blipFill>
          <p:spPr bwMode="auto">
            <a:xfrm>
              <a:off x="3885433" y="3361691"/>
              <a:ext cx="73152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Image result for Prince Charles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911" y="3891454"/>
              <a:ext cx="645104" cy="748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2" name="Picture 18" descr="Image result for justin trudeau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21" r="18091" b="33959"/>
            <a:stretch/>
          </p:blipFill>
          <p:spPr bwMode="auto">
            <a:xfrm>
              <a:off x="8003444" y="5781280"/>
              <a:ext cx="548808" cy="8494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4" name="Picture 20" descr="Image result for Elton John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42" t="4042" r="23983" b="31143"/>
            <a:stretch/>
          </p:blipFill>
          <p:spPr bwMode="auto">
            <a:xfrm>
              <a:off x="7170034" y="4639834"/>
              <a:ext cx="582207" cy="9023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8" name="Picture 34" descr="Image result for angela merkel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60" r="30251" b="40439"/>
            <a:stretch/>
          </p:blipFill>
          <p:spPr bwMode="auto">
            <a:xfrm>
              <a:off x="4802831" y="4752366"/>
              <a:ext cx="695829" cy="962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0" name="Picture 36" descr="Image result for paul mccartney"/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39" r="14441" b="27809"/>
            <a:stretch/>
          </p:blipFill>
          <p:spPr bwMode="auto">
            <a:xfrm>
              <a:off x="7688421" y="2589729"/>
              <a:ext cx="778308" cy="8904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6" name="Straight Connector 25"/>
            <p:cNvCxnSpPr>
              <a:stCxn id="1028" idx="3"/>
            </p:cNvCxnSpPr>
            <p:nvPr/>
          </p:nvCxnSpPr>
          <p:spPr>
            <a:xfrm>
              <a:off x="4616953" y="3727451"/>
              <a:ext cx="1313486" cy="41378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1026" idx="3"/>
              <a:endCxn id="1060" idx="1"/>
            </p:cNvCxnSpPr>
            <p:nvPr/>
          </p:nvCxnSpPr>
          <p:spPr>
            <a:xfrm flipV="1">
              <a:off x="2989647" y="3034948"/>
              <a:ext cx="4698775" cy="2116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1030" idx="1"/>
              <a:endCxn id="1060" idx="2"/>
            </p:cNvCxnSpPr>
            <p:nvPr/>
          </p:nvCxnSpPr>
          <p:spPr>
            <a:xfrm flipH="1" flipV="1">
              <a:off x="8077575" y="3480168"/>
              <a:ext cx="896336" cy="7854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1030" idx="1"/>
            </p:cNvCxnSpPr>
            <p:nvPr/>
          </p:nvCxnSpPr>
          <p:spPr>
            <a:xfrm flipH="1" flipV="1">
              <a:off x="6617443" y="4141234"/>
              <a:ext cx="2356468" cy="12441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1030" idx="1"/>
              <a:endCxn id="1044" idx="3"/>
            </p:cNvCxnSpPr>
            <p:nvPr/>
          </p:nvCxnSpPr>
          <p:spPr>
            <a:xfrm flipH="1">
              <a:off x="7752241" y="4265645"/>
              <a:ext cx="1221671" cy="82535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1030" idx="1"/>
              <a:endCxn id="1042" idx="0"/>
            </p:cNvCxnSpPr>
            <p:nvPr/>
          </p:nvCxnSpPr>
          <p:spPr>
            <a:xfrm flipH="1">
              <a:off x="8277849" y="4265644"/>
              <a:ext cx="696063" cy="151563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stCxn id="1042" idx="1"/>
            </p:cNvCxnSpPr>
            <p:nvPr/>
          </p:nvCxnSpPr>
          <p:spPr>
            <a:xfrm flipH="1" flipV="1">
              <a:off x="2565838" y="5714723"/>
              <a:ext cx="5437606" cy="491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1044" idx="1"/>
              <a:endCxn id="1058" idx="3"/>
            </p:cNvCxnSpPr>
            <p:nvPr/>
          </p:nvCxnSpPr>
          <p:spPr>
            <a:xfrm flipH="1">
              <a:off x="5498659" y="5091000"/>
              <a:ext cx="1671374" cy="1425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H="1">
              <a:off x="2289175" y="4525894"/>
              <a:ext cx="815802" cy="77420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2" descr="Joe Biden - CNBC">
              <a:extLst>
                <a:ext uri="{FF2B5EF4-FFF2-40B4-BE49-F238E27FC236}">
                  <a16:creationId xmlns:a16="http://schemas.microsoft.com/office/drawing/2014/main" id="{962C31A1-6E3C-712B-C18A-F732F7F6D43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98" r="26708" b="42616"/>
            <a:stretch/>
          </p:blipFill>
          <p:spPr bwMode="auto">
            <a:xfrm>
              <a:off x="5884166" y="3696565"/>
              <a:ext cx="778309" cy="969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4" descr="Emmanuel Macron - Wikipedia">
              <a:extLst>
                <a:ext uri="{FF2B5EF4-FFF2-40B4-BE49-F238E27FC236}">
                  <a16:creationId xmlns:a16="http://schemas.microsoft.com/office/drawing/2014/main" id="{0482CE18-CEF8-B794-ABC5-C2879D11D5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10" r="11235" b="39758"/>
            <a:stretch/>
          </p:blipFill>
          <p:spPr bwMode="auto">
            <a:xfrm>
              <a:off x="1822926" y="5162272"/>
              <a:ext cx="815802" cy="9798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6" descr="Taylor Swift set to make her feature directorial debut | CNN">
              <a:extLst>
                <a:ext uri="{FF2B5EF4-FFF2-40B4-BE49-F238E27FC236}">
                  <a16:creationId xmlns:a16="http://schemas.microsoft.com/office/drawing/2014/main" id="{E28D031F-BF6C-DD58-B24E-22BFDE50F7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32" r="25738" b="17703"/>
            <a:stretch/>
          </p:blipFill>
          <p:spPr bwMode="auto">
            <a:xfrm>
              <a:off x="2945852" y="3843828"/>
              <a:ext cx="704008" cy="8436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6FD067A-CC6D-6D54-0646-E140E9F8138F}"/>
                </a:ext>
              </a:extLst>
            </p:cNvPr>
            <p:cNvCxnSpPr/>
            <p:nvPr/>
          </p:nvCxnSpPr>
          <p:spPr>
            <a:xfrm>
              <a:off x="2446445" y="1797566"/>
              <a:ext cx="743692" cy="4604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8" descr="Ed Sheeran">
              <a:extLst>
                <a:ext uri="{FF2B5EF4-FFF2-40B4-BE49-F238E27FC236}">
                  <a16:creationId xmlns:a16="http://schemas.microsoft.com/office/drawing/2014/main" id="{34901888-5999-132B-BE71-0D5E65E1A3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0283" y="1377631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Pharrell Williams - Age, Wife &amp; &quot;Happy&quot;">
              <a:extLst>
                <a:ext uri="{FF2B5EF4-FFF2-40B4-BE49-F238E27FC236}">
                  <a16:creationId xmlns:a16="http://schemas.microsoft.com/office/drawing/2014/main" id="{16115C01-A579-BE4C-699B-5394A062C9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1741" y="1509255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20477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Independent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Independent set: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𝑆</m:t>
                    </m:r>
                    <m:r>
                      <a:rPr lang="en-US" i="1">
                        <a:latin typeface="Cambria Math"/>
                      </a:rPr>
                      <m:t>⊆</m:t>
                    </m:r>
                    <m:r>
                      <a:rPr lang="en-US" i="1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 is an independent set if no two nodes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share an edge</a:t>
                </a:r>
              </a:p>
              <a:p>
                <a:r>
                  <a:rPr lang="en-US" dirty="0"/>
                  <a:t>Independent Set Problem: </a:t>
                </a:r>
              </a:p>
              <a:p>
                <a:pPr lvl="1"/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𝐺</m:t>
                    </m:r>
                    <m:r>
                      <a:rPr lang="en-US" i="1">
                        <a:latin typeface="Cambria Math"/>
                      </a:rPr>
                      <m:t>=(</m:t>
                    </m:r>
                    <m:r>
                      <a:rPr lang="en-US" i="1">
                        <a:latin typeface="Cambria Math"/>
                      </a:rPr>
                      <m:t>𝑉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𝐸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/>
                  <a:t>, determine whether there is an independent set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/>
                      </a:rPr>
                      <m:t>𝑘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1199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25</a:t>
            </a:fld>
            <a:endParaRPr lang="en-US"/>
          </a:p>
        </p:txBody>
      </p:sp>
      <p:sp>
        <p:nvSpPr>
          <p:cNvPr id="5" name="AutoShape 14" descr="Image result for justin trudeau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6" descr="Image result for justin trudeau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22" descr="Image result for theresa may"/>
          <p:cNvSpPr>
            <a:spLocks noChangeAspect="1" noChangeArrowheads="1"/>
          </p:cNvSpPr>
          <p:nvPr/>
        </p:nvSpPr>
        <p:spPr bwMode="auto">
          <a:xfrm>
            <a:off x="1984375" y="1603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24" descr="Image result for theresa may"/>
          <p:cNvSpPr>
            <a:spLocks noChangeAspect="1" noChangeArrowheads="1"/>
          </p:cNvSpPr>
          <p:nvPr/>
        </p:nvSpPr>
        <p:spPr bwMode="auto">
          <a:xfrm>
            <a:off x="2136775" y="3127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26" descr="Image result for theresa may"/>
          <p:cNvSpPr>
            <a:spLocks noChangeAspect="1" noChangeArrowheads="1"/>
          </p:cNvSpPr>
          <p:nvPr/>
        </p:nvSpPr>
        <p:spPr bwMode="auto">
          <a:xfrm>
            <a:off x="2289175" y="4651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30" descr="Image result for Aaron Bloomfield"/>
          <p:cNvSpPr>
            <a:spLocks noChangeAspect="1" noChangeArrowheads="1"/>
          </p:cNvSpPr>
          <p:nvPr/>
        </p:nvSpPr>
        <p:spPr bwMode="auto">
          <a:xfrm>
            <a:off x="2441575" y="6175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39034" y="1476112"/>
            <a:ext cx="33166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Independent set of size 6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9078E9B-D60C-2C70-39F8-53C50A04FF80}"/>
              </a:ext>
            </a:extLst>
          </p:cNvPr>
          <p:cNvGrpSpPr/>
          <p:nvPr/>
        </p:nvGrpSpPr>
        <p:grpSpPr>
          <a:xfrm>
            <a:off x="1650264" y="1218142"/>
            <a:ext cx="8281702" cy="4725458"/>
            <a:chOff x="1650264" y="1218142"/>
            <a:chExt cx="8281702" cy="4725458"/>
          </a:xfrm>
        </p:grpSpPr>
        <p:sp>
          <p:nvSpPr>
            <p:cNvPr id="3" name="Oval 2"/>
            <p:cNvSpPr/>
            <p:nvPr/>
          </p:nvSpPr>
          <p:spPr>
            <a:xfrm>
              <a:off x="1650264" y="1218142"/>
              <a:ext cx="1193396" cy="108513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1930334" y="2389557"/>
              <a:ext cx="1271007" cy="133789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3658898" y="3089427"/>
              <a:ext cx="1271007" cy="133789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4495800" y="4605706"/>
              <a:ext cx="1271007" cy="133789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8660959" y="3575103"/>
              <a:ext cx="1271007" cy="133789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2593975" y="3638669"/>
              <a:ext cx="1271007" cy="133789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8F83D5C-B06D-5B61-F1B7-071B58B75FA4}"/>
              </a:ext>
            </a:extLst>
          </p:cNvPr>
          <p:cNvGrpSpPr/>
          <p:nvPr/>
        </p:nvGrpSpPr>
        <p:grpSpPr>
          <a:xfrm>
            <a:off x="1822926" y="1377631"/>
            <a:ext cx="7796089" cy="5253107"/>
            <a:chOff x="1822926" y="1377631"/>
            <a:chExt cx="7796089" cy="5253107"/>
          </a:xfrm>
        </p:grpSpPr>
        <p:pic>
          <p:nvPicPr>
            <p:cNvPr id="54" name="Picture 2" descr="Image result for Prince Harry">
              <a:extLst>
                <a:ext uri="{FF2B5EF4-FFF2-40B4-BE49-F238E27FC236}">
                  <a16:creationId xmlns:a16="http://schemas.microsoft.com/office/drawing/2014/main" id="{FC7BF773-543A-36BB-85A2-E852E796E2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4506" y="2690352"/>
              <a:ext cx="58514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4" descr="Image result for meghan markle">
              <a:extLst>
                <a:ext uri="{FF2B5EF4-FFF2-40B4-BE49-F238E27FC236}">
                  <a16:creationId xmlns:a16="http://schemas.microsoft.com/office/drawing/2014/main" id="{18976E11-3245-3052-1367-F83E3B8CA8D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000"/>
            <a:stretch/>
          </p:blipFill>
          <p:spPr bwMode="auto">
            <a:xfrm>
              <a:off x="3885433" y="3361691"/>
              <a:ext cx="73152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6" descr="Image result for Prince Charles">
              <a:extLst>
                <a:ext uri="{FF2B5EF4-FFF2-40B4-BE49-F238E27FC236}">
                  <a16:creationId xmlns:a16="http://schemas.microsoft.com/office/drawing/2014/main" id="{E0E20691-7F62-4E1C-E08A-BBC1D9ED6E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911" y="3891454"/>
              <a:ext cx="645104" cy="748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Picture 18" descr="Image result for justin trudeau">
              <a:extLst>
                <a:ext uri="{FF2B5EF4-FFF2-40B4-BE49-F238E27FC236}">
                  <a16:creationId xmlns:a16="http://schemas.microsoft.com/office/drawing/2014/main" id="{7091F052-D78A-5EC1-422D-C05634FFD23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21" r="18091" b="33959"/>
            <a:stretch/>
          </p:blipFill>
          <p:spPr bwMode="auto">
            <a:xfrm>
              <a:off x="8003444" y="5781280"/>
              <a:ext cx="548808" cy="8494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20" descr="Image result for Elton John">
              <a:extLst>
                <a:ext uri="{FF2B5EF4-FFF2-40B4-BE49-F238E27FC236}">
                  <a16:creationId xmlns:a16="http://schemas.microsoft.com/office/drawing/2014/main" id="{C869DCB8-FC13-CA2C-E8D8-222848EF79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42" t="4042" r="23983" b="31143"/>
            <a:stretch/>
          </p:blipFill>
          <p:spPr bwMode="auto">
            <a:xfrm>
              <a:off x="7170034" y="4639834"/>
              <a:ext cx="582207" cy="9023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34" descr="Image result for angela merkel">
              <a:extLst>
                <a:ext uri="{FF2B5EF4-FFF2-40B4-BE49-F238E27FC236}">
                  <a16:creationId xmlns:a16="http://schemas.microsoft.com/office/drawing/2014/main" id="{EC5C45C6-D6C2-4402-049A-BAAD9E8A8B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60" r="30251" b="40439"/>
            <a:stretch/>
          </p:blipFill>
          <p:spPr bwMode="auto">
            <a:xfrm>
              <a:off x="4802831" y="4752366"/>
              <a:ext cx="695829" cy="962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36" descr="Image result for paul mccartney">
              <a:extLst>
                <a:ext uri="{FF2B5EF4-FFF2-40B4-BE49-F238E27FC236}">
                  <a16:creationId xmlns:a16="http://schemas.microsoft.com/office/drawing/2014/main" id="{61760EA7-C5B0-FE7B-CD24-EEC6A134E4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39" r="14441" b="27809"/>
            <a:stretch/>
          </p:blipFill>
          <p:spPr bwMode="auto">
            <a:xfrm>
              <a:off x="7688421" y="2589729"/>
              <a:ext cx="778308" cy="8904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9AC9EFE-C8B4-2B76-9F59-E83ABDEB7A4C}"/>
                </a:ext>
              </a:extLst>
            </p:cNvPr>
            <p:cNvCxnSpPr>
              <a:stCxn id="55" idx="3"/>
            </p:cNvCxnSpPr>
            <p:nvPr/>
          </p:nvCxnSpPr>
          <p:spPr>
            <a:xfrm>
              <a:off x="4616953" y="3727451"/>
              <a:ext cx="1313486" cy="41378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4D112E7-7183-183E-7C90-FA150E696656}"/>
                </a:ext>
              </a:extLst>
            </p:cNvPr>
            <p:cNvCxnSpPr>
              <a:stCxn id="54" idx="3"/>
              <a:endCxn id="61" idx="1"/>
            </p:cNvCxnSpPr>
            <p:nvPr/>
          </p:nvCxnSpPr>
          <p:spPr>
            <a:xfrm flipV="1">
              <a:off x="2989647" y="3034948"/>
              <a:ext cx="4698775" cy="2116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0D871E6D-2982-E6D2-F692-6FD8D572CDBD}"/>
                </a:ext>
              </a:extLst>
            </p:cNvPr>
            <p:cNvCxnSpPr>
              <a:stCxn id="56" idx="1"/>
              <a:endCxn id="61" idx="2"/>
            </p:cNvCxnSpPr>
            <p:nvPr/>
          </p:nvCxnSpPr>
          <p:spPr>
            <a:xfrm flipH="1" flipV="1">
              <a:off x="8077575" y="3480168"/>
              <a:ext cx="896336" cy="7854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30157654-DC71-4772-AAA4-D605A2A32DAA}"/>
                </a:ext>
              </a:extLst>
            </p:cNvPr>
            <p:cNvCxnSpPr>
              <a:stCxn id="56" idx="1"/>
            </p:cNvCxnSpPr>
            <p:nvPr/>
          </p:nvCxnSpPr>
          <p:spPr>
            <a:xfrm flipH="1" flipV="1">
              <a:off x="6617443" y="4141234"/>
              <a:ext cx="2356468" cy="12441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Straight Connector 1026">
              <a:extLst>
                <a:ext uri="{FF2B5EF4-FFF2-40B4-BE49-F238E27FC236}">
                  <a16:creationId xmlns:a16="http://schemas.microsoft.com/office/drawing/2014/main" id="{33A0686C-6192-785E-3908-93BE44CA529F}"/>
                </a:ext>
              </a:extLst>
            </p:cNvPr>
            <p:cNvCxnSpPr>
              <a:stCxn id="56" idx="1"/>
              <a:endCxn id="59" idx="3"/>
            </p:cNvCxnSpPr>
            <p:nvPr/>
          </p:nvCxnSpPr>
          <p:spPr>
            <a:xfrm flipH="1">
              <a:off x="7752241" y="4265645"/>
              <a:ext cx="1221671" cy="82535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Straight Connector 1028">
              <a:extLst>
                <a:ext uri="{FF2B5EF4-FFF2-40B4-BE49-F238E27FC236}">
                  <a16:creationId xmlns:a16="http://schemas.microsoft.com/office/drawing/2014/main" id="{C0E3B107-C700-D459-FF70-4E7F8E49DE14}"/>
                </a:ext>
              </a:extLst>
            </p:cNvPr>
            <p:cNvCxnSpPr>
              <a:stCxn id="56" idx="1"/>
              <a:endCxn id="58" idx="0"/>
            </p:cNvCxnSpPr>
            <p:nvPr/>
          </p:nvCxnSpPr>
          <p:spPr>
            <a:xfrm flipH="1">
              <a:off x="8277849" y="4265644"/>
              <a:ext cx="696063" cy="151563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DF9EF4EE-F63C-1D9C-F677-3A71A2D459F0}"/>
                </a:ext>
              </a:extLst>
            </p:cNvPr>
            <p:cNvCxnSpPr>
              <a:stCxn id="58" idx="1"/>
            </p:cNvCxnSpPr>
            <p:nvPr/>
          </p:nvCxnSpPr>
          <p:spPr>
            <a:xfrm flipH="1" flipV="1">
              <a:off x="2565838" y="5714723"/>
              <a:ext cx="5437606" cy="491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1DDBFF65-E730-587C-9097-0D975EAD565B}"/>
                </a:ext>
              </a:extLst>
            </p:cNvPr>
            <p:cNvCxnSpPr>
              <a:stCxn id="59" idx="1"/>
              <a:endCxn id="60" idx="3"/>
            </p:cNvCxnSpPr>
            <p:nvPr/>
          </p:nvCxnSpPr>
          <p:spPr>
            <a:xfrm flipH="1">
              <a:off x="5498659" y="5091000"/>
              <a:ext cx="1671374" cy="1425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Straight Connector 1033">
              <a:extLst>
                <a:ext uri="{FF2B5EF4-FFF2-40B4-BE49-F238E27FC236}">
                  <a16:creationId xmlns:a16="http://schemas.microsoft.com/office/drawing/2014/main" id="{61DA65C4-9194-5335-DCCA-B8618CFAF63D}"/>
                </a:ext>
              </a:extLst>
            </p:cNvPr>
            <p:cNvCxnSpPr/>
            <p:nvPr/>
          </p:nvCxnSpPr>
          <p:spPr>
            <a:xfrm flipH="1">
              <a:off x="2289175" y="4525894"/>
              <a:ext cx="815802" cy="77420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35" name="Picture 2" descr="Joe Biden - CNBC">
              <a:extLst>
                <a:ext uri="{FF2B5EF4-FFF2-40B4-BE49-F238E27FC236}">
                  <a16:creationId xmlns:a16="http://schemas.microsoft.com/office/drawing/2014/main" id="{A411C35C-A4E2-3254-9169-5A9C40884E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98" r="26708" b="42616"/>
            <a:stretch/>
          </p:blipFill>
          <p:spPr bwMode="auto">
            <a:xfrm>
              <a:off x="5884166" y="3696565"/>
              <a:ext cx="778309" cy="969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7" name="Picture 4" descr="Emmanuel Macron - Wikipedia">
              <a:extLst>
                <a:ext uri="{FF2B5EF4-FFF2-40B4-BE49-F238E27FC236}">
                  <a16:creationId xmlns:a16="http://schemas.microsoft.com/office/drawing/2014/main" id="{4D391E1C-1EDA-14A3-9DCA-919040D43AC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10" r="11235" b="39758"/>
            <a:stretch/>
          </p:blipFill>
          <p:spPr bwMode="auto">
            <a:xfrm>
              <a:off x="1822926" y="5162272"/>
              <a:ext cx="815802" cy="9798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6" descr="Taylor Swift set to make her feature directorial debut | CNN">
              <a:extLst>
                <a:ext uri="{FF2B5EF4-FFF2-40B4-BE49-F238E27FC236}">
                  <a16:creationId xmlns:a16="http://schemas.microsoft.com/office/drawing/2014/main" id="{79788093-DC07-81F4-2186-40AE05B2380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32" r="25738" b="17703"/>
            <a:stretch/>
          </p:blipFill>
          <p:spPr bwMode="auto">
            <a:xfrm>
              <a:off x="2945852" y="3843828"/>
              <a:ext cx="704008" cy="8436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39" name="Straight Connector 1038">
              <a:extLst>
                <a:ext uri="{FF2B5EF4-FFF2-40B4-BE49-F238E27FC236}">
                  <a16:creationId xmlns:a16="http://schemas.microsoft.com/office/drawing/2014/main" id="{0399E19D-B23D-BB29-F3A7-827B923531CE}"/>
                </a:ext>
              </a:extLst>
            </p:cNvPr>
            <p:cNvCxnSpPr/>
            <p:nvPr/>
          </p:nvCxnSpPr>
          <p:spPr>
            <a:xfrm>
              <a:off x="2446445" y="1797566"/>
              <a:ext cx="743692" cy="4604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40" name="Picture 8" descr="Ed Sheeran">
              <a:extLst>
                <a:ext uri="{FF2B5EF4-FFF2-40B4-BE49-F238E27FC236}">
                  <a16:creationId xmlns:a16="http://schemas.microsoft.com/office/drawing/2014/main" id="{1678B1E8-7F87-809D-84DD-C51634FDB4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0283" y="1377631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1" name="Picture 10" descr="Pharrell Williams - Age, Wife &amp; &quot;Happy&quot;">
              <a:extLst>
                <a:ext uri="{FF2B5EF4-FFF2-40B4-BE49-F238E27FC236}">
                  <a16:creationId xmlns:a16="http://schemas.microsoft.com/office/drawing/2014/main" id="{873C8361-77B5-F5CC-E499-9D9F79B0B8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1741" y="1509255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7448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and Verifying Independent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 an algorithm to </a:t>
                </a:r>
                <a:r>
                  <a:rPr lang="en-US" b="1" dirty="0"/>
                  <a:t>solve</a:t>
                </a:r>
                <a:r>
                  <a:rPr lang="en-US" dirty="0"/>
                  <a:t> independent set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an independent set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 an algorithm to </a:t>
                </a:r>
                <a:r>
                  <a:rPr lang="en-US" b="1" dirty="0"/>
                  <a:t>verify</a:t>
                </a:r>
                <a:r>
                  <a:rPr lang="en-US" dirty="0"/>
                  <a:t> independent set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and a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an independent set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98035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Baseball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27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 rot="10800000">
            <a:off x="5179497" y="4800601"/>
            <a:ext cx="1060704" cy="914400"/>
            <a:chOff x="2133600" y="4191000"/>
            <a:chExt cx="1060704" cy="914400"/>
          </a:xfrm>
        </p:grpSpPr>
        <p:sp>
          <p:nvSpPr>
            <p:cNvPr id="7" name="Isosceles Triangle 6"/>
            <p:cNvSpPr/>
            <p:nvPr/>
          </p:nvSpPr>
          <p:spPr>
            <a:xfrm>
              <a:off x="2133600" y="4191000"/>
              <a:ext cx="1060704" cy="457200"/>
            </a:xfrm>
            <a:prstGeom prst="triangl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133600" y="4648200"/>
              <a:ext cx="1060704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a:endParaRPr>
            </a:p>
          </p:txBody>
        </p:sp>
      </p:grpSp>
      <p:sp>
        <p:nvSpPr>
          <p:cNvPr id="10" name="Rectangle 9"/>
          <p:cNvSpPr/>
          <p:nvPr/>
        </p:nvSpPr>
        <p:spPr>
          <a:xfrm>
            <a:off x="3429000" y="3048000"/>
            <a:ext cx="914400" cy="914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010400" y="3048000"/>
            <a:ext cx="914400" cy="914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252648" y="1345324"/>
            <a:ext cx="914400" cy="914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>
            <a:stCxn id="8" idx="1"/>
            <a:endCxn id="11" idx="2"/>
          </p:cNvCxnSpPr>
          <p:nvPr/>
        </p:nvCxnSpPr>
        <p:spPr>
          <a:xfrm flipV="1">
            <a:off x="6240202" y="3962401"/>
            <a:ext cx="1227399" cy="106680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0" idx="2"/>
            <a:endCxn id="8" idx="3"/>
          </p:cNvCxnSpPr>
          <p:nvPr/>
        </p:nvCxnSpPr>
        <p:spPr>
          <a:xfrm>
            <a:off x="3886201" y="3962401"/>
            <a:ext cx="1293297" cy="106680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2" idx="1"/>
            <a:endCxn id="10" idx="0"/>
          </p:cNvCxnSpPr>
          <p:nvPr/>
        </p:nvCxnSpPr>
        <p:spPr>
          <a:xfrm flipH="1">
            <a:off x="3886200" y="1802524"/>
            <a:ext cx="1366448" cy="124547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1" idx="0"/>
            <a:endCxn id="12" idx="3"/>
          </p:cNvCxnSpPr>
          <p:nvPr/>
        </p:nvCxnSpPr>
        <p:spPr>
          <a:xfrm flipH="1" flipV="1">
            <a:off x="6167048" y="1802524"/>
            <a:ext cx="1300552" cy="124547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453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Baseball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28</a:t>
            </a:fld>
            <a:endParaRPr lang="en-US"/>
          </a:p>
        </p:txBody>
      </p:sp>
      <p:grpSp>
        <p:nvGrpSpPr>
          <p:cNvPr id="53" name="Group 52"/>
          <p:cNvGrpSpPr/>
          <p:nvPr/>
        </p:nvGrpSpPr>
        <p:grpSpPr>
          <a:xfrm>
            <a:off x="2181226" y="1481300"/>
            <a:ext cx="5514975" cy="4914248"/>
            <a:chOff x="657225" y="1481300"/>
            <a:chExt cx="5514975" cy="4914248"/>
          </a:xfrm>
        </p:grpSpPr>
        <p:cxnSp>
          <p:nvCxnSpPr>
            <p:cNvPr id="14" name="Straight Connector 13"/>
            <p:cNvCxnSpPr>
              <a:stCxn id="8" idx="1"/>
              <a:endCxn id="23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10" idx="2"/>
              <a:endCxn id="8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23" idx="1"/>
              <a:endCxn id="10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28" idx="2"/>
              <a:endCxn id="10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28" idx="3"/>
              <a:endCxn id="29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29" idx="3"/>
              <a:endCxn id="26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29" idx="2"/>
              <a:endCxn id="27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27" idx="3"/>
              <a:endCxn id="30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26" idx="2"/>
              <a:endCxn id="30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29" idx="3"/>
              <a:endCxn id="63" idx="1"/>
            </p:cNvCxnSpPr>
            <p:nvPr/>
          </p:nvCxnSpPr>
          <p:spPr>
            <a:xfrm flipV="1">
              <a:off x="3306551" y="1709900"/>
              <a:ext cx="952184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26" idx="0"/>
              <a:endCxn id="63" idx="3"/>
            </p:cNvCxnSpPr>
            <p:nvPr/>
          </p:nvCxnSpPr>
          <p:spPr>
            <a:xfrm flipH="1" flipV="1">
              <a:off x="4715935" y="1709900"/>
              <a:ext cx="1227665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23" idx="0"/>
              <a:endCxn id="30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23" idx="0"/>
              <a:endCxn id="26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7" name="Isosceles Triangle 6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258735" y="14813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7239000" y="1292170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Need to place defenders on bases such that every edge is defended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30814" y="2075957"/>
            <a:ext cx="3922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many defenders would suffice?</a:t>
            </a:r>
          </a:p>
        </p:txBody>
      </p:sp>
    </p:spTree>
    <p:extLst>
      <p:ext uri="{BB962C8B-B14F-4D97-AF65-F5344CB8AC3E}">
        <p14:creationId xmlns:p14="http://schemas.microsoft.com/office/powerpoint/2010/main" val="39501535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Cover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Vertex Cover: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  <m:r>
                      <a:rPr lang="en-US" b="0" i="1" smtClean="0">
                        <a:latin typeface="Cambria Math"/>
                      </a:rPr>
                      <m:t>⊆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 is a vertex cover if every edge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𝐸</m:t>
                    </m:r>
                  </m:oMath>
                </a14:m>
                <a:r>
                  <a:rPr lang="en-US" dirty="0"/>
                  <a:t> has one of its endpoints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Vertex Cover Problem: </a:t>
                </a:r>
              </a:p>
              <a:p>
                <a:pPr lvl="1"/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𝐺</m:t>
                    </m:r>
                    <m:r>
                      <a:rPr lang="en-US" b="0" i="1" smtClean="0">
                        <a:latin typeface="Cambria Math"/>
                      </a:rPr>
                      <m:t>=(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𝐸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determine if there is a vertex cover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8593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30</a:t>
            </a:fld>
            <a:endParaRPr lang="en-US"/>
          </a:p>
        </p:txBody>
      </p:sp>
      <p:cxnSp>
        <p:nvCxnSpPr>
          <p:cNvPr id="14" name="Straight Connector 13"/>
          <p:cNvCxnSpPr>
            <a:stCxn id="8" idx="1"/>
            <a:endCxn id="23" idx="2"/>
          </p:cNvCxnSpPr>
          <p:nvPr/>
        </p:nvCxnSpPr>
        <p:spPr>
          <a:xfrm flipV="1">
            <a:off x="4711377" y="5562601"/>
            <a:ext cx="1570890" cy="49004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0" idx="2"/>
            <a:endCxn id="8" idx="3"/>
          </p:cNvCxnSpPr>
          <p:nvPr/>
        </p:nvCxnSpPr>
        <p:spPr>
          <a:xfrm>
            <a:off x="3578088" y="5181601"/>
            <a:ext cx="602937" cy="87104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23" idx="1"/>
            <a:endCxn id="10" idx="3"/>
          </p:cNvCxnSpPr>
          <p:nvPr/>
        </p:nvCxnSpPr>
        <p:spPr>
          <a:xfrm flipH="1" flipV="1">
            <a:off x="3806687" y="4953000"/>
            <a:ext cx="2246980" cy="3810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28" idx="2"/>
            <a:endCxn id="10" idx="0"/>
          </p:cNvCxnSpPr>
          <p:nvPr/>
        </p:nvCxnSpPr>
        <p:spPr>
          <a:xfrm>
            <a:off x="2409825" y="3032236"/>
            <a:ext cx="1168262" cy="169216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8" idx="3"/>
            <a:endCxn id="29" idx="1"/>
          </p:cNvCxnSpPr>
          <p:nvPr/>
        </p:nvCxnSpPr>
        <p:spPr>
          <a:xfrm flipV="1">
            <a:off x="2638425" y="2447105"/>
            <a:ext cx="1734926" cy="35653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29" idx="3"/>
            <a:endCxn id="26" idx="1"/>
          </p:cNvCxnSpPr>
          <p:nvPr/>
        </p:nvCxnSpPr>
        <p:spPr>
          <a:xfrm>
            <a:off x="4830552" y="2447105"/>
            <a:ext cx="2408449" cy="58677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29" idx="2"/>
            <a:endCxn id="27" idx="0"/>
          </p:cNvCxnSpPr>
          <p:nvPr/>
        </p:nvCxnSpPr>
        <p:spPr>
          <a:xfrm flipH="1">
            <a:off x="4137081" y="2675705"/>
            <a:ext cx="464871" cy="78679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27" idx="3"/>
            <a:endCxn id="30" idx="1"/>
          </p:cNvCxnSpPr>
          <p:nvPr/>
        </p:nvCxnSpPr>
        <p:spPr>
          <a:xfrm>
            <a:off x="4365681" y="3691099"/>
            <a:ext cx="959855" cy="4197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26" idx="2"/>
            <a:endCxn id="30" idx="0"/>
          </p:cNvCxnSpPr>
          <p:nvPr/>
        </p:nvCxnSpPr>
        <p:spPr>
          <a:xfrm flipH="1">
            <a:off x="5554136" y="3262477"/>
            <a:ext cx="1913465" cy="61978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29" idx="3"/>
            <a:endCxn id="63" idx="1"/>
          </p:cNvCxnSpPr>
          <p:nvPr/>
        </p:nvCxnSpPr>
        <p:spPr>
          <a:xfrm flipV="1">
            <a:off x="4830552" y="1709900"/>
            <a:ext cx="909851" cy="73720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26" idx="0"/>
            <a:endCxn id="63" idx="3"/>
          </p:cNvCxnSpPr>
          <p:nvPr/>
        </p:nvCxnSpPr>
        <p:spPr>
          <a:xfrm flipH="1" flipV="1">
            <a:off x="6197602" y="1709901"/>
            <a:ext cx="1269998" cy="109537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23" idx="0"/>
            <a:endCxn id="30" idx="2"/>
          </p:cNvCxnSpPr>
          <p:nvPr/>
        </p:nvCxnSpPr>
        <p:spPr>
          <a:xfrm flipH="1" flipV="1">
            <a:off x="5554135" y="4339458"/>
            <a:ext cx="728132" cy="76594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23" idx="0"/>
            <a:endCxn id="26" idx="2"/>
          </p:cNvCxnSpPr>
          <p:nvPr/>
        </p:nvCxnSpPr>
        <p:spPr>
          <a:xfrm flipV="1">
            <a:off x="6282268" y="3262478"/>
            <a:ext cx="1185333" cy="184292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 rot="10800000">
            <a:off x="4181025" y="5938348"/>
            <a:ext cx="530353" cy="457201"/>
            <a:chOff x="2133600" y="4191000"/>
            <a:chExt cx="1060704" cy="914400"/>
          </a:xfrm>
        </p:grpSpPr>
        <p:sp>
          <p:nvSpPr>
            <p:cNvPr id="7" name="Isosceles Triangle 6"/>
            <p:cNvSpPr/>
            <p:nvPr/>
          </p:nvSpPr>
          <p:spPr>
            <a:xfrm>
              <a:off x="2133600" y="4191000"/>
              <a:ext cx="1060704" cy="457200"/>
            </a:xfrm>
            <a:prstGeom prst="triangl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133600" y="4648200"/>
              <a:ext cx="1060704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a:endParaRPr>
            </a:p>
          </p:txBody>
        </p:sp>
      </p:grpSp>
      <p:sp>
        <p:nvSpPr>
          <p:cNvPr id="10" name="Rectangle 9"/>
          <p:cNvSpPr/>
          <p:nvPr/>
        </p:nvSpPr>
        <p:spPr>
          <a:xfrm>
            <a:off x="3349487" y="47244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053667" y="51054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239000" y="2805277"/>
            <a:ext cx="457200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908480" y="3462499"/>
            <a:ext cx="457200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181225" y="2575035"/>
            <a:ext cx="457200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373351" y="2218504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5325535" y="3882257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5740402" y="14813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7239000" y="1292170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Vertex cover of size 5</a:t>
            </a:r>
          </a:p>
        </p:txBody>
      </p:sp>
    </p:spTree>
    <p:extLst>
      <p:ext uri="{BB962C8B-B14F-4D97-AF65-F5344CB8AC3E}">
        <p14:creationId xmlns:p14="http://schemas.microsoft.com/office/powerpoint/2010/main" val="33756504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and Verifying Vertex Cover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 an algorithm to </a:t>
                </a:r>
                <a:r>
                  <a:rPr lang="en-US" b="1" dirty="0"/>
                  <a:t>solve</a:t>
                </a:r>
                <a:r>
                  <a:rPr lang="en-US" dirty="0"/>
                  <a:t> vertex cover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 vertex cover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 an algorithm to </a:t>
                </a:r>
                <a:r>
                  <a:rPr lang="en-US" b="1" dirty="0"/>
                  <a:t>verify</a:t>
                </a:r>
                <a:r>
                  <a:rPr lang="en-US" dirty="0"/>
                  <a:t> vertex cover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and a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a vertex cover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20344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41635B6-F402-1095-4877-EFE866AA1617}"/>
              </a:ext>
            </a:extLst>
          </p:cNvPr>
          <p:cNvSpPr/>
          <p:nvPr/>
        </p:nvSpPr>
        <p:spPr>
          <a:xfrm>
            <a:off x="396240" y="715328"/>
            <a:ext cx="11602720" cy="61426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/>
              <p:nvPr/>
            </p:nvSpPr>
            <p:spPr>
              <a:xfrm>
                <a:off x="3342640" y="733886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Exponential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640" y="733886"/>
                <a:ext cx="6096000" cy="1424429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FBAF8506-45D6-1464-2EA9-BAD5C9E44E96}"/>
              </a:ext>
            </a:extLst>
          </p:cNvPr>
          <p:cNvSpPr/>
          <p:nvPr/>
        </p:nvSpPr>
        <p:spPr>
          <a:xfrm>
            <a:off x="995680" y="2158315"/>
            <a:ext cx="9804400" cy="411891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/>
              <p:nvPr/>
            </p:nvSpPr>
            <p:spPr>
              <a:xfrm>
                <a:off x="1391920" y="3176123"/>
                <a:ext cx="4998720" cy="255524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Polynomial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920" y="3176123"/>
                <a:ext cx="4998720" cy="255524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61229C-901F-E6AA-7760-7159895368CF}"/>
                  </a:ext>
                </a:extLst>
              </p:cNvPr>
              <p:cNvSpPr txBox="1"/>
              <p:nvPr/>
            </p:nvSpPr>
            <p:spPr>
              <a:xfrm>
                <a:off x="5303520" y="3004590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Nondeterministic Polynomial</a:t>
                </a:r>
              </a:p>
              <a:p>
                <a:pPr algn="ctr"/>
                <a:r>
                  <a:rPr lang="en-US" sz="2800" dirty="0"/>
                  <a:t>Verified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time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61229C-901F-E6AA-7760-715989536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0" y="3004590"/>
                <a:ext cx="6096000" cy="1424429"/>
              </a:xfrm>
              <a:prstGeom prst="rect">
                <a:avLst/>
              </a:prstGeom>
              <a:blipFill>
                <a:blip r:embed="rId4"/>
                <a:stretch>
                  <a:fillRect b="-8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AC71D22A-C4FD-A562-E8FB-9618A48A76F8}"/>
              </a:ext>
            </a:extLst>
          </p:cNvPr>
          <p:cNvGrpSpPr/>
          <p:nvPr/>
        </p:nvGrpSpPr>
        <p:grpSpPr>
          <a:xfrm rot="1389724">
            <a:off x="6200745" y="5135200"/>
            <a:ext cx="2475158" cy="523220"/>
            <a:chOff x="6197600" y="5013683"/>
            <a:chExt cx="2475158" cy="52322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281509-7CCC-72FA-5A63-28BAA927617A}"/>
                </a:ext>
              </a:extLst>
            </p:cNvPr>
            <p:cNvSpPr txBox="1"/>
            <p:nvPr/>
          </p:nvSpPr>
          <p:spPr>
            <a:xfrm>
              <a:off x="7053897" y="5013683"/>
              <a:ext cx="95560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rgbClr val="FF0000"/>
                  </a:solidFill>
                </a:rPr>
                <a:t>Gap?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82661DB-8387-2CF0-35D0-C14C37B0B8E7}"/>
                </a:ext>
              </a:extLst>
            </p:cNvPr>
            <p:cNvCxnSpPr>
              <a:stCxn id="12" idx="1"/>
            </p:cNvCxnSpPr>
            <p:nvPr/>
          </p:nvCxnSpPr>
          <p:spPr>
            <a:xfrm flipH="1">
              <a:off x="6197600" y="5275293"/>
              <a:ext cx="856297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15AF750-7ABB-9963-C32B-09B336727927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>
              <a:off x="8009501" y="5275293"/>
              <a:ext cx="66325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C565268-1DFA-2BDF-B753-888B618F5053}"/>
              </a:ext>
            </a:extLst>
          </p:cNvPr>
          <p:cNvSpPr txBox="1"/>
          <p:nvPr/>
        </p:nvSpPr>
        <p:spPr>
          <a:xfrm rot="1389724">
            <a:off x="6228679" y="5362557"/>
            <a:ext cx="1810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Unknown!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DB62C-26FA-47C4-9CF8-BA550BE15574}"/>
              </a:ext>
            </a:extLst>
          </p:cNvPr>
          <p:cNvSpPr txBox="1"/>
          <p:nvPr/>
        </p:nvSpPr>
        <p:spPr>
          <a:xfrm>
            <a:off x="4599377" y="3391408"/>
            <a:ext cx="130394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Sorting</a:t>
            </a:r>
          </a:p>
          <a:p>
            <a:r>
              <a:rPr lang="en-US" sz="1600" dirty="0">
                <a:solidFill>
                  <a:srgbClr val="7030A0"/>
                </a:solidFill>
              </a:rPr>
              <a:t>Shortest Path</a:t>
            </a:r>
          </a:p>
          <a:p>
            <a:r>
              <a:rPr lang="en-US" sz="1600" dirty="0">
                <a:solidFill>
                  <a:srgbClr val="7030A0"/>
                </a:solidFill>
              </a:rPr>
              <a:t>Euler Path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E90524-0054-417F-44E8-4B21DAC3A3E9}"/>
              </a:ext>
            </a:extLst>
          </p:cNvPr>
          <p:cNvSpPr txBox="1"/>
          <p:nvPr/>
        </p:nvSpPr>
        <p:spPr>
          <a:xfrm>
            <a:off x="5396885" y="2134632"/>
            <a:ext cx="17650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Vertex Cover</a:t>
            </a:r>
          </a:p>
          <a:p>
            <a:r>
              <a:rPr lang="en-US" sz="1600" dirty="0">
                <a:solidFill>
                  <a:srgbClr val="7030A0"/>
                </a:solidFill>
              </a:rPr>
              <a:t>Independent Set</a:t>
            </a:r>
          </a:p>
          <a:p>
            <a:r>
              <a:rPr lang="en-US" sz="1600" dirty="0">
                <a:solidFill>
                  <a:srgbClr val="7030A0"/>
                </a:solidFill>
              </a:rPr>
              <a:t>Hamiltonian Path</a:t>
            </a:r>
          </a:p>
          <a:p>
            <a:r>
              <a:rPr lang="en-US" sz="1600" dirty="0">
                <a:solidFill>
                  <a:srgbClr val="7030A0"/>
                </a:solidFill>
              </a:rPr>
              <a:t>Cryptography</a:t>
            </a:r>
          </a:p>
          <a:p>
            <a:r>
              <a:rPr lang="en-US" sz="1600" dirty="0">
                <a:solidFill>
                  <a:srgbClr val="7030A0"/>
                </a:solidFill>
              </a:rPr>
              <a:t>Prime factorization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FB1F7F-722C-2555-934B-D67F0220B70F}"/>
              </a:ext>
            </a:extLst>
          </p:cNvPr>
          <p:cNvSpPr txBox="1"/>
          <p:nvPr/>
        </p:nvSpPr>
        <p:spPr>
          <a:xfrm>
            <a:off x="8834747" y="1534250"/>
            <a:ext cx="9279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Checkers</a:t>
            </a:r>
          </a:p>
          <a:p>
            <a:r>
              <a:rPr lang="en-US" sz="1600" dirty="0">
                <a:solidFill>
                  <a:srgbClr val="7030A0"/>
                </a:solidFill>
              </a:rPr>
              <a:t>Go</a:t>
            </a:r>
          </a:p>
          <a:p>
            <a:r>
              <a:rPr lang="en-US" sz="1600" dirty="0">
                <a:solidFill>
                  <a:srgbClr val="7030A0"/>
                </a:solidFill>
              </a:rPr>
              <a:t>Chess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040" y="-119380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040" y="-119380"/>
                <a:ext cx="10515600" cy="1325563"/>
              </a:xfr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/>
              <p:nvPr/>
            </p:nvSpPr>
            <p:spPr>
              <a:xfrm>
                <a:off x="-1564640" y="844490"/>
                <a:ext cx="60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4640" y="844490"/>
                <a:ext cx="6096000" cy="523220"/>
              </a:xfrm>
              <a:prstGeom prst="rect">
                <a:avLst/>
              </a:prstGeom>
              <a:blipFill>
                <a:blip r:embed="rId6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2305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 Cool!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0" y="1580483"/>
                <a:ext cx="9144000" cy="6096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an independent set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r>
                  <a:rPr lang="en-US" sz="2900" dirty="0"/>
                  <a:t> </a:t>
                </a:r>
                <a:r>
                  <a:rPr lang="en-US" sz="2900" dirty="0" err="1"/>
                  <a:t>iff</a:t>
                </a:r>
                <a:r>
                  <a:rPr lang="en-US" sz="2900" dirty="0"/>
                  <a:t>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𝑉</m:t>
                    </m:r>
                    <m:r>
                      <a:rPr lang="en-US" sz="2900" i="1">
                        <a:latin typeface="Cambria Math"/>
                      </a:rPr>
                      <m:t>−</m:t>
                    </m:r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 vertex cover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endParaRPr lang="en-US" sz="2900" dirty="0"/>
              </a:p>
            </p:txBody>
          </p:sp>
        </mc:Choice>
        <mc:Fallback xmlns="">
          <p:sp>
            <p:nvSpPr>
              <p:cNvPr id="7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0" y="1580483"/>
                <a:ext cx="9144000" cy="609600"/>
              </a:xfrm>
              <a:blipFill>
                <a:blip r:embed="rId2"/>
                <a:stretch>
                  <a:fillRect t="-18000" b="-9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33</a:t>
            </a:fld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2130771" y="2769693"/>
            <a:ext cx="1744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83471" y="2922093"/>
            <a:ext cx="1380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2B52AD-68C2-E41F-0CE5-8299DA5ED942}"/>
              </a:ext>
            </a:extLst>
          </p:cNvPr>
          <p:cNvGrpSpPr/>
          <p:nvPr/>
        </p:nvGrpSpPr>
        <p:grpSpPr>
          <a:xfrm>
            <a:off x="1099871" y="2906046"/>
            <a:ext cx="4342564" cy="3153060"/>
            <a:chOff x="1650264" y="617538"/>
            <a:chExt cx="8281702" cy="6013200"/>
          </a:xfrm>
        </p:grpSpPr>
        <p:sp>
          <p:nvSpPr>
            <p:cNvPr id="7" name="AutoShape 30" descr="Image result for Aaron Bloomfield">
              <a:extLst>
                <a:ext uri="{FF2B5EF4-FFF2-40B4-BE49-F238E27FC236}">
                  <a16:creationId xmlns:a16="http://schemas.microsoft.com/office/drawing/2014/main" id="{C5543DD9-6B9E-E2E5-D870-E800E7EDB50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1575" y="617538"/>
              <a:ext cx="304800" cy="304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C0C1BE0-6752-B7FA-045B-C6D026D83C27}"/>
                </a:ext>
              </a:extLst>
            </p:cNvPr>
            <p:cNvGrpSpPr/>
            <p:nvPr/>
          </p:nvGrpSpPr>
          <p:grpSpPr>
            <a:xfrm>
              <a:off x="1650264" y="1218142"/>
              <a:ext cx="8281702" cy="4725458"/>
              <a:chOff x="1650264" y="1218142"/>
              <a:chExt cx="8281702" cy="4725458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1AD892A0-1E87-9FDA-BB48-F676C03BDAA0}"/>
                  </a:ext>
                </a:extLst>
              </p:cNvPr>
              <p:cNvSpPr/>
              <p:nvPr/>
            </p:nvSpPr>
            <p:spPr>
              <a:xfrm>
                <a:off x="1650264" y="1218142"/>
                <a:ext cx="1193396" cy="108513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451BE010-FDE8-0CB4-812A-815C2FD4E7CE}"/>
                  </a:ext>
                </a:extLst>
              </p:cNvPr>
              <p:cNvSpPr/>
              <p:nvPr/>
            </p:nvSpPr>
            <p:spPr>
              <a:xfrm>
                <a:off x="1930334" y="2389557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6A9DA938-2FFE-7805-9612-93F370F8068D}"/>
                  </a:ext>
                </a:extLst>
              </p:cNvPr>
              <p:cNvSpPr/>
              <p:nvPr/>
            </p:nvSpPr>
            <p:spPr>
              <a:xfrm>
                <a:off x="3658898" y="3089427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8A8DE12D-D05E-C221-4AF5-EA83FC29375B}"/>
                  </a:ext>
                </a:extLst>
              </p:cNvPr>
              <p:cNvSpPr/>
              <p:nvPr/>
            </p:nvSpPr>
            <p:spPr>
              <a:xfrm>
                <a:off x="4495800" y="4605706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B9A205B8-E7AB-154E-52A7-06CBDDF60B9D}"/>
                  </a:ext>
                </a:extLst>
              </p:cNvPr>
              <p:cNvSpPr/>
              <p:nvPr/>
            </p:nvSpPr>
            <p:spPr>
              <a:xfrm>
                <a:off x="8660959" y="3575103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B2176A2C-77C3-CEF5-932A-BEBCBBDBD5D4}"/>
                  </a:ext>
                </a:extLst>
              </p:cNvPr>
              <p:cNvSpPr/>
              <p:nvPr/>
            </p:nvSpPr>
            <p:spPr>
              <a:xfrm>
                <a:off x="2593975" y="3638669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347816A-4C81-5F58-1690-898778670A70}"/>
                </a:ext>
              </a:extLst>
            </p:cNvPr>
            <p:cNvGrpSpPr/>
            <p:nvPr/>
          </p:nvGrpSpPr>
          <p:grpSpPr>
            <a:xfrm>
              <a:off x="1822926" y="1377631"/>
              <a:ext cx="7796089" cy="5253107"/>
              <a:chOff x="1822926" y="1377631"/>
              <a:chExt cx="7796089" cy="5253107"/>
            </a:xfrm>
          </p:grpSpPr>
          <p:pic>
            <p:nvPicPr>
              <p:cNvPr id="15" name="Picture 2" descr="Image result for Prince Harry">
                <a:extLst>
                  <a:ext uri="{FF2B5EF4-FFF2-40B4-BE49-F238E27FC236}">
                    <a16:creationId xmlns:a16="http://schemas.microsoft.com/office/drawing/2014/main" id="{881C7F31-F39B-F825-3571-BC133A3F4C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4506" y="2690352"/>
                <a:ext cx="58514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4" name="Picture 4" descr="Image result for meghan markle">
                <a:extLst>
                  <a:ext uri="{FF2B5EF4-FFF2-40B4-BE49-F238E27FC236}">
                    <a16:creationId xmlns:a16="http://schemas.microsoft.com/office/drawing/2014/main" id="{40CA53AC-3357-BF95-B956-02311961D9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0000"/>
              <a:stretch/>
            </p:blipFill>
            <p:spPr bwMode="auto">
              <a:xfrm>
                <a:off x="3885433" y="3361691"/>
                <a:ext cx="73152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3" name="Picture 6" descr="Image result for Prince Charles">
                <a:extLst>
                  <a:ext uri="{FF2B5EF4-FFF2-40B4-BE49-F238E27FC236}">
                    <a16:creationId xmlns:a16="http://schemas.microsoft.com/office/drawing/2014/main" id="{14EEB96F-8510-611F-58A4-9FE6F8CF6A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73911" y="3891454"/>
                <a:ext cx="645104" cy="7483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4" name="Picture 18" descr="Image result for justin trudeau">
                <a:extLst>
                  <a:ext uri="{FF2B5EF4-FFF2-40B4-BE49-F238E27FC236}">
                    <a16:creationId xmlns:a16="http://schemas.microsoft.com/office/drawing/2014/main" id="{411354CB-79B6-8CB4-5EBB-378ED1CE82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21" r="18091" b="33959"/>
              <a:stretch/>
            </p:blipFill>
            <p:spPr bwMode="auto">
              <a:xfrm>
                <a:off x="8003444" y="5781280"/>
                <a:ext cx="548808" cy="8494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5" name="Picture 20" descr="Image result for Elton John">
                <a:extLst>
                  <a:ext uri="{FF2B5EF4-FFF2-40B4-BE49-F238E27FC236}">
                    <a16:creationId xmlns:a16="http://schemas.microsoft.com/office/drawing/2014/main" id="{206BECB5-B6A3-F3BA-5D3C-CC2B5C40FE7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42" t="4042" r="23983" b="31143"/>
              <a:stretch/>
            </p:blipFill>
            <p:spPr bwMode="auto">
              <a:xfrm>
                <a:off x="7170034" y="4639834"/>
                <a:ext cx="582207" cy="9023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6" name="Picture 34" descr="Image result for angela merkel">
                <a:extLst>
                  <a:ext uri="{FF2B5EF4-FFF2-40B4-BE49-F238E27FC236}">
                    <a16:creationId xmlns:a16="http://schemas.microsoft.com/office/drawing/2014/main" id="{E5061DD0-0474-AFD7-F2FB-940EA107C8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60" r="30251" b="40439"/>
              <a:stretch/>
            </p:blipFill>
            <p:spPr bwMode="auto">
              <a:xfrm>
                <a:off x="4802831" y="4752366"/>
                <a:ext cx="695829" cy="9623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7" name="Picture 36" descr="Image result for paul mccartney">
                <a:extLst>
                  <a:ext uri="{FF2B5EF4-FFF2-40B4-BE49-F238E27FC236}">
                    <a16:creationId xmlns:a16="http://schemas.microsoft.com/office/drawing/2014/main" id="{C7558E52-426A-E74F-5EE8-EE40E948D7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39" r="14441" b="27809"/>
              <a:stretch/>
            </p:blipFill>
            <p:spPr bwMode="auto">
              <a:xfrm>
                <a:off x="7688421" y="2589729"/>
                <a:ext cx="778308" cy="8904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CE4639A0-99DC-9503-4FD3-4AC1D8BDB346}"/>
                  </a:ext>
                </a:extLst>
              </p:cNvPr>
              <p:cNvCxnSpPr>
                <a:stCxn id="44" idx="3"/>
              </p:cNvCxnSpPr>
              <p:nvPr/>
            </p:nvCxnSpPr>
            <p:spPr>
              <a:xfrm>
                <a:off x="4616953" y="3727451"/>
                <a:ext cx="1313486" cy="41378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8FD8247D-DA81-6335-4106-24FED5C9D968}"/>
                  </a:ext>
                </a:extLst>
              </p:cNvPr>
              <p:cNvCxnSpPr>
                <a:stCxn id="15" idx="3"/>
                <a:endCxn id="77" idx="1"/>
              </p:cNvCxnSpPr>
              <p:nvPr/>
            </p:nvCxnSpPr>
            <p:spPr>
              <a:xfrm flipV="1">
                <a:off x="2989647" y="3034948"/>
                <a:ext cx="4698775" cy="21164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74FFC2B7-E5A7-CB0B-6E96-EE34EDB824BC}"/>
                  </a:ext>
                </a:extLst>
              </p:cNvPr>
              <p:cNvCxnSpPr>
                <a:stCxn id="73" idx="1"/>
                <a:endCxn id="77" idx="2"/>
              </p:cNvCxnSpPr>
              <p:nvPr/>
            </p:nvCxnSpPr>
            <p:spPr>
              <a:xfrm flipH="1" flipV="1">
                <a:off x="8077575" y="3480168"/>
                <a:ext cx="896336" cy="78547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B2E0F8CF-1675-633A-2ABC-1014DE46EBBD}"/>
                  </a:ext>
                </a:extLst>
              </p:cNvPr>
              <p:cNvCxnSpPr>
                <a:stCxn id="73" idx="1"/>
              </p:cNvCxnSpPr>
              <p:nvPr/>
            </p:nvCxnSpPr>
            <p:spPr>
              <a:xfrm flipH="1" flipV="1">
                <a:off x="6617443" y="4141234"/>
                <a:ext cx="2356468" cy="124411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0DCF8906-21F0-6C3A-BB41-4CDA0AAE7216}"/>
                  </a:ext>
                </a:extLst>
              </p:cNvPr>
              <p:cNvCxnSpPr>
                <a:stCxn id="73" idx="1"/>
                <a:endCxn id="75" idx="3"/>
              </p:cNvCxnSpPr>
              <p:nvPr/>
            </p:nvCxnSpPr>
            <p:spPr>
              <a:xfrm flipH="1">
                <a:off x="7752241" y="4265645"/>
                <a:ext cx="1221671" cy="82535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F81AB2E3-5341-70D1-1AB6-35746D0D6181}"/>
                  </a:ext>
                </a:extLst>
              </p:cNvPr>
              <p:cNvCxnSpPr>
                <a:stCxn id="73" idx="1"/>
                <a:endCxn id="74" idx="0"/>
              </p:cNvCxnSpPr>
              <p:nvPr/>
            </p:nvCxnSpPr>
            <p:spPr>
              <a:xfrm flipH="1">
                <a:off x="8277849" y="4265644"/>
                <a:ext cx="696063" cy="1515636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54DF98B-0CD1-E81C-2789-ACB6BC13DBD8}"/>
                  </a:ext>
                </a:extLst>
              </p:cNvPr>
              <p:cNvCxnSpPr>
                <a:stCxn id="74" idx="1"/>
              </p:cNvCxnSpPr>
              <p:nvPr/>
            </p:nvCxnSpPr>
            <p:spPr>
              <a:xfrm flipH="1" flipV="1">
                <a:off x="2565838" y="5714723"/>
                <a:ext cx="5437606" cy="49128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CD43BD84-F65D-53BE-E645-671438C90F5A}"/>
                  </a:ext>
                </a:extLst>
              </p:cNvPr>
              <p:cNvCxnSpPr>
                <a:stCxn id="75" idx="1"/>
                <a:endCxn id="76" idx="3"/>
              </p:cNvCxnSpPr>
              <p:nvPr/>
            </p:nvCxnSpPr>
            <p:spPr>
              <a:xfrm flipH="1">
                <a:off x="5498659" y="5091000"/>
                <a:ext cx="1671374" cy="14254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4F8EBFB0-7B69-1B9D-FF7E-D2F53282EEA3}"/>
                  </a:ext>
                </a:extLst>
              </p:cNvPr>
              <p:cNvCxnSpPr/>
              <p:nvPr/>
            </p:nvCxnSpPr>
            <p:spPr>
              <a:xfrm flipH="1">
                <a:off x="2289175" y="4525894"/>
                <a:ext cx="815802" cy="774209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7" name="Picture 2" descr="Joe Biden - CNBC">
                <a:extLst>
                  <a:ext uri="{FF2B5EF4-FFF2-40B4-BE49-F238E27FC236}">
                    <a16:creationId xmlns:a16="http://schemas.microsoft.com/office/drawing/2014/main" id="{A7AB5D2B-E376-B2EA-671D-4C0CA17A22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98" r="26708" b="42616"/>
              <a:stretch/>
            </p:blipFill>
            <p:spPr bwMode="auto">
              <a:xfrm>
                <a:off x="5884166" y="3696565"/>
                <a:ext cx="778309" cy="9697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8" name="Picture 4" descr="Emmanuel Macron - Wikipedia">
                <a:extLst>
                  <a:ext uri="{FF2B5EF4-FFF2-40B4-BE49-F238E27FC236}">
                    <a16:creationId xmlns:a16="http://schemas.microsoft.com/office/drawing/2014/main" id="{61469563-8473-2F5A-5E45-22DD27A9E3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10" r="11235" b="39758"/>
              <a:stretch/>
            </p:blipFill>
            <p:spPr bwMode="auto">
              <a:xfrm>
                <a:off x="1822926" y="5162272"/>
                <a:ext cx="815802" cy="9798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9" name="Picture 6" descr="Taylor Swift set to make her feature directorial debut | CNN">
                <a:extLst>
                  <a:ext uri="{FF2B5EF4-FFF2-40B4-BE49-F238E27FC236}">
                    <a16:creationId xmlns:a16="http://schemas.microsoft.com/office/drawing/2014/main" id="{5841C183-EF5D-0D27-339B-65B5951BD4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32" r="25738" b="17703"/>
              <a:stretch/>
            </p:blipFill>
            <p:spPr bwMode="auto">
              <a:xfrm>
                <a:off x="2945852" y="3843828"/>
                <a:ext cx="704008" cy="8436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E663900-92CD-1A52-020B-BF0525AF3FB8}"/>
                  </a:ext>
                </a:extLst>
              </p:cNvPr>
              <p:cNvCxnSpPr/>
              <p:nvPr/>
            </p:nvCxnSpPr>
            <p:spPr>
              <a:xfrm>
                <a:off x="2446445" y="1797566"/>
                <a:ext cx="743692" cy="4604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91" name="Picture 8" descr="Ed Sheeran">
                <a:extLst>
                  <a:ext uri="{FF2B5EF4-FFF2-40B4-BE49-F238E27FC236}">
                    <a16:creationId xmlns:a16="http://schemas.microsoft.com/office/drawing/2014/main" id="{6487516E-48D6-8883-33CE-2094B7E3B5E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0283" y="1377631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2" name="Picture 10" descr="Pharrell Williams - Age, Wife &amp; &quot;Happy&quot;">
                <a:extLst>
                  <a:ext uri="{FF2B5EF4-FFF2-40B4-BE49-F238E27FC236}">
                    <a16:creationId xmlns:a16="http://schemas.microsoft.com/office/drawing/2014/main" id="{AC0A8FE5-06B6-4700-A2C2-AB3F060D91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1741" y="1509255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82D98A0-3D23-6F5D-22BA-4B115BE23B1F}"/>
              </a:ext>
            </a:extLst>
          </p:cNvPr>
          <p:cNvGrpSpPr/>
          <p:nvPr/>
        </p:nvGrpSpPr>
        <p:grpSpPr>
          <a:xfrm>
            <a:off x="6286983" y="3123704"/>
            <a:ext cx="4216112" cy="3153060"/>
            <a:chOff x="1578468" y="617538"/>
            <a:chExt cx="8040547" cy="6013200"/>
          </a:xfrm>
        </p:grpSpPr>
        <p:sp>
          <p:nvSpPr>
            <p:cNvPr id="100" name="AutoShape 30" descr="Image result for Aaron Bloomfield">
              <a:extLst>
                <a:ext uri="{FF2B5EF4-FFF2-40B4-BE49-F238E27FC236}">
                  <a16:creationId xmlns:a16="http://schemas.microsoft.com/office/drawing/2014/main" id="{F09A3823-DFF2-62AD-30B1-486CC90F210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1575" y="617538"/>
              <a:ext cx="304800" cy="304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3F6A45F4-1CD4-6AFE-F8E4-79159D2A5078}"/>
                </a:ext>
              </a:extLst>
            </p:cNvPr>
            <p:cNvGrpSpPr/>
            <p:nvPr/>
          </p:nvGrpSpPr>
          <p:grpSpPr>
            <a:xfrm>
              <a:off x="1578468" y="1353774"/>
              <a:ext cx="7153677" cy="5007580"/>
              <a:chOff x="1578468" y="1353774"/>
              <a:chExt cx="7153677" cy="5007580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015710C6-CD58-728D-EF2D-157091A2DE7D}"/>
                  </a:ext>
                </a:extLst>
              </p:cNvPr>
              <p:cNvSpPr/>
              <p:nvPr/>
            </p:nvSpPr>
            <p:spPr>
              <a:xfrm>
                <a:off x="2909710" y="1353774"/>
                <a:ext cx="1193396" cy="108513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7C959032-6BDC-4B2C-9EEE-262B6883E76E}"/>
                  </a:ext>
                </a:extLst>
              </p:cNvPr>
              <p:cNvSpPr/>
              <p:nvPr/>
            </p:nvSpPr>
            <p:spPr>
              <a:xfrm>
                <a:off x="1578468" y="5023461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2AC7C72E-8AF3-7F28-A398-C485B2305412}"/>
                  </a:ext>
                </a:extLst>
              </p:cNvPr>
              <p:cNvSpPr/>
              <p:nvPr/>
            </p:nvSpPr>
            <p:spPr>
              <a:xfrm>
                <a:off x="5615301" y="3533718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5C741BC5-1C3A-1828-49DC-4508F69A98C0}"/>
                  </a:ext>
                </a:extLst>
              </p:cNvPr>
              <p:cNvSpPr/>
              <p:nvPr/>
            </p:nvSpPr>
            <p:spPr>
              <a:xfrm>
                <a:off x="7461137" y="2378613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62560867-C322-594C-4365-5042EC8BBD04}"/>
                  </a:ext>
                </a:extLst>
              </p:cNvPr>
              <p:cNvSpPr/>
              <p:nvPr/>
            </p:nvSpPr>
            <p:spPr>
              <a:xfrm>
                <a:off x="6755398" y="4411534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4575472B-4B43-4333-6238-FCEBA04DD50E}"/>
                </a:ext>
              </a:extLst>
            </p:cNvPr>
            <p:cNvGrpSpPr/>
            <p:nvPr/>
          </p:nvGrpSpPr>
          <p:grpSpPr>
            <a:xfrm>
              <a:off x="1822926" y="1377631"/>
              <a:ext cx="7796089" cy="5253107"/>
              <a:chOff x="1822926" y="1377631"/>
              <a:chExt cx="7796089" cy="5253107"/>
            </a:xfrm>
          </p:grpSpPr>
          <p:pic>
            <p:nvPicPr>
              <p:cNvPr id="103" name="Picture 2" descr="Image result for Prince Harry">
                <a:extLst>
                  <a:ext uri="{FF2B5EF4-FFF2-40B4-BE49-F238E27FC236}">
                    <a16:creationId xmlns:a16="http://schemas.microsoft.com/office/drawing/2014/main" id="{087E9D34-AEA9-D00D-4025-F5C4E639F7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4506" y="2690353"/>
                <a:ext cx="58514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" name="Picture 4" descr="Image result for meghan markle">
                <a:extLst>
                  <a:ext uri="{FF2B5EF4-FFF2-40B4-BE49-F238E27FC236}">
                    <a16:creationId xmlns:a16="http://schemas.microsoft.com/office/drawing/2014/main" id="{AE829FE8-3E6D-E98B-6C29-4E1D096349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0000"/>
              <a:stretch/>
            </p:blipFill>
            <p:spPr bwMode="auto">
              <a:xfrm>
                <a:off x="3885433" y="3361691"/>
                <a:ext cx="73152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5" name="Picture 6" descr="Image result for Prince Charles">
                <a:extLst>
                  <a:ext uri="{FF2B5EF4-FFF2-40B4-BE49-F238E27FC236}">
                    <a16:creationId xmlns:a16="http://schemas.microsoft.com/office/drawing/2014/main" id="{BD16CC4C-84B9-B31D-9D21-BCD0BF95BB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73911" y="3891454"/>
                <a:ext cx="645104" cy="7483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6" name="Picture 18" descr="Image result for justin trudeau">
                <a:extLst>
                  <a:ext uri="{FF2B5EF4-FFF2-40B4-BE49-F238E27FC236}">
                    <a16:creationId xmlns:a16="http://schemas.microsoft.com/office/drawing/2014/main" id="{042618E1-BC28-4D07-C094-BEB7AD12A95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21" r="18091" b="33959"/>
              <a:stretch/>
            </p:blipFill>
            <p:spPr bwMode="auto">
              <a:xfrm>
                <a:off x="8003444" y="5781280"/>
                <a:ext cx="548808" cy="8494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" name="Picture 20" descr="Image result for Elton John">
                <a:extLst>
                  <a:ext uri="{FF2B5EF4-FFF2-40B4-BE49-F238E27FC236}">
                    <a16:creationId xmlns:a16="http://schemas.microsoft.com/office/drawing/2014/main" id="{B2E217D2-04F9-A76D-7B71-5741FA1554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42" t="4042" r="23983" b="31143"/>
              <a:stretch/>
            </p:blipFill>
            <p:spPr bwMode="auto">
              <a:xfrm>
                <a:off x="7170034" y="4639834"/>
                <a:ext cx="582207" cy="9023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8" name="Picture 34" descr="Image result for angela merkel">
                <a:extLst>
                  <a:ext uri="{FF2B5EF4-FFF2-40B4-BE49-F238E27FC236}">
                    <a16:creationId xmlns:a16="http://schemas.microsoft.com/office/drawing/2014/main" id="{D4139B12-D505-DA27-0281-6C5DEFAF9E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60" r="30251" b="40439"/>
              <a:stretch/>
            </p:blipFill>
            <p:spPr bwMode="auto">
              <a:xfrm>
                <a:off x="4802831" y="4752366"/>
                <a:ext cx="695829" cy="9623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9" name="Picture 36" descr="Image result for paul mccartney">
                <a:extLst>
                  <a:ext uri="{FF2B5EF4-FFF2-40B4-BE49-F238E27FC236}">
                    <a16:creationId xmlns:a16="http://schemas.microsoft.com/office/drawing/2014/main" id="{BFB52D9D-F25C-CEDE-4477-E2FEB87BE4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39" r="14441" b="27809"/>
              <a:stretch/>
            </p:blipFill>
            <p:spPr bwMode="auto">
              <a:xfrm>
                <a:off x="7688421" y="2589729"/>
                <a:ext cx="778308" cy="8904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E85A3CA1-1481-6C2A-2457-0803C69AF57F}"/>
                  </a:ext>
                </a:extLst>
              </p:cNvPr>
              <p:cNvCxnSpPr>
                <a:stCxn id="104" idx="3"/>
              </p:cNvCxnSpPr>
              <p:nvPr/>
            </p:nvCxnSpPr>
            <p:spPr>
              <a:xfrm>
                <a:off x="4616953" y="3727451"/>
                <a:ext cx="1313486" cy="41378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DF84ED2D-4D03-04CE-DA21-330988BB980F}"/>
                  </a:ext>
                </a:extLst>
              </p:cNvPr>
              <p:cNvCxnSpPr>
                <a:stCxn id="103" idx="3"/>
                <a:endCxn id="109" idx="1"/>
              </p:cNvCxnSpPr>
              <p:nvPr/>
            </p:nvCxnSpPr>
            <p:spPr>
              <a:xfrm flipV="1">
                <a:off x="2989647" y="3034948"/>
                <a:ext cx="4698775" cy="21164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C1E35291-882C-79C0-026F-9B58CA6A2E3E}"/>
                  </a:ext>
                </a:extLst>
              </p:cNvPr>
              <p:cNvCxnSpPr>
                <a:stCxn id="105" idx="1"/>
                <a:endCxn id="109" idx="2"/>
              </p:cNvCxnSpPr>
              <p:nvPr/>
            </p:nvCxnSpPr>
            <p:spPr>
              <a:xfrm flipH="1" flipV="1">
                <a:off x="8077575" y="3480168"/>
                <a:ext cx="896336" cy="78547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5A03C0C4-5D34-A9B0-095F-64DA99D3A4F6}"/>
                  </a:ext>
                </a:extLst>
              </p:cNvPr>
              <p:cNvCxnSpPr>
                <a:stCxn id="105" idx="1"/>
              </p:cNvCxnSpPr>
              <p:nvPr/>
            </p:nvCxnSpPr>
            <p:spPr>
              <a:xfrm flipH="1" flipV="1">
                <a:off x="6617443" y="4141234"/>
                <a:ext cx="2356468" cy="124411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B5FE8A7B-3307-E734-D86B-FC873F04B11B}"/>
                  </a:ext>
                </a:extLst>
              </p:cNvPr>
              <p:cNvCxnSpPr>
                <a:stCxn id="105" idx="1"/>
                <a:endCxn id="107" idx="3"/>
              </p:cNvCxnSpPr>
              <p:nvPr/>
            </p:nvCxnSpPr>
            <p:spPr>
              <a:xfrm flipH="1">
                <a:off x="7752241" y="4265645"/>
                <a:ext cx="1221671" cy="82535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7A7E4D3C-34B3-F229-D356-6C1C807875CD}"/>
                  </a:ext>
                </a:extLst>
              </p:cNvPr>
              <p:cNvCxnSpPr>
                <a:stCxn id="105" idx="1"/>
                <a:endCxn id="106" idx="0"/>
              </p:cNvCxnSpPr>
              <p:nvPr/>
            </p:nvCxnSpPr>
            <p:spPr>
              <a:xfrm flipH="1">
                <a:off x="8277849" y="4265644"/>
                <a:ext cx="696063" cy="1515636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10A0A2B9-51AB-18D9-DD92-A1418A64A149}"/>
                  </a:ext>
                </a:extLst>
              </p:cNvPr>
              <p:cNvCxnSpPr>
                <a:cxnSpLocks/>
                <a:stCxn id="106" idx="1"/>
              </p:cNvCxnSpPr>
              <p:nvPr/>
            </p:nvCxnSpPr>
            <p:spPr>
              <a:xfrm flipH="1" flipV="1">
                <a:off x="2565839" y="5714724"/>
                <a:ext cx="5437605" cy="491286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021450FD-6352-36BD-FC59-87897AD3AA33}"/>
                  </a:ext>
                </a:extLst>
              </p:cNvPr>
              <p:cNvCxnSpPr>
                <a:stCxn id="107" idx="1"/>
                <a:endCxn id="108" idx="3"/>
              </p:cNvCxnSpPr>
              <p:nvPr/>
            </p:nvCxnSpPr>
            <p:spPr>
              <a:xfrm flipH="1">
                <a:off x="5498659" y="5091000"/>
                <a:ext cx="1671374" cy="14254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12B56EF5-C2F7-778C-3B3C-60AE78B5950D}"/>
                  </a:ext>
                </a:extLst>
              </p:cNvPr>
              <p:cNvCxnSpPr/>
              <p:nvPr/>
            </p:nvCxnSpPr>
            <p:spPr>
              <a:xfrm flipH="1">
                <a:off x="2289175" y="4525894"/>
                <a:ext cx="815802" cy="774209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9" name="Picture 2" descr="Joe Biden - CNBC">
                <a:extLst>
                  <a:ext uri="{FF2B5EF4-FFF2-40B4-BE49-F238E27FC236}">
                    <a16:creationId xmlns:a16="http://schemas.microsoft.com/office/drawing/2014/main" id="{47D3832A-9480-B176-1EC3-391B957454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98" r="26708" b="42616"/>
              <a:stretch/>
            </p:blipFill>
            <p:spPr bwMode="auto">
              <a:xfrm>
                <a:off x="5884166" y="3696565"/>
                <a:ext cx="778309" cy="9697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0" name="Picture 4" descr="Emmanuel Macron - Wikipedia">
                <a:extLst>
                  <a:ext uri="{FF2B5EF4-FFF2-40B4-BE49-F238E27FC236}">
                    <a16:creationId xmlns:a16="http://schemas.microsoft.com/office/drawing/2014/main" id="{A9B4AD52-A8F0-801F-0FFA-D248079444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10" r="11235" b="39758"/>
              <a:stretch/>
            </p:blipFill>
            <p:spPr bwMode="auto">
              <a:xfrm>
                <a:off x="1822926" y="5162272"/>
                <a:ext cx="815802" cy="9798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1" name="Picture 6" descr="Taylor Swift set to make her feature directorial debut | CNN">
                <a:extLst>
                  <a:ext uri="{FF2B5EF4-FFF2-40B4-BE49-F238E27FC236}">
                    <a16:creationId xmlns:a16="http://schemas.microsoft.com/office/drawing/2014/main" id="{04B8BCF3-A237-E31B-546C-7E6C927093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32" r="25738" b="17703"/>
              <a:stretch/>
            </p:blipFill>
            <p:spPr bwMode="auto">
              <a:xfrm>
                <a:off x="2945852" y="3843828"/>
                <a:ext cx="704008" cy="8436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3704EFA-0E19-8871-5806-10CC41B1956B}"/>
                  </a:ext>
                </a:extLst>
              </p:cNvPr>
              <p:cNvCxnSpPr/>
              <p:nvPr/>
            </p:nvCxnSpPr>
            <p:spPr>
              <a:xfrm>
                <a:off x="2446445" y="1797566"/>
                <a:ext cx="743692" cy="4604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3" name="Picture 8" descr="Ed Sheeran">
                <a:extLst>
                  <a:ext uri="{FF2B5EF4-FFF2-40B4-BE49-F238E27FC236}">
                    <a16:creationId xmlns:a16="http://schemas.microsoft.com/office/drawing/2014/main" id="{F1F00C0E-C346-23A9-05D0-C7816979EE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0283" y="1377631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4" name="Picture 10" descr="Pharrell Williams - Age, Wife &amp; &quot;Happy&quot;">
                <a:extLst>
                  <a:ext uri="{FF2B5EF4-FFF2-40B4-BE49-F238E27FC236}">
                    <a16:creationId xmlns:a16="http://schemas.microsoft.com/office/drawing/2014/main" id="{AD1CEF02-FE9C-0B57-5515-44C15A2850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1741" y="1509255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32" name="Oval 131">
            <a:extLst>
              <a:ext uri="{FF2B5EF4-FFF2-40B4-BE49-F238E27FC236}">
                <a16:creationId xmlns:a16="http://schemas.microsoft.com/office/drawing/2014/main" id="{F19EA206-8683-9260-2696-DC9073D7AE8B}"/>
              </a:ext>
            </a:extLst>
          </p:cNvPr>
          <p:cNvSpPr/>
          <p:nvPr/>
        </p:nvSpPr>
        <p:spPr>
          <a:xfrm>
            <a:off x="9461582" y="5703025"/>
            <a:ext cx="666461" cy="7015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47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 Cool!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0" y="1762716"/>
                <a:ext cx="9144000" cy="6096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an independent set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r>
                  <a:rPr lang="en-US" sz="2900" dirty="0"/>
                  <a:t> </a:t>
                </a:r>
                <a:r>
                  <a:rPr lang="en-US" sz="2900" dirty="0" err="1"/>
                  <a:t>iff</a:t>
                </a:r>
                <a:r>
                  <a:rPr lang="en-US" sz="2900" dirty="0"/>
                  <a:t>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𝑉</m:t>
                    </m:r>
                    <m:r>
                      <a:rPr lang="en-US" sz="2900" i="1">
                        <a:latin typeface="Cambria Math"/>
                      </a:rPr>
                      <m:t>−</m:t>
                    </m:r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 vertex cover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endParaRPr lang="en-US" sz="2900" dirty="0"/>
              </a:p>
            </p:txBody>
          </p:sp>
        </mc:Choice>
        <mc:Fallback xmlns="">
          <p:sp>
            <p:nvSpPr>
              <p:cNvPr id="7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0" y="1762716"/>
                <a:ext cx="9144000" cy="609600"/>
              </a:xfrm>
              <a:blipFill>
                <a:blip r:embed="rId2"/>
                <a:stretch>
                  <a:fillRect t="-18000" b="-9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34</a:t>
            </a:fld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7315200" y="2585027"/>
            <a:ext cx="1744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62200" y="2585027"/>
            <a:ext cx="1380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708698" y="3109661"/>
            <a:ext cx="3733078" cy="3326447"/>
            <a:chOff x="657225" y="1481300"/>
            <a:chExt cx="5514975" cy="4914248"/>
          </a:xfrm>
        </p:grpSpPr>
        <p:cxnSp>
          <p:nvCxnSpPr>
            <p:cNvPr id="71" name="Straight Connector 70"/>
            <p:cNvCxnSpPr>
              <a:stCxn id="86" idx="1"/>
              <a:endCxn id="88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>
              <a:stCxn id="87" idx="2"/>
              <a:endCxn id="86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88" idx="1"/>
              <a:endCxn id="87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>
              <a:stCxn id="91" idx="2"/>
              <a:endCxn id="87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>
              <a:stCxn id="91" idx="3"/>
              <a:endCxn id="92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92" idx="3"/>
              <a:endCxn id="89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>
              <a:stCxn id="92" idx="2"/>
              <a:endCxn id="90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90" idx="3"/>
              <a:endCxn id="93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stCxn id="89" idx="2"/>
              <a:endCxn id="93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stCxn id="92" idx="3"/>
              <a:endCxn id="94" idx="1"/>
            </p:cNvCxnSpPr>
            <p:nvPr/>
          </p:nvCxnSpPr>
          <p:spPr>
            <a:xfrm flipV="1">
              <a:off x="3306551" y="1709900"/>
              <a:ext cx="909851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89" idx="0"/>
              <a:endCxn id="94" idx="3"/>
            </p:cNvCxnSpPr>
            <p:nvPr/>
          </p:nvCxnSpPr>
          <p:spPr>
            <a:xfrm flipH="1" flipV="1">
              <a:off x="4673602" y="1709900"/>
              <a:ext cx="1269998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>
              <a:stCxn id="88" idx="0"/>
              <a:endCxn id="93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stCxn id="88" idx="0"/>
              <a:endCxn id="89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Group 83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85" name="Isosceles Triangle 84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86" name="Rectangle 85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87" name="Rectangle 86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4216402" y="14813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6629400" y="3184692"/>
            <a:ext cx="3733078" cy="3326447"/>
            <a:chOff x="657225" y="1481300"/>
            <a:chExt cx="5514975" cy="4914248"/>
          </a:xfrm>
        </p:grpSpPr>
        <p:cxnSp>
          <p:nvCxnSpPr>
            <p:cNvPr id="96" name="Straight Connector 95"/>
            <p:cNvCxnSpPr>
              <a:stCxn id="119" idx="1"/>
              <a:endCxn id="111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>
              <a:stCxn id="110" idx="2"/>
              <a:endCxn id="119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>
              <a:stCxn id="111" idx="1"/>
              <a:endCxn id="110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>
              <a:stCxn id="114" idx="2"/>
              <a:endCxn id="110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>
              <a:stCxn id="114" idx="3"/>
              <a:endCxn id="115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>
              <a:stCxn id="115" idx="3"/>
              <a:endCxn id="112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>
              <a:stCxn id="115" idx="2"/>
              <a:endCxn id="113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>
              <a:stCxn id="113" idx="3"/>
              <a:endCxn id="116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>
              <a:stCxn id="112" idx="2"/>
              <a:endCxn id="116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>
              <a:stCxn id="115" idx="3"/>
              <a:endCxn id="117" idx="1"/>
            </p:cNvCxnSpPr>
            <p:nvPr/>
          </p:nvCxnSpPr>
          <p:spPr>
            <a:xfrm flipV="1">
              <a:off x="3306551" y="1709900"/>
              <a:ext cx="909851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>
              <a:stCxn id="112" idx="0"/>
              <a:endCxn id="117" idx="3"/>
            </p:cNvCxnSpPr>
            <p:nvPr/>
          </p:nvCxnSpPr>
          <p:spPr>
            <a:xfrm flipH="1" flipV="1">
              <a:off x="4673602" y="1709900"/>
              <a:ext cx="1269998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>
              <a:stCxn id="111" idx="0"/>
              <a:endCxn id="116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>
              <a:stCxn id="111" idx="0"/>
              <a:endCxn id="112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Group 108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118" name="Isosceles Triangle 117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110" name="Rectangle 109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4216402" y="14813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69839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Vertex Cover and Independent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Algorithm to solve vertex cover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 vertex cover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Check if there is an Independent 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Algorithm to solve independent set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an independent set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Check if there is a Vertex Cover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16EF06-5FF7-5632-9927-BCEDD35736D3}"/>
                  </a:ext>
                </a:extLst>
              </p:cNvPr>
              <p:cNvSpPr txBox="1"/>
              <p:nvPr/>
            </p:nvSpPr>
            <p:spPr>
              <a:xfrm>
                <a:off x="7914640" y="5345966"/>
                <a:ext cx="38608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Either both problems belong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or else neither does!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16EF06-5FF7-5632-9927-BCEDD3573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640" y="5345966"/>
                <a:ext cx="3860800" cy="830997"/>
              </a:xfrm>
              <a:prstGeom prst="rect">
                <a:avLst/>
              </a:prstGeom>
              <a:blipFill>
                <a:blip r:embed="rId3"/>
                <a:stretch>
                  <a:fillRect l="-2366" t="-5882" r="-631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89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B5F43-910E-209D-70E7-1977B541F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5349E-7800-6569-9B3D-219ECA3E1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strategy for creating algorithms</a:t>
            </a:r>
          </a:p>
          <a:p>
            <a:r>
              <a:rPr lang="en-US" dirty="0"/>
              <a:t>Solve one problem by converting it into a different problem, then using an algorithm for that other problem.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1616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377238" y="1773199"/>
            <a:ext cx="3326990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 Set Reduces To Vertex Cover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AutoShape 5"/>
              <p:cNvSpPr>
                <a:spLocks noChangeArrowheads="1"/>
              </p:cNvSpPr>
              <p:nvPr/>
            </p:nvSpPr>
            <p:spPr bwMode="auto">
              <a:xfrm>
                <a:off x="4627562" y="2161611"/>
                <a:ext cx="2840038" cy="1110734"/>
              </a:xfrm>
              <a:prstGeom prst="rightArrow">
                <a:avLst>
                  <a:gd name="adj1" fmla="val 52315"/>
                  <a:gd name="adj2" fmla="val 59192"/>
                </a:avLst>
              </a:prstGeom>
              <a:noFill/>
              <a:ln w="3175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US" altLang="en-US" sz="1600" dirty="0">
                    <a:solidFill>
                      <a:schemeClr val="accent2">
                        <a:lumMod val="50000"/>
                      </a:schemeClr>
                    </a:solidFill>
                  </a:rPr>
                  <a:t>Use same graph</a:t>
                </a:r>
              </a:p>
              <a:p>
                <a:pPr algn="ctr"/>
                <a:r>
                  <a:rPr lang="en-US" altLang="en-US" sz="1600" dirty="0">
                    <a:solidFill>
                      <a:schemeClr val="accent2">
                        <a:lumMod val="50000"/>
                      </a:schemeClr>
                    </a:solidFill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en-US" sz="16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6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en-US" sz="16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AutoShap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7562" y="2161611"/>
                <a:ext cx="2840038" cy="1110734"/>
              </a:xfrm>
              <a:prstGeom prst="rightArrow">
                <a:avLst>
                  <a:gd name="adj1" fmla="val 52315"/>
                  <a:gd name="adj2" fmla="val 59192"/>
                </a:avLst>
              </a:prstGeom>
              <a:blipFill>
                <a:blip r:embed="rId2"/>
                <a:stretch>
                  <a:fillRect/>
                </a:stretch>
              </a:blipFill>
              <a:ln w="3175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77238" y="1752601"/>
            <a:ext cx="3471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Relate Independent Set input to Vertex Cover output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9383607" y="3288855"/>
            <a:ext cx="2213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Any Algorithm for Vertex Cover</a:t>
            </a:r>
            <a:endParaRPr lang="en-US" b="1" dirty="0"/>
          </a:p>
        </p:txBody>
      </p:sp>
      <p:sp>
        <p:nvSpPr>
          <p:cNvPr id="278" name="TextBox 277"/>
          <p:cNvSpPr txBox="1"/>
          <p:nvPr/>
        </p:nvSpPr>
        <p:spPr>
          <a:xfrm>
            <a:off x="4480837" y="4247821"/>
            <a:ext cx="3333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Relate Independent Set output to Vertex Cover output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8937741" y="1558940"/>
            <a:ext cx="1447858" cy="1290148"/>
            <a:chOff x="657225" y="1481300"/>
            <a:chExt cx="5514975" cy="4914248"/>
          </a:xfrm>
        </p:grpSpPr>
        <p:cxnSp>
          <p:nvCxnSpPr>
            <p:cNvPr id="53" name="Straight Connector 52"/>
            <p:cNvCxnSpPr>
              <a:stCxn id="76" idx="1"/>
              <a:endCxn id="68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67" idx="2"/>
              <a:endCxn id="76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68" idx="1"/>
              <a:endCxn id="67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71" idx="2"/>
              <a:endCxn id="67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stCxn id="71" idx="3"/>
              <a:endCxn id="72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stCxn id="72" idx="3"/>
              <a:endCxn id="69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>
              <a:stCxn id="72" idx="2"/>
              <a:endCxn id="70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>
              <a:stCxn id="70" idx="3"/>
              <a:endCxn id="73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>
              <a:stCxn id="69" idx="2"/>
              <a:endCxn id="73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>
              <a:stCxn id="72" idx="3"/>
              <a:endCxn id="74" idx="1"/>
            </p:cNvCxnSpPr>
            <p:nvPr/>
          </p:nvCxnSpPr>
          <p:spPr>
            <a:xfrm flipV="1">
              <a:off x="3306551" y="1709900"/>
              <a:ext cx="952184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>
              <a:stCxn id="69" idx="0"/>
              <a:endCxn id="74" idx="3"/>
            </p:cNvCxnSpPr>
            <p:nvPr/>
          </p:nvCxnSpPr>
          <p:spPr>
            <a:xfrm flipH="1" flipV="1">
              <a:off x="4715935" y="1709900"/>
              <a:ext cx="1227665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>
              <a:stCxn id="68" idx="0"/>
              <a:endCxn id="73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>
              <a:stCxn id="68" idx="0"/>
              <a:endCxn id="69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65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75" name="Isosceles Triangle 74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67" name="Rectangle 66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4258735" y="14813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8915400" y="4953000"/>
            <a:ext cx="1447858" cy="1290148"/>
            <a:chOff x="657225" y="1481300"/>
            <a:chExt cx="5514975" cy="4914248"/>
          </a:xfrm>
        </p:grpSpPr>
        <p:cxnSp>
          <p:nvCxnSpPr>
            <p:cNvPr id="78" name="Straight Connector 77"/>
            <p:cNvCxnSpPr>
              <a:stCxn id="101" idx="1"/>
              <a:endCxn id="93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stCxn id="92" idx="2"/>
              <a:endCxn id="101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stCxn id="93" idx="1"/>
              <a:endCxn id="92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96" idx="2"/>
              <a:endCxn id="92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>
              <a:stCxn id="96" idx="3"/>
              <a:endCxn id="97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stCxn id="97" idx="3"/>
              <a:endCxn id="94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97" idx="2"/>
              <a:endCxn id="95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95" idx="3"/>
              <a:endCxn id="98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94" idx="2"/>
              <a:endCxn id="98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97" idx="3"/>
              <a:endCxn id="99" idx="1"/>
            </p:cNvCxnSpPr>
            <p:nvPr/>
          </p:nvCxnSpPr>
          <p:spPr>
            <a:xfrm flipV="1">
              <a:off x="3306551" y="1709900"/>
              <a:ext cx="952184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94" idx="0"/>
              <a:endCxn id="99" idx="3"/>
            </p:cNvCxnSpPr>
            <p:nvPr/>
          </p:nvCxnSpPr>
          <p:spPr>
            <a:xfrm flipH="1" flipV="1">
              <a:off x="4715935" y="1709900"/>
              <a:ext cx="1227665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93" idx="0"/>
              <a:endCxn id="98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93" idx="0"/>
              <a:endCxn id="94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Group 90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100" name="Isosceles Triangle 99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92" name="Rectangle 91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4258735" y="14813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1" name="TextBox 130"/>
          <p:cNvSpPr txBox="1"/>
          <p:nvPr/>
        </p:nvSpPr>
        <p:spPr>
          <a:xfrm>
            <a:off x="5114986" y="1371601"/>
            <a:ext cx="1438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33CC"/>
                </a:solidFill>
              </a:rPr>
              <a:t>O(V) Time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615700" y="1403866"/>
            <a:ext cx="2297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 Input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701040" y="1403866"/>
            <a:ext cx="1933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 Input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001000" y="4495800"/>
            <a:ext cx="202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 </a:t>
            </a:r>
            <a:r>
              <a:rPr lang="en-US" dirty="0" err="1"/>
              <a:t>Ouput</a:t>
            </a:r>
            <a:endParaRPr lang="en-US" dirty="0"/>
          </a:p>
        </p:txBody>
      </p:sp>
      <p:sp>
        <p:nvSpPr>
          <p:cNvPr id="135" name="TextBox 134"/>
          <p:cNvSpPr txBox="1"/>
          <p:nvPr/>
        </p:nvSpPr>
        <p:spPr>
          <a:xfrm>
            <a:off x="1652487" y="4509843"/>
            <a:ext cx="246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 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92B7A9-B4E7-AD92-E8FB-65B20C59C2A0}"/>
                  </a:ext>
                </a:extLst>
              </p:cNvPr>
              <p:cNvSpPr txBox="1"/>
              <p:nvPr/>
            </p:nvSpPr>
            <p:spPr>
              <a:xfrm>
                <a:off x="1029258" y="2287474"/>
                <a:ext cx="394652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92B7A9-B4E7-AD92-E8FB-65B20C59C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58" y="2287474"/>
                <a:ext cx="39465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26CB1476-FF3F-5ACA-7101-9E5454556ACA}"/>
              </a:ext>
            </a:extLst>
          </p:cNvPr>
          <p:cNvGrpSpPr/>
          <p:nvPr/>
        </p:nvGrpSpPr>
        <p:grpSpPr>
          <a:xfrm>
            <a:off x="1908209" y="1934920"/>
            <a:ext cx="1766003" cy="1189956"/>
            <a:chOff x="1822926" y="1377631"/>
            <a:chExt cx="7796089" cy="5253107"/>
          </a:xfrm>
        </p:grpSpPr>
        <p:pic>
          <p:nvPicPr>
            <p:cNvPr id="11" name="Picture 2" descr="Image result for Prince Harry">
              <a:extLst>
                <a:ext uri="{FF2B5EF4-FFF2-40B4-BE49-F238E27FC236}">
                  <a16:creationId xmlns:a16="http://schemas.microsoft.com/office/drawing/2014/main" id="{5BB8E96A-60AD-CB4D-5A26-AEF7ADF642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4506" y="2690352"/>
              <a:ext cx="585140" cy="73152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Image result for meghan markle">
              <a:extLst>
                <a:ext uri="{FF2B5EF4-FFF2-40B4-BE49-F238E27FC236}">
                  <a16:creationId xmlns:a16="http://schemas.microsoft.com/office/drawing/2014/main" id="{5AFCDA04-4AF5-1139-51E8-7B0992EE7D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000"/>
            <a:stretch/>
          </p:blipFill>
          <p:spPr bwMode="auto">
            <a:xfrm>
              <a:off x="3885433" y="3361691"/>
              <a:ext cx="731520" cy="73152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 descr="Image result for Prince Charles">
              <a:extLst>
                <a:ext uri="{FF2B5EF4-FFF2-40B4-BE49-F238E27FC236}">
                  <a16:creationId xmlns:a16="http://schemas.microsoft.com/office/drawing/2014/main" id="{46786F4D-68A0-2CE0-155B-A9AD7D634B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911" y="3891454"/>
              <a:ext cx="645104" cy="74838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8" descr="Image result for justin trudeau">
              <a:extLst>
                <a:ext uri="{FF2B5EF4-FFF2-40B4-BE49-F238E27FC236}">
                  <a16:creationId xmlns:a16="http://schemas.microsoft.com/office/drawing/2014/main" id="{9A698084-591C-F3F5-6F94-8987E332B45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21" r="18091" b="33959"/>
            <a:stretch/>
          </p:blipFill>
          <p:spPr bwMode="auto">
            <a:xfrm>
              <a:off x="8003444" y="5781280"/>
              <a:ext cx="548808" cy="84945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0" descr="Image result for Elton John">
              <a:extLst>
                <a:ext uri="{FF2B5EF4-FFF2-40B4-BE49-F238E27FC236}">
                  <a16:creationId xmlns:a16="http://schemas.microsoft.com/office/drawing/2014/main" id="{EF8077BC-688D-7845-DAAF-F83C8E7709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42" t="4042" r="23983" b="31143"/>
            <a:stretch/>
          </p:blipFill>
          <p:spPr bwMode="auto">
            <a:xfrm>
              <a:off x="7170034" y="4639834"/>
              <a:ext cx="582207" cy="90233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34" descr="Image result for angela merkel">
              <a:extLst>
                <a:ext uri="{FF2B5EF4-FFF2-40B4-BE49-F238E27FC236}">
                  <a16:creationId xmlns:a16="http://schemas.microsoft.com/office/drawing/2014/main" id="{DC060794-47B9-8495-F30C-66DA62E8E80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60" r="30251" b="40439"/>
            <a:stretch/>
          </p:blipFill>
          <p:spPr bwMode="auto">
            <a:xfrm>
              <a:off x="4802831" y="4752366"/>
              <a:ext cx="695829" cy="96235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36" descr="Image result for paul mccartney">
              <a:extLst>
                <a:ext uri="{FF2B5EF4-FFF2-40B4-BE49-F238E27FC236}">
                  <a16:creationId xmlns:a16="http://schemas.microsoft.com/office/drawing/2014/main" id="{2612C3D0-9DBE-8191-AA9E-1F25025F26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39" r="14441" b="27809"/>
            <a:stretch/>
          </p:blipFill>
          <p:spPr bwMode="auto">
            <a:xfrm>
              <a:off x="7688421" y="2589729"/>
              <a:ext cx="778308" cy="89043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E926ABF-B856-91AD-6F08-427E4EE7ACA4}"/>
                </a:ext>
              </a:extLst>
            </p:cNvPr>
            <p:cNvCxnSpPr>
              <a:stCxn id="12" idx="3"/>
            </p:cNvCxnSpPr>
            <p:nvPr/>
          </p:nvCxnSpPr>
          <p:spPr>
            <a:xfrm>
              <a:off x="4616953" y="3727451"/>
              <a:ext cx="1313486" cy="4137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2031E14-EE0C-A5EA-6CD2-441C78873E83}"/>
                </a:ext>
              </a:extLst>
            </p:cNvPr>
            <p:cNvCxnSpPr>
              <a:stCxn id="11" idx="3"/>
              <a:endCxn id="17" idx="1"/>
            </p:cNvCxnSpPr>
            <p:nvPr/>
          </p:nvCxnSpPr>
          <p:spPr>
            <a:xfrm flipV="1">
              <a:off x="2989647" y="3034948"/>
              <a:ext cx="4698775" cy="211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10D1A11-B16D-8B08-98E9-8ABF5ED5D3D7}"/>
                </a:ext>
              </a:extLst>
            </p:cNvPr>
            <p:cNvCxnSpPr>
              <a:stCxn id="13" idx="1"/>
              <a:endCxn id="17" idx="2"/>
            </p:cNvCxnSpPr>
            <p:nvPr/>
          </p:nvCxnSpPr>
          <p:spPr>
            <a:xfrm flipH="1" flipV="1">
              <a:off x="8077575" y="3480168"/>
              <a:ext cx="896336" cy="7854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675B9BE-9A80-77FA-3031-C5258E27797F}"/>
                </a:ext>
              </a:extLst>
            </p:cNvPr>
            <p:cNvCxnSpPr>
              <a:stCxn id="13" idx="1"/>
            </p:cNvCxnSpPr>
            <p:nvPr/>
          </p:nvCxnSpPr>
          <p:spPr>
            <a:xfrm flipH="1" flipV="1">
              <a:off x="6617443" y="4141234"/>
              <a:ext cx="2356468" cy="1244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E58D6DD-B358-6BF1-51C8-0F0FBD1C644D}"/>
                </a:ext>
              </a:extLst>
            </p:cNvPr>
            <p:cNvCxnSpPr>
              <a:stCxn id="13" idx="1"/>
              <a:endCxn id="15" idx="3"/>
            </p:cNvCxnSpPr>
            <p:nvPr/>
          </p:nvCxnSpPr>
          <p:spPr>
            <a:xfrm flipH="1">
              <a:off x="7752241" y="4265645"/>
              <a:ext cx="1221671" cy="8253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B59CF1C-81C1-4AEF-1508-6528C4A74AA7}"/>
                </a:ext>
              </a:extLst>
            </p:cNvPr>
            <p:cNvCxnSpPr>
              <a:stCxn id="13" idx="1"/>
              <a:endCxn id="14" idx="0"/>
            </p:cNvCxnSpPr>
            <p:nvPr/>
          </p:nvCxnSpPr>
          <p:spPr>
            <a:xfrm flipH="1">
              <a:off x="8277849" y="4265644"/>
              <a:ext cx="696063" cy="15156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BB7E783-E414-26BA-1E72-90F9F1D7B6F9}"/>
                </a:ext>
              </a:extLst>
            </p:cNvPr>
            <p:cNvCxnSpPr>
              <a:stCxn id="14" idx="1"/>
            </p:cNvCxnSpPr>
            <p:nvPr/>
          </p:nvCxnSpPr>
          <p:spPr>
            <a:xfrm flipH="1" flipV="1">
              <a:off x="2565838" y="5714723"/>
              <a:ext cx="5437606" cy="4912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6A8D6D9-C5DB-81CA-D67D-0A0B37A72E5E}"/>
                </a:ext>
              </a:extLst>
            </p:cNvPr>
            <p:cNvCxnSpPr>
              <a:stCxn id="15" idx="1"/>
              <a:endCxn id="16" idx="3"/>
            </p:cNvCxnSpPr>
            <p:nvPr/>
          </p:nvCxnSpPr>
          <p:spPr>
            <a:xfrm flipH="1">
              <a:off x="5498659" y="5091000"/>
              <a:ext cx="1671374" cy="1425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0A6AAD6-DFB8-6813-87C6-765AA05BAA9D}"/>
                </a:ext>
              </a:extLst>
            </p:cNvPr>
            <p:cNvCxnSpPr/>
            <p:nvPr/>
          </p:nvCxnSpPr>
          <p:spPr>
            <a:xfrm flipH="1">
              <a:off x="2289175" y="4525894"/>
              <a:ext cx="815802" cy="77420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" name="Picture 2" descr="Joe Biden - CNBC">
              <a:extLst>
                <a:ext uri="{FF2B5EF4-FFF2-40B4-BE49-F238E27FC236}">
                  <a16:creationId xmlns:a16="http://schemas.microsoft.com/office/drawing/2014/main" id="{44BAB41E-E75D-EF01-5465-E8C04ADCE1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98" r="26708" b="42616"/>
            <a:stretch/>
          </p:blipFill>
          <p:spPr bwMode="auto">
            <a:xfrm>
              <a:off x="5884166" y="3696565"/>
              <a:ext cx="778309" cy="96970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4" descr="Emmanuel Macron - Wikipedia">
              <a:extLst>
                <a:ext uri="{FF2B5EF4-FFF2-40B4-BE49-F238E27FC236}">
                  <a16:creationId xmlns:a16="http://schemas.microsoft.com/office/drawing/2014/main" id="{DC272DCB-486D-5267-F24F-05E920E679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10" r="11235" b="39758"/>
            <a:stretch/>
          </p:blipFill>
          <p:spPr bwMode="auto">
            <a:xfrm>
              <a:off x="1822926" y="5162272"/>
              <a:ext cx="815802" cy="97988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6" descr="Taylor Swift set to make her feature directorial debut | CNN">
              <a:extLst>
                <a:ext uri="{FF2B5EF4-FFF2-40B4-BE49-F238E27FC236}">
                  <a16:creationId xmlns:a16="http://schemas.microsoft.com/office/drawing/2014/main" id="{3A912DEF-D9CB-319A-AF20-25A92F3F1F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32" r="25738" b="17703"/>
            <a:stretch/>
          </p:blipFill>
          <p:spPr bwMode="auto">
            <a:xfrm>
              <a:off x="2945852" y="3843828"/>
              <a:ext cx="704008" cy="8436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623E717-ACDF-0F34-6CA9-EF5AD7F73D1D}"/>
                </a:ext>
              </a:extLst>
            </p:cNvPr>
            <p:cNvCxnSpPr/>
            <p:nvPr/>
          </p:nvCxnSpPr>
          <p:spPr>
            <a:xfrm>
              <a:off x="2446445" y="1797566"/>
              <a:ext cx="743692" cy="460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Picture 8" descr="Ed Sheeran">
              <a:extLst>
                <a:ext uri="{FF2B5EF4-FFF2-40B4-BE49-F238E27FC236}">
                  <a16:creationId xmlns:a16="http://schemas.microsoft.com/office/drawing/2014/main" id="{30DA5302-7DA4-49DF-6CCD-480432628F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0283" y="1377631"/>
              <a:ext cx="743692" cy="74369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10" descr="Pharrell Williams - Age, Wife &amp; &quot;Happy&quot;">
              <a:extLst>
                <a:ext uri="{FF2B5EF4-FFF2-40B4-BE49-F238E27FC236}">
                  <a16:creationId xmlns:a16="http://schemas.microsoft.com/office/drawing/2014/main" id="{B491C4C0-4993-7BEF-E8DF-25B1FD73A3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1741" y="1509255"/>
              <a:ext cx="743692" cy="74369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19A87E9-1F6B-18AA-95CD-110C748633FF}"/>
              </a:ext>
            </a:extLst>
          </p:cNvPr>
          <p:cNvGrpSpPr/>
          <p:nvPr/>
        </p:nvGrpSpPr>
        <p:grpSpPr>
          <a:xfrm>
            <a:off x="1888757" y="5038058"/>
            <a:ext cx="1876006" cy="1226084"/>
            <a:chOff x="1650264" y="1218142"/>
            <a:chExt cx="8281702" cy="5412596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9A4F974-663B-6C2C-9AA5-1F2DE17BB5C0}"/>
                </a:ext>
              </a:extLst>
            </p:cNvPr>
            <p:cNvGrpSpPr/>
            <p:nvPr/>
          </p:nvGrpSpPr>
          <p:grpSpPr>
            <a:xfrm>
              <a:off x="1650264" y="1218142"/>
              <a:ext cx="8281702" cy="4725458"/>
              <a:chOff x="1650264" y="1218142"/>
              <a:chExt cx="8281702" cy="4725458"/>
            </a:xfrm>
          </p:grpSpPr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16D9E123-632F-933D-8DF8-4955A59E8E45}"/>
                  </a:ext>
                </a:extLst>
              </p:cNvPr>
              <p:cNvSpPr/>
              <p:nvPr/>
            </p:nvSpPr>
            <p:spPr>
              <a:xfrm>
                <a:off x="1650264" y="1218142"/>
                <a:ext cx="1193396" cy="1085135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6663420E-2AEB-CC08-AF83-B002CED52F98}"/>
                  </a:ext>
                </a:extLst>
              </p:cNvPr>
              <p:cNvSpPr/>
              <p:nvPr/>
            </p:nvSpPr>
            <p:spPr>
              <a:xfrm>
                <a:off x="1930334" y="2389557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BDEC8800-9EE3-95D0-82E6-8098B0FEC53D}"/>
                  </a:ext>
                </a:extLst>
              </p:cNvPr>
              <p:cNvSpPr/>
              <p:nvPr/>
            </p:nvSpPr>
            <p:spPr>
              <a:xfrm>
                <a:off x="3658898" y="3089427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8124017A-49D4-C005-E7DB-C5CCD89CBE22}"/>
                  </a:ext>
                </a:extLst>
              </p:cNvPr>
              <p:cNvSpPr/>
              <p:nvPr/>
            </p:nvSpPr>
            <p:spPr>
              <a:xfrm>
                <a:off x="4495800" y="4605706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DAC7CC1B-781D-0287-FFE2-0E81E6CCC5E3}"/>
                  </a:ext>
                </a:extLst>
              </p:cNvPr>
              <p:cNvSpPr/>
              <p:nvPr/>
            </p:nvSpPr>
            <p:spPr>
              <a:xfrm>
                <a:off x="8660959" y="3575103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D7ACB489-D15A-C52F-C2F9-FAC08377A901}"/>
                  </a:ext>
                </a:extLst>
              </p:cNvPr>
              <p:cNvSpPr/>
              <p:nvPr/>
            </p:nvSpPr>
            <p:spPr>
              <a:xfrm>
                <a:off x="2593975" y="3638669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7439770-DDCD-AF0B-9138-AFC8C47C10F5}"/>
                </a:ext>
              </a:extLst>
            </p:cNvPr>
            <p:cNvGrpSpPr/>
            <p:nvPr/>
          </p:nvGrpSpPr>
          <p:grpSpPr>
            <a:xfrm>
              <a:off x="1822926" y="1377631"/>
              <a:ext cx="7796089" cy="5253107"/>
              <a:chOff x="1822926" y="1377631"/>
              <a:chExt cx="7796089" cy="5253107"/>
            </a:xfrm>
          </p:grpSpPr>
          <p:pic>
            <p:nvPicPr>
              <p:cNvPr id="49" name="Picture 2" descr="Image result for Prince Harry">
                <a:extLst>
                  <a:ext uri="{FF2B5EF4-FFF2-40B4-BE49-F238E27FC236}">
                    <a16:creationId xmlns:a16="http://schemas.microsoft.com/office/drawing/2014/main" id="{CEE9C4FF-1DCA-4381-A2AD-30744335A0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4506" y="2690352"/>
                <a:ext cx="585140" cy="73152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0" name="Picture 4" descr="Image result for meghan markle">
                <a:extLst>
                  <a:ext uri="{FF2B5EF4-FFF2-40B4-BE49-F238E27FC236}">
                    <a16:creationId xmlns:a16="http://schemas.microsoft.com/office/drawing/2014/main" id="{37F8B372-6617-0FD9-499D-33017E554DB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0000"/>
              <a:stretch/>
            </p:blipFill>
            <p:spPr bwMode="auto">
              <a:xfrm>
                <a:off x="3885433" y="3361691"/>
                <a:ext cx="731520" cy="73152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" name="Picture 6" descr="Image result for Prince Charles">
                <a:extLst>
                  <a:ext uri="{FF2B5EF4-FFF2-40B4-BE49-F238E27FC236}">
                    <a16:creationId xmlns:a16="http://schemas.microsoft.com/office/drawing/2014/main" id="{8E034901-689B-E2D9-B567-E4CB2213D3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73911" y="3891454"/>
                <a:ext cx="645104" cy="74838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" name="Picture 18" descr="Image result for justin trudeau">
                <a:extLst>
                  <a:ext uri="{FF2B5EF4-FFF2-40B4-BE49-F238E27FC236}">
                    <a16:creationId xmlns:a16="http://schemas.microsoft.com/office/drawing/2014/main" id="{04FA622E-B8A9-8798-9141-FA4D29DB41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21" r="18091" b="33959"/>
              <a:stretch/>
            </p:blipFill>
            <p:spPr bwMode="auto">
              <a:xfrm>
                <a:off x="8003444" y="5781280"/>
                <a:ext cx="548808" cy="84945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1" name="Picture 20" descr="Image result for Elton John">
                <a:extLst>
                  <a:ext uri="{FF2B5EF4-FFF2-40B4-BE49-F238E27FC236}">
                    <a16:creationId xmlns:a16="http://schemas.microsoft.com/office/drawing/2014/main" id="{360124E0-E4A6-1384-E7C7-7BD668405B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42" t="4042" r="23983" b="31143"/>
              <a:stretch/>
            </p:blipFill>
            <p:spPr bwMode="auto">
              <a:xfrm>
                <a:off x="7170034" y="4639834"/>
                <a:ext cx="582207" cy="90233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2" name="Picture 34" descr="Image result for angela merkel">
                <a:extLst>
                  <a:ext uri="{FF2B5EF4-FFF2-40B4-BE49-F238E27FC236}">
                    <a16:creationId xmlns:a16="http://schemas.microsoft.com/office/drawing/2014/main" id="{1B21663A-6BEE-093E-1083-4AC97DCF72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60" r="30251" b="40439"/>
              <a:stretch/>
            </p:blipFill>
            <p:spPr bwMode="auto">
              <a:xfrm>
                <a:off x="4802831" y="4752366"/>
                <a:ext cx="695829" cy="96235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3" name="Picture 36" descr="Image result for paul mccartney">
                <a:extLst>
                  <a:ext uri="{FF2B5EF4-FFF2-40B4-BE49-F238E27FC236}">
                    <a16:creationId xmlns:a16="http://schemas.microsoft.com/office/drawing/2014/main" id="{CEB7CE71-0E12-887A-5062-AFA91BF0E7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39" r="14441" b="27809"/>
              <a:stretch/>
            </p:blipFill>
            <p:spPr bwMode="auto">
              <a:xfrm>
                <a:off x="7688421" y="2589729"/>
                <a:ext cx="778308" cy="89043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1452ABE7-FF69-0C4C-C9CF-72B683FB36AC}"/>
                  </a:ext>
                </a:extLst>
              </p:cNvPr>
              <p:cNvCxnSpPr>
                <a:stCxn id="50" idx="3"/>
              </p:cNvCxnSpPr>
              <p:nvPr/>
            </p:nvCxnSpPr>
            <p:spPr>
              <a:xfrm>
                <a:off x="4616953" y="3727451"/>
                <a:ext cx="1313486" cy="41378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00C5D898-8CDC-7E68-E423-33E3B92443E9}"/>
                  </a:ext>
                </a:extLst>
              </p:cNvPr>
              <p:cNvCxnSpPr>
                <a:stCxn id="49" idx="3"/>
                <a:endCxn id="163" idx="1"/>
              </p:cNvCxnSpPr>
              <p:nvPr/>
            </p:nvCxnSpPr>
            <p:spPr>
              <a:xfrm flipV="1">
                <a:off x="2989647" y="3034948"/>
                <a:ext cx="4698775" cy="2116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D22061D3-46F0-A228-54D7-BB55F0645D6C}"/>
                  </a:ext>
                </a:extLst>
              </p:cNvPr>
              <p:cNvCxnSpPr>
                <a:stCxn id="51" idx="1"/>
                <a:endCxn id="163" idx="2"/>
              </p:cNvCxnSpPr>
              <p:nvPr/>
            </p:nvCxnSpPr>
            <p:spPr>
              <a:xfrm flipH="1" flipV="1">
                <a:off x="8077575" y="3480168"/>
                <a:ext cx="896336" cy="7854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9E87279C-FF1B-9DB3-A17B-CEF0043E67AC}"/>
                  </a:ext>
                </a:extLst>
              </p:cNvPr>
              <p:cNvCxnSpPr>
                <a:stCxn id="51" idx="1"/>
              </p:cNvCxnSpPr>
              <p:nvPr/>
            </p:nvCxnSpPr>
            <p:spPr>
              <a:xfrm flipH="1" flipV="1">
                <a:off x="6617443" y="4141234"/>
                <a:ext cx="2356468" cy="1244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7BC410CD-B196-68B7-549E-D16754BCFCE4}"/>
                  </a:ext>
                </a:extLst>
              </p:cNvPr>
              <p:cNvCxnSpPr>
                <a:stCxn id="51" idx="1"/>
                <a:endCxn id="161" idx="3"/>
              </p:cNvCxnSpPr>
              <p:nvPr/>
            </p:nvCxnSpPr>
            <p:spPr>
              <a:xfrm flipH="1">
                <a:off x="7752241" y="4265645"/>
                <a:ext cx="1221671" cy="825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E4152194-3C0D-445F-4764-9554A1CD25A6}"/>
                  </a:ext>
                </a:extLst>
              </p:cNvPr>
              <p:cNvCxnSpPr>
                <a:stCxn id="51" idx="1"/>
                <a:endCxn id="107" idx="0"/>
              </p:cNvCxnSpPr>
              <p:nvPr/>
            </p:nvCxnSpPr>
            <p:spPr>
              <a:xfrm flipH="1">
                <a:off x="8277849" y="4265644"/>
                <a:ext cx="696063" cy="15156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6E38B35-9756-5FFD-6761-8EA6EE44E069}"/>
                  </a:ext>
                </a:extLst>
              </p:cNvPr>
              <p:cNvCxnSpPr>
                <a:stCxn id="107" idx="1"/>
              </p:cNvCxnSpPr>
              <p:nvPr/>
            </p:nvCxnSpPr>
            <p:spPr>
              <a:xfrm flipH="1" flipV="1">
                <a:off x="2565838" y="5714723"/>
                <a:ext cx="5437606" cy="4912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041C7577-57BD-DB2D-43B9-4AD383D8D87D}"/>
                  </a:ext>
                </a:extLst>
              </p:cNvPr>
              <p:cNvCxnSpPr>
                <a:stCxn id="161" idx="1"/>
                <a:endCxn id="162" idx="3"/>
              </p:cNvCxnSpPr>
              <p:nvPr/>
            </p:nvCxnSpPr>
            <p:spPr>
              <a:xfrm flipH="1">
                <a:off x="5498659" y="5091000"/>
                <a:ext cx="1671374" cy="1425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3C740785-0714-00FF-F8A4-3788C9A83620}"/>
                  </a:ext>
                </a:extLst>
              </p:cNvPr>
              <p:cNvCxnSpPr/>
              <p:nvPr/>
            </p:nvCxnSpPr>
            <p:spPr>
              <a:xfrm flipH="1">
                <a:off x="2289175" y="4525894"/>
                <a:ext cx="815802" cy="77420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3" name="Picture 2" descr="Joe Biden - CNBC">
                <a:extLst>
                  <a:ext uri="{FF2B5EF4-FFF2-40B4-BE49-F238E27FC236}">
                    <a16:creationId xmlns:a16="http://schemas.microsoft.com/office/drawing/2014/main" id="{5ACFECFC-6F66-27BC-C502-D3006972BE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98" r="26708" b="42616"/>
              <a:stretch/>
            </p:blipFill>
            <p:spPr bwMode="auto">
              <a:xfrm>
                <a:off x="5884166" y="3696565"/>
                <a:ext cx="778309" cy="96970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4" name="Picture 4" descr="Emmanuel Macron - Wikipedia">
                <a:extLst>
                  <a:ext uri="{FF2B5EF4-FFF2-40B4-BE49-F238E27FC236}">
                    <a16:creationId xmlns:a16="http://schemas.microsoft.com/office/drawing/2014/main" id="{079D8B1C-5A1F-ADFE-E4EA-860C1823E2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10" r="11235" b="39758"/>
              <a:stretch/>
            </p:blipFill>
            <p:spPr bwMode="auto">
              <a:xfrm>
                <a:off x="1822926" y="5162272"/>
                <a:ext cx="815802" cy="97988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5" name="Picture 6" descr="Taylor Swift set to make her feature directorial debut | CNN">
                <a:extLst>
                  <a:ext uri="{FF2B5EF4-FFF2-40B4-BE49-F238E27FC236}">
                    <a16:creationId xmlns:a16="http://schemas.microsoft.com/office/drawing/2014/main" id="{EAAE20C6-490B-63B1-E7CB-F16ECE3A20D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32" r="25738" b="17703"/>
              <a:stretch/>
            </p:blipFill>
            <p:spPr bwMode="auto">
              <a:xfrm>
                <a:off x="2945852" y="3843828"/>
                <a:ext cx="704008" cy="8436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F0D7C3E0-7523-46AC-53F7-705ED17A9E4B}"/>
                  </a:ext>
                </a:extLst>
              </p:cNvPr>
              <p:cNvCxnSpPr/>
              <p:nvPr/>
            </p:nvCxnSpPr>
            <p:spPr>
              <a:xfrm>
                <a:off x="2446445" y="1797566"/>
                <a:ext cx="743692" cy="4604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7" name="Picture 8" descr="Ed Sheeran">
                <a:extLst>
                  <a:ext uri="{FF2B5EF4-FFF2-40B4-BE49-F238E27FC236}">
                    <a16:creationId xmlns:a16="http://schemas.microsoft.com/office/drawing/2014/main" id="{4EB42BD1-3ED5-FD8C-DF85-27DEBBDA2B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0283" y="1377631"/>
                <a:ext cx="743692" cy="7436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8" name="Picture 10" descr="Pharrell Williams - Age, Wife &amp; &quot;Happy&quot;">
                <a:extLst>
                  <a:ext uri="{FF2B5EF4-FFF2-40B4-BE49-F238E27FC236}">
                    <a16:creationId xmlns:a16="http://schemas.microsoft.com/office/drawing/2014/main" id="{C478FD9F-704F-4C8B-DAE9-DBB195B7F3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1741" y="1509255"/>
                <a:ext cx="743692" cy="7436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B758E259-36E4-72F4-7A4E-70729A8E4BBA}"/>
                  </a:ext>
                </a:extLst>
              </p:cNvPr>
              <p:cNvSpPr txBox="1"/>
              <p:nvPr/>
            </p:nvSpPr>
            <p:spPr>
              <a:xfrm>
                <a:off x="10784345" y="2090883"/>
                <a:ext cx="394652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B758E259-36E4-72F4-7A4E-70729A8E4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4345" y="2090883"/>
                <a:ext cx="394652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7" name="TextBox 186">
            <a:extLst>
              <a:ext uri="{FF2B5EF4-FFF2-40B4-BE49-F238E27FC236}">
                <a16:creationId xmlns:a16="http://schemas.microsoft.com/office/drawing/2014/main" id="{7F72647E-905F-6524-BE7F-93BDA79853DE}"/>
              </a:ext>
            </a:extLst>
          </p:cNvPr>
          <p:cNvSpPr txBox="1"/>
          <p:nvPr/>
        </p:nvSpPr>
        <p:spPr>
          <a:xfrm>
            <a:off x="5442120" y="5164090"/>
            <a:ext cx="2025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Give same output</a:t>
            </a:r>
          </a:p>
        </p:txBody>
      </p:sp>
    </p:spTree>
    <p:extLst>
      <p:ext uri="{BB962C8B-B14F-4D97-AF65-F5344CB8AC3E}">
        <p14:creationId xmlns:p14="http://schemas.microsoft.com/office/powerpoint/2010/main" val="2660571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38</a:t>
            </a:fld>
            <a:endParaRPr 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12458" y="1143000"/>
            <a:ext cx="10969943" cy="903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en-US" sz="2800" dirty="0"/>
              <a:t> Shows how two different problems relate to each other</a:t>
            </a:r>
          </a:p>
          <a:p>
            <a:endParaRPr lang="en-US" altLang="en-US" sz="2800" dirty="0"/>
          </a:p>
          <a:p>
            <a:pPr marL="0" indent="0">
              <a:buNone/>
            </a:pPr>
            <a:endParaRPr lang="en-US" altLang="en-US" sz="2800" dirty="0"/>
          </a:p>
          <a:p>
            <a:endParaRPr lang="en-US" altLang="en-US" sz="2800" dirty="0"/>
          </a:p>
          <a:p>
            <a:endParaRPr lang="en-US" altLang="en-US" sz="2800" dirty="0"/>
          </a:p>
          <a:p>
            <a:pPr>
              <a:buFontTx/>
              <a:buNone/>
            </a:pPr>
            <a:endParaRPr lang="en-US" altLang="en-US" sz="2800" dirty="0"/>
          </a:p>
        </p:txBody>
      </p:sp>
      <p:pic>
        <p:nvPicPr>
          <p:cNvPr id="6" name="Picture 2" descr="Image result for popcor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846" y="3533681"/>
            <a:ext cx="2691090" cy="329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072" y="2325272"/>
            <a:ext cx="4456528" cy="4456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 rot="20597852">
            <a:off x="1559784" y="2207720"/>
            <a:ext cx="58196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Ravie" panose="04040805050809020602" pitchFamily="82" charset="0"/>
              </a:rPr>
              <a:t>MOVIE TIME!</a:t>
            </a:r>
          </a:p>
        </p:txBody>
      </p:sp>
    </p:spTree>
    <p:extLst>
      <p:ext uri="{BB962C8B-B14F-4D97-AF65-F5344CB8AC3E}">
        <p14:creationId xmlns:p14="http://schemas.microsoft.com/office/powerpoint/2010/main" val="239192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32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32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" presetID="32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MacGyver’s </a:t>
            </a:r>
            <a:r>
              <a:rPr lang="en-US" dirty="0">
                <a:solidFill>
                  <a:srgbClr val="FF00FF"/>
                </a:solidFill>
              </a:rPr>
              <a:t>Reduction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67001" y="1901865"/>
            <a:ext cx="163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Opening a door</a:t>
            </a:r>
          </a:p>
        </p:txBody>
      </p:sp>
      <p:pic>
        <p:nvPicPr>
          <p:cNvPr id="8" name="Picture 2" descr="Image result for door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1" r="21968"/>
          <a:stretch/>
        </p:blipFill>
        <p:spPr bwMode="auto">
          <a:xfrm>
            <a:off x="3086682" y="2307490"/>
            <a:ext cx="592555" cy="1212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15700" y="1403866"/>
            <a:ext cx="3670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 we don’t know how to solve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7696" y="1981200"/>
            <a:ext cx="1531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Lighting a fire</a:t>
            </a:r>
          </a:p>
        </p:txBody>
      </p:sp>
      <p:pic>
        <p:nvPicPr>
          <p:cNvPr id="15" name="Picture 4" descr="Image result for fir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80"/>
          <a:stretch/>
        </p:blipFill>
        <p:spPr bwMode="auto">
          <a:xfrm>
            <a:off x="8363286" y="2161900"/>
            <a:ext cx="2333596" cy="103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7239001" y="1371600"/>
            <a:ext cx="341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 we do know how to solve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1372" y="4696208"/>
            <a:ext cx="2189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Alcohol, wood, matches</a:t>
            </a:r>
          </a:p>
        </p:txBody>
      </p:sp>
      <p:pic>
        <p:nvPicPr>
          <p:cNvPr id="18" name="Picture 6" descr="Image result for whiskey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02" r="31074"/>
          <a:stretch/>
        </p:blipFill>
        <p:spPr bwMode="auto">
          <a:xfrm rot="1117477">
            <a:off x="8684810" y="5289197"/>
            <a:ext cx="393856" cy="1298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2" descr="Image result for wood plank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40" r="39638"/>
          <a:stretch/>
        </p:blipFill>
        <p:spPr bwMode="auto">
          <a:xfrm rot="19068828">
            <a:off x="9447749" y="5463148"/>
            <a:ext cx="164673" cy="1113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2" descr="Image result for matche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3715" y="6032170"/>
            <a:ext cx="629362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267275" y="4346437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275" y="4346437"/>
                <a:ext cx="1500667" cy="369332"/>
              </a:xfrm>
              <a:prstGeom prst="rect">
                <a:avLst/>
              </a:prstGeom>
              <a:blipFill>
                <a:blip r:embed="rId7"/>
                <a:stretch>
                  <a:fillRect l="-2521" t="-3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1752600" y="1973492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973492"/>
                <a:ext cx="625924" cy="1184190"/>
              </a:xfrm>
              <a:prstGeom prst="flowChartMagneticDisk">
                <a:avLst/>
              </a:prstGeom>
              <a:blipFill>
                <a:blip r:embed="rId8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7832276" y="2063144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276" y="2063144"/>
                <a:ext cx="625924" cy="1004887"/>
              </a:xfrm>
              <a:prstGeom prst="rect">
                <a:avLst/>
              </a:prstGeom>
              <a:blipFill>
                <a:blip r:embed="rId9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/>
          <p:cNvGrpSpPr/>
          <p:nvPr/>
        </p:nvGrpSpPr>
        <p:grpSpPr>
          <a:xfrm>
            <a:off x="2895601" y="5134054"/>
            <a:ext cx="1174595" cy="1721076"/>
            <a:chOff x="10154328" y="3614629"/>
            <a:chExt cx="1565720" cy="1721076"/>
          </a:xfrm>
        </p:grpSpPr>
        <p:pic>
          <p:nvPicPr>
            <p:cNvPr id="25" name="Picture 24" descr="Image result for keg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3100970">
              <a:off x="10528567" y="3614629"/>
              <a:ext cx="1191481" cy="11914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6" descr="Image result for flame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3274643">
              <a:off x="10154328" y="4424859"/>
              <a:ext cx="660210" cy="910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" name="TextBox 26"/>
          <p:cNvSpPr txBox="1"/>
          <p:nvPr/>
        </p:nvSpPr>
        <p:spPr>
          <a:xfrm>
            <a:off x="2959163" y="4493096"/>
            <a:ext cx="1993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Keg cannon battering 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851157" y="4113166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157" y="4113166"/>
                <a:ext cx="1486241" cy="369332"/>
              </a:xfrm>
              <a:prstGeom prst="rect">
                <a:avLst/>
              </a:prstGeom>
              <a:blipFill>
                <a:blip r:embed="rId12"/>
                <a:stretch>
                  <a:fillRect l="-3390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1845186"/>
            <a:ext cx="2840038" cy="1344573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altLang="en-US" sz="2000" dirty="0"/>
              <a:t>Aim duct at door, insert keg</a:t>
            </a:r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altLang="en-US" dirty="0"/>
              <a:t>How?</a:t>
            </a:r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3" name="TextBox 32"/>
          <p:cNvSpPr txBox="1"/>
          <p:nvPr/>
        </p:nvSpPr>
        <p:spPr>
          <a:xfrm>
            <a:off x="5105400" y="5139426"/>
            <a:ext cx="247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000" dirty="0"/>
              <a:t>Put fire under the Keg</a:t>
            </a:r>
            <a:endParaRPr lang="en-US" sz="20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</p:spTree>
    <p:extLst>
      <p:ext uri="{BB962C8B-B14F-4D97-AF65-F5344CB8AC3E}">
        <p14:creationId xmlns:p14="http://schemas.microsoft.com/office/powerpoint/2010/main" val="401954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6" grpId="0"/>
      <p:bldP spid="12" grpId="0"/>
      <p:bldP spid="14" grpId="0"/>
      <p:bldP spid="16" grpId="0"/>
      <p:bldP spid="17" grpId="0"/>
      <p:bldP spid="21" grpId="0"/>
      <p:bldP spid="22" grpId="0" animBg="1"/>
      <p:bldP spid="23" grpId="0" animBg="1"/>
      <p:bldP spid="27" grpId="0"/>
      <p:bldP spid="28" grpId="0"/>
      <p:bldP spid="30" grpId="0" animBg="1"/>
      <p:bldP spid="31" grpId="0" animBg="1"/>
      <p:bldP spid="32" grpId="0" animBg="1"/>
      <p:bldP spid="33" grpId="0"/>
      <p:bldP spid="3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76BE-F09E-54F2-B299-E6BC5F388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NP-Complete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B07FC-04E6-6CCE-679B-32B6B7AC8E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set of “together they stand, together they fall” problems</a:t>
                </a:r>
              </a:p>
              <a:p>
                <a:r>
                  <a:rPr lang="en-US" dirty="0"/>
                  <a:t>The problems in this set either all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or none of them do</a:t>
                </a:r>
              </a:p>
              <a:p>
                <a:r>
                  <a:rPr lang="en-US" dirty="0"/>
                  <a:t>Intuitively, the “hardest” problems in NP</a:t>
                </a:r>
              </a:p>
              <a:p>
                <a:r>
                  <a:rPr lang="en-US" dirty="0"/>
                  <a:t>Collection of problems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that can all be “transformed” into each other in polynomial time</a:t>
                </a:r>
              </a:p>
              <a:p>
                <a:pPr lvl="1"/>
                <a:r>
                  <a:rPr lang="en-US" dirty="0"/>
                  <a:t>Like we could transform independent set to vertex cover, and vice-versa</a:t>
                </a:r>
              </a:p>
              <a:p>
                <a:pPr lvl="1"/>
                <a:r>
                  <a:rPr lang="en-US" dirty="0"/>
                  <a:t>We can also transform vertex cover into Hamiltonian path, and Hamiltonian path into independent set, and 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B07FC-04E6-6CCE-679B-32B6B7AC8E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48112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040" y="-160020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040" y="-160020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/>
              <p:nvPr/>
            </p:nvSpPr>
            <p:spPr>
              <a:xfrm>
                <a:off x="-188477" y="860026"/>
                <a:ext cx="521208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iff</a:t>
                </a:r>
                <a:r>
                  <a:rPr lang="en-US" sz="2800" dirty="0">
                    <a:solidFill>
                      <a:srgbClr val="FF0000"/>
                    </a:solidFill>
                  </a:rPr>
                  <a:t> some problem 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belongs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8477" y="860026"/>
                <a:ext cx="5212080" cy="954107"/>
              </a:xfrm>
              <a:prstGeom prst="rect">
                <a:avLst/>
              </a:prstGeom>
              <a:blipFill>
                <a:blip r:embed="rId3"/>
                <a:stretch>
                  <a:fillRect t="-5732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0BF2553B-A8E9-2DA3-9BE3-EAEA6EE0D998}"/>
              </a:ext>
            </a:extLst>
          </p:cNvPr>
          <p:cNvGrpSpPr/>
          <p:nvPr/>
        </p:nvGrpSpPr>
        <p:grpSpPr>
          <a:xfrm>
            <a:off x="1879600" y="1411817"/>
            <a:ext cx="11023600" cy="5430287"/>
            <a:chOff x="1879600" y="1411817"/>
            <a:chExt cx="11023600" cy="543028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F96FFB7-6607-6F79-B3BA-77C3C283E189}"/>
                </a:ext>
              </a:extLst>
            </p:cNvPr>
            <p:cNvGrpSpPr/>
            <p:nvPr/>
          </p:nvGrpSpPr>
          <p:grpSpPr>
            <a:xfrm>
              <a:off x="1879600" y="1411817"/>
              <a:ext cx="11023600" cy="5430287"/>
              <a:chOff x="396240" y="715328"/>
              <a:chExt cx="12469756" cy="614267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41635B6-F402-1095-4877-EFE866AA1617}"/>
                  </a:ext>
                </a:extLst>
              </p:cNvPr>
              <p:cNvSpPr/>
              <p:nvPr/>
            </p:nvSpPr>
            <p:spPr>
              <a:xfrm>
                <a:off x="396240" y="715328"/>
                <a:ext cx="11602720" cy="614267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F3933289-11A2-E100-3246-E02B39C7AED0}"/>
                      </a:ext>
                    </a:extLst>
                  </p:cNvPr>
                  <p:cNvSpPr txBox="1"/>
                  <p:nvPr/>
                </p:nvSpPr>
                <p:spPr>
                  <a:xfrm>
                    <a:off x="3342640" y="733886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𝐸𝑋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F3933289-11A2-E100-3246-E02B39C7AE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2640" y="733886"/>
                    <a:ext cx="6096000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8B632667-D7CC-99D1-7608-1CAA4E04D1B4}"/>
                  </a:ext>
                </a:extLst>
              </p:cNvPr>
              <p:cNvSpPr/>
              <p:nvPr/>
            </p:nvSpPr>
            <p:spPr>
              <a:xfrm>
                <a:off x="605530" y="1601802"/>
                <a:ext cx="10590790" cy="496778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BAF8506-45D6-1464-2EA9-BAD5C9E44E96}"/>
                  </a:ext>
                </a:extLst>
              </p:cNvPr>
              <p:cNvSpPr/>
              <p:nvPr/>
            </p:nvSpPr>
            <p:spPr>
              <a:xfrm>
                <a:off x="955040" y="2404053"/>
                <a:ext cx="8991600" cy="377745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/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0561229C-901F-E6AA-7760-7159895368CF}"/>
                      </a:ext>
                    </a:extLst>
                  </p:cNvPr>
                  <p:cNvSpPr txBox="1"/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0561229C-901F-E6AA-7760-7159895368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871E19D-2C78-C958-C3C5-E54426343C33}"/>
                  </a:ext>
                </a:extLst>
              </p:cNvPr>
              <p:cNvGrpSpPr/>
              <p:nvPr/>
            </p:nvGrpSpPr>
            <p:grpSpPr>
              <a:xfrm>
                <a:off x="5659484" y="5496161"/>
                <a:ext cx="2475158" cy="750577"/>
                <a:chOff x="6200745" y="5135200"/>
                <a:chExt cx="2475158" cy="750577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AC71D22A-C4FD-A562-E8FB-9618A48A76F8}"/>
                    </a:ext>
                  </a:extLst>
                </p:cNvPr>
                <p:cNvGrpSpPr/>
                <p:nvPr/>
              </p:nvGrpSpPr>
              <p:grpSpPr>
                <a:xfrm rot="1389724">
                  <a:off x="6200745" y="5135200"/>
                  <a:ext cx="2475158" cy="523220"/>
                  <a:chOff x="6197600" y="5013683"/>
                  <a:chExt cx="2475158" cy="523220"/>
                </a:xfrm>
              </p:grpSpPr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D281509-7CCC-72FA-5A63-28BAA927617A}"/>
                      </a:ext>
                    </a:extLst>
                  </p:cNvPr>
                  <p:cNvSpPr txBox="1"/>
                  <p:nvPr/>
                </p:nvSpPr>
                <p:spPr>
                  <a:xfrm>
                    <a:off x="7053897" y="5013683"/>
                    <a:ext cx="955604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2400" dirty="0">
                        <a:solidFill>
                          <a:srgbClr val="FF0000"/>
                        </a:solidFill>
                      </a:rPr>
                      <a:t>Gap?</a:t>
                    </a:r>
                  </a:p>
                </p:txBody>
              </p:sp>
              <p:cxnSp>
                <p:nvCxnSpPr>
                  <p:cNvPr id="14" name="Straight Arrow Connector 13">
                    <a:extLst>
                      <a:ext uri="{FF2B5EF4-FFF2-40B4-BE49-F238E27FC236}">
                        <a16:creationId xmlns:a16="http://schemas.microsoft.com/office/drawing/2014/main" id="{B82661DB-8387-2CF0-35D0-C14C37B0B8E7}"/>
                      </a:ext>
                    </a:extLst>
                  </p:cNvPr>
                  <p:cNvCxnSpPr>
                    <a:stCxn id="12" idx="1"/>
                  </p:cNvCxnSpPr>
                  <p:nvPr/>
                </p:nvCxnSpPr>
                <p:spPr>
                  <a:xfrm flipH="1">
                    <a:off x="6197600" y="5275293"/>
                    <a:ext cx="856297" cy="1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prstDash val="sysDot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Straight Arrow Connector 14">
                    <a:extLst>
                      <a:ext uri="{FF2B5EF4-FFF2-40B4-BE49-F238E27FC236}">
                        <a16:creationId xmlns:a16="http://schemas.microsoft.com/office/drawing/2014/main" id="{215AF750-7ABB-9963-C32B-09B336727927}"/>
                      </a:ext>
                    </a:extLst>
                  </p:cNvPr>
                  <p:cNvCxnSpPr>
                    <a:cxnSpLocks/>
                    <a:stCxn id="12" idx="3"/>
                  </p:cNvCxnSpPr>
                  <p:nvPr/>
                </p:nvCxnSpPr>
                <p:spPr>
                  <a:xfrm>
                    <a:off x="8009501" y="5275293"/>
                    <a:ext cx="663257" cy="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prstDash val="sysDot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C565268-1DFA-2BDF-B753-888B618F5053}"/>
                    </a:ext>
                  </a:extLst>
                </p:cNvPr>
                <p:cNvSpPr txBox="1"/>
                <p:nvPr/>
              </p:nvSpPr>
              <p:spPr>
                <a:xfrm rot="1389724">
                  <a:off x="6228679" y="5362557"/>
                  <a:ext cx="181064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dirty="0">
                      <a:solidFill>
                        <a:srgbClr val="FF0000"/>
                      </a:solidFill>
                    </a:rPr>
                    <a:t>Unknown!</a:t>
                  </a:r>
                </a:p>
              </p:txBody>
            </p:sp>
          </p:grp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8DB62C-26FA-47C4-9CF8-BA550BE15574}"/>
                  </a:ext>
                </a:extLst>
              </p:cNvPr>
              <p:cNvSpPr txBox="1"/>
              <p:nvPr/>
            </p:nvSpPr>
            <p:spPr>
              <a:xfrm>
                <a:off x="4355537" y="4040747"/>
                <a:ext cx="1303947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Sorting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Shortest Path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Euler Path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E90524-0054-417F-44E8-4B21DAC3A3E9}"/>
                  </a:ext>
                </a:extLst>
              </p:cNvPr>
              <p:cNvSpPr txBox="1"/>
              <p:nvPr/>
            </p:nvSpPr>
            <p:spPr>
              <a:xfrm>
                <a:off x="6506152" y="3146462"/>
                <a:ext cx="176509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Cryptography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Prime factorization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FB1F7F-722C-2555-934B-D67F0220B70F}"/>
                  </a:ext>
                </a:extLst>
              </p:cNvPr>
              <p:cNvSpPr txBox="1"/>
              <p:nvPr/>
            </p:nvSpPr>
            <p:spPr>
              <a:xfrm>
                <a:off x="7834400" y="886339"/>
                <a:ext cx="92794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Checkers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Go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Chess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11B5139-FBD7-3531-7C1C-1F1621BA7785}"/>
                      </a:ext>
                    </a:extLst>
                  </p:cNvPr>
                  <p:cNvSpPr txBox="1"/>
                  <p:nvPr/>
                </p:nvSpPr>
                <p:spPr>
                  <a:xfrm rot="2360876">
                    <a:off x="6769996" y="2815137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𝐶𝑜𝑚𝑝𝑙𝑒𝑡𝑒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11B5139-FBD7-3531-7C1C-1F1621BA77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360876">
                    <a:off x="6769996" y="2815137"/>
                    <a:ext cx="6096000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0F67D4C-CBE9-7144-95D5-AA867D702FFA}"/>
                  </a:ext>
                </a:extLst>
              </p:cNvPr>
              <p:cNvSpPr txBox="1"/>
              <p:nvPr/>
            </p:nvSpPr>
            <p:spPr>
              <a:xfrm>
                <a:off x="5471488" y="1570018"/>
                <a:ext cx="230859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Vertex Cover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Independent Set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Hamiltonian Path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Arrow: Right 15">
                  <a:extLst>
                    <a:ext uri="{FF2B5EF4-FFF2-40B4-BE49-F238E27FC236}">
                      <a16:creationId xmlns:a16="http://schemas.microsoft.com/office/drawing/2014/main" id="{26F47A85-59BE-F883-E96D-625BE705A42A}"/>
                    </a:ext>
                  </a:extLst>
                </p:cNvPr>
                <p:cNvSpPr/>
                <p:nvPr/>
              </p:nvSpPr>
              <p:spPr>
                <a:xfrm rot="2172224">
                  <a:off x="9931653" y="5228397"/>
                  <a:ext cx="1995037" cy="988196"/>
                </a:xfrm>
                <a:prstGeom prst="rightArrow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𝐻𝑎𝑟𝑑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Arrow: Right 15">
                  <a:extLst>
                    <a:ext uri="{FF2B5EF4-FFF2-40B4-BE49-F238E27FC236}">
                      <a16:creationId xmlns:a16="http://schemas.microsoft.com/office/drawing/2014/main" id="{26F47A85-59BE-F883-E96D-625BE705A4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72224">
                  <a:off x="9931653" y="5228397"/>
                  <a:ext cx="1995037" cy="988196"/>
                </a:xfrm>
                <a:prstGeom prst="rightArrow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078994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NP-Hard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89910" y="2407376"/>
                <a:ext cx="7834893" cy="4525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How can we try to figure out if P=NP?</a:t>
                </a:r>
              </a:p>
              <a:p>
                <a:r>
                  <a:rPr lang="en-US" dirty="0"/>
                  <a:t>Identify problems at least as “hard” as NP</a:t>
                </a:r>
              </a:p>
              <a:p>
                <a:pPr lvl="1"/>
                <a:r>
                  <a:rPr lang="en-US" dirty="0"/>
                  <a:t>If any of these “hard” problems can be solved in polynomial time, then all NP problems can be solved in polynomial time.</a:t>
                </a:r>
              </a:p>
              <a:p>
                <a:r>
                  <a:rPr lang="en-US" dirty="0"/>
                  <a:t>Definition: NP-Hard: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is NP-Hard provided EVERY problem within NP reduces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in polynomial time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910" y="2407376"/>
                <a:ext cx="7834893" cy="4525963"/>
              </a:xfrm>
              <a:blipFill>
                <a:blip r:embed="rId2"/>
                <a:stretch>
                  <a:fillRect l="-1401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42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F53445-FAF3-55FA-3158-72BDE63F810D}"/>
              </a:ext>
            </a:extLst>
          </p:cNvPr>
          <p:cNvGrpSpPr/>
          <p:nvPr/>
        </p:nvGrpSpPr>
        <p:grpSpPr>
          <a:xfrm>
            <a:off x="6431618" y="365125"/>
            <a:ext cx="5318549" cy="2636366"/>
            <a:chOff x="1879600" y="1306031"/>
            <a:chExt cx="11168359" cy="553607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4DA0434-297F-EDAC-265F-E170CC0E9D56}"/>
                </a:ext>
              </a:extLst>
            </p:cNvPr>
            <p:cNvGrpSpPr/>
            <p:nvPr/>
          </p:nvGrpSpPr>
          <p:grpSpPr>
            <a:xfrm>
              <a:off x="1879600" y="1306031"/>
              <a:ext cx="10257117" cy="5536073"/>
              <a:chOff x="396240" y="595664"/>
              <a:chExt cx="11602720" cy="6262336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CCFA8EE-2EC1-829A-DC41-28DDBA62D32D}"/>
                  </a:ext>
                </a:extLst>
              </p:cNvPr>
              <p:cNvSpPr/>
              <p:nvPr/>
            </p:nvSpPr>
            <p:spPr>
              <a:xfrm>
                <a:off x="396240" y="715328"/>
                <a:ext cx="11602720" cy="614267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E62A4565-A14C-5F02-5358-EE00317DBF4F}"/>
                      </a:ext>
                    </a:extLst>
                  </p:cNvPr>
                  <p:cNvSpPr txBox="1"/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𝐸𝑋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E62A4565-A14C-5F02-5358-EE00317DBF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7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8F03A6E-7CF2-FBE9-409B-B681CCB04C75}"/>
                  </a:ext>
                </a:extLst>
              </p:cNvPr>
              <p:cNvSpPr/>
              <p:nvPr/>
            </p:nvSpPr>
            <p:spPr>
              <a:xfrm>
                <a:off x="605530" y="1601802"/>
                <a:ext cx="10590790" cy="496778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D70E952-52DF-72BC-9B33-4E87FA4183A5}"/>
                  </a:ext>
                </a:extLst>
              </p:cNvPr>
              <p:cNvSpPr/>
              <p:nvPr/>
            </p:nvSpPr>
            <p:spPr>
              <a:xfrm>
                <a:off x="955040" y="2404053"/>
                <a:ext cx="8991600" cy="377745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DE996C53-6C44-655D-9BC1-7794BDB41CFF}"/>
                      </a:ext>
                    </a:extLst>
                  </p:cNvPr>
                  <p:cNvSpPr/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16A1AEB1-2219-1DCD-8807-2194947DF6D1}"/>
                      </a:ext>
                    </a:extLst>
                  </p:cNvPr>
                  <p:cNvSpPr txBox="1"/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0561229C-901F-E6AA-7760-7159895368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Arrow: Right 13">
                  <a:extLst>
                    <a:ext uri="{FF2B5EF4-FFF2-40B4-BE49-F238E27FC236}">
                      <a16:creationId xmlns:a16="http://schemas.microsoft.com/office/drawing/2014/main" id="{F337C3E7-E099-50D2-4917-C5F11ACA2017}"/>
                    </a:ext>
                  </a:extLst>
                </p:cNvPr>
                <p:cNvSpPr/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𝐻𝑎𝑟𝑑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Arrow: Right 13">
                  <a:extLst>
                    <a:ext uri="{FF2B5EF4-FFF2-40B4-BE49-F238E27FC236}">
                      <a16:creationId xmlns:a16="http://schemas.microsoft.com/office/drawing/2014/main" id="{F337C3E7-E099-50D2-4917-C5F11ACA201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14733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001" y="-225840"/>
            <a:ext cx="10515600" cy="1325563"/>
          </a:xfrm>
        </p:spPr>
        <p:txBody>
          <a:bodyPr/>
          <a:lstStyle/>
          <a:p>
            <a:r>
              <a:rPr lang="en-US" dirty="0"/>
              <a:t>NP-Hard Idea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43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615701" y="1403866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Any NP Problem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696200" y="1371600"/>
            <a:ext cx="2128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NP-Hard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blipFill>
                <a:blip r:embed="rId2"/>
                <a:stretch>
                  <a:fillRect l="-3361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blipFill>
                <a:blip r:embed="rId3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blipFill>
                <a:blip r:embed="rId4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blipFill>
                <a:blip r:embed="rId5"/>
                <a:stretch>
                  <a:fillRect l="-2542" t="-6897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blipFill>
                <a:blip r:embed="rId6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blipFill>
                <a:blip r:embed="rId7"/>
                <a:stretch>
                  <a:fillRect l="-9434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358401" y="105841"/>
            <a:ext cx="2514600" cy="884759"/>
          </a:xfrm>
          <a:prstGeom prst="wedgeRoundRectCallout">
            <a:avLst>
              <a:gd name="adj1" fmla="val 26844"/>
              <a:gd name="adj2" fmla="val 98345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For every NP problem</a:t>
            </a:r>
            <a:endParaRPr lang="en-US" dirty="0"/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1121225" y="3312877"/>
            <a:ext cx="2514600" cy="1415056"/>
          </a:xfrm>
          <a:prstGeom prst="wedgeRoundRectCallout">
            <a:avLst>
              <a:gd name="adj1" fmla="val 85152"/>
              <a:gd name="adj2" fmla="val 8579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There exists a polynomial-time reduction to each NP-Hard Problem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ounded Rectangular Callout 28">
                <a:extLst>
                  <a:ext uri="{FF2B5EF4-FFF2-40B4-BE49-F238E27FC236}">
                    <a16:creationId xmlns:a16="http://schemas.microsoft.com/office/drawing/2014/main" id="{EBD3D364-96E8-A14B-8D5D-6D824FA6B43A}"/>
                  </a:ext>
                </a:extLst>
              </p:cNvPr>
              <p:cNvSpPr/>
              <p:nvPr/>
            </p:nvSpPr>
            <p:spPr>
              <a:xfrm>
                <a:off x="9903796" y="2897460"/>
                <a:ext cx="2288204" cy="1415056"/>
              </a:xfrm>
              <a:prstGeom prst="wedgeRoundRectCallout">
                <a:avLst>
                  <a:gd name="adj1" fmla="val -65737"/>
                  <a:gd name="adj2" fmla="val 10807"/>
                  <a:gd name="adj3" fmla="val 16667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dirty="0"/>
                  <a:t>So if this was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𝑝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we can solve any NP problem in polynomial time</a:t>
                </a:r>
              </a:p>
            </p:txBody>
          </p:sp>
        </mc:Choice>
        <mc:Fallback xmlns="">
          <p:sp>
            <p:nvSpPr>
              <p:cNvPr id="29" name="Rounded Rectangular Callout 28">
                <a:extLst>
                  <a:ext uri="{FF2B5EF4-FFF2-40B4-BE49-F238E27FC236}">
                    <a16:creationId xmlns="" xmlns:a16="http://schemas.microsoft.com/office/drawing/2014/main" id="{EBD3D364-96E8-A14B-8D5D-6D824FA6B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3796" y="2897460"/>
                <a:ext cx="2288204" cy="1415056"/>
              </a:xfrm>
              <a:prstGeom prst="wedgeRoundRectCallout">
                <a:avLst>
                  <a:gd name="adj1" fmla="val -65737"/>
                  <a:gd name="adj2" fmla="val 10807"/>
                  <a:gd name="adj3" fmla="val 16667"/>
                </a:avLst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013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6766692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Showing NP-Hardness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44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105400" y="1411069"/>
            <a:ext cx="1625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A </a:t>
            </a:r>
            <a:r>
              <a:rPr lang="en-US" b="1"/>
              <a:t>First</a:t>
            </a:r>
            <a:r>
              <a:rPr lang="en-US"/>
              <a:t> NP-Hard</a:t>
            </a:r>
          </a:p>
          <a:p>
            <a:pPr algn="ctr"/>
            <a:r>
              <a:rPr lang="en-US"/>
              <a:t> Problem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9654870" y="1371600"/>
            <a:ext cx="2460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new NP-Hard Problem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012919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9199" y="4873374"/>
                <a:ext cx="1500667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365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5658693" y="20162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693" y="2016210"/>
                <a:ext cx="625924" cy="1184190"/>
              </a:xfrm>
              <a:prstGeom prst="flowChartMagneticDisk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1058761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7612" y="1892573"/>
                <a:ext cx="625924" cy="100488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295559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559" y="4727933"/>
                <a:ext cx="1486241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3689" t="-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6905534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1039961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7057934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7757545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1061196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1961" y="5242707"/>
                <a:ext cx="625924" cy="100488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5739205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205" y="5140410"/>
                <a:ext cx="625924" cy="1184190"/>
              </a:xfrm>
              <a:prstGeom prst="flowChartMagneticDisk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767036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036" y="1367136"/>
                <a:ext cx="1064137" cy="461665"/>
              </a:xfrm>
              <a:prstGeom prst="rect">
                <a:avLst/>
              </a:prstGeom>
              <a:blipFill rotWithShape="1">
                <a:blip r:embed="rId8"/>
                <a:stretch>
                  <a:fillRect r="-171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-13253" y="1330081"/>
            <a:ext cx="5042453" cy="5249682"/>
            <a:chOff x="-13253" y="1330081"/>
            <a:chExt cx="5042453" cy="5249682"/>
          </a:xfrm>
        </p:grpSpPr>
        <p:sp>
          <p:nvSpPr>
            <p:cNvPr id="24" name="Rectangle 23"/>
            <p:cNvSpPr/>
            <p:nvPr/>
          </p:nvSpPr>
          <p:spPr>
            <a:xfrm>
              <a:off x="1813692" y="1736144"/>
              <a:ext cx="3215508" cy="4843619"/>
            </a:xfrm>
            <a:prstGeom prst="rect">
              <a:avLst/>
            </a:prstGeom>
            <a:solidFill>
              <a:srgbClr val="FFA7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AutoShape 5"/>
            <p:cNvSpPr>
              <a:spLocks noChangeArrowheads="1"/>
            </p:cNvSpPr>
            <p:nvPr/>
          </p:nvSpPr>
          <p:spPr bwMode="auto">
            <a:xfrm>
              <a:off x="1952534" y="2100428"/>
              <a:ext cx="2840038" cy="759976"/>
            </a:xfrm>
            <a:prstGeom prst="rightArrow">
              <a:avLst>
                <a:gd name="adj1" fmla="val 52315"/>
                <a:gd name="adj2" fmla="val 59192"/>
              </a:avLst>
            </a:prstGeom>
            <a:noFill/>
            <a:ln w="317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endParaRPr lang="en-US" altLang="en-US" sz="2000" dirty="0"/>
            </a:p>
          </p:txBody>
        </p:sp>
        <p:sp>
          <p:nvSpPr>
            <p:cNvPr id="33" name="AutoShape 5"/>
            <p:cNvSpPr>
              <a:spLocks noChangeArrowheads="1"/>
            </p:cNvSpPr>
            <p:nvPr/>
          </p:nvSpPr>
          <p:spPr bwMode="auto">
            <a:xfrm rot="10800000">
              <a:off x="2104934" y="4802910"/>
              <a:ext cx="2840038" cy="993815"/>
            </a:xfrm>
            <a:prstGeom prst="rightArrow">
              <a:avLst>
                <a:gd name="adj1" fmla="val 52315"/>
                <a:gd name="adj2" fmla="val 59192"/>
              </a:avLst>
            </a:prstGeom>
            <a:noFill/>
            <a:ln w="317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endParaRPr lang="en-US" altLang="en-US" sz="28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804545" y="6177986"/>
              <a:ext cx="11360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Reduction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2814036" y="1330081"/>
                  <a:ext cx="106413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𝑂</m:t>
                        </m:r>
                        <m:r>
                          <a:rPr lang="en-US" sz="24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FF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FF33CC"/>
                                </a:solidFill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FF33CC"/>
                                </a:solidFill>
                                <a:latin typeface="Cambria Math"/>
                              </a:rPr>
                              <m:t>𝑝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400" dirty="0">
                    <a:solidFill>
                      <a:srgbClr val="FF33CC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4036" y="1330081"/>
                  <a:ext cx="1064137" cy="461665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r="-1724" b="-171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Isosceles Triangle 2"/>
                <p:cNvSpPr/>
                <p:nvPr/>
              </p:nvSpPr>
              <p:spPr>
                <a:xfrm>
                  <a:off x="457200" y="1925266"/>
                  <a:ext cx="1066800" cy="1033984"/>
                </a:xfrm>
                <a:prstGeom prst="triangl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𝐶</m:t>
                        </m:r>
                      </m:oMath>
                    </m:oMathPara>
                  </a14:m>
                  <a:endParaRPr lang="en-US" sz="40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Isosceles Tri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" y="1925266"/>
                  <a:ext cx="1066800" cy="1033984"/>
                </a:xfrm>
                <a:prstGeom prst="triangle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Isosceles Triangle 37"/>
                <p:cNvSpPr/>
                <p:nvPr/>
              </p:nvSpPr>
              <p:spPr>
                <a:xfrm>
                  <a:off x="457200" y="5037607"/>
                  <a:ext cx="1066800" cy="1033984"/>
                </a:xfrm>
                <a:prstGeom prst="triangl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𝑍</m:t>
                        </m:r>
                      </m:oMath>
                    </m:oMathPara>
                  </a14:m>
                  <a:endParaRPr lang="en-US" sz="40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Isosceles Triangle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" y="5037607"/>
                  <a:ext cx="1066800" cy="1033984"/>
                </a:xfrm>
                <a:prstGeom prst="triangle">
                  <a:avLst/>
                </a:prstGeom>
                <a:blipFill rotWithShape="1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TextBox 38"/>
            <p:cNvSpPr txBox="1"/>
            <p:nvPr/>
          </p:nvSpPr>
          <p:spPr>
            <a:xfrm>
              <a:off x="-13253" y="1459468"/>
              <a:ext cx="17043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Any NP Problem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142720" y="4655299"/>
                  <a:ext cx="14819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/>
                    <a:t>Solution for 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𝑪</m:t>
                      </m:r>
                    </m:oMath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720" y="4655299"/>
                  <a:ext cx="1481944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2869" t="-8333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6397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NP-Complete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2332037"/>
                <a:ext cx="8548500" cy="4525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“Together they stand, together they fall”</a:t>
                </a:r>
              </a:p>
              <a:p>
                <a:r>
                  <a:rPr lang="en-US" dirty="0"/>
                  <a:t>Problems solvable in polynomial time </a:t>
                </a:r>
                <a:r>
                  <a:rPr lang="en-US" dirty="0" err="1"/>
                  <a:t>iff</a:t>
                </a:r>
                <a:r>
                  <a:rPr lang="en-US" dirty="0"/>
                  <a:t> ALL NP problems are</a:t>
                </a:r>
              </a:p>
              <a:p>
                <a:r>
                  <a:rPr lang="en-US" dirty="0"/>
                  <a:t>NP-Complete = NP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∩</m:t>
                    </m:r>
                  </m:oMath>
                </a14:m>
                <a:r>
                  <a:rPr lang="en-US" dirty="0"/>
                  <a:t> NP-Hard</a:t>
                </a:r>
              </a:p>
              <a:p>
                <a:r>
                  <a:rPr lang="en-US" b="1" dirty="0"/>
                  <a:t>How to show a problem is NP-Complete?</a:t>
                </a:r>
              </a:p>
              <a:p>
                <a:pPr lvl="1"/>
                <a:r>
                  <a:rPr lang="en-US" dirty="0"/>
                  <a:t>Show it belongs to NP</a:t>
                </a:r>
              </a:p>
              <a:p>
                <a:pPr lvl="2"/>
                <a:r>
                  <a:rPr lang="en-US" dirty="0"/>
                  <a:t>Give a polynomial time verifier</a:t>
                </a:r>
              </a:p>
              <a:p>
                <a:pPr lvl="1"/>
                <a:r>
                  <a:rPr lang="en-US" dirty="0"/>
                  <a:t>Show it is NP-Hard</a:t>
                </a:r>
              </a:p>
              <a:p>
                <a:pPr lvl="2"/>
                <a:r>
                  <a:rPr lang="en-US" dirty="0"/>
                  <a:t>Give a reduction from another NP-H problem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2332037"/>
                <a:ext cx="8548500" cy="4525963"/>
              </a:xfrm>
              <a:blipFill>
                <a:blip r:embed="rId2"/>
                <a:stretch>
                  <a:fillRect l="-1284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45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2CDBFF3-E85D-EA6A-D3FB-B51CEA446A46}"/>
              </a:ext>
            </a:extLst>
          </p:cNvPr>
          <p:cNvGrpSpPr/>
          <p:nvPr/>
        </p:nvGrpSpPr>
        <p:grpSpPr>
          <a:xfrm>
            <a:off x="6431618" y="365125"/>
            <a:ext cx="5318549" cy="2636366"/>
            <a:chOff x="1879600" y="1306031"/>
            <a:chExt cx="11168359" cy="553607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FB0C6A3-2672-4B14-7D3B-BEE0949E0F2F}"/>
                </a:ext>
              </a:extLst>
            </p:cNvPr>
            <p:cNvGrpSpPr/>
            <p:nvPr/>
          </p:nvGrpSpPr>
          <p:grpSpPr>
            <a:xfrm>
              <a:off x="1879600" y="1306031"/>
              <a:ext cx="10257117" cy="5536073"/>
              <a:chOff x="396240" y="595664"/>
              <a:chExt cx="11602720" cy="6262336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16D442D-50BF-E4D1-B1C9-D65776F6C362}"/>
                  </a:ext>
                </a:extLst>
              </p:cNvPr>
              <p:cNvSpPr/>
              <p:nvPr/>
            </p:nvSpPr>
            <p:spPr>
              <a:xfrm>
                <a:off x="396240" y="715328"/>
                <a:ext cx="11602720" cy="614267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8806BEEA-FBDF-B62E-2C8F-5EA4D0F0E82A}"/>
                      </a:ext>
                    </a:extLst>
                  </p:cNvPr>
                  <p:cNvSpPr txBox="1"/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𝐸𝑋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8806BEEA-FBDF-B62E-2C8F-5EA4D0F0E8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7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2BF586D-67E4-9D63-F9B4-38F29C057C58}"/>
                  </a:ext>
                </a:extLst>
              </p:cNvPr>
              <p:cNvSpPr/>
              <p:nvPr/>
            </p:nvSpPr>
            <p:spPr>
              <a:xfrm>
                <a:off x="605529" y="1601803"/>
                <a:ext cx="10590790" cy="4967783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208F89D-EDDE-F874-7592-85060B08251D}"/>
                  </a:ext>
                </a:extLst>
              </p:cNvPr>
              <p:cNvSpPr/>
              <p:nvPr/>
            </p:nvSpPr>
            <p:spPr>
              <a:xfrm>
                <a:off x="955040" y="2404053"/>
                <a:ext cx="8991600" cy="377745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59956194-81F0-C6BF-684A-E7078D316ABB}"/>
                      </a:ext>
                    </a:extLst>
                  </p:cNvPr>
                  <p:cNvSpPr/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B6DD3DDF-613E-A3AA-4CA6-077356E9382C}"/>
                      </a:ext>
                    </a:extLst>
                  </p:cNvPr>
                  <p:cNvSpPr txBox="1"/>
                  <p:nvPr/>
                </p:nvSpPr>
                <p:spPr>
                  <a:xfrm>
                    <a:off x="3149599" y="1914059"/>
                    <a:ext cx="609599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B6DD3DDF-613E-A3AA-4CA6-077356E938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49599" y="1914059"/>
                    <a:ext cx="6095999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7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Arrow: Right 6">
                  <a:extLst>
                    <a:ext uri="{FF2B5EF4-FFF2-40B4-BE49-F238E27FC236}">
                      <a16:creationId xmlns:a16="http://schemas.microsoft.com/office/drawing/2014/main" id="{CEF98193-ED76-C70D-679D-05D1A9230D94}"/>
                    </a:ext>
                  </a:extLst>
                </p:cNvPr>
                <p:cNvSpPr/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𝐻𝑎𝑟𝑑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Arrow: Right 6">
                  <a:extLst>
                    <a:ext uri="{FF2B5EF4-FFF2-40B4-BE49-F238E27FC236}">
                      <a16:creationId xmlns:a16="http://schemas.microsoft.com/office/drawing/2014/main" id="{CEF98193-ED76-C70D-679D-05D1A9230D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685EA8-FD93-0B7E-D670-EDE04381766B}"/>
                  </a:ext>
                </a:extLst>
              </p:cNvPr>
              <p:cNvSpPr txBox="1"/>
              <p:nvPr/>
            </p:nvSpPr>
            <p:spPr>
              <a:xfrm rot="1721236">
                <a:off x="8919555" y="1221472"/>
                <a:ext cx="256634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𝐶𝑜𝑚𝑝𝑙𝑒𝑡𝑒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685EA8-FD93-0B7E-D670-EDE043817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21236">
                <a:off x="8919555" y="1221472"/>
                <a:ext cx="2566340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76197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NP-Completeness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46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615701" y="1403866"/>
            <a:ext cx="26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NP-Complete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7601" y="1371600"/>
            <a:ext cx="3252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other NP-Complete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blipFill>
                <a:blip r:embed="rId2"/>
                <a:stretch>
                  <a:fillRect l="-3361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blipFill>
                <a:blip r:embed="rId3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blipFill>
                <a:blip r:embed="rId4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blipFill>
                <a:blip r:embed="rId5"/>
                <a:stretch>
                  <a:fillRect l="-2542" t="-6897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blipFill>
                <a:blip r:embed="rId6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blipFill>
                <a:blip r:embed="rId7"/>
                <a:stretch>
                  <a:fillRect l="-9434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9903796" y="3273935"/>
            <a:ext cx="2288204" cy="707528"/>
          </a:xfrm>
          <a:prstGeom prst="wedgeRoundRectCallout">
            <a:avLst>
              <a:gd name="adj1" fmla="val -65737"/>
              <a:gd name="adj2" fmla="val 1080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If this could be done in polynomial time</a:t>
            </a:r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183373" y="3429000"/>
            <a:ext cx="2288204" cy="813192"/>
          </a:xfrm>
          <a:prstGeom prst="wedgeRoundRectCallout">
            <a:avLst>
              <a:gd name="adj1" fmla="val 69305"/>
              <a:gd name="adj2" fmla="val 3086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Then this could be done in polynomial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40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47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615701" y="1403866"/>
            <a:ext cx="26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NP-Complete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7601" y="1371600"/>
            <a:ext cx="3252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other NP-Complete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blipFill>
                <a:blip r:embed="rId2"/>
                <a:stretch>
                  <a:fillRect l="-3361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blipFill>
                <a:blip r:embed="rId3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blipFill>
                <a:blip r:embed="rId4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blipFill>
                <a:blip r:embed="rId5"/>
                <a:stretch>
                  <a:fillRect l="-2542" t="-6897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blipFill>
                <a:blip r:embed="rId6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blipFill>
                <a:blip r:embed="rId7"/>
                <a:stretch>
                  <a:fillRect l="-9434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9903796" y="3124200"/>
            <a:ext cx="2288204" cy="857263"/>
          </a:xfrm>
          <a:prstGeom prst="wedgeRoundRectCallout">
            <a:avLst>
              <a:gd name="adj1" fmla="val -65737"/>
              <a:gd name="adj2" fmla="val 1080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Then this cannot be done in polynomial time</a:t>
            </a:r>
            <a:endParaRPr lang="en-US" dirty="0"/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183373" y="3429000"/>
            <a:ext cx="2288204" cy="813192"/>
          </a:xfrm>
          <a:prstGeom prst="wedgeRoundRectCallout">
            <a:avLst>
              <a:gd name="adj1" fmla="val 69305"/>
              <a:gd name="adj2" fmla="val 3086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If this cannot be done in polynomial time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245EF8E-C9BA-6096-6AD2-BB564BA26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NP-Completeness</a:t>
            </a:r>
          </a:p>
        </p:txBody>
      </p:sp>
    </p:spTree>
    <p:extLst>
      <p:ext uri="{BB962C8B-B14F-4D97-AF65-F5344CB8AC3E}">
        <p14:creationId xmlns:p14="http://schemas.microsoft.com/office/powerpoint/2010/main" val="1086703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ECFCE-257D-55FB-890F-6FBF726B2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0B87B-178B-B5AA-6696-DACBFA74D9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Problems not belonging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are considered intractable</a:t>
                </a:r>
              </a:p>
              <a:p>
                <a:r>
                  <a:rPr lang="en-US" dirty="0"/>
                  <a:t>The problems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have some properties that make them seem like they might be tractable, but we’ve been unsuccessful with finding polynomial time algorithms for many</a:t>
                </a:r>
              </a:p>
              <a:p>
                <a:r>
                  <a:rPr lang="en-US" dirty="0"/>
                  <a:t>The class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contains problems with the properties:</a:t>
                </a:r>
              </a:p>
              <a:p>
                <a:pPr lvl="1"/>
                <a:r>
                  <a:rPr lang="en-US" dirty="0"/>
                  <a:t>All members are also members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All members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can be transformed into every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Because they are both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𝐻𝑎𝑟𝑑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If any one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any one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is outside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0B87B-178B-B5AA-6696-DACBFA74D9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7235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9095-7562-ED1C-FDFC-5B04880C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YOU care?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If you can find a polynomial time algorithm for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problem then:</a:t>
                </a:r>
              </a:p>
              <a:p>
                <a:pPr lvl="1"/>
                <a:r>
                  <a:rPr lang="en-US" dirty="0"/>
                  <a:t>You will win $1million</a:t>
                </a:r>
              </a:p>
              <a:p>
                <a:pPr lvl="1"/>
                <a:r>
                  <a:rPr lang="en-US" dirty="0"/>
                  <a:t>You will win a Turing Award</a:t>
                </a:r>
              </a:p>
              <a:p>
                <a:pPr lvl="1"/>
                <a:r>
                  <a:rPr lang="en-US" dirty="0"/>
                  <a:t>You will be world famous</a:t>
                </a:r>
              </a:p>
              <a:p>
                <a:pPr lvl="1"/>
                <a:r>
                  <a:rPr lang="en-US" dirty="0"/>
                  <a:t>You will have done something that no one else on Earth has been able to do in spite of the above!</a:t>
                </a:r>
              </a:p>
              <a:p>
                <a:r>
                  <a:rPr lang="en-US" dirty="0"/>
                  <a:t>If you are told to write an algorithm a problem that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You can tell that person everything above to set expectations</a:t>
                </a:r>
              </a:p>
              <a:p>
                <a:pPr lvl="1"/>
                <a:r>
                  <a:rPr lang="en-US" dirty="0"/>
                  <a:t>Change the requirements!</a:t>
                </a:r>
              </a:p>
              <a:p>
                <a:pPr lvl="1"/>
                <a:r>
                  <a:rPr lang="en-US" b="1" dirty="0"/>
                  <a:t>Approximate the solution</a:t>
                </a:r>
                <a:r>
                  <a:rPr lang="en-US" dirty="0"/>
                  <a:t>: Instead of finding a path that visits every node, find a path that visits at least 75% of the nodes</a:t>
                </a:r>
              </a:p>
              <a:p>
                <a:pPr lvl="1"/>
                <a:r>
                  <a:rPr lang="en-US" b="1" dirty="0"/>
                  <a:t>Add Assumptions</a:t>
                </a:r>
                <a:r>
                  <a:rPr lang="en-US" dirty="0"/>
                  <a:t>: problem might be tractable if we can assume the graph is acyclic, a tree</a:t>
                </a:r>
              </a:p>
              <a:p>
                <a:pPr lvl="1"/>
                <a:r>
                  <a:rPr lang="en-US" b="1" dirty="0"/>
                  <a:t>Use Heuristics</a:t>
                </a:r>
                <a:r>
                  <a:rPr lang="en-US" dirty="0"/>
                  <a:t>: Write an algorithm that’s “good enough” for small inputs, ignore edge cases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  <a:blipFill>
                <a:blip r:embed="rId2"/>
                <a:stretch>
                  <a:fillRect l="-772" t="-1854" r="-206" b="-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11550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9095-7562-ED1C-FDFC-5B04880C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YOU care?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entire field of cryptography relies on it (nearly at least)</a:t>
                </a:r>
              </a:p>
              <a:p>
                <a:pPr lvl="1"/>
                <a:r>
                  <a:rPr lang="en-US" dirty="0"/>
                  <a:t>Requires decrypting with a key is easier than decrypting without a key</a:t>
                </a:r>
              </a:p>
              <a:p>
                <a:pPr lvl="2"/>
                <a:r>
                  <a:rPr lang="en-US" dirty="0"/>
                  <a:t>This is strongly related to requiring a difference in difficulty between verifying a candidate solution and finding a solution in the first place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Some problems remain intractable </a:t>
                </a:r>
              </a:p>
              <a:p>
                <a:pPr lvl="1"/>
                <a:r>
                  <a:rPr lang="en-US" dirty="0"/>
                  <a:t>Cryptography persists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may get efficient solutions for important problems</a:t>
                </a:r>
              </a:p>
              <a:p>
                <a:pPr lvl="1"/>
                <a:r>
                  <a:rPr lang="en-US" dirty="0"/>
                  <a:t>Cryptography is potentially doomed.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  <a:blipFill>
                <a:blip r:embed="rId2"/>
                <a:stretch>
                  <a:fillRect l="-927" t="-1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0919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P=NP?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23E86B-4DC5-11FD-1DFA-4DEFE7871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25" y="2414588"/>
            <a:ext cx="8230749" cy="1143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C86B13-74DA-663E-312E-A3FD172FC316}"/>
              </a:ext>
            </a:extLst>
          </p:cNvPr>
          <p:cNvSpPr txBox="1"/>
          <p:nvPr/>
        </p:nvSpPr>
        <p:spPr>
          <a:xfrm>
            <a:off x="205740" y="6169709"/>
            <a:ext cx="6885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https://www.cs.umd.edu/users/gasarch/BLOGPAPERS/pollpaper3.pdf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858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Will P=NP be resolved?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07949D-2D9B-4CE1-A26F-B235714E8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625" y="1466576"/>
            <a:ext cx="8954750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3453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Notable Statements on P vs NP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53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266825"/>
            <a:ext cx="85344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2286000"/>
            <a:ext cx="85534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676400" y="1981200"/>
            <a:ext cx="3127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Suggested rephrased question: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629" y="3200401"/>
            <a:ext cx="85439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380" y="3981450"/>
            <a:ext cx="7134225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46671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76BE-F09E-54F2-B299-E6BC5F388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NP-Complete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B07FC-04E6-6CCE-679B-32B6B7AC8E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set of “together they stand, together they fall” problems</a:t>
                </a:r>
              </a:p>
              <a:p>
                <a:r>
                  <a:rPr lang="en-US" dirty="0"/>
                  <a:t>The problems in this set either all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or none of them do</a:t>
                </a:r>
              </a:p>
              <a:p>
                <a:r>
                  <a:rPr lang="en-US" dirty="0"/>
                  <a:t>Intuitively, the “hardest” problems in NP</a:t>
                </a:r>
              </a:p>
              <a:p>
                <a:r>
                  <a:rPr lang="en-US" dirty="0"/>
                  <a:t>Collection of problems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that can all be “transformed” into each other in polynomial time</a:t>
                </a:r>
              </a:p>
              <a:p>
                <a:pPr lvl="1"/>
                <a:r>
                  <a:rPr lang="en-US" dirty="0"/>
                  <a:t>Like we could transform independent set to vertex cover, and vice-versa</a:t>
                </a:r>
              </a:p>
              <a:p>
                <a:pPr lvl="1"/>
                <a:r>
                  <a:rPr lang="en-US" dirty="0"/>
                  <a:t>We can also transform vertex cover into Hamiltonian path, and Hamiltonian path into independent set, and 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B07FC-04E6-6CCE-679B-32B6B7AC8E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48457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040" y="-160020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040" y="-160020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/>
              <p:nvPr/>
            </p:nvSpPr>
            <p:spPr>
              <a:xfrm>
                <a:off x="-188477" y="860026"/>
                <a:ext cx="521208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iff</a:t>
                </a:r>
                <a:r>
                  <a:rPr lang="en-US" sz="2800" dirty="0">
                    <a:solidFill>
                      <a:srgbClr val="FF0000"/>
                    </a:solidFill>
                  </a:rPr>
                  <a:t> some problem 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belongs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8477" y="860026"/>
                <a:ext cx="5212080" cy="954107"/>
              </a:xfrm>
              <a:prstGeom prst="rect">
                <a:avLst/>
              </a:prstGeom>
              <a:blipFill>
                <a:blip r:embed="rId3"/>
                <a:stretch>
                  <a:fillRect t="-5732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AF96FFB7-6607-6F79-B3BA-77C3C283E189}"/>
              </a:ext>
            </a:extLst>
          </p:cNvPr>
          <p:cNvGrpSpPr/>
          <p:nvPr/>
        </p:nvGrpSpPr>
        <p:grpSpPr>
          <a:xfrm>
            <a:off x="1879600" y="1411817"/>
            <a:ext cx="11023600" cy="5430287"/>
            <a:chOff x="396240" y="715328"/>
            <a:chExt cx="12469756" cy="614267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41635B6-F402-1095-4877-EFE866AA1617}"/>
                </a:ext>
              </a:extLst>
            </p:cNvPr>
            <p:cNvSpPr/>
            <p:nvPr/>
          </p:nvSpPr>
          <p:spPr>
            <a:xfrm>
              <a:off x="396240" y="715328"/>
              <a:ext cx="11602720" cy="614267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3933289-11A2-E100-3246-E02B39C7AED0}"/>
                    </a:ext>
                  </a:extLst>
                </p:cNvPr>
                <p:cNvSpPr txBox="1"/>
                <p:nvPr/>
              </p:nvSpPr>
              <p:spPr>
                <a:xfrm>
                  <a:off x="3342640" y="733886"/>
                  <a:ext cx="6096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𝐸𝑋</m:t>
                        </m:r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3933289-11A2-E100-3246-E02B39C7AE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640" y="733886"/>
                  <a:ext cx="6096000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8B632667-D7CC-99D1-7608-1CAA4E04D1B4}"/>
                </a:ext>
              </a:extLst>
            </p:cNvPr>
            <p:cNvSpPr/>
            <p:nvPr/>
          </p:nvSpPr>
          <p:spPr>
            <a:xfrm>
              <a:off x="605530" y="1601802"/>
              <a:ext cx="10590790" cy="496778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BAF8506-45D6-1464-2EA9-BAD5C9E44E96}"/>
                </a:ext>
              </a:extLst>
            </p:cNvPr>
            <p:cNvSpPr/>
            <p:nvPr/>
          </p:nvSpPr>
          <p:spPr>
            <a:xfrm>
              <a:off x="955040" y="2404053"/>
              <a:ext cx="8991600" cy="377745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22CD1BFD-574C-E5F5-667A-A8E28277AD99}"/>
                    </a:ext>
                  </a:extLst>
                </p:cNvPr>
                <p:cNvSpPr/>
                <p:nvPr/>
              </p:nvSpPr>
              <p:spPr>
                <a:xfrm>
                  <a:off x="1391920" y="3105003"/>
                  <a:ext cx="4998720" cy="2555240"/>
                </a:xfrm>
                <a:prstGeom prst="ellips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22CD1BFD-574C-E5F5-667A-A8E28277AD9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1920" y="3105003"/>
                  <a:ext cx="4998720" cy="2555240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561229C-901F-E6AA-7760-7159895368CF}"/>
                    </a:ext>
                  </a:extLst>
                </p:cNvPr>
                <p:cNvSpPr txBox="1"/>
                <p:nvPr/>
              </p:nvSpPr>
              <p:spPr>
                <a:xfrm>
                  <a:off x="4918353" y="2487883"/>
                  <a:ext cx="6096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561229C-901F-E6AA-7760-7159895368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8353" y="2487883"/>
                  <a:ext cx="6096000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871E19D-2C78-C958-C3C5-E54426343C33}"/>
                </a:ext>
              </a:extLst>
            </p:cNvPr>
            <p:cNvGrpSpPr/>
            <p:nvPr/>
          </p:nvGrpSpPr>
          <p:grpSpPr>
            <a:xfrm>
              <a:off x="5659484" y="5496161"/>
              <a:ext cx="2475158" cy="750577"/>
              <a:chOff x="6200745" y="5135200"/>
              <a:chExt cx="2475158" cy="750577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AC71D22A-C4FD-A562-E8FB-9618A48A76F8}"/>
                  </a:ext>
                </a:extLst>
              </p:cNvPr>
              <p:cNvGrpSpPr/>
              <p:nvPr/>
            </p:nvGrpSpPr>
            <p:grpSpPr>
              <a:xfrm rot="1389724">
                <a:off x="6200745" y="5135200"/>
                <a:ext cx="2475158" cy="523220"/>
                <a:chOff x="6197600" y="5013683"/>
                <a:chExt cx="2475158" cy="523220"/>
              </a:xfrm>
            </p:grpSpPr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D281509-7CCC-72FA-5A63-28BAA927617A}"/>
                    </a:ext>
                  </a:extLst>
                </p:cNvPr>
                <p:cNvSpPr txBox="1"/>
                <p:nvPr/>
              </p:nvSpPr>
              <p:spPr>
                <a:xfrm>
                  <a:off x="7053897" y="5013683"/>
                  <a:ext cx="9556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dirty="0">
                      <a:solidFill>
                        <a:srgbClr val="FF0000"/>
                      </a:solidFill>
                    </a:rPr>
                    <a:t>Gap?</a:t>
                  </a:r>
                </a:p>
              </p:txBody>
            </p:sp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B82661DB-8387-2CF0-35D0-C14C37B0B8E7}"/>
                    </a:ext>
                  </a:extLst>
                </p:cNvPr>
                <p:cNvCxnSpPr>
                  <a:stCxn id="12" idx="1"/>
                </p:cNvCxnSpPr>
                <p:nvPr/>
              </p:nvCxnSpPr>
              <p:spPr>
                <a:xfrm flipH="1">
                  <a:off x="6197600" y="5275293"/>
                  <a:ext cx="856297" cy="1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prstDash val="sysDot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215AF750-7ABB-9963-C32B-09B336727927}"/>
                    </a:ext>
                  </a:extLst>
                </p:cNvPr>
                <p:cNvCxnSpPr>
                  <a:cxnSpLocks/>
                  <a:stCxn id="12" idx="3"/>
                </p:cNvCxnSpPr>
                <p:nvPr/>
              </p:nvCxnSpPr>
              <p:spPr>
                <a:xfrm>
                  <a:off x="8009501" y="5275293"/>
                  <a:ext cx="663257" cy="0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prstDash val="sysDot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C565268-1DFA-2BDF-B753-888B618F5053}"/>
                  </a:ext>
                </a:extLst>
              </p:cNvPr>
              <p:cNvSpPr txBox="1"/>
              <p:nvPr/>
            </p:nvSpPr>
            <p:spPr>
              <a:xfrm rot="1389724">
                <a:off x="6228679" y="5362557"/>
                <a:ext cx="18106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Unknown!</a:t>
                </a:r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D8DB62C-26FA-47C4-9CF8-BA550BE15574}"/>
                </a:ext>
              </a:extLst>
            </p:cNvPr>
            <p:cNvSpPr txBox="1"/>
            <p:nvPr/>
          </p:nvSpPr>
          <p:spPr>
            <a:xfrm>
              <a:off x="4355537" y="4040747"/>
              <a:ext cx="1303947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7030A0"/>
                  </a:solidFill>
                </a:rPr>
                <a:t>Sorting</a:t>
              </a:r>
            </a:p>
            <a:p>
              <a:r>
                <a:rPr lang="en-US" sz="1600" dirty="0">
                  <a:solidFill>
                    <a:srgbClr val="7030A0"/>
                  </a:solidFill>
                </a:rPr>
                <a:t>Shortest Path</a:t>
              </a:r>
            </a:p>
            <a:p>
              <a:r>
                <a:rPr lang="en-US" sz="1600" dirty="0">
                  <a:solidFill>
                    <a:srgbClr val="7030A0"/>
                  </a:solidFill>
                </a:rPr>
                <a:t>Euler Path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3E90524-0054-417F-44E8-4B21DAC3A3E9}"/>
                </a:ext>
              </a:extLst>
            </p:cNvPr>
            <p:cNvSpPr txBox="1"/>
            <p:nvPr/>
          </p:nvSpPr>
          <p:spPr>
            <a:xfrm>
              <a:off x="6506152" y="3146462"/>
              <a:ext cx="1765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7030A0"/>
                  </a:solidFill>
                </a:rPr>
                <a:t>Cryptography</a:t>
              </a:r>
            </a:p>
            <a:p>
              <a:r>
                <a:rPr lang="en-US" sz="1600" dirty="0">
                  <a:solidFill>
                    <a:srgbClr val="7030A0"/>
                  </a:solidFill>
                </a:rPr>
                <a:t>Prime factorization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2FB1F7F-722C-2555-934B-D67F0220B70F}"/>
                </a:ext>
              </a:extLst>
            </p:cNvPr>
            <p:cNvSpPr txBox="1"/>
            <p:nvPr/>
          </p:nvSpPr>
          <p:spPr>
            <a:xfrm>
              <a:off x="7834400" y="886339"/>
              <a:ext cx="92794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7030A0"/>
                  </a:solidFill>
                </a:rPr>
                <a:t>Checkers</a:t>
              </a:r>
            </a:p>
            <a:p>
              <a:r>
                <a:rPr lang="en-US" sz="1600" dirty="0">
                  <a:solidFill>
                    <a:srgbClr val="7030A0"/>
                  </a:solidFill>
                </a:rPr>
                <a:t>Go</a:t>
              </a:r>
            </a:p>
            <a:p>
              <a:r>
                <a:rPr lang="en-US" sz="1600" dirty="0">
                  <a:solidFill>
                    <a:srgbClr val="7030A0"/>
                  </a:solidFill>
                </a:rPr>
                <a:t>Chess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11B5139-FBD7-3531-7C1C-1F1621BA7785}"/>
                    </a:ext>
                  </a:extLst>
                </p:cNvPr>
                <p:cNvSpPr txBox="1"/>
                <p:nvPr/>
              </p:nvSpPr>
              <p:spPr>
                <a:xfrm rot="2360876">
                  <a:off x="6769996" y="2815137"/>
                  <a:ext cx="6096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𝐶𝑜𝑚𝑝𝑙𝑒𝑡𝑒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11B5139-FBD7-3531-7C1C-1F1621BA7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360876">
                  <a:off x="6769996" y="2815137"/>
                  <a:ext cx="6096000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0F67D4C-CBE9-7144-95D5-AA867D702FFA}"/>
                </a:ext>
              </a:extLst>
            </p:cNvPr>
            <p:cNvSpPr txBox="1"/>
            <p:nvPr/>
          </p:nvSpPr>
          <p:spPr>
            <a:xfrm>
              <a:off x="5471488" y="1570018"/>
              <a:ext cx="230859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rgbClr val="7030A0"/>
                  </a:solidFill>
                </a:rPr>
                <a:t>Vertex Cover</a:t>
              </a:r>
            </a:p>
            <a:p>
              <a:r>
                <a:rPr lang="en-US" sz="1600" dirty="0">
                  <a:solidFill>
                    <a:srgbClr val="7030A0"/>
                  </a:solidFill>
                </a:rPr>
                <a:t>Independent Set</a:t>
              </a:r>
            </a:p>
            <a:p>
              <a:r>
                <a:rPr lang="en-US" sz="1600" dirty="0">
                  <a:solidFill>
                    <a:srgbClr val="7030A0"/>
                  </a:solidFill>
                </a:rPr>
                <a:t>Hamiltonian Path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Arrow: Right 15">
                <a:extLst>
                  <a:ext uri="{FF2B5EF4-FFF2-40B4-BE49-F238E27FC236}">
                    <a16:creationId xmlns:a16="http://schemas.microsoft.com/office/drawing/2014/main" id="{26F47A85-59BE-F883-E96D-625BE705A42A}"/>
                  </a:ext>
                </a:extLst>
              </p:cNvPr>
              <p:cNvSpPr/>
              <p:nvPr/>
            </p:nvSpPr>
            <p:spPr>
              <a:xfrm rot="2172224">
                <a:off x="9931653" y="5228397"/>
                <a:ext cx="1995037" cy="988196"/>
              </a:xfrm>
              <a:prstGeom prst="rightArrow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𝑁𝑃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𝐻𝑎𝑟𝑑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Arrow: Right 15">
                <a:extLst>
                  <a:ext uri="{FF2B5EF4-FFF2-40B4-BE49-F238E27FC236}">
                    <a16:creationId xmlns:a16="http://schemas.microsoft.com/office/drawing/2014/main" id="{26F47A85-59BE-F883-E96D-625BE705A4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72224">
                <a:off x="9931653" y="5228397"/>
                <a:ext cx="1995037" cy="988196"/>
              </a:xfrm>
              <a:prstGeom prst="rightArrow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10785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ECFCE-257D-55FB-890F-6FBF726B2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0B87B-178B-B5AA-6696-DACBFA74D9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Problems not belonging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are considered intractable</a:t>
                </a:r>
              </a:p>
              <a:p>
                <a:r>
                  <a:rPr lang="en-US" dirty="0"/>
                  <a:t>The problems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have some properties that make them seem like they might be tractable, but we’ve been unsuccessful with finding polynomial time algorithms for many</a:t>
                </a:r>
              </a:p>
              <a:p>
                <a:r>
                  <a:rPr lang="en-US" dirty="0"/>
                  <a:t>The class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contains problems with the properties:</a:t>
                </a:r>
              </a:p>
              <a:p>
                <a:pPr lvl="1"/>
                <a:r>
                  <a:rPr lang="en-US" dirty="0"/>
                  <a:t>All members are also members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All members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can be transformed into every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Therefore if any one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0B87B-178B-B5AA-6696-DACBFA74D9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45495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9095-7562-ED1C-FDFC-5B04880C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YOU care?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If you can find a polynomial time algorithm for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problem then:</a:t>
                </a:r>
              </a:p>
              <a:p>
                <a:pPr lvl="1"/>
                <a:r>
                  <a:rPr lang="en-US" dirty="0"/>
                  <a:t>You will win $1million</a:t>
                </a:r>
              </a:p>
              <a:p>
                <a:pPr lvl="1"/>
                <a:r>
                  <a:rPr lang="en-US" dirty="0"/>
                  <a:t>You will win a Turing Award</a:t>
                </a:r>
              </a:p>
              <a:p>
                <a:pPr lvl="1"/>
                <a:r>
                  <a:rPr lang="en-US" dirty="0"/>
                  <a:t>You will be world famous</a:t>
                </a:r>
              </a:p>
              <a:p>
                <a:pPr lvl="1"/>
                <a:r>
                  <a:rPr lang="en-US" dirty="0"/>
                  <a:t>You will have done something that no one else on Earth has been able to do in spite of the above!</a:t>
                </a:r>
              </a:p>
              <a:p>
                <a:r>
                  <a:rPr lang="en-US" dirty="0"/>
                  <a:t>If you are told to write an algorithm a problem that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You can tell that person everything above to set expectations</a:t>
                </a:r>
              </a:p>
              <a:p>
                <a:pPr lvl="1"/>
                <a:r>
                  <a:rPr lang="en-US" dirty="0"/>
                  <a:t>Change the requirements!</a:t>
                </a:r>
              </a:p>
              <a:p>
                <a:pPr lvl="1"/>
                <a:r>
                  <a:rPr lang="en-US" b="1" dirty="0"/>
                  <a:t>Approximate the solution</a:t>
                </a:r>
                <a:r>
                  <a:rPr lang="en-US" dirty="0"/>
                  <a:t>: Instead of finding a path that visits every node, find a path that visits at least 75% of the nodes</a:t>
                </a:r>
              </a:p>
              <a:p>
                <a:pPr lvl="1"/>
                <a:r>
                  <a:rPr lang="en-US" b="1" dirty="0"/>
                  <a:t>Add Assumptions</a:t>
                </a:r>
                <a:r>
                  <a:rPr lang="en-US" dirty="0"/>
                  <a:t>: problem might be tractable if we can assume the graph is acyclic, a tree</a:t>
                </a:r>
              </a:p>
              <a:p>
                <a:pPr lvl="1"/>
                <a:r>
                  <a:rPr lang="en-US" b="1" dirty="0"/>
                  <a:t>Use Heuristics</a:t>
                </a:r>
                <a:r>
                  <a:rPr lang="en-US" dirty="0"/>
                  <a:t>: Write an algorithm that’s “good enough” for small inputs, ignore edge cases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  <a:blipFill>
                <a:blip r:embed="rId2"/>
                <a:stretch>
                  <a:fillRect l="-772" t="-1854" r="-206" b="-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6051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55298</TotalTime>
  <Words>3478</Words>
  <Application>Microsoft Office PowerPoint</Application>
  <PresentationFormat>Widescreen</PresentationFormat>
  <Paragraphs>561</Paragraphs>
  <Slides>57</Slides>
  <Notes>0</Notes>
  <HiddenSlides>26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Arial</vt:lpstr>
      <vt:lpstr>Calibri</vt:lpstr>
      <vt:lpstr>Cambria Math</vt:lpstr>
      <vt:lpstr>Ravie</vt:lpstr>
      <vt:lpstr>Calibri Light</vt:lpstr>
      <vt:lpstr>Office Theme</vt:lpstr>
      <vt:lpstr>CSE 332 Winter 2026 Lecture 24: Complexity and Tractability</vt:lpstr>
      <vt:lpstr>Running Times</vt:lpstr>
      <vt:lpstr>Running Times</vt:lpstr>
      <vt:lpstr>Tractability</vt:lpstr>
      <vt:lpstr>7 Bridges of Königsberg</vt:lpstr>
      <vt:lpstr>Euler Path Problem</vt:lpstr>
      <vt:lpstr>Examples</vt:lpstr>
      <vt:lpstr>Euler’s Theorem</vt:lpstr>
      <vt:lpstr>Algorithm for the Euler Path Problem</vt:lpstr>
      <vt:lpstr>A Seemingly Similar Problem</vt:lpstr>
      <vt:lpstr>Algorithms for the Hamiltonian Path Problem</vt:lpstr>
      <vt:lpstr>Option 2: List all sequences, look for a path</vt:lpstr>
      <vt:lpstr>Option 1: Explore all simple paths, check for one of length V</vt:lpstr>
      <vt:lpstr>Complexity Classes</vt:lpstr>
      <vt:lpstr>Complexity Classes and Tractability</vt:lpstr>
      <vt:lpstr>EXP and P</vt:lpstr>
      <vt:lpstr>Members</vt:lpstr>
      <vt:lpstr>Studying Complexity and Tractability</vt:lpstr>
      <vt:lpstr>Some problems in EXP seem “easier”</vt:lpstr>
      <vt:lpstr>Class NP</vt:lpstr>
      <vt:lpstr>EXP⊃NP⊇P </vt:lpstr>
      <vt:lpstr>Solving and Verifying Hamiltonian Path</vt:lpstr>
      <vt:lpstr>Party Problem</vt:lpstr>
      <vt:lpstr>Independent Set</vt:lpstr>
      <vt:lpstr>Example</vt:lpstr>
      <vt:lpstr>Solving and Verifying Independent Set</vt:lpstr>
      <vt:lpstr>Generalized Baseball</vt:lpstr>
      <vt:lpstr>Generalized Baseball</vt:lpstr>
      <vt:lpstr>Vertex Cover</vt:lpstr>
      <vt:lpstr>Example</vt:lpstr>
      <vt:lpstr>Solving and Verifying Vertex Cover</vt:lpstr>
      <vt:lpstr>EXP⊃NP⊇P </vt:lpstr>
      <vt:lpstr>Way Cool!</vt:lpstr>
      <vt:lpstr>Way Cool!</vt:lpstr>
      <vt:lpstr>Solving Vertex Cover and Independent Set</vt:lpstr>
      <vt:lpstr>Reduction</vt:lpstr>
      <vt:lpstr>Independent Set Reduces To Vertex Cover</vt:lpstr>
      <vt:lpstr>Reductions</vt:lpstr>
      <vt:lpstr>MacGyver’s Reduction</vt:lpstr>
      <vt:lpstr>NP-Complete</vt:lpstr>
      <vt:lpstr>EXP⊃NP-Complete⊇NP⊇P </vt:lpstr>
      <vt:lpstr>NP-Hard</vt:lpstr>
      <vt:lpstr>NP-Hard Idea</vt:lpstr>
      <vt:lpstr>Showing NP-Hardness</vt:lpstr>
      <vt:lpstr>NP-Complete</vt:lpstr>
      <vt:lpstr>NP-Completeness</vt:lpstr>
      <vt:lpstr>NP-Completeness</vt:lpstr>
      <vt:lpstr>Overview</vt:lpstr>
      <vt:lpstr>Why should YOU care?</vt:lpstr>
      <vt:lpstr>Why should YOU care?</vt:lpstr>
      <vt:lpstr>Does P=NP?</vt:lpstr>
      <vt:lpstr>When Will P=NP be resolved?</vt:lpstr>
      <vt:lpstr>Notable Statements on P vs NP</vt:lpstr>
      <vt:lpstr>NP-Complete</vt:lpstr>
      <vt:lpstr>EXP⊃NP-Complete⊇NP⊇P </vt:lpstr>
      <vt:lpstr>Overview</vt:lpstr>
      <vt:lpstr>Why should YOU care?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379</cp:revision>
  <dcterms:created xsi:type="dcterms:W3CDTF">2023-10-13T16:06:42Z</dcterms:created>
  <dcterms:modified xsi:type="dcterms:W3CDTF">2026-03-06T23:23:58Z</dcterms:modified>
</cp:coreProperties>
</file>