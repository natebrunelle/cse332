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7" r:id="rId2"/>
    <p:sldId id="275" r:id="rId3"/>
    <p:sldId id="274" r:id="rId4"/>
    <p:sldId id="276" r:id="rId5"/>
    <p:sldId id="927" r:id="rId6"/>
    <p:sldId id="912" r:id="rId7"/>
    <p:sldId id="913" r:id="rId8"/>
    <p:sldId id="916" r:id="rId9"/>
    <p:sldId id="917" r:id="rId10"/>
    <p:sldId id="923" r:id="rId11"/>
    <p:sldId id="924" r:id="rId12"/>
    <p:sldId id="925" r:id="rId13"/>
    <p:sldId id="969" r:id="rId14"/>
    <p:sldId id="932" r:id="rId15"/>
    <p:sldId id="890" r:id="rId16"/>
    <p:sldId id="905" r:id="rId17"/>
    <p:sldId id="933" r:id="rId18"/>
    <p:sldId id="934" r:id="rId19"/>
    <p:sldId id="938" r:id="rId20"/>
    <p:sldId id="964" r:id="rId21"/>
    <p:sldId id="965" r:id="rId22"/>
    <p:sldId id="940" r:id="rId23"/>
    <p:sldId id="941" r:id="rId24"/>
    <p:sldId id="942" r:id="rId25"/>
    <p:sldId id="966" r:id="rId26"/>
    <p:sldId id="967" r:id="rId27"/>
    <p:sldId id="968" r:id="rId28"/>
    <p:sldId id="797" r:id="rId29"/>
    <p:sldId id="798" r:id="rId30"/>
    <p:sldId id="799" r:id="rId31"/>
    <p:sldId id="972" r:id="rId32"/>
    <p:sldId id="800" r:id="rId33"/>
    <p:sldId id="801" r:id="rId34"/>
    <p:sldId id="803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  <p:embeddedFont>
      <p:font typeface="Ravie" panose="04040805050809020602" pitchFamily="82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32:41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7127 9006 0,'0'0'0,"0"0"16,0 0-16,0 0 15,0 0 1,-9 0-16,9 0 16,-8 0 15,-1 17-31,1 17 16,-10 17-16,1 0 15,9 9-15,-1-1 0,1 1 31,-1-9-15,9-9-16,0-16 16,0-1-16,0 1 15,0-18 1,0 1-16,0 0 16,17-1-1,9 1-15,17-9 16,8-9-1,0 1-15,-8 8 16,-1 0 0,10 0-16,-1 0 15,9-9 1,25 9-16,9-9 16,0 9-1,0 0-15,8-8 16,17-1-1,18 1-15,-26-9 16,0 8 0,0-8-16,25 0 15,1 17 1,-18 0-16,18-8 16,17-1-1,-9 9-15,-9-8 16,9-1-1,9 9-15,-17 0 16,-9 9-16,8-9 16,9 0-1,-17 0 1,-8 8-16,8-8 16,17 9-16,-9-9 15,-25 8 1,26-8-1,17-8-15,-18 8 16,-8-9 0,17-8-16,9 17 15,-18 0 1,-16 9-16,17-9 16,8 0-1,-9 0-15,-8 0 16,9 0-1,16 8-15,-25-8 16,-17 9-16,17-9 16,9 0-1,-18 0 1,-16 17-16,8-9 16,25 9-1,9 0-15,-16 0 16,-1-8-1,25-1-15,9 1 16,-25-9 0,34 17-1,8-8-15,-26-1 16,18 1-16,0-1 16,-9 1-1,0-1-15,9-8 16,8 9-1,-42-18-15,8 9 16,8 0 0,-33 0-16,-26 0 15,-17 9-15,-18-9 16,-16 0 0,-9 0-1,-8 0-15,-9 0 16,-9 0-16,1 0 15,-1 0 1,-8-9 0,0-8-1,0-43-15,0-50 16,26-69 0,51-118-16</inkml:trace>
  <inkml:trace contextRef="#ctx0" brushRef="#br0" timeOffset="4838.62">13127 9380 0,'0'0'0,"0"0"0,0 0 31,0 0-31,0 0 15,0 0 1,0 0-16,0 0 16,0 0-1,-9 0-15,1-8 16,-18-1-16,-8 1 16,-9-1-1,-16 1 1,-18-1-16,0 9 31,17 0-31,17 0 0,-16 0 16,-27 17-16,-16 17 15,-26 9 1,34-1-16,34 9 16,-8 1-1,-17 7 1,16-8-16,18-17 15,0 17 1,8 0-16,9 9 16,17 25-1,17 0-15,17-9 16,17-16 0,18 8-16,-1-17 15,8 0 1,52 0-16,35-17 0,-18-34 31,-43-9-31,26-16 16,42-18-1,-16 18-15,-35-26 16,-33-17 0,-1-17-16,-8-26 15,-18 9 1,-33 0-16,-35-8 15,-68-9 1,-93 8-16,-121-8 16,-67 8-1</inkml:trace>
  <inkml:trace contextRef="#ctx0" brushRef="#br0" timeOffset="12347.75">8253 10588 0,'0'0'0,"0"0"16,0 0-1,0 0-15,0 0 16,0 0-16,-8 9 16,-1 33-1,-8 9-15,0 0 31,0 9-31,0 16 16,0 9-16,8-17 16,9-17-1,0-8-15,0-18 16,0 1 0,0-18-16,0 9 15,0 0 1,9-8-1,8 8-15,0-9 16,0 1 0,17-1-16,17 1 15,1-1-15,-1 1 16,17-1 0,17 1-16,-8-18 15,9 9 1,16 0-1,0 0-15,9 0 16,-8-8-16,-9 8 16,25-9-1,1 1 1,8-1-16,-17-8 16,0 17-1,25-8-15,1-1 16,-1 1-1,-8-1-15,26 1 16,0-9 0,-18 8-16,-8 9 15,17 0 1,0 9-16,-17-9 16,-8 0-16,34 8 15,-1-8 1,-8 0-16,9 9 15,42-9 1,-34 0-16,-25 8 16,34 9-1,-26-8 1,-9-1-16,18 1 16,25-1-1,-17-8-15,0 9 16,43-18-1,-17 9-15,0-8 16,8-9 0,-17 8-16,-8 9 15,17 0 1,-17 9-16,-1 16 16,35-8-1,0 0-15,42-8 16,-16-9-1,8-9-15,-9-8 16,-33 9 0,33-1-16,-68 9 15,-42 0-15,-1 0 16,-25 9 0,-17-1-1,-17 1-15,-18-1 16,1 1-1,-17-9-15,-1-9 16,-8-8 0,9-25-16,17-52 15,-9 26 1</inkml:trace>
  <inkml:trace contextRef="#ctx0" brushRef="#br0" timeOffset="18246.34">15295 10860 0,'0'0'0,"0"0"0,0 0 16,0 0-16,-9 0 16,1 0-1,-18 0-15,-8 0 16,-9 0 0,-17 0-1,-25 0-15,8 0 16,26 17-1,8 0-15,-42 26 16,-26 8-16,9 17 16,8 0-16,17 0 15,26-17 1,17 8-16,-1 52 31,1 68-31,17-43 16,17-43-16,17 43 15,52 9 1,67-26-16,-16-60 16,-35-33-16,69-35 15,33-33 1,-67-26-16,-1-26 31,35-16-31,-17-18 16,-35-8-1,-42 26-15,-43 16 16,-26-17-16,-59-8 16,-52-17-16,-76 26 15,-111 25 1,-60 17 0</inkml:trace>
  <inkml:trace contextRef="#ctx0" brushRef="#br0" timeOffset="33357.85">2927 12740 0,'0'0'0,"-8"0"0,-1 0 16,1 0-16,-1 0 16,9 0-1,-8 8-15,-18 60 16,-16 102-16,-10 60 31,27-85-31,25-52 16,0 18-1,17-18-15,-9-25 16,1-25 0,-1-18-16,9-8 15,1-8-15,24-1 16,9-16-1,35-1 1,16-8-16,1-8 16,33-1-16,52-8 15,-9 0-15,17 0 16,35 0 0,-1 0-1,18 17 1,8 0-16,9 0 15,-1 0 1,35 0-16,8 17 16,-17 9-1,26 8-15,8-9 16,-33 9-16,-18 0 16,-9 9-1,-8-1 1,-17 18-16,9 8 15,8 0 1,0-9-16,-17 1 16,8-18-1,-42 1-15,-17-18 16,17-25 0,-26-25-16,-17-1 15,-25-8 1,-26 17-16,-26 0 15,-25 9 1,-9 8-16,-8 0 16,-18 8-1,-16 1-15,-1 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34:23.6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4048 0,'0'0'0,"0"0"0,0 0 16,0 0 0,0-8-1,43-1-15,42-16 16,52-1 0,34-8-16,76 9 15,-8 8 1,34 0-16,9 17 15,8 8 1,26 18-16,-43-1 16,111 9-16,26-8 15,-26 8 1,43-9 0,76-8-16,26 0 15,-42 0 1,-26-17-1,0 9-15,17 8 16,-1 0-16,10 8 16,25-8-1,0-8-15,-25 8 16,-86-9 0</inkml:trace>
  <inkml:trace contextRef="#ctx0" brushRef="#br0" timeOffset="44337.28">3371 8649 0,'0'0'16,"0"0"-16,0 0 16,0 0-1,0 0-15,0 0 16,0-8 0,17-1-16,9 1 15,25-1 1,35 1-16,33-1 15,26-8 1,34 8-16,9 1 16,25-9-1,44 8-15,33 1 16,43 16 0,51-8-1,17 17-15,34 18 16,69-10-16,59 18 15,43 16 1,43-33-16,-223-35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35:27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5855 2806 0,'0'0'15,"0"0"-15,0 9 16,0 16-16,-9 18 16,1 42-16,-9 17 15,0-25 1,0-9 0,-9 17-16,0 0 15,1 8 1,8-16-16,8-18 15,9-16 1,0-1-16,0-16 16,0-1-1,0-8-15,0 0 16,17 0 0,9 1-16,25-10 15,35-8 1,16-26-16,43-8 15,26-17 1,-26 9-16,-26 8 16,43 0-1,1 8-15,7 9 16,1 9 0,8-1-16,-42 9 15,-18 0 1,1 0-16,-35 9 15,-25-1 1,-9 1-16,-17-1 16,-8-8-16,-9 0 15,-9 0 1,10-17 0,-10-17-16,1-34 15,-18-68-15,-17-34 16,-25-136-1</inkml:trace>
  <inkml:trace contextRef="#ctx0" brushRef="#br0" timeOffset="11204.59">9516 8054 0,'0'0'0,"0"-9"0,0 1 16,-8-1-16,-1-8 16,1-8-1,-9-1-15,-9 9 16,9 0 0,0 0-16,0 17 15,-17 0-15,-17 0 16,-9 17-1,-17 9-15,0 16 16,-17 1 0,18 8-1,-1 0-15,-17 8 16,9 1 0,-9 8-1,8 0-15,18-17 16,17 0-16,0 8 15,16 1 1,1-9-16,9 0 16,8 0-1,0 0-15,17-8 0,0-1 32,0 1-17,0-1-15,8 9 16,9 0-16,9 0 15,16 0 1,18-8 0,8-1-16,9-8 15,9-8 1,8-18-16,25 9 16,9-8-16,0-1 15,0 1 1,17-9-16,0 8 15,-8-8-15,-9 9 32,17 8-32,-9-9 15,-7 9 1,7 0-16,1 9 16,-1 8-16,9 9 15,0-9 1,0 0-1,26-9-15,8-16 16,-16-1 0,24-16-16,-16-1 15,-17 1 1,16-1-16,-7 1 16,-1 8-1,0 0-15,9 0 16,-9 0-1,-9-9-15,10 1 16,-10-1 0,-8 1-16,-8-1 15,-18 1-15,-16-1 16,-1 9 0,1 0-1,8 0-15,-9 0 16,-8-8-1,0-1-15,-17 1 16,8-1 0,-8-8-16,-18 0 15,1-9 1,-17 1-16,0-1 16,-1-16-1,1-9-15,0-17 16,-9 0-1,-9 8-15,-16 9 16,-1 17 0,1-8-16,-9-1 15,-9 1 1,1-26-16,-9-9 16,0 9-16,-9 17 15,0 0 1,1 0-1,-1 0-15,-8 0 16,-9 8 0,-8-8-16,-17-8 15,-17-1 1,-1-8-16,-8 17 16,0 17-16,-25-8 15,-18-1 1,18 18-1,-18 8-15,-16-9 16,-18 9-16,9 17 16,-43-8-1,-17-9 1,9 8-16,-26 9 16,-17 17-1,0 0-15,0 0 16,-17-8-16,-26-1 15,-17 1 1,-17-1 0,-25-8-16,-9 17 15,-69 17 1,-16 9-16,59 16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36:11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10626 10052 0,'0'0'0,"-9"9"15,-25 16-15,-25 43 16,-27 26 0,-33 42-1,-9 17-15,0-8 16,25 16-16,35-8 16,8-17-1,18-34-15,33 17 16,18 35-1,16-18-15,18-34 16,42-9 0,69 1-1,-26-43-15,34-34 16,68-26-16,-33-25 16,25-17-1,-17-34 1,-18-34-16,1-25 15,-9-10-15,-59-24 16,-60-26 0,-35-26-16,-68-25 15,-136-9 1,-102 52-16,-138 59 16,-212 119-1,-103 221-15,341-17 16</inkml:trace>
  <inkml:trace contextRef="#ctx0" brushRef="#br0" timeOffset="5226.02">13169 11745 0,'0'0'0,"0"0"16,26 17-16,25 0 15,60 25 1,34 9-16,43-8 16,60-18-1,102-42-15,-1-25 16,1-9 0</inkml:trace>
  <inkml:trace contextRef="#ctx0" brushRef="#br0" timeOffset="14847.81">16848 3138 0,'0'0'0,"0"0"15,0 0 1,0 0-16,0 0 16,0 0-1,0 0 1,0 0 0,0 0-16,0 0 0,9 17 15,-1 0 1,9 9-1,60 16 1,102 1 0,-34-18-16,0-25 0,86 9 15,-52-9 1,120-9-16,110 1 16</inkml:trace>
  <inkml:trace contextRef="#ctx0" brushRef="#br0" timeOffset="18765.7">24504 4167 0,'0'0'0,"0"43"15,0 50-15,0 94 32,-9 9-32,1-26 15,-18 94 1,-8-18-16,-9 26 16,1-25-16,-1-34 15,-8-1 1,34-93-16,8 60 15,18 17 1,16-94-16,9-51 16,18-9-1,-10-16 1,44-9-16,110 8 16,-25-16-1,8-43-15,77-43 0,-43-25 31,26 0-31,-51 26 16,-26 33 0,52 0-16,-61 26 15,-84 9 1,-1 8-16,-8 0 16,-26 0-16,-9 0 15,-16 0 1,-1 0-1,1 0-15,8-17 0,9-85 32,25-60-32,0-33 0,34-77 15,18 8 1,-18 9 0,-34 8-16,18 18 15,-1 41-15,-17 44 31,-17 16-31,-8 35 16,-18 16 0,1 26-16,-18 17 15,1 0 1,-1 17-16,-8 0 16,-17 0-1,0 17-15,-9 0 16,-34 9-16,-85 33 15,0 1 1,-51-1 0,-35 1-16,-59-18 15,-51-25 1,8-51-16,-145-42 16,8-9-1,-25 8-15,94 35 16</inkml:trace>
  <inkml:trace contextRef="#ctx0" brushRef="#br0" timeOffset="43557.26">14842 6021 0,'0'0'0,"0"0"0,0 0 16,0 0 0,0 26-16,0 16 15,0 18-15,-8 8 16,8 8 0,-9 9-1,-8 9 1,0 33-16,0 44 15,8-1-15,-8 25 16,-8 9-16,8-59 16,-9 8-1,1 26 1,-1-26 0,0-9-16,-8 43 15,0-17 1,0-16-16,0 7 15,17-25 1,17-42-16,0-26 16,0-26-16,0 1 15,8-9 1,9-9 0,0 9-16,17 0 15,1 0-15,7 0 16,-16-8-1,0-1 1,25 9-16,26-8 16,25-9-1,35-9-15,-9 1 16,17-1 0,51 1-16,-17 8 15,-8 0 1,42 0-16,9 9 15,43-1 1,-18 1-16,9 8 16,17-17-16,-17 0 15,-8 0 1,-18 8-16,1 9 16,-1 0-1,18 17-15,-35-8 16,-8-9-1,-26-17 1,-34 0-16,9-9 16,-9-8-1,-34-8-15,-34-1 16,-34 1 0,-9 8-16,-9 0 15,-16 0 1,-1 0-16,1 0 15,-1-9 1,1 1-16,-1-26 16,1-17-1,-9-34-15,-9-26 16,1-8 0,8-9-16,0-16 15,0-18 1,8-8-16,1-17 15,8-17 1,9 17-16,-1 0 16,9-17-1,18 0-15,-1-18 16,0 1 0,-8 34-16,8 9 15,-8 16 1,-1 0-16,-8 26 15,-16 43 1,-10 8-16,1 25 16,-9 9-1,-9 0-15,1 17 16,-1 0-16,-8 0 16,-9 17-1,1 0 1,-1 0-16,9 0 15,-9 9-15,1-1 16,-1 9 0,1 0-1,-44 0-15,-16 9 16,-9-1 0,-34 1-16,-43 8 15,9-9-15,-17 1 16,-51 8-1,-18 0 1,-25 17-16,-17-9 16,-9 9-16,-34-8 15,-8-1 1,-35 26-16,-16-8 16,-1 8-1,-8-9 1,0-8-1,8 0-15,0-8 16,9-9-16,9 17 16</inkml:trace>
  <inkml:trace contextRef="#ctx0" brushRef="#br0" timeOffset="58995.61">15201 8258 0,'0'0'0,"0"0"16,-9 8-16,1 18 16,-1 16-1,-16 26 1,7 9-16,1-9 16,0-17-1,9 0-15,-1 9 16,9-18-1,0 1-15,0-18 16,0 1 0,0-9-16,0 0 15,0 0-15,17 0 16,17-9 0,-8 1-1,8-9-15,26-9 16,25 1-1,-8-9-15,8 0 16,-8 0 0,-8 17-16,-18 0 15,26 0 1,25 8-16,9-8 16,8 9-1,-42-1 1,9-8-16,25 9 15,8-1-15,1-8 16,-27 9 0,1-1-16,34 9 15,9-8 1,-1-1-16,-33 1 16,25-18-1,26 1-15,-18-1 16,-42 1-1,8-1-15,43 1 16,1-9 0,-35 8-16,-52 1 15,10-9-15,7 0 16,-16 8 0,-17 1-1,-18-1 1,1 1-16,-9-1 0,0 1 31,0-1-31,9-8 16,8-8-16,0-1 15,0-16 1,0-1-16,-8 1 16,-9-10-1,-8 18 1,-1 0-16,-8 0 15,0 17-15,0 0 16,0 0 0,-8 9-16,-1-9 15,1 8 1,-10-8-16,-7 0 16,-9 0-1,-26 0-15,0 0 16,9 9-16,-9-1 31,1 1-31,-18 8 0,-17-9 31,-9 9-31,10 0 16,-1 9 0,-17-9-16,0 8 15,-26 1-15,9-1 16,34-8-1,-8 0-15,-9-8 16,-9-1 0,18 1-16,17-1 15,-18-8 1,1-8-16,-1-1 16,-8 9-1,0 0 1,-8 0-16,-9 0 15,0 9-15,-17-9 16,-9 0 0,1 0-1,16 0-15,9 8 16,0 1 0,17-1-16,-8-8 15,59 9 1</inkml:trace>
  <inkml:trace contextRef="#ctx0" brushRef="#br0" timeOffset="98059.62">15414 8726 0,'0'0'0,"0"0"0,0 0 0,0 0 0,0 17 15,-17 17 1,-17 42-16,-17 9 15,-1 9 1,18-26 0,17-9-16,0 1 15,9-18-15,-1-8 16,9-8 0,0-1-16,0 1 15,0-18 1,17 1-1,9-1-15,16 1 16,10-9-16,-1 0 16,17 0-1,0 0 1,9 8-16,17 1 16,9-1-16,8 1 15,17-9 1,42-9-16,18 1 15,-26 8 1,26 0-16,8 0 16,-17 0-1,18 8 1,8 1-16,-26-18 16,17 9-16,-8 0 15,-17-8 1,-1-1-16,10 9 15,-35 0 1,8 0-16,9 0 16,-34-8-1,1-1 1,7-8-16,1 0 16,-26 9-16,-18-1 15,-24-8 1,-18 17-1,-17 0-15,-8 0 16,-9 0-16,-9 0 16,1 0-1,-1 0 1,-8 0-16,0-8 16,9-9-1,-1-9-15,1-16 16,-9-1-16,0 1 15,0-1 1,0 9-16,-9 0 16,9 17-1,0 0-15,0 0 16,0 9 0,0-1-1,-8 1-15,-1-1 16,-16 1-1,-18-1-15,-17-8 16,-34 0-16,-16 0 16,7 9-1,1-9-15,-35 0 16,1 0 0,16-9-1,1 1-15,-27-9 16,-7 17-16,-18 0 15,-42 8 1,-1 9 0,18 0-16,-43 9 15,-8-1-15,-9 18 16,8-1 0,-8 9-16,8-8 15,1-9 1,-9 8-1,-17 1-15,-26 8 16,0 8-16,-68-8 16</inkml:trace>
  <inkml:trace contextRef="#ctx0" brushRef="#br0" timeOffset="132494.26">19468 11643 0,'0'0'0,"0"17"0,17 17 0,34 85 0,-33-77 0,-1 1 0,0-9 31,8 0-31,18-9 16,25-8-1,18-8-15,25-18 16,0 1 0,17-18-16,34 9 15,0 0 1,17 0-16,34 17 15,-33 0-15,-1 0 16,26 9-16,-26-1 16,-8 9-1,16 17-15,-41 9 16,-18-1 0,0 1-1,-43-1 1,-25-16-16,-18-1 15,-16-16 1,-9-1 0,-8 1-16,-1-9 0,1-17 15,8-26 1,0-33 0,17-35-16,0-50 15,43-137 1</inkml:trace>
  <inkml:trace contextRef="#ctx0" brushRef="#br0" timeOffset="138802.45">8364 12408 0,'0'0'0,"0"0"0,0 0 16,0 0-1,-8 17-15,-1 34 16,-8 34 0,9 34-1,-1-17-15,9-42 16,0-26-16,0-9 16,0 1-1,9-9 1,8 0-16,8 8 15,9-8-15,1-8 16,24-1 0,10 1-1,-10-9-15,35-9 16,26 1-16,16 8 16,1 0-1,16 0 1,27 0-16,-10 8 15,35-16-15,34 16 16,-8 9 0,8 0-16,-18 9 15,27 8 1,25-17-16,34-17 16,1-9-1,-10 1-15,-25-9 16,-8 17-1,-60 0 1,-26 8-16,0 26 16,-68-8-16,-42-1 15,-35-8 1,-17-8 0,-9-1-16,1 1 15,-9-9 1,-9-9-16,-8-8 15,-8-25 1,-18-60-16,26 42 0</inkml:trace>
  <inkml:trace contextRef="#ctx0" brushRef="#br0" timeOffset="142811.03">19605 13573 0,'0'0'16,"0"0"-16,0 0 0,0 0 16,-9 0-1,1 0-15,-18-8 16,0-1-1,-8 1-15,0-9 16,-8-9 0,-27-8-16,-8 0 15,9 0 1,-17 9-16,-43-1 16,-26 18-1,18-1 1,8 0-16,-26 9 15,0 0 1,35-8-16,8 8 16,-26 8-16,-8 1 15,26 0 1,-1 25 0,-8 0-16,26 0 15,16 8 1,1 9-16,17 0 15,17 0-15,16 26 16,1-1 0,17 18-1,0-1-15,17-16 16,0 8-16,17 8 16,17-7-1,18 16 1,16 0-16,0-17 15,18-9 1,33 9-16,18 0 16,8 0-16,-9-8 15,18-1 1,17-8 0,-18 0-16,18-8 15,0 8 1,8 0-16,9 0 15,8 0 1,-17 17-16,34 0 16,9-8-1,-34-9-15,26 0 16,16 0 0,-17 8-16,-8 1 15,-26-9 1,26 9-16,17-1 15,-34-8 1,8-8-16,1-1 16,-18 1-1,-9-1-15,18 1 16,-26-9 0,18-9-16,-10-8 15,-16-8 1,25 8-16,0-9 15,-33-8 1,-10-8-16,1-1 16,-35-16-1,-34-1-15,-8-8 16,-9 0 0,-8 9-16,0-18 15,-9-8 1,8-17-16,-16-25 15,-17-1 1,-1-8-16,-25-34 16,-17-42-1,-9 16 1,-8 17-16,-34-33 16,-35-9-16,1 34 15,8 17 1,-17-26-16,-34-17 15,16 26-15,-7 9 16,-43-18 0,-9 1-1,0 25-15,-34 8 16,-43-8 0,-59-17-16,-9 8 15,0 26 1,-17 9-16,-60 8 15,-59 8 1,-26 9-16,-52 17 16,155 34-1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39:18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4404 6616 0,'0'0'0,"0"0"16,0 0-16,-9 0 15,1 9-15,-1 8 31,1 9-31,-1 33 16,1 9-16,-1 9 16,1-18-1,8 1-15,0 8 16,8 8 0,1 18-1,-1 8-15,-8 0 0,0-34 16,0-9-1,0-16-15,0-17 32,0-1-32,0-16 15,26-1 1,17 1-16,25-18 16,26 1-16,25-9 15,26-18 1,-8 18-1,-18 0-15,27-8 16,16 8 0,-9 8-16,9 1 15,9 8 1,-26 8-16,-34 1 16,-34-1-16,-17 1 15,-18-1-15,-16-8 31,0 0-31,-18 0 16,1 0 0,-1 0-16,1-8 15,-18-35-15,-42-59 16,-85-161 0</inkml:trace>
  <inkml:trace contextRef="#ctx0" brushRef="#br0" timeOffset="1937.37">8791 7586 0,'0'0'0,"0"0"0,0 0 15,0 0-15,0 0 16,0 0-16,0 0 31,0 0-31,0 0 16,26-9-16,76-16 15,52-18 1,85-16 0,34 8-16,68 8 15,18 1 1,-52 16-16,137-8 15,8-8-15,-76-18 0</inkml:trace>
  <inkml:trace contextRef="#ctx0" brushRef="#br0" timeOffset="3907.93">15849 6616 0,'0'0'0,"0"26"0,0 42 16,9 26 0,-1-9-16,10-26 15,7-8 1,9 0-16,-8 0 15,8 0 1,0 0-16,9 9 16,8-1-1,26 1-15,34-18 16,25 1 0,35-18-1,0-16-15,8-18 16,17 1-16,9-9 15,17-9 1,-9 9-16,1 9 16,8-1-1,25 1 1,-8-1-16,-17 9 16,9 9-1,-18 8-15,-8 0 16,0 0-1,-26 17-15,-17-9 16,-17 9 0,-17 17-16,-25-8 15,-10-9 1,-7-8-16,-26-1 16,-18-16-1,-8-1-15,9 1 16,8-9-1,0 0-15,26-9 16,17-16 0,0-1-16,-9-16 15,-16-1 1,-27 0-16,1 1 16,-9-1-1,-8-16-15,-1-9 16,1-17-1,0-9-15,-1 18 16,-16 8 0,-1 17-16,1 0 15,-18 17 1,1 0-16,-1 0 16,1 8-1,-1 9-15,1 0 16,-1 0-1,0 0-15,1 0 16,-9-8 0,-9-1-16,1 0 15,-9 1 1,-26-1-16,-43-8 16,-25 0-1,-34 0-15,-51 9 16,-60 8-1,-52 17-15,-50 8 16,-60 9 0,25 0-16,-51-8 15,-60-1 1,26-16-16,-25-9 16,-9 0-1,-35 17-15,155 8 16</inkml:trace>
  <inkml:trace contextRef="#ctx0" brushRef="#br0" timeOffset="8275.54">9158 10095 0,'0'0'0,"0"0"0,0 0 0,0 0 16,0 0 0,0 0-1,0 0 1,0 0-16,9 0 15,25 0 1,51 25-16,145 1 16,52-18-1,8-25-15,120-17 16,0-8 0,-43-26-16,34-34 15,-34 0 1</inkml:trace>
  <inkml:trace contextRef="#ctx0" brushRef="#br0" timeOffset="8727.53">17616 9857 0,'0'0'0,"77"0"15,188 17 1,221 8-16,111 9 16,69-34-1,-60-51-15,-205 9 16</inkml:trace>
  <inkml:trace contextRef="#ctx0" brushRef="#br0" timeOffset="10146.53">9559 11039 0,'17'-17'0,"103"-43"0,153-25 15,34 17-15,0 26 16,52 8 0,8 25-1,8 9 1</inkml:trace>
  <inkml:trace contextRef="#ctx0" brushRef="#br0" timeOffset="10458.46">17582 13471 0,'17'0'0,"43"0"0,162 0 15</inkml:trace>
  <inkml:trace contextRef="#ctx0" brushRef="#br0" timeOffset="10972.66">13110 11090 0,'0'0'0,"-9"-9"0,1-8 16,8 0-1,17-25 1,111-60-16,162-26 16,68-8-1,9 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40:22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7203 5621 0,'-8'0'0,"-18"9"16,-68 33-16,-42 35 16,-60 59-1,-52 68-15,-25 51 16,-9 86-1,60-10-15,69 1 16,42 102 0,51 59-16,77-102 15,43-144 1,59-9 0,86-26-16,120-76 15,50-119 1,-8-119-16,60-51 15,-9-102 1,-94-93-16,-25-1 16,-17-17-1,-77 17-15,-103 60 16,-59 17 0,-52 17-16,-102 17 15,-85 59 1,-137 94-16,-188 179 15,129 50 1</inkml:trace>
  <inkml:trace contextRef="#ctx0" brushRef="#br0" timeOffset="697.22">21576 7314 0,'-17'-9'0,"-85"-8"0,-112 0 16,-93 34-1,-43 43-15,17 33 0,26 18 16,8 8 0,18 51-1,50 17 1,69 34-16,77 17 15,136 52 1,69-35-16,119-51 16,221 8-1,44-109 1,-35-112-16,26-102 16,-42-42-16,-78-25 15,-42-43 1,-77-17-16,-94-35 15,-85-24 1,-128-43-16,-128-52 16,-154 27-1,-179 24-15,-60 78 16,-154 110 0,-118 42-16,417 69 15</inkml:trace>
  <inkml:trace contextRef="#ctx0" brushRef="#br0" timeOffset="1985.9">12666 8777 0,'-9'-9'0,"-16"1"15,-52-1 1,-77 18-1,-85 50 1,-25 35-16,-61 67 0,-59 69 16,51 51-1,35 50-15,50-8 16,95-67 0,76 16-16,94 0 15,94-77 1,145-50-1,94-51-15,51-103 16,51-68 0,52-118-16,-60-43 15,-103-17-15,-51-9 16,-102 26 0,-69-17-16,-101 0 15,-172-18 1,-85-16-1</inkml:trace>
  <inkml:trace contextRef="#ctx0" brushRef="#br0" timeOffset="12921.76">11548 13182 0,'0'0'0,"0"0"16,0 0-1,-9-9-15,-25-8 16,-43-8 0,-51-1-16,-17 9 15,0 9 1,-9 8-16,1 8 16,8 18-1,17 16-15,0 26 16,17 17-1,0 18-15,34 16 16,43-17 0,25 0-16,43 25 15,43-8 1,26-8-16,33-1 16,52 10-1,17-10-15,68 18 16,26-18-1,8-8 1,34 9 0,-16-18-16,42 1 0,8-1 15,-50-25 1,33 1 0,18-10-16,-35-8 15,-8-8 1,-17-9-16,16 8 15,10-8-15,-61-25 16,-16-1 0,-43-16-16,-60-1 15,-17 9 1,-17-8-16,-25-1 16,-18-8-1,-17 0-15,-8 0 16,-17-8-1,-9-1-15,-17 1 16,-17-60 0,-26-60-16,-50 0 15,-70-25 1,-41-17 0,-52 0-16,-43 34 15,-76-9-15,-86-8 16,-51 34-1,-34 34 1,-43 17-16,-85 26 16,-52 16-16,-25 52 15,307 16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39:59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4472 6378 0,'0'0'0,"0"0"0,0 0 16,0 0-16,-8 17 15,-1 26 1,1 16-1,-18 26 1,0 26-16,1 17 0,-1-26 16,9-26-1,-8 9-15,-1-8 16,9-9 0,0-26-16,8-16 15,1-1-15,8-8 31,0 0-31,17 0 16,26 0-16,50 9 16,27-18-1,34-8 1,16-8 0,27-9-16,-27-9 0,27 9 15,-1 9-15,-17 8 31,-8 17-15,-26 8-16,-43 1 0,-25-1 31,-34-8-31,-9-8 16,-8-1-16,-9-8 16,0-8-16,0-26 15,-9-26-15,1-50 31,-18-94-31,-16-145 0</inkml:trace>
  <inkml:trace contextRef="#ctx0" brushRef="#br0" timeOffset="2444.96">17480 8028 0,'0'0'0,"0"0"15,0 17-15,17 0 16,8 0 0,18 0-1,42-17-15,18-25 16,-26-1-1,-18 1-15,35 8 16,68 8-16,-17 9 16,18 0-1,93 17 1,42-8-16,-25-18 16,77-8-16</inkml:trace>
  <inkml:trace contextRef="#ctx0" brushRef="#br0" timeOffset="3448.32">27679 7399 0,'0'0'0,"0"0"0,60 25 15,144 9 1,274-17 0,180 0-1,-232 0-15</inkml:trace>
  <inkml:trace contextRef="#ctx0" brushRef="#br0" timeOffset="8555.69">9337 9780 0,'0'0'0,"0"0"15,26 9-15,51-1 16,59 1 0,78-18-16,59-16 15,102-1 1,52 9-16,68 34 16,-77 0-1</inkml:trace>
  <inkml:trace contextRef="#ctx0" brushRef="#br0" timeOffset="9956.74">18060 10188 0,'0'0'0,"17"0"16,34-8 0,69-9-16,76-17 15,77-17-15,86-17 16</inkml:trace>
  <inkml:trace contextRef="#ctx0" brushRef="#br0" timeOffset="11457.83">3960 10171 0,'0'0'0,"0"0"15,0 9 1,0 25-16,-8 34 16,8 68-1,17 17 1,-9-42-16,-16-35 16,-1 18-1,9-18-15,0-16 16,17-9-1,17-17-15,9-17 16,51-34-16,8-26 16,9-8-1,34-8 1,18 8-16,-10-9 16,-8-8-16,69-8 15,-52 16 1,9 9-1,59 9-15,-76 33 16,-18 18-16,61 16 16,-52 26-1,-60 0 1,-25 0-16,-1-8 16,-7 8-1,-10 0-15,1-9 16,-17-8-16,-18-8 15,1-9 1,-1-9 0,1 1-16,-9-18 15,0 1 1,17-35-16,8-101 16,10-35-1,-18 111-15</inkml:trace>
  <inkml:trace contextRef="#ctx0" brushRef="#br0" timeOffset="12076.05">9610 10852 0,'43'-26'0,"350"-186"15,-43 24-15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41:02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6085 8972 0,'9'-8'0,"51"-9"0,102-17 15,94-26 1,77-16-16,59 8 15,61 0 1,33 8-16,35 0 16,-111 35-1</inkml:trace>
  <inkml:trace contextRef="#ctx0" brushRef="#br0" timeOffset="1231.7">20279 9193 0,'0'0'0,"26"0"0,85 26 16,119 16-1,69-8-15,119-8 16,94-1-1,43-16 1,-137-1-16</inkml:trace>
  <inkml:trace contextRef="#ctx0" brushRef="#br0" timeOffset="6799.39">12120 6736 0,'0'0'0,"-9"0"0,1 0 16,-1 8-16,-8 9 15,-26 26 1,-25 25-16,-17 25 31,-18 43-31,-8 43 16,34-1-16,18 27 16,25-1-1,8-17-15,35 8 16,8-25-1,34-34-15,51-16 16,26-18 0,17-26-16,9-33 15,25-26-15,-42-26 16,-18-16 0,9-18-1,-25 1-15,-35-1 16,-25 9-16,-26 0 15,-17-8 1,-43-1 0,-34-17-16,-68 9 15,-60 17-15,26 26 16,0 8 0,-35 0-16,-110 17 15</inkml:trace>
  <inkml:trace contextRef="#ctx0" brushRef="#br0" timeOffset="17967.4">25545 7577 0,'0'0'0,"-8"34"0,-10 111 16,1 25-16,9-25 15,-18 76 1,9-17 0,-8-17-16,-1 43 15,17-94-15,18-68 16,17 17 0,-1-26-1,1-25-15,-9-17 16,34-25-1,43-43 1,25-94-16,1-25 16,-9-25-1,-26-35-15,-25 77 16,-17 59 0,-1 9-16,-16 9 15,0 16-15,-1 26 16,-16 9-1,-1 16-15</inkml:trace>
  <inkml:trace contextRef="#ctx0" brushRef="#br0" timeOffset="18250.89">27235 8845 0,'26'0'0,"76"8"15,35 1-15,8-18 16,25-16-1,-25-1-15,-25 1 16,-77 16 0</inkml:trace>
  <inkml:trace contextRef="#ctx0" brushRef="#br0" timeOffset="18724.65">29548 7594 0,'0'0'0,"0"0"0,-9 0 31,-33 26-31,-27 34 15,-16 25 1,-26 34-16,0 8 16,9 18-16,34 16 15,50-8 1,44 35 0,42 24-16,26-42 15,9-68 1,25-8-16,0-18 15,-17-42 1,-17-17 0,-26-17-16,-17-25 15,-8-9-15,-18-26 16,-25-42-16,-77-34 16,-76 0-1,-61 51 1,-33 34-16,-26 26 15,0 50 1,-60 18-16</inkml:trace>
  <inkml:trace contextRef="#ctx0" brushRef="#br0" timeOffset="20046.5">24965 7169 0,'0'9'0,"0"50"0,8 77 15,1 34-15,-1 26 16,-8 25-1,-25 0 1,-1 17 0,-17 26-16,-8-26 15,17-51-15,17-25 16,26-9 0,25 128-1</inkml:trace>
  <inkml:trace contextRef="#ctx0" brushRef="#br0" timeOffset="20339.49">27056 7169 0,'0'0'0,"0"0"0,0 0 15,-9 34 1,1 68-16,-1 119 16,-8 120-1,26 7-15,42 9 16,26-25-1,-9 8-15</inkml:trace>
  <inkml:trace contextRef="#ctx0" brushRef="#br0" timeOffset="22961.34">24854 5860 0,'0'0'0,"0"8"0,0 26 16,0 34-1,0 43-15,-17 33 16,-9-16 0,-8-1-1,-9-8-15,18-33 16,8-35-16,17-34 15</inkml:trace>
  <inkml:trace contextRef="#ctx0" brushRef="#br0" timeOffset="23415.73">25409 5953 0,'0'0'0,"17"-8"0,25-9 15,35 0-15,17 8 16,0 9 0,-9 9-1,-8-1-15,-9 9 16,1 9-16,-27 8 15,-16 25 1,-18 26-16,-8 9 16,-25-26-1,-1-17 1,1-9-16,-10-16 0,1-1 16,0-16-1,17-1 1,0-8-16,0 0 15,17 0 1,0 0-16,17 0 16,51 9-1,77-1 1,77-16-16,120-35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41:37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12563 6685 0,'0'0'0,"0"0"0,-8 17 16,-18 25-16,-16 18 15,-10 8 1,-16 17 0,-17 0-16,-9-9 15,34-16 1,17-1 0,18-16-16,8-18 15,17 1-15,0-1 16,8-8-1,18 9-15,34-1 16,17-8-16,16 0 31,-16-8-31,-26 8 16,-8 8 0,0 9-16,-18 9 15,-16 8-15,-1 9 16,1 8-1,-9 0-15,-26-9 16,-25-16 0,-60-1-1,-179 18-15</inkml:trace>
  <inkml:trace contextRef="#ctx0" brushRef="#br0" timeOffset="223.09">12393 6685 0,'0'0'0,"68"0"0,103 17 15,76 8 1,52-16-16,17-52 15,34-59 1</inkml:trace>
  <inkml:trace contextRef="#ctx0" brushRef="#br0" timeOffset="7123.27">25571 6013 0,'0'0'15,"0"0"-15,0 0 16,0 17-16,17 17 16,0 8-16,8 26 15,1 17 1,0 9 0,-1 16-16,-8 35 15,9 25 1,8-25-16,-8 8 15,8 8 1,0-16-16,-8-35 16,-1-25-1,-8-8-15,9-17 16,-9-18 0,0-16-16,0-9 15,9-17 1,16-26-16,27-25 15,24-51 1,18-60 0,-25-8-16,-1 0 15,0-17-15,-33 43 16,-18 33-16,-9 9 31,-16 8-31,0 18 16,-1 16-16,1 18 15,-9 8 1,8 0 0,1 25-16</inkml:trace>
  <inkml:trace contextRef="#ctx0" brushRef="#br0" timeOffset="7720.19">24922 5970 0,'0'0'0,"0"0"0,0 34 16,17 77-16,17 67 16,0 60-1,1 9 1,-18-60-16,-9 17 16,1 0-16,-1-51 15,-8 18 1,17-1-16,26 110 15</inkml:trace>
  <inkml:trace contextRef="#ctx0" brushRef="#br0" timeOffset="8031.97">27209 6132 0,'0'0'0,"26"42"15,8 60-15,0 51 16,-25 68-16,-35 18 15,-25-10 1,-9-8 0,18-68-16,16-34 15,9-8 1,17-17-16,8-52 16</inkml:trace>
  <inkml:trace contextRef="#ctx0" brushRef="#br0" timeOffset="8297.48">28106 7042 0,'0'0'0,"17"0"0,68 17 16,43-9-1,17-8-15,-17-8 16,-34-18 0,-51 18-1</inkml:trace>
  <inkml:trace contextRef="#ctx0" brushRef="#br0" timeOffset="8742.82">29292 6608 0,'0'0'16,"-9"17"-16,-16 68 0,8 26 15,0-26 1,0-26 0,-9-8-16,0 9 15,1-1 1,8-8-16,8-8 16,18 8-1,25 25-15,34-8 16,0-8-1,9-18-15,0 9 16,-9 1 0,-16-1-16,-18 17 15,-34 34 1,-17 0 0,-26-34-16,0-26 15,1-16-15,-18-1 16,0-16-1,0-26-15,-8-119 16,-60-170-16</inkml:trace>
  <inkml:trace contextRef="#ctx0" brushRef="#br0" timeOffset="8970.67">29522 6387 0,'0'0'0,"9"8"15,59 26 1,52 17-16,33-8 16,-8-9-1,-25-17 1,-9-9-16,-17-16 15,-52 8-15</inkml:trace>
  <inkml:trace contextRef="#ctx0" brushRef="#br0" timeOffset="9342.37">30897 7348 0,'0'0'0,"0"0"16,17 17-16,34 17 15,17 8 1,0-8-16,-8-8 16,-9-18-1,-8 1-15,-17-18 16,-9 9-1</inkml:trace>
  <inkml:trace contextRef="#ctx0" brushRef="#br0" timeOffset="9484.12">30760 7697 0,'0'0'0,"17"8"0,34 26 16,-17-8 0</inkml:trace>
  <inkml:trace contextRef="#ctx0" brushRef="#br0" timeOffset="12705.66">31998 7195 0,'0'0'0,"0"0"0,0 34 0,-9 42 31,0 18-31,-8-9 16,0 0 0,-17 17-16,0 0 15,0-34 1,8-8 0,9-18-16,9-16 15,8-1-15,0 1 16,25-1-1,26 1-15,35-9 16,25-9-16,17-16 16,17-18-1,-34-8 1,-17 9 0,0-1-16,-9-8 15,-17-8 1,-8-9-16,-26 25 15</inkml:trace>
  <inkml:trace contextRef="#ctx0" brushRef="#br0" timeOffset="12915.6">32612 7322 0,'0'0'0,"-17"43"0,-26 127 16,-42 145 0,-52 59-16,9-51 15,60-51 1,42-76-16,26-145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42:11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2774 4278 0,'0'0'0,"0"0"0,0 0 0,51-9 16,128-8-1,-8-8 1,77-18-16,25 9 15,77-17 1,179-17-16,17 0 16,9-34-1,25-9 1,69 18-16,-222 42 16</inkml:trace>
  <inkml:trace contextRef="#ctx0" brushRef="#br0" timeOffset="16012.56">8970 6030 0,'0'0'0,"0"0"16,0 0-16,0 0 15,0 8 1,17 9-16,9 0 15,17 17 1,25 0-16,-8 0 16,-18-17-1,86 26-15,77 8 16,-34-9 0,85 1-16,0-18 15,51 1 1,18-9-16,-69-9 15,187 1 1,-50 8 0,-9-17-16,111-9 15,26 1-15,68 16 16,-9 9 0,-34-8-16,-136-9 15</inkml:trace>
  <inkml:trace contextRef="#ctx0" brushRef="#br0" timeOffset="34963.37">3593 7033 0,'0'0'0,"0"9"0,0 16 16,0 35-1,17 16-15,-8 26 16,-1 0 0,9-25-16,0 8 15,18 9 1,16-1 0,0-25-16,-8-8 15,34-1 1,25-8-16,17-25 15,9-18 1,0-16-16,43-9 16,-9-17-1,35-9-15,50-8 16,-33 9-16,16-1 16,-17 9-1,26 17-15,9 17 16,8 0-1,8 0 1,1 0-16,8-8 16,-8 8-16,8-9 15,-9 1 1,1-9-16,8 8 16,-8-8-1,-9 9-15,-17-9 16,-43 17-1,-8-9-15,25 1 16,-42 8 0,-26-9-16,-25 9 15,-27 0 1,-24 9 0,-35-9-16,-9 0 0,-8 0 15,-8-9 1,0 0-1,-1-33 1,9-52-16,9-33 16,-9 76-1</inkml:trace>
  <inkml:trace contextRef="#ctx0" brushRef="#br0" timeOffset="36748.37">18000 7594 0,'0'0'0,"9"0"16,59 9-16,77 17 16,17 8-1,86 17-15,8 0 16,77 0 0,59-9-1,-42-25-15,111 0 16,85 9-1,94-18-15,52-8 16,-1 17 0,9 26-16,128 16 15,-154-33 1,-281-9-16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43:05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2432 680 0,'0'0'15,"0"0"-15,0 0 0,18 17 16,7 26-16,9-1 0,0 35 31,-8 16-31,-9-33 16,-8-9-1,-1-34 1,-8 0-16,0 0 16,0 9-1,0 8-15,0-34 16,0 8-1,0 1-15,0-9 16,9 0 0,16-9-16,18-25 15,0-17 1,16-34 0,27-9-16,-9 26 15,-18 26-15,-7 8 16,-1 17-1,-9 8-15,-7 18 16,-1 25 0,0 59-16,-17-7 15,-17-27 1,0-16-16,0-1 16,8-8-1,9-8-15,-8-9 16,17-9-1,25-8-15,34-17 16,9-42 0,17-26-16,-34-1 15,-34 35 1,-18 9-16,1 8 16,-18 0-1,1 25-15</inkml:trace>
  <inkml:trace contextRef="#ctx0" brushRef="#br0" timeOffset="570.04">4643 808 0,'-9'0'0,"-25"25"0,-17 35 15,-9 34-15,1-18 16,24-16-16,1 16 31,17-16-31,17-9 16,17-17-1,-8-17-15,25-17 16,43-26 0,8-8-16,-17-8 15,-8-1-15,-17 1 16,-18 8-1,-16 17-15,0 0 16,-1 17 0,-8 0-16,-8 8 15,-1 18 1,-17 50 0,-16 69-16,16-9 15,26-77 1,0-25-16,17-8 15,9-1-15,34-33 16,16-69 0,27-50-1,119-103-15</inkml:trace>
  <inkml:trace contextRef="#ctx0" brushRef="#br0" timeOffset="1022.87">5787 638 0,'0'0'0,"-9"25"16,-8 52-16,-9 25 15,9 8 1,-8-24-16,-1-10 16,1 1-1,-1-26 1,9-17-16,8-9 15,9-16 1,0-9 0,17-17-16,18-9 15,24-33-15,27-26 16,-1 0 0,-25 17-16,-26 25 15,-8 34 1,-9-16-16,0 25 15,0 34 1,8 34-16,-16 17 16,-18 17-1,1 0 1,-1-25-16,-8-26 16,9-17-16,8-17 15,0-17 1,8 0-16</inkml:trace>
  <inkml:trace contextRef="#ctx0" brushRef="#br0" timeOffset="1274.8">7127 536 0,'0'0'0,"0"59"16,0 26-16,8 43 16,-8-9-1,-8-17-15,-18 0 16,0 0 0,-8-17-1,0-17-15,0-34 16,8-17-16,18-8 15</inkml:trace>
  <inkml:trace contextRef="#ctx0" brushRef="#br0" timeOffset="1467.38">6683 1004 0,'0'0'0,"8"8"16,44 26-16,59 17 16,34-8-1,8-26-15,52-17 16,137-26 0</inkml:trace>
  <inkml:trace contextRef="#ctx0" brushRef="#br0" timeOffset="6655.65">23258 1463 0,'0'0'0,"0"0"15,0 0 1,0 0-16,0 0 16,0 0-1,0 0-15,0 0 16,0 0-1,0 0-15,0 0 16,-9 0 0,1 0-16,-9 17 15,0 0 1,8 0 0,9 17-16,26 0 15,8 0-15,34-9 16,43-16-1,34-26 1,-8-17-16,-52-9 16,-42 1-1,-18-1-15,-8 1 16,-17-1 0,-34-16-16,-51-9 15,-26 17-15,0 25 16,26 26-1,33 9 1,35-9-16</inkml:trace>
  <inkml:trace contextRef="#ctx0" brushRef="#br0" timeOffset="7018.72">25118 1097 0,'0'0'0,"-8"9"0,-18 25 16,-16 25 0,-10 18-16,-16 16 15,0 1 1,8-18 0,9-16-16,0-18 15,16-8 1,18-8-16,0-18 15,17-8 1</inkml:trace>
  <inkml:trace contextRef="#ctx0" brushRef="#br0" timeOffset="7259.48">24683 1148 0,'0'0'0,"0"26"0,26 16 16,16 26-1,18 9-15,8-9 16,1-26 0,25 1-16,25-18 15,26-16 1,-42-26-16,-78 8 15</inkml:trace>
  <inkml:trace contextRef="#ctx0" brushRef="#br0" timeOffset="7781.52">25997 825 0,'0'0'0,"-8"8"16,-9 43-1,-17 17-15,0 9 16,-26-9 0,-17 9-16,17-18 15,26-8 1,0 0-16,8 0 15,9-8 1,0-18-16,17 1 16,0-18-16,0 1 31,0-9-31,9 0 16,25-9-16,17-8 15,0 0 1,-8 9-16,-9 8 15,0 8 1,0 18-16,-8 25 16,0 0-1,-18-26 1,1 1-16,-1-1 16,1-16-1,-9-1-15,8 1 16,9-1-16,9-8 15,-9 0 1</inkml:trace>
  <inkml:trace contextRef="#ctx0" brushRef="#br0" timeOffset="8395.69">26672 1386 0,'0'0'0,"0"0"16,8 9-16,35 8 16,17 8-1,-1-16-15,-7-1 16,-1-8 0,-8-8-1,-18-1-15,1 1 16,-18-1-1,1-8-15,-18 0 16,-16 0 0,-1 0-16,-25 9 15,-17 16-15,8 26 0,17 17 32,0 9-32,9-1 15,17-16 1,17-1-1,0 1-15,43 8 0,34-9 32,25 1-32,-8-18 15,-34-16 1,0-18-16,16 1 0,1-9 31,-26-9-31,-8 1 16,0-1-1,-9 1-15,-9 8 16,-7 0-16,-1 8 16,0 1-1,8-1 1,18-8-16,0 0 16,33 9-1,44-9-15,34-9 16,-26 1-1,-77 16-15</inkml:trace>
  <inkml:trace contextRef="#ctx0" brushRef="#br0" timeOffset="11998.04">2962 5213 0,'0'0'0,"-9"0"0,-25 26 0,-26 25 16,9 0-1,0 0 1,0 0-16,-9 8 16,-8 18-1,-9 25-15,-26 34 16,-8 17 0,17 9-16,1 33 15,16 1 1,17 0-16,9-26 15,0-9-15,16 1 16,18-9 0,0-17-1,34 0-15,0 17 16,43-25 0,0-1-16,25-16 15,26 8 1,0 0-16,0-26 15,9-8 1,-1 1-16,18-18 16,16 8-1,18 1-15,17 8 16,8 0 0,26-9-16,8 1 15,-25-18 1,26-8-16,16-8 15,-8-1 1,0 9-16,0 0 16,-8-8-1,16 0-15,1-1 16,25-16 0,0-9-16,0-9 15,0-16 1,-25-1-16,8-8 15,8-8 1,1-9-16,-9-9 16,-9 0-1,-8-8-15,-17-17 16,17-17 0,9-17-16,-35 9 15,-17-1 1,1-25-1,-9-8-15,-26-9 16,-26 25-16,-8-17 16,-8-8-1,-26 9-15,-26 8 16,-8-34 0,-26-17-16,-9 33 15,-25-24 1,-17-9-16,-17 17 15,-17 8 1,-43-16 0,-8 16-16,-9 9 15,-17 0 1,-34-9-16,8 9 16,17 26-16,-42-1 15,0 9 1,25 17-16,-51-26 15,-16 26 1,16 17-16,-17 17 16,-17 9-1,-43 8 1,-68 0-16,34 8 16,-8 26-16,-43 0 15,26-8 1,-35 8-1,9 8-15,17 1 16,-17 8 0,-17 0-16,34 0 15,-17 8 1,-34 1-16,51-9 16,-34 25-1,-17 9-15,25 17 16</inkml:trace>
  <inkml:trace contextRef="#ctx0" brushRef="#br0" timeOffset="18354.34">10848 8190 0,'0'0'0,"0"0"0,-9 0 16,1 8 0,-1 1-16,1 8 15,-1 17 1,1 0-16,8 8 15,8 18 1,9 8-16,9-9 16,0 1-1,16-9-15,35 26 16,34-1 0,17-8-16,-9-8 15,35-9 1,51 8-16,0-8 15,25-8 1,9-9-16,26-17 16,25 0-1,26-17-15,-9-9 16,-17 1 0,69-9-16,-1 0 15,-16-9 1,101 1-1,-41 8-15,-10 0 16,26 0-16,52-34 16,59-9-1,-60 1-15,-16-9 16,8 0 0,8-9-16,-25-17 15,17-42-15,25 26 16,-59 16-1,0-8 1,-43-17 0,0 0-16,-43 9 15,-93 16 1,-52 9-16,-59 17 16,-26 17-1,-26 0-15,-25 0 16,-26 17-1,-9 0-15,-16-17 16,-18 0 0,-25-17-16,-34 0 15,-26 8-15,-34 18 16,0 16-16,0 9 31,34 17-31,34 0 16,26 0-1,17 9-15,9-9 16,8 0 0,8 0-16,35 8 15,68 9 1,25-8-16,9-1 16,9 1-1,-26 8-15,-25 0 0,-35 0 31,-17 0-31,-17 8 16,-17 18 0,-34 50-16,-60 69 15,-34 8 1,0-17-16,52-8 16,-10 135-1</inkml:trace>
  <inkml:trace contextRef="#ctx0" brushRef="#br0" timeOffset="23081.81">27235 7960 0,'0'0'0,"0"0"0,0 0 15,0 0-15,0 0 16,0 0 0,0 0-1,0 0-15,0 0 16,-9 0-1,1 0-15,-18 0 16,1 0 0,-26 0-16,-18 17 15,-25 0 1,-34 17 0,-8 17-16,-9 9 15,-9 8-15,9-9 16,0 9-1,-9 0-15,-16 17 16,-10 18 0,10-1-16,16 0 15,0 17 1,18 0-16,16-9 16,18 9-1,8 0-15,0 17 16,0 18-1,17 7-15,9 9 16,8 0 0,9 0-16,9-8 15,24-17 1,10-1-16,8 1 16,8-9-1,10-9-15,16 9 16,0 1-16,17 7 15,9-16 1,17-9 0,34 8-1,8 1-15,0-18 16,1-25-16,17-17 16,16 9-1,9-9 1,35 0-16,33-8 15,-17-1 1,9-8-16,9-8 16,8-18-16,8-25 15,9-8 1,0-18-16,0-8 16,0-8-1,-8-1 1,0-8-16,8 0 15,0 0-15,-17-8 16,-9-1 0,-8-17-16,8-25 15,-8-8 1,-17-9 0,-9-9-16,-16-8 15,-18 9-15,-17-9 16,-9-1-1,-25 10 1,0-18-16,-8-8 16,-26 9-1,-18-26-15,-7 8 16,-27 0-16,-16 1 16,-18-18-1,-33 18-15,-27 8 16,-16-1-1,-18-7-15,-42 8 16,-17 25 0,-17 1-16,-51-35 15,-1 26 1,1 34 0,-18 17-16,-25 0 15,-34-17-15,-26 17 16,17 34-1,-51 0 1,-60 17-16,-16 25 16,-10 1-1,-16 33-15,-95 35 16,155-9 0</inkml:trace>
  <inkml:trace contextRef="#ctx0" brushRef="#br0" timeOffset="26163.13">24128 16592 0,'0'0'0,"0"0"0,0 34 16,0 34 0,0 26-16,-8 16 15,8 9 1,-9-8-16,1 0 16,8-1-1,17-25-15,8-25 16,10-18-1,7 1-15,18-18 16,8 1 0,0-9-16,18 8 15,8-8 1,34 0-16,25-8 16,18-1-1,51-16-15,17-18 16,8 1-1,10-1-15,16 1 16,17 8 0,17 17-16,9 17 15,-9 8 1,-8 9 0,-17 0-16,-35 0 15,-34-8-15,-42-1 16,-34-16-1,-52-1-15,-34 1 16,-25-1 0,-9-8-16,-9 0 15,1 0-15,-1 0 16,-8-17 0,0-68-1,18-76 1,-1-26-16,17-60 15,34 0 1,52-50-16</inkml:trace>
  <inkml:trace contextRef="#ctx0" brushRef="#br0" timeOffset="30017.86">23667 15895 0,'0'0'0,"0"0"0,0 0 15,0 0 1,0 0-16,-8 0 16,-9 0-1,-26 17 1,-17 0-16,-25 17 15,-26 17 1,-25 0-16,-18 8 16,0 1-16,-25-9 15,-9 9 1,-8 8-16,-34-17 16,-18 0-1,-17-9 1,1 1-16,-18 8 0,-8 0 31,-9-9-31,-17 1 16,9-9-1,-34-9-15,16 1 16,18-18-16,-51 1 16,8-9-1,17 0 1,-17-9-16,17 1 15,-34-9 1,9 8-16,50-8 16,-50-17-16,0-25 15,25-9 1,-26-17-16,18 0 16,-1 0-1,35 17-15,8 8 16,1 9-1,16-9 1,26 9-16,17 0 16,26 17-16,33 0 15,18 9 1,17 8-16,43 8 16,25 9-1,17 0 1,26 0-16,17 0 15,0 0-15,17 17 16,8 26 0,9 16-16,18 1 15,7-1 1,10 1-16,-1-9 16,-9-8-16,-16-9 31,-9-9-31,-8-8 15,-1-8 1,1-1-16,-18 1 16,1-1-1,-18-16-15,-8-18 16,-26-16 0,-17-18-16,0-17 15,9 9 1,8 0-16,9 17 15,17 9 1,17 16-16,0 9 16,17 0-1,0 0-15,34-8 16,43-9 0,77-17-16,16 8 15,44-8 1,33-34-16,69-34 15</inkml:trace>
  <inkml:trace contextRef="#ctx0" brushRef="#br0" timeOffset="118915.24">21175 4031 0,'0'0'0,"0"0"0,0 0 16,0 0-16,0 0 16,0 0-1,0 0-15,-8 0 16,-9 0-16,0 9 16,-1 8-1,1 0 1,9 0-1,-1 8-15,9-8 16,0 0-16,0 0 16,0 0-1,0 0-15,0 0 16,0 26 0,0 8-1,9 25-15,-1 18 16,1 8-1,-1 0-15,-16-17 16,-1-34-16,1-8 16,8-18-1,0 1 1,0-18-16,0 1 16,0-1-16,8 9 15,18 0 1,17-8-16,33-1 15,27 1 1,-1-9-16,18-9 16,16-16-16,27 16 15,-1 9 1,25 0 0,27 9-16,-1-1 31,26 1-31,9-1 0,33 9 15,18-8 1,0-1 0,8 18-16,0-1 15,-16-8-15,-35 0 16,-26 0 0,-25-8-1,-34-1-15,-43-8 16,-17-8-16,-1-9 15,-24 8 1,-18 1-16,-25-1 31,-18 1-31,-8 8 0,-8 0 16,0-9 0,8-8-1,0-25-15,0-18 16,25-33-1,10-10-15,7-24 16,86-137-16</inkml:trace>
  <inkml:trace contextRef="#ctx0" brushRef="#br0" timeOffset="121217.75">4455 4125 0,'0'0'0,"0"0"15,0 8-15,0 26 16,9 9 0,-1 16-1,1 9-15,-9 0 16,0 9 0,-9 16-16,1-8 15,-1 9 1,9-9-16,0-17 15,17-8 1,0-9-16,18-9 0,16-8 16,8-17-1,35-17 1,26-17 0,16-8-16,10-1 15,7 1 1,26 8-16,9 17 15,0 0 1,25 0-16,18 17 16,8-9-1,8 9-15,1 0 16,-9 0 0,0 9-16,17 8 15,8 17 1,9-9-16,26 1 15,-9-9 1,-17-26-16,-25-8 16,-9-8-1,-17-18-15,8-8 16,-42 0 0,-34 17-16,-35 0 15,-25 9 1,-26-1-16,-16 1 15,-27-1 1,1 1 0,-18-1-16,1 1 15,-1-9 1,9-17-16,-8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53:17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6427 5936 0,'0'0'15,"0"0"-15,0 0 0,0 9 16,0 16 0,0 35-1,-9 25-15,-8 34 32,0-17-32,9-34 0,8-34 15,0-9-15,8 1 16,9-1-1,0 1 1,17-9-16,9 0 16,25-9-1,9-8 1,26-8-16,16-18 16,26-16-16,9-18 15,17-16 1,25-9-16,0 8 15,0 18 1,9 8 0,0 8-16,26 9 0,16 17 31,26 0-31,17 9 16,18-1-16,42 1 15,-9 8 1,26 8-1,26 1-15,-18 16 16,35 1 0,17-9-1,-35 0-15,26 17 16,26 0-16,-9 0 16,1 0-16,-1-9 15,-8-8 1,8 9-1,0-9-15,-25 0 16,-52-9-16,27 9 16,7 0-1,-42-17 1,17 0-16,0 0 16,-34-8-1,17-18-15,-9 18 16,-59-9-1,-9 8-15,-8-8 16,-43 9 0,-1-1-16,1 9 15,-8 9-15,-1-1 0,-59 1 32,-26-9-17,-9 0-15,-33 8 16,-35-8-16,-26 0 15,1 0 1,-17 0 0,-1-8-16,1-1 15,-9-25 1,0-25-16,8-35 16,1-16-1,-1-35-15,-8-144 16</inkml:trace>
  <inkml:trace contextRef="#ctx0" brushRef="#br0" timeOffset="11010.83">9209 7637 0,'0'0'0,"0"17"0,17 60 0,-8 59 15,-1-17 1,1-17 0,-9 25-16,-9 18 15,1-26 1,-1-8-16,9-9 16,0-9-16,9-16 15,8-18 1,0-16-1,0-1-15,0-16 16,17-1 0,9 1-16,8-1 15,17-8 1,26-8 0,9-9-16,16-9 0,35 1 15,8-18 1,26 9-16,17 17 15,-1 0 1,27 9 0,16-9-16,-8 17 15,0 0-15,0 0 16,-17 8 0,-25-16-1,-35 8-15,-26 0 16,-25 8-1,-17 1-15,-9-1 16,-8-16 0,-17-1-16,-9 1 15,-8-1 1,-18 1-16,1-9 16,-17 8-16,-1-8 31,1 0-31,-9 0 15,0-8 1,8-9-16,-8-9 16,-8-16-16,-1-18 15,9-25 1,0-17-16,9 0 16,-1 17-1,9-17-15,0-8 16,0-1-1,1-8-15,-1 0 16,0 0 0,0 17-16,0 8 15,-9 26 1,1 0-16,-1 17 16,-8 17-1,0 17-15,0 0 16,0 9-1,0 8-15,0 0 16,0 0 0,0 0-16,0 0 15,0 0 1,-8 0-16,-1 0 16,-25 0-1,-43 0-15,-42 0 16,-18-9-1,-50 9-15,-10 0 16,-16 9 0,-52 8-1,-33 8-15,-10 1 16,-42-9 0,0 8-16,-17-8 15,-42-8 1,-18-9-16,34 0 15</inkml:trace>
  <inkml:trace contextRef="#ctx0" brushRef="#br0" timeOffset="42287.88">2697 3342 0,'0'0'0,"-8"9"16,8 33-16,8 35 15,9 8 1,9-26-16,-1-16 16,9-9-1,43 0 1,51-9-16,17-25 16,35-8-1,67-1-15,1-8 16,25 0-1,8-8-15,-7-1 0,41 9 32,-16 9-32,94 16 15,-18 1-15,-85 8 16,146 0 0,-27 0-1,-50-9-15,25-16 16,77-9-1,-43 8-15,-102 9 16,68 0 0,-26 0-16,-67 0 0,24 0 31,-50-8-31,-77-18 16,34 1-16,-86-1 15,-76 9 1,-26-8-1,-8-9-15,-26-26 0,0 18 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54:19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13810 11872 0,'0'0'0,"-9"0"0,-8 0 16,-9 0-16,-16 17 15,-18 0 1,-17 34-16,-51 68 16,-34 77-1,8 25-15,9 17 16,9 34-1,16-17-15,43-33 16,52-18 0,25-43-1,34-42-15,43-17 16,42-34-16,77-59 31,69-60-31,-9-51 16,0-68-16,-34-26 15,0-33 1,-9-10 0,-68 27-16,-25-18 15,-26 26-15,-52 25 16,-50-8 0,-86 17-1,26 111-15</inkml:trace>
  <inkml:trace contextRef="#ctx0" brushRef="#br0" timeOffset="2003.95">20714 3895 0,'0'0'0,"-8"-8"15,-18-9 1,-34-9-16,-16 9 16,-27-9-16,9 1 31,9 25-31,-60 0 0,-34 17 31,-18 26-31,-59 25 16,17 17-16,0 42 15,0 35-15,52-1 16,16 9 0,51 18-1,44 7 1,67-8-16,77-17 0,35 17 15,76 18 1,51-27-16,69-93 16,-9-51-1,60-68 1,0-51 0,-68-59-16,42-69 0,-68 0 15,-59-33 1,-52-18-16,-51-8 15,-77-34 1,-69 8-16,-67 17 16,-120 9-1,-179 34-15,-137 94 16,145 84 0</inkml:trace>
  <inkml:trace contextRef="#ctx0" brushRef="#br0" timeOffset="5426.22">24837 7918 0,'0'0'0,"-9"-9"16,1 1-16,-1-1 15,-17-8 1,-25-8-1,-26 8 1,-16 8-16,-44 9 16,-34 17-1,-25 26-15,-26 33 16,-42 52-16,16 16 16,60-25-16,18-8 15,16 25 1,17 17-1,18-8-15,25 16 16,34 18 0,43-18-16,43 10 15,68 7 1,51-16 0,0-35-16,85-33 0,18-43 15,42-51 1,-17-26-16,-25-42 31,-18-25-31,-34-26 0,18-43 16,-78 18-1,-50-18-15,-52-34 32,-68-25-32,-77-8 0,-77 24 31,-128-24-31,-162 50 0,-85 103 15,153 50 1</inkml:trace>
  <inkml:trace contextRef="#ctx0" brushRef="#br0" timeOffset="15986.53">25537 7050 0,'0'0'0,"0"0"16,0 9-16,-9 16 15,-8 26 1,-43 43-16,-25 25 15,-35 25 1,26-7-16,26-10 16,-26 18-1,9-26-15,42-34 16,9-9 0,17-16-16,17-1 15,9-16-15,16-1 16,18 1-1,-9-9 1,9-17-16,25 8 16,26 1-1,17-9-15,-9 0 16,-25-9 0,0 10-16,59 24 15,18 18-15,-26-1 16,9 18-1,33 25 1,1 8-16,8 18 16,35 8-1,-18-17 1,9 9-16,42 25 16,-16-17-16,25 0 0,-26-17 31,1 17-31,-9 0 15,-18-8 1,27 16-16,-60-16 16,-9-9-16,26 17 15,-43-17 1,8 25 0,1 10-16,-1-18 15,-16 8 1,-17 1-16,-9-18 15,-18-33 1,-24-18-16,-10-8 16,-7-8-1,-18-18 1,-17-16-16,-9-9 16,1-9-16,-1 1 15,1 0 1,-9-9-16,0 0 15,17-9 1,0-17-16,0 1 16,0-18-1,-8 1-15,-1-9 16,1 25 0</inkml:trace>
  <inkml:trace contextRef="#ctx0" brushRef="#br0" timeOffset="36714.35">29667 14458 0,'0'0'0,"0"0"16,0 0-16,0 0 16,0 0-1,0 0-15,0 0 16,18-9 0,-1-8-16,-9-17 15,1-8 1,-18 16-16,9 9 15,0 9 1,0-1-16,0 9 16,0 0-1,0-8-15,0-1 16,0 0 0,-8 1-16,-1-18 15,1 1 1,-1-1-1,-8 1 1,0-1-16,-9 1 0,-8-1 16,-17-8-1,17 9-15,8 8 16,1-9-16,-18-8 16,-17-8-1,9 8 1,-9 0-16,0 8 15,-16 1 1,-1 8 0,26 17-16,-1 0 0,-33 8 31,-26 9-31,-17 17 16,9 0-16,16 17 15,1 0 1,16 9-16,18-9 15,-9 0-15,9-9 32,17 1-32,17-1 15,0 1-15,8 8 16,0 0-16,1 17 31,8 0-31,0-8 16,17-1-16,0 1 15,8-1 1,1 9-16,8-8 16,8-1-1,9 1 1,1-1-16,-1-8 16,8 0-16,10 0 15,7 1 1,1 7-1,-9-8-15,1 0 0,16 0 16,9 9-16,-1-1 16,-7-8 15,16 17-31,-17-8 16,1-1-1,25 18-15,34-9 16,0 0-16,-17-9 15,-26 1 1,17 0 0,1-1-16,-1 1 15,-8-1 1,-17-8-16,-9 0 16,35 17-1,25 9-15,0-9 16,-17-17-1,17 8-15,17-8 16,-17 0 0,-17-8-16,-26-9 15,17 17 1,1-9-16,-1-7 0,1-1 31,-27 0-31,1-17 16,17 8-1,9 1-15,-35-18 16,0 1 0,-8-9-16,0-9 15,-18 1 1,-16-1-16,0-8 16,-1 0-1,-8-8 1,0-1-16,0-16 15,-8-18 1,-1 0-16,1-8 16,-1-25-16,-8 16 15,-8 9 1,-1 0-16,-16-8 16,-18-18-1,-17-33-15,-8 8 16,-9 25-1,-25-17-15,-18-16 16,-8-18-16,-8 18 16,-26 8-1,-9 17 1,-25-9-16,-26-17 16,8 9-16,-8 17 15,-8 9 1,-18-35-1,-8-16-15,-8-1 16,-1 9-16,-16-9 16,-52-33-1</inkml:trace>
  <inkml:trace contextRef="#ctx0" brushRef="#br0" timeOffset="70185.17">26672 6846 0,'0'0'0,"0"0"0,0 0 16,0-8-16,0-1 31,0-8-31,0 9 16,0 8-1,0 0-15,0 0 16,0 0-1,-9 8-15,-34 26 16,-33 34 0,-69 51-1,8 26-15,26-1 16,-17-25-16,0-25 16,9-18-1,33-7 1,1 7-16,-9 1 15,17-1-15,17-8 16,9-8 0,17-18-16,8-8 15,9-8 1,9-18-16,8 1 16,0 8-1,25 0-15,27 0 16,24 8-1,18 9 1,34 0-16,-17 9 16,9 8-16,16 17 15,9 17 1,9 34-16,-9-8 16,26 25-1,8 17-15,-8 8 16,-26-16-1,9-1-15,8 27 16,-9-10 0,1 9-16,8 34 15,9-17 1,0-8-16,-1 17 16,9-9-1,-16-26-15,-10 9 16,-8-8-1,-25-26-15,-9 9 16,0-9 0,-9-26-1,-8-16-15,-9-18 16,9 1-16,-17-18 16,-17-16-1,0-1-15,-18-16 16,1 0-1,-17-18-15,-1 1 16,1-9 0,-1-9-1,9 1-15,26-18 16,9-8-16,-10-17 16,18-9-1,8-8 1,-8 0-16,-8-25 15,-10 8-15,10-9 16,-1 9 0,9-8-16,8 8 15,9-17 1,-17 16 0,-26 44-16,-17 16 15,-8 9 1,-18 9-16,1-1 15,-1 9 1,-8 0-16,0 0 16,0 0-16,0 0 15,0-8 1,-17-1 0,-17-25-16,-43-25 15,-34-60 1,0-43-16,-8-16 0,-18-35 31,-16-8-31,-10 34 16,-58-60-16,-18 18 15,-86-35 1,-16 0 0,-26-16-16,-60-18 15,26 9-15,-17-17 16,-43-9-1,-26-8 1,155 102-16</inkml:trace>
  <inkml:trace contextRef="#ctx0" brushRef="#br0" timeOffset="-95192.68">20714 10197 0,'0'0'0,"0"0"16,0 0-16,-8 0 15,-9 8 1,-34 9-16,-35-8 16,-16-1-1,16 1-15,44-9 16,8 0 0,8 8-16,-8 9 15,-17 0 1,-18 0-16,1 17 15,-26 0 1,0 9-16,26-9 16,25 9-1,1 16-15,-1 1 16,9 8 0,8 0-16,18 8 15,16 18 1,1-1-16,25-8 15,51 9 1,52-1-16,-26-33 16,25 8-1,95 9-15,-69-18 16,9 1-16,76 8 16,-33-9-1,25-16 1,-26-18-16,-8 1 15,34 8 1,0-9-16,34-8 16,-26 0-1,18-8-15,-1-9 16,1-9 0,-35-8-16,-8-8 15,-17-1 1,-17-8-16,25-8 15,-50-9 1,-70 8-16,27-16 16,-9-1-1,-26-8-15,-16 0 16,-27 8-16,-16 9 16,-9 0-1,-9 0 1,-16 0-16,-9 9 15,-26-35 1,-34-16 0,0 16-16,-33 1 15,-36-9-15,-16 17 16,-25 0 0,-27-17-16,-16-18 15,8 18 1,-34 0-16,-17 17 15,-18 9 1,-67-1-16,-1 1 16,-25 16-1,-59 9-15,-18 0 16,-51 0 0,-18 17-16,-24 17 15,144 26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56:40.8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2407 3351 0,'0'8'0,"-9"35"0,9 50 0,-34 196 0,0-178 0,17-9 16,8-25-16,9-18 15,9-8-15,17-8 16,16-1 0,9 1-1,35-18 1,16-8-16,35-8 0,16-1 16,27 1-1,24-9 1,27 8-16,42-8 15,26-8 1,34-1-16,17-8 16,17 0-16,-9 0 31,-8 0-31,26 9 16,-44 16-1,-41 18-15,-10-1 16,-33 9-16,-35-8 15,-34-9 1,-42 8 0,-43-16-1,-34-1-15,-26-8 16,-9 0-16,-16-8 16,8-9-1,-9-68-15,-8-94 16,-17-76-1,0-34-15,26-85 16,8-17 0</inkml:trace>
  <inkml:trace contextRef="#ctx0" brushRef="#br0" timeOffset="11886.44">28413 6523 0,'-9'0'0,"1"8"16,-9 18-1,-9 42-15,0 26 16,-16 8 0,8-34-1,8-17-15,9-9 16,17-16 0,0-1-16,0 1 15,9-9 1,-1 0-16,18 0 15,16 0 1,18 17-16,0 0 16,8 8-1,26 9-15,0 9 16,8 8 0,35 17-16,-1 0 15,-8-17 1,35 17-16,33 17 15,0-8 1,1-1-16,16 1 16,17 8-1,1-9-15,-43-16 16,-9 16 0,9 10-16,-52-18 15,-25-26 1,-17 9-16,-9-8 15,-16-9-15,-27-17 16,-16-9 0,-9-16-1,-9-1-15,1 1 16,0-1 0,-1 1-1,-8-9-15,0 0 0,17-9 16,0-8-1,17-17 1,0-17-16,9-34 16,-17 34-1</inkml:trace>
  <inkml:trace contextRef="#ctx0" brushRef="#br0" timeOffset="21213.18">31007 7637 0,'0'0'0,"0"0"0,0 0 15,0 0-15,0 0 16,0 0 0,0 0-16,0 0 15,0 0 1,0 0-16,0 0 16,0 0-1,-8 17-15,-1 0 16,-25 26-1,-25 16-15,-10 9 16,1 0-16,-17-8 16,16-1-1,27-16 1,-35-9-16,-43 8 16,-42 26-1,51-17-15,43 0 16,-77 9-1,-51-9-15,59-17 16,-25 8 0,-69-16-16,86-18 15,-42-8 1,-44-17-16,60-8 16,-119-18-1,68 9-15,26-8 16,-43-9-1,0-17 1,-26 17-16,1 25 16,-1-16-16,-42-26 15,8-34 1,18-26-16,16 18 16,35 33-1,-26-34-15,25-33 16,9-1-1,52 52-15,-10-52 16,-33-42 0,68 43-1,42 7-15,1-58 16,8 42-16,17 42 16,0-42-1,18 0 1,16 51-16,9 42 15,17 26 1,0 17-16,0 0 16,17 9-16,0 8 15,0 0 1,0 17 0,25 51-16,9 43 15,1-26-15,-1 0 16,8 34-1,-16 8 1,-9-25-16,-8-25 16,-9-26-1,0-17-15,0-9 0,0-8 32,-9-8-32,1-1 15,-1 1 1,-8-18-16,-26-16 15,-25-60-15,0-26 16,25 35 0,17 8-1,9-17-15,9 8 16,-9 1 0,8 16-16,9 9 15,0 17 1,0 0-16,0 17 15,0 0 1,0 0-16,9-9 16,50 1-1,61-9-15,34 0 16,59 8 0,26-16-16,85-26 15</inkml:trace>
  <inkml:trace contextRef="#ctx0" brushRef="#br0" timeOffset="53899.42">5787 12995 0,'0'0'0,"0"0"0,0 0 16,0 0-1,0 0-15,0 0 16,0 0-1,-9 17-15,1 17 16,-1 0 0,1 8-16,-1 1 15,9 8 1,0 0 0,0 8-16,0-16 15,0 0-15,9-9 16,-1-9-16,1 1 15,-1-1 1,1-8 0,-1 0-16,9 0 15,0 0 1,0 0 0,18 0-16,7 9 15,18 8 1,17-9-16,8 1 0,18-18 15,25 1 1,34-18 0,26 1-1,25-18-15,0 1 16,9 8-16,9 8 16,8 1-1,-9 8-15,-8 8 16,0 1-1,-9 8 1,-8-9-16,-9-8 0,-25 0 16,-34 9-1,-18-1 1,-42 1 0,-26-1-16,-25-8 15,-1 9 1,-16-9-16,-9 0 15,0 0 1,-9-9-16,-8-16 16,-8-43-1,8 25-15</inkml:trace>
  <inkml:trace contextRef="#ctx0" brushRef="#br0" timeOffset="65745.11">18000 14611 0,'0'0'0,"0"-9"15,0 9-15,0-8 16,0 8-1,0 0-15,0 0 16,0 0 0,0 0-16,-8 0 15,-9 0-15,-18 0 16,-7 8 0,-1 1-1,0-1-15,-16 1 16,-1-1-1,0 1-15,26-1 16,17-8 0,0 0-16,8 0 15,9 0-15,0 0 16,9 0 0,59 9-1,60-1-15,179-8 16,86-17-1,42-34-15,137-34 16,-154 26 0</inkml:trace>
  <inkml:trace contextRef="#ctx0" brushRef="#br0" timeOffset="67493.53">3277 16218 0,'0'0'0,"86"0"0,136-26 15,213-25 1,77-17-16,17-8 15,77-26 1,-188 34-16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2:58:03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21354 3989 0,'0'0'0,"0"0"0,0 0 16,0 17 0,9 34-16,0 42 15,-18 26 1,-17 34-16,1 17 15,8-42 1,0-26-16,0 17 16,8 0-1,9-8 1,0-26-16,9-26 16,8-16-1,17-18-15,0 1 16,26-9-16,34-17 15,25-9 1,26-16-16,43-1 16,0 1-1,-1-18 1,35 1-16,9 8 16,8 8-1,-9 9-15,9 0 16,0 0-1,17 9-15,0 8 16,17 0 0,0 8-16,9-8 15,-9 0 1,0-8-16,0-1 16,-8-8-1,0-8 1,8-1-16,-26 9 15,-33 17 1,8 9-16,-52-9 16,-25 17-1,-25 0-15,-52 0 16,-25-9-16,-18 1 16,-8-1-1,-8 1 1,0-9-16,-1 0 15,-8 0-15,0-17 16,17-34 0,-8-60-16,8-42 15,0-26 1,0 18-16,0-9 16,0 25-1,-8 26-15,-1 26 16,1 25-1,-1 17 1,-8 16-16,0 18 16,0 0-1,0 9-15,0-1 16,-8 1-16,-35-1 16,-51 9-1,-42 0 1,-35 17-16,-60 0 15,-16 0-15,-26 0 16,-17-25 0,-26-9-1,-94-17-15,9-9 16,-43 18 0,-85 8-16,-17 17 15,-35 25-15,-16 26 16,-26 9-1,8 0-15,206-9 16</inkml:trace>
  <inkml:trace contextRef="#ctx0" brushRef="#br0" timeOffset="3010.65">4319 4499 0,'0'0'0,"0"8"16,0 26-1,17 17-15,0 26 16,8 25 0,-8 34-16,-8 17 15,-18 9 1,-8-26-16,0-34 16,0-17-16,9-34 15,8-9 1,0-16-1,17-1 1,0-16-16,34-18 16,52-33-16,25-18 15,17-25 1,8-17-16,9 0 16,1 17-1,7 17-15,10 9 16,7 25-1,18 8-15,9 9 16,-1 9-16,9-9 16,0 17-1,17 8-15,8 1 16,1-1 0,8 1-1,-9-9 1,1-9-16,-9 1 15,-26-9-15,1 8 16,-27-8 0,-25 9-16,-34-1 15,-17 9-15,-34 9 16,-26-1 0,-16-8-1,-10 0-15,-16 0 16,-1 0-1,1 0-15,-9-8 16,-9-18 0,-25-33-1,-26-26-15,1-35 16,7 1 0,1-17-16,17-8 15,17-18-15,8 18 31,9 16-31,-8 17 16,8 18-16,-9 25 16,9 25-16,-8 9 15,8 17 1,0 0 0,0 9-16,-9 8 15,-16 0 1,-35 0-16,-25 17 15,-43 8-15,-60 18 16,-43 8 0,-42 0-1,-43 0-15,-76 25 16,-60 10 0,-26-1-16,-35-17 15,18 0-15,17 25 16,26 18-1,-60 50 1,-43 77-16,180-50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3:01:58.3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6819 10367 0,'0'0'0,"-8"25"0,-1 35 16,-8 34-1,-8 8-15,-1 0 16,9 34 0,8 0-16,9-26 15,0-25-15,0-25 32,0-1-17,0-8-15,0-8 16,0 0-16,0-9 0,0-9 31,9 1-15,-9-18-16,0 1 15,9-1 1,8 1-16,8-1 16,18-16-16,25-9 15,18-9 1,16 1-16,26-1 15,0 9 1,26 0 0,33 0-16,-7 9 15,7-1-15,27 0 16,16 1 0,26-9-1,17 0-15,9 0 16,8 0-1,0 0-15,1 25 16,-27 9-16,-16 17 16,8-8-1,-17 8-15,-9 0 0,-16-8 32,-10 8-17,1 0-15,-26-9 16,-25 9-16,0-8 15,-26-1 1,-17 1 0,8-18-16,-16 1 15,-35-1 1,-17 1-16,-17-9 16,-8 0-1,-9 0-15,-9 0 16,1 0-1,8-9-15,0-8 16,0-17 0,9-34-16,-1-34 15,10-17 1,7-26-16,9-8 16,1 0-1,-1 0-15,9 26 16,-9 16-1,-9 26 1,-16 25-16,-9 18 16,-8 16-16,-1 9 15,-16-8-15,-26-1 16,-35 1 0,-33-9-1,-86 8-15,-25 9 16,-35 9-1,-42 8-15,-43 0 16,-94 0 0,18 17-16,-44-9 15,-67 1 1,16-9 0,-8-26-16,-9 9 15,-8 0-15,-26 9 16,-119 42-1,247 8-15</inkml:trace>
  <inkml:trace contextRef="#ctx0" brushRef="#br0" timeOffset="24392.89">7724 14007 0,'9'0'0,"67"0"0,104-9 16,187-25-16,51 9 15,-43 8 1,44 0 0,-35 0-16</inkml:trace>
  <inkml:trace contextRef="#ctx0" brushRef="#br0" timeOffset="29167.07">5539 16218 0,'0'0'0,"0"0"0,0 0 15,9 0 1,33-8-16,18-1 16,43 0-1,50 1-15,26-1 16,35 1-1,42-9-15,34 0 16,86-26 0,33-8-16,-25-8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3:02:47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20987 3368 0,'0'0'0,"0"0"0,0 0 16,0 8-16,0 43 15,9 34-15,-9 26 16,-9-1 0,-8 18-16,-8 17 15,-1-26 1,9-34-1,-9-9-15,1 9 16,8 0 0,8-17-16,9-8 15,9-1 1,8-16-16,17-9 16,26 0-1,17 9-15,34-18 16,25 1-16,60-1 15,35-16 1,16-9 0,26 0-1,18-9-15,16 1 16,-17 16-16,34 9 16,18 0-1,8-8-15,17 8 16,25-9-1,-8 9-15,18 0 16,-1 0 0,-26-8-16,18 8 15,-1 8 1,-7 9-16,-36 0 16,36-8-1,-27-9 1,-68 0-16,-51 0 15,-60 0 1,-33-9-16,-44 1 16,-42-1-16,-26-8 15,-9 9 1,-16-9-16,-1 0 16,1 0-1,0 0-15,-1 0 16,1-17-1,-1-17-15,9-34 16,9-34 0,-1-34-1,18-26-15,0 17 16,8-8-16,-8 0 16,-1 9-1,1 8-15,-9 17 16,-8 8-1,-1 17 1,-16 18-16,-1 16 16,-8 18-16,-8 8 15,-1 0 1,-8 8 0,-8 1-16,-27 8 15,-33 17 1,-17 0-16,-18 17 15,-42 0 1,-17 8-16,-9-8 16,-59 0-1,-27 0-15,-24 0 16,-86-8-16,0 8 16,-77 8-1,-68-8 1,-43 26-16,-68 16 15,-60 18-15,-43-9 16,-51 9 0,-33-9-1,24-17-15,-16-43 16,392-8-16</inkml:trace>
  <inkml:trace contextRef="#ctx0" brushRef="#br0" timeOffset="4040.78">4378 3742 0,'0'0'0,"0"0"0,0 0 16,-8 8-16,-1 26 15,-8 60 1,-25 59-16,-10 9 16,10-26-16,-9 8 31,16-16-31,18-35 15,9-33 1,8-9-16,0-8 16,0-9-1,17 0-15,8 8 16,35-8-16,43-8 16,59-18-1,51-16 1,18-9-16,25-9 15,42 9 1,27-8-16,-10 16 16,27 9-1,33 0-15,1 0 16,42 9 0,17-1-16,-25 9 15,-26 0 1,0 0-16,0 0 15,-25 9 1,-18 8-16,-51-9 16,1 9-1,-35 0-15,-43-17 16,-34-8 0,-42-1-16,-26 1 15,-34-9 1,-26 0-1,-17 8-15,-8 1 16,-9-9-16,-9 0 16,1 0-1,-1 0-15,-8-17 16,17-34 0,9-60-16,8-50 15,0-27-15,-8 18 16,-9 17-1,8 9 1,1 25-16,-17 34 16,-1 17-16,-8 17 15,-8 17 1,-1 0 0,1-1-16,-27 1 15,-41 0 1,-44 0-16,-85 17 15,-76 26 1,-78 25-16,-110 17 16,-78 26-1,-67-1-15,-86-25 16,-77-17-16,1-25 16,-44-9-1,385 0 1</inkml:trace>
  <inkml:trace contextRef="#ctx0" brushRef="#br0" timeOffset="8617.5">1767 7186 0,'0'0'0,"0"0"16,0 0-16,0 9 16,0-9-1,0-9-15,0-8 16,17-93 0,51-86-1,17-8-15,26-60 16,-25 43-16,-18 85 15,34-34 1,1 26 0,-35 58-16,-8 44 15,0 8 1,-9 25-16,-8 18 16,8 42-1,0 68-15,-25 17 16,-18 17-1,1 9-15,8-26 16,0-51-16,0-34 16,0-26-1,8 1 1,18-18-16,34-50 16,34-69-1,0-42-15,-26 17 0,-8 0 16,-9 9-1,-25 33 1,-9 17 0,-8 35-16,-9 16 0,-9 18 15</inkml:trace>
  <inkml:trace contextRef="#ctx0" brushRef="#br0" timeOffset="9079.77">3747 5936 0,'0'0'0,"0"9"0,-9 33 16,-8 69-16,-8 50 15,-10 18 1,-7 25-16,-1-25 16,18-69-1,7-42-15,1-34 16,9-8-16,8-18 15,0-16 1,-9-52 0,18-84-16,16-52 15,18-59 1,8 25-16,9 26 16,25-17-1,9 34-15,9 25 16,-1 18-1,1 33-15,25 26 16,8 26-16,-25 50 16,-17 26-1,-17 34 1,0 34-16,-35 34 16,-50 17-1,-61 51-15,-118 26 16,-69-51-1,-163-9-15,27-43 16</inkml:trace>
  <inkml:trace contextRef="#ctx0" brushRef="#br0" timeOffset="11438.11">27807 6948 0,'0'0'0,"0"0"0,0 0 16,0 17-16,0 0 15,0-8 1,0-1-16,0 1 16,0-1-1,17-50-15,43-86 16,51-33 0,17-44-16,25-16 15,1 68 1,0 9-16,-26-1 15,-35 52 1,-16 33 0,-26 26-16,-25 17 15,-9 8-15,-8 9 16,-18 60 0,-25 51-1,-9-1-15,9-16 16,17-9-16,9-26 15,8 1 1,17-1 0,17-16-16,17-9 15,43-17 1,51-43-16,26-50 16,-18-9-16,-16-9 15,-18-16 1,-42-26-16,51-137 15</inkml:trace>
  <inkml:trace contextRef="#ctx0" brushRef="#br0" timeOffset="11983.1">30052 6055 0,'-18'34'0,"-16"102"16,-8 68-16,-1 0 15,-8-25-15,8-68 16,9-43 0,17-34-1,0-9-15,8-16 16,9-1-16,0-16 15,9-60 1,25-77-16,26-25 16,34-34-1,8 8-15,9 35 16,0-1 0,8 9-16,-16 51 15,-9 17 1,-17 17-1,-18 34-15,-8 8 16,1 18 0,-10 25-16,-7 25 15,-10 35 1,-33 42-16,-44 17 16,-42 0-1,-8-25-15,17-43 16,25-17-16,17-26 15,9-16 1,17-26 0,0-26-16,17 18 15</inkml:trace>
  <inkml:trace contextRef="#ctx0" brushRef="#br0" timeOffset="12217.42">31110 6591 0,'8'0'0,"44"25"15,59 27-15,0-18 16,-52-17-1,-8-17-15,9-17 16,9-9 0,-35 9-16</inkml:trace>
  <inkml:trace contextRef="#ctx0" brushRef="#br0" timeOffset="12485.6">32416 6251 0,'0'8'0,"-9"43"16,1 60-1,-18 42-15,-8-8 16,-9-26-1,1-26-15,7-16 16,10-35 0,8-8-16,0-17 15,17-8 1</inkml:trace>
  <inkml:trace contextRef="#ctx0" brushRef="#br0" timeOffset="12778.96">33227 6429 0,'-9'9'0,"-25"42"0,-43 102 15,-8 26-15,16-35 16,-7-8-1,7-25 1,27-43-16,16-34 16,9-9-16,8-16 15,1-26 1,-9-26-16,8 18 16</inkml:trace>
  <inkml:trace contextRef="#ctx0" brushRef="#br0" timeOffset="12887.22">32399 6506 0,'0'0'0,"8"8"16,43 43-16,1 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3:04:01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6982 5511 0,'0'0'0,"0"0"16,0 25-16,17 43 15,-9 43 1,1-9 0,-9-17-16,-9 9 15,1-1 1,8 1-16,0-18 16,8-16-16,1-1 15,8-16 1,0-18-1,0-8-15,0-8 16,17-1-16,17 1 16,1-1-1,7-16 1,10-1-16,16 1 16,0-1-16,9-16 15,34-9 1,17-9-1,-17-8-15,9 9 16,25-9 0,-17 17-16,26-9 15,8 9 1,0 9-16,35 16 16,-18-8-1,-25 17-15,34-8 16,-9 8-16,-17 0 15,-8 8 1,8 9 0,-17 0-16,26 17 15,8-8 1,-8-1-16,17 1 16,25-1-16,-25-16 15,0-9 1,0 8-1,-9-8-15,9-8 16,-9 8 0,9-9-16,0 1 15,-17 8 1,-18 0-16,-7 8 16,-18-8-1,-17 17-15,-26-8 16,-25-1-1,-26 1-15,-8-9 16,-18 0 0,-8-9-16,9-16 15,0-18 1,-9-16-16,-9-18 16,1-16-1,8-18-15,-9 52 16</inkml:trace>
  <inkml:trace contextRef="#ctx0" brushRef="#br0" timeOffset="1576.03">22319 6030 0,'0'0'0,"25"8"0,69 9 16,51 0-16,26 9 15,-9-9 1,9-9 0,-26 1-16,26-18 15,34 9 1,-35-8-16,18-1 15,26-8 1,-1-8-16,0-1 16,-25 1-1,-17 8-15,8-9 0,-34 1 32,-34 8-32,-51 0 15,-9 8 1,-17 9-16,-8 0 15,-9 0 1,-9 0-16,1 0 16,-18 0-1,-25 0-15,-60 9 16,-59 16 0,-35 1-16,-25 8 15,-18 0 1,18 8-16,-9-8 15,-9-8 1,-8-18-16,9 9 16,17-8-16,-9-1 15,-9 1-15,-8-1 32,17 1-32,17-18 15,9-8 1,25 9-16,1-18 15,16 1 1,26-1-16,34 1 16,34-1-1,18 9-15,16 9 16,9-1 0,0 9-16,17 0 15,9-8 1,16-1-16,43-8 15,61 17 1,24 17-16,52 34 16,25 9-1,-8-1-15,17-8 16,17-8 0,26-26-16,25-17 15,-8-26 1,34 1-16,-9-1 15,-25 1 1,8-9-16,-42 17 16,-43 8-16,-9-16 15,111-26 1</inkml:trace>
  <inkml:trace contextRef="#ctx0" brushRef="#br0" timeOffset="6110.58">11462 7101 0,'0'0'0,"0"0"15,0 0 1,0 0-16,0 0 15,0 0 1,0 0-16,0 0 16,-8-8-1,8 8-15,0 0 16,-9-9 0,1 1-16,8 8 15,0 0 1,-9 0-16,9 17 15,-8 8 1,8 9-16,0 17 16,0 0-1,0 9 1,0-18-16,0 1 16,0-1-16,8-16 15,9 8 1,9 0-1,8-9-15,0 1 16,9-1 0,8 1-16,17-17 15,18-1-15,25-16 16,-9-1 0,-17 1-16,9-1 15,0 9 1,17 0-1,0 0-15,-34 0 16,-9 9 0,-8 8-16,-9-9 15,-8 1-15,-18 8 16,1-9 0,0 1-1,-18-1-15,1 1 16,-1-9-1,1 0-15,-9 0 16,0-9-16,0-16 16,-9-26-1,1-26 1,8-34-16,0 1 16,25 8-1,-8 59-15</inkml:trace>
  <inkml:trace contextRef="#ctx0" brushRef="#br0" timeOffset="21380.69">7169 10316 0,'0'0'0,"0"0"16,0-9-16,0 1 16,0-1-16,0 1 15,9-1 1,-9 1 0,8 8-16,-8 0 15,0 0 1,-8 8-16,-18 18 15,1 8 1,-1 17-16,0 0 16,1 17-1,-1-8-15,9-9 16,0-17 0,9-9-16,8-16 0,0 8 15,0-9 1,0 1-1,0 8 1,0 0-16,8 0 16,18 0-1,16 0-15,10 0 16,16-9 0,17 1-16,18-9 15,25-17 1,25 0-16,-16 0 15,25 8 1,17 9-16,-17 0 16,9 0-1,25 9-15,1-9 16,25 8 0,0 1-16,-9-9 15,34 0 1,-16 0-16,25-9 15,-26 9 1,1-8-16,-1 8 16,-8-9-1,9 9-15,-18 9 16,26-18 0,-9 9-16,1-8 15,-9-1 1,-34 1-16,25-1 15,-8-8 1,-52 0-16,18 9 16,-26 8-1,-51 0-15,0 0 16,-26 0 0,-8 8-16,-17 1 15,-1-1-15,-16 1 16,0-1-1,-9-8 1,-9 0-16,1 0 16,-9 0-1,0-8-15,-9-9 16,1-26 0,-9-25-16,-18-42 15,-7-18 1,25 77-16</inkml:trace>
  <inkml:trace contextRef="#ctx0" brushRef="#br0" timeOffset="28919.09">16165 11387 0,'0'0'0,"0"0"15,0 0 1,9 17-16,8 18 15,0-1 1,-9 17-16,1-9 16,-1 1-1,1-1-15,-9 1 16,0-9 0,9-9-1,-9-16-15,0-1 16,0 1-1,8-1-15,9 1 16,0-1 0,0 1-16,26-1 15,8 1-15,17-1 16,9-8 0,9 0-16,-1 0 15,0 0 1,18-8-16,-9-1 15,-18 9 1,-7 0-16,-27 0 16,-16 0-1,0 0-15,-18 0 16,1 0 0,-1 0-16,-8-8 15,0-9 1,17-34-1,9-43-15,17-8 16,-18 51 0</inkml:trace>
  <inkml:trace contextRef="#ctx0" brushRef="#br0" timeOffset="34964.23">9773 12221 0,'0'0'0,"0"0"16,0 8-16,-9 18 16,0 25-1,1 8 1,-9 27-16,-9 24 15,9-16 1,0-18-16,9-16 16,8-18-1,0-16-15,0-1 16,8 1 0,9-9-1,17 0-15,0-9 16,18 1-16,16-9 15,0-9 1,18-8-16,7-8 16,-7-1-1,-1 9-15,9-8 16,-9-1 0,-8 1-16,-17 8 15,-9 0 1,-25 0-16,-1 8 15,-8 1 1,-8-1 0,8 1-16,0-26 15,9-9-15,8-33 16,-9 33 0</inkml:trace>
  <inkml:trace contextRef="#ctx0" brushRef="#br0" timeOffset="36615.69">25878 12995 0,'0'0'0,"0"0"0,34-9 16,51 1-16,43 8 15,69 0 1,-9 8 0,-18-8-16,35 9 15,119-1-15</inkml:trace>
  <inkml:trace contextRef="#ctx0" brushRef="#br0" timeOffset="37373.46">4617 13497 0,'0'0'0,"0"0"15,0 0 1,0 0 0,17 0-16,1 8 15,24 1-15,18 8 16,17-9-1,42 1 1,43-9-16,26-9 16,34 1-1,43-18-15,59-8 16,17 0 0,18 9-16,42 42 15,-8 34 1</inkml:trace>
  <inkml:trace contextRef="#ctx0" brushRef="#br0" timeOffset="41303.97">14757 13794 0,'0'0'0,"0"0"0,0 9 16,0 8-1,-9 8-15,1 9 16,-1 0-16,-8 0 15,-8 9 1,-9 16 0,-1 9-1,1-8-15,9-9 16,8-9 0,-1 1-16,18-17 15,0-1 1,0 1-16,0-9 0,18 0 31,-1 8-31,17 1 16,0-9-1,26-9-15,25 9 0,17 0 32,18 0-32,-1-8 15,18-9 1,25 0-16,9-9 15,8 1 1,43-9-16,0 0 16,0 8-1,8-8-15,-16 0 16,33 17 0,-34 17-16,-8-8 0,-17-18 31,-26 9-31,0 0 15,-16 0 1,-36-8-16,-41-1 16,-27 1-1,-16 8-15,-9 0 16,-8 0 0,-1 0-16,-8-9 15,9-8 1,8-34-16,0-25 15,8-18 1,1-17-16,-17 52 16</inkml:trace>
  <inkml:trace contextRef="#ctx0" brushRef="#br0" timeOffset="50426.91">11957 15453 0,'0'0'0,"-8"0"0,-1 0 16,-8 8 0,0 1-16,9-9 15,8 0 1,0 0-16,0 0 16,0 0-1,0 0 1,0 0-16,0 0 15,0 0 1,0 0-16,17 0 16,0 8-1,8 9-15,35 0 16,26 9 0,25-9-16,-1-9 15,-16-8 1,9 0-16,16 0 15,18 0 1,-9 9-16,-9 8 16,18 0-16,8 0 15,0-9 1,-8 1 0,25-9-16,0-17 15,0 0 1,0-9-16,9 9 15,-26 9 1,-8-1-16,16 1 16,9-9-1,1 17-15,7 0 16,18-26 0,0 9-16,-9 0 15,0 0 1,1 9-16,7-1 15,1 1 1,-26-9-16,128-17 16</inkml:trace>
  <inkml:trace contextRef="#ctx0" brushRef="#br0" timeOffset="52260.9">24214 15172 0,'0'0'0,"0"0"0,0 0 15,0 0 1,0 0-16,0 0 16,0 0-16,0 0 15,0 0 1,25 0-16,26 17 15,18 8 1,50 18 0,69 8-1,-9-8-15,69-18 16,85 1-16,-9-26 16,51-26-16,-59-50 31,-8-78-31</inkml:trace>
  <inkml:trace contextRef="#ctx0" brushRef="#br0" timeOffset="59733.8">12034 16048 0,'0'0'0,"0"0"16,0 0-16,0 0 15,0 0 1,0 17-16,0 0 16,-8 8-1,-1 1-15,9 8 16,0 0-1,0 0-15,0 0 16,0 0 0,9-8-1,-1 8-15,9-9 16,9 1 0,17-1-16,8 1 15,34-18-15,9 1 16,8-18-1,9 1-15,35-9 16,-1 0 0,0 0-16,17 0 15,9 0 1,-1 0-16,10 0 16,16 0-1,-17 17-15,9-9 16,8 9-1,-8 0-15,8 0 16,-17-8 0,26-1-1,9 9-15,-27-8 16,1 8-16,17-9 16,-17 9-1,0 0-15,8 0 16,-25 0-1,-9 0-15,8 17 16,-42 0 0,-25 0-1,-9 0-15,-9 0 16,-17 9 0,-25-18-16,-17 1 15,-9-1-15,-9 1 16,1-9-1,-1 0 1,1 0-16,-1-9 16,9-8-16,1-17 15,7-8 1,9-35-16,18-34 16,-18 52-1</inkml:trace>
  <inkml:trace contextRef="#ctx0" brushRef="#br0" timeOffset="61053.4">25050 16567 0,'0'0'0,"9"0"15,50 0 1,61-9-16,-1 1 16,9 8-1,43 0-15,8 0 16,1 8 0,33 18-16,-17-1 15,0 9 1,35-8-16,-43-9 15,-26 0-15,9-9 16,-35 1 0,-51-18-1,-25 9-15,-26 0 16,-8 0 0,-17 0-16,-1 0 15,-16-8 1,-44-18-16,-76-8 15,-34-8 1,-17 25 0,-34-9-16,-18 9 15,-25 9-15,26-1 16,-1 9 0,1 9-1,16-9-15,9 8 16,52 1-16,42 8 15,26-9 1,33 1 0,18-1-16,17-8 15,17 0-15,17 0 16,69-8 0,101-1-16,61 1 15,42 8 1,9 0-16,-1 17 15,35 8 1,-25 18-16,33 16 16</inkml:trace>
  <inkml:trace contextRef="#ctx0" brushRef="#br0" timeOffset="63098.24">28840 13207 0,'0'0'0,"0"0"15,0 0-15,0 0 16,0 0 0,0 0-16,-17 26 15,-26 16-15,-34 44 16,-34 24 0,-17 9-1,9 17-15,-1 0 16,18-25-1,-1-18-15,18-16 16,25-9 0,26-26-1,17-16-15,0 0 16,0-18-16,0 1 16,0-18-1,0 1-15,-9-18 16,9 9-16,0 0 31,8 0-31,1 8 16,-1 1-1,9 8-15,0 0 16,0 0-16,0 0 16,0 8-1,0 18-15,0 8 16,9 17-1,-1-8-15,1-1 16,8-8-16,0-8 16,9-1-16,25-8 31,51-17-31,35-42 16,136-60-1</inkml:trace>
  <inkml:trace contextRef="#ctx0" brushRef="#br0" timeOffset="68289.55">29275 11923 0,'0'0'0,"0"0"16,0 0-16,-9 9 15,1 16 1,-18 35-16,1 25 16,-18 17-1,-17-9-15,-8-25 16,8 9-1,17 17-15,9-1 16,26-50 0</inkml:trace>
  <inkml:trace contextRef="#ctx0" brushRef="#br0" timeOffset="68560.64">30128 12025 0,'-8'9'0,"-18"50"16,-34 60-1,9-8-15,-8 0 16,-18 16-16,0-8 15,17-42 1,17-26 0,1-26-16,16-16 15</inkml:trace>
  <inkml:trace contextRef="#ctx0" brushRef="#br0" timeOffset="68831.48">29164 11940 0,'0'0'0,"0"0"0,0 9 16,0 33-1,26 35-15,16-1 16,18 1-16,25-1 15,52-16 1,-1-26 0,27-8-16,58-9 15,121 8 1</inkml:trace>
  <inkml:trace contextRef="#ctx0" brushRef="#br0" timeOffset="69455.32">30427 12655 0,'0'0'0,"-17"8"16,-17 18-16,-9 8 16,9 8-1,0-16-15,17-1 16,0-16-16,8-1 15,9 1 1,9-9 0,16 8-16,18-16 15,8-1-15,26 1 32,-9 8-32,-16 0 15,-27 0 1,1 0-16,-18 0 15,1 17 1,-18 8-16,1 9 16,-18 9-1,1 8-15,8-9 16,8 1 0,9-18-16,9 1 15,8-18-15,25 1 16,27-18-1,16-16-15,-8 8 0,-9-9 32,17 1-17,1 8-15,-27 0 16,-16 8 0,-17 1-16,-1 8 15,-8 0 1,9 0-16,8 0 15,0 0-15,9 0 16,-9 0 0,-8-9-1,16-16-15,-16 8 16</inkml:trace>
  <inkml:trace contextRef="#ctx0" brushRef="#br0" timeOffset="69941.12">32100 12604 0,'0'0'0,"0"34"0,0 51 16,-9 0-1,1-17 1,-1 0 0,1 0-16,-1-9 15,1-16-15,8-18 16,0 1 0,0-18-16,0 1 15,0-9-15,-9-9 16,-8-8-1,-8-8-15,-18-9 32,-8 8-32,-26 1 0,9 8 15,-1 17 1,1 34-16,-17 42 31,25 26-31,34-17 0,35-25 16,8-9-1,43-17-15,42 0 16,18-25 0,-61-1-1</inkml:trace>
  <inkml:trace contextRef="#ctx0" brushRef="#br0" timeOffset="70744.45">32134 13386 0,'0'0'0,"-8"9"0,-1 16 16,0 1-16,-8 8 15,9 0 1,-1-9 0,9 1-1,0-1-15,0-16 16,0-1 0,26 1-16,25-1 15,9 1 1,-9-9-16,-8 0 15,-18 0 1,-8 0-16,-8 0 16,0 0-16,-1 17 15,-8 17 1,0 8 0,0 1-1,0-1-15,17-16 16,17-18-16,9-8 15,-9-8 1,-8-1 0,-9 1-16,-9 8 15,1 0-15,8 0 0,0 8 32,0 1-32,0-1 15,0 1 1,9-1-16,8 1 15,0-1 1,0 1 0,-8-18-16,-1 1 15,1-1-15,-9-8 16,-8-8 0,-1-1-16,-25 1 15,-26-1 1,-8 18-16,-9 16 15,-33 52 1,-10 25 0,26-26-16,26-16 15,17-9-15,25 0 16,44 0 0,16-9-16,-17-16 15</inkml:trace>
  <inkml:trace contextRef="#ctx0" brushRef="#br0" timeOffset="73996.34">32040 15163 0,'0'0'0,"0"0"0,0 0 16,0 0 0,0 0-16,0 0 15,0 0 1</inkml:trace>
  <inkml:trace contextRef="#ctx0" brushRef="#br0" timeOffset="75046.42">33056 14151 0,'0'0'0,"0"0"16,0 0 0,0 0-16,-9 0 15,1 0-15,-1 0 16,-16 0 0,-1 0-16,-8 0 15,0 0 1,8 0-16,9 0 15,0 0 1,0 0-16,0 9 16,0 8-1,0 17-15,17 17 16,8 9 0,1-9-1,-1-9-15,1 9 16,-1-8-16,-8-9 15,-8-9 1,-1 1-16,-16-1 16,-9 1-1,-1-9 1,1-9-16,-17-16 16,0-1-16,0 1 15,8-9 1,9 8-16,8 1 15,18 8 1</inkml:trace>
  <inkml:trace contextRef="#ctx0" brushRef="#br0" timeOffset="75693.66">33235 14628 0,'0'0'0,"0"0"0,0 0 16,-8-9-16,-1 1 15,0-9 1,1 8-1,-1 1-15,1-1 16,-1 9 0,9 0-16,-8-8 15,8 8-15,0 0 16,0 0 0,-9 0-1,1 17 1,-1 0-16,9 17 15,0 0-15,0 8 16,0 1 0,-8-1-1,-1-8-15,1-8 16,-1 8-16,-8-9 16,0 1-1,8-9 1,1-9-16,-9 1 15,-9-1-15,-25-8 16,-17-17 0,-9-17-16,43 9 15</inkml:trace>
  <inkml:trace contextRef="#ctx0" brushRef="#br0" timeOffset="77537.44">28566 16533 0,'0'0'0,"-8"0"16,-9-9-16,-34-25 16,-1-25-1,10 8-15,16 8 16,9-33 0,-9-52-16,9-8 15,0 34 1,0 51-16,9 17 15,-1 17 1,1 0-16,8 0 16,0 8-1,0 1 1,-9-1-16,1 1 16,8 25-16,-9 42 15,-17 35 1,9 8-1,0-43-15,17-33 16,0-1-16,0-8 16,0-8-1,0-1-15,-8 1 16,-1-1 0,-8-8-16,-17-42 15,-26-52 1,9-16-1,25 33-15,9 35 16,17 8-16,0 8 16,9 9-1,17-8-15,33-1 16,10 9 0,-18 17-1,26 0-15,42 9 16,9-1-1,-8 1-15,-52-9 16,-43 0-16</inkml:trace>
  <inkml:trace contextRef="#ctx0" brushRef="#br0" timeOffset="78241.55">28805 17485 0,'0'0'0,"0"0"0,0-8 15,0-18 1,0-8-16,9 0 15,17-102 1,50-77-16,35 52 16,0 25-1,-17 0-15,-34 34 16,-34 42 0,-1 26-16,-16 17 15,-1 17 1,1 34-16,-1 43 15,-8-1 1,-8-8 0,-1 17-16,-16 17 15,-10-8-15,18-35 16,0-16 0,9-18-16,8 1 15,0-9 1,8-9-1,9 1-15,0-9 16,26-26-16,42-42 16,9-17-1,-8 9 1,8-1-16,-18-8 16,-24 0-1,-18-8-15,-9 50 16</inkml:trace>
  <inkml:trace contextRef="#ctx0" brushRef="#br0" timeOffset="79077.53">30470 16754 0,'0'0'15,"0"8"-15,-9 52 0,-33 67 16,-35 1 0,-17-51-1,-9-9-15,27-9 16,33-16-1,17-1-15,9-16 16,0-1 0,9-16-16,8-1 15,-9-16 1,9-18-16,26-16 16,68-94-1,34-35-15,-26 52 16,-25 43-1,25 8-15,26-9 16,9 18 0,-52 33-1,-34 18-15,18 16 0,-1 9 16,-17 17 0,-17 0-1,-17 9-15,-25 25 16,-18 0-1,1-9-15,-18-16 16,-42-26 0,-69-68-1,9-43-15,102 52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3:08:53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7596 5485 0,'0'-8'0,"17"-9"16,-8 8-16</inkml:trace>
  <inkml:trace contextRef="#ctx0" brushRef="#br0" timeOffset="557.27">7656 5247 0,'0'0'0,"0"0"0,0 0 16,-9 0-16,1 0 15,8 0 1,0 0 0,0 0-16,0 0 15,0 0 1,0 0-16,0 0 16,8 9-1,1-1-15,16 9 16,18 9-1,34-1-15,25-8 16,9-8 0,9-9-16,8-9 15,25-8 1,-7 9-16,7-9 16,52 8-1,-9 9-15,18-8 16,8-1-1,17 18 1,8-1-16,-16 9 16,16-8-16,26-1 15,17-16 1,26-1-16,8 1 16,18 8-1,8 0-15,8 17 16,-8 0-1,-8 8-15,25 1 16,17-26 0,0 8-16,0 1 15,26-9 1,-1 0-16,1 8 16,-18 1-1,-25-1-15</inkml:trace>
  <inkml:trace contextRef="#ctx0" brushRef="#br0" timeOffset="2008.88">20757 5996 0,'0'0'0,"34"0"0,60 17 16,26 0-1,16-9-15,86 9 16,0 9 0,94-1-16,93 9 15,18 9 1,136-1-16,95-16 15,7-9 1,52 34-16,77 8 16,-17-25-1,-351-17-15</inkml:trace>
  <inkml:trace contextRef="#ctx0" brushRef="#br0" timeOffset="12655.19">6487 6497 0,'0'0'0,"0"0"0,0 0 16,0 0-1,0 0-15,8-8 16,9-1 0,9 9-16,25 0 15,43 9 1,51-1-1,51 1-15,26-18 16,17-8 0,34-17-16,17-8 15,52-26 1,16-9-16,1-16 16</inkml:trace>
  <inkml:trace contextRef="#ctx0" brushRef="#br0" timeOffset="22250.23">7690 7637 0,'0'0'0,"0"0"0,0 0 15,0 0-15,0 0 16,0 0-1,0 0 1,0 0 0,0 0-16,34 17 15,34-8 1,60 8-16,0-9 16,26-8-1,68-8-15,8-1 16,44 9-1,41 0-15,10-8 16,84 8 0,18 0-16,-9 8 15,-17 1-15</inkml:trace>
  <inkml:trace contextRef="#ctx0" brushRef="#br0" timeOffset="34818.21">6819 8675 0,'0'0'0,"0"0"0,0 0 15,0 0 1,0 0-16,0 0 16,9-9-1,17 1 1,16-1-16,27-8 16,16 0-16,26 9 15,25 8 1,18 0-16,42 8 15,43 1 1,26-1-16,8 1 16,9 8-1,-1 0 1,35 17-16,51-17 16,9-9-16,67 1 15,70-43 1,-112-17-16</inkml:trace>
  <inkml:trace contextRef="#ctx0" brushRef="#br0" timeOffset="69347.36">6623 9823 0,'0'0'0,"0"0"0,0 0 0,51 17 0,52 0 15,33 8 1,78-16-16,76-18 0,120-42 16,93-34-1,35-42 1,34-10-16,-1 44 15,-7 8 1,-155 25-16</inkml:trace>
  <inkml:trace contextRef="#ctx0" brushRef="#br0" timeOffset="70565.78">16361 9670 0,'0'0'0,"86"-17"16,170-9-1,128 1-15,102-1 16,35 26 0,25 17-1,35 26-15,-163 8 16</inkml:trace>
  <inkml:trace contextRef="#ctx0" brushRef="#br0" timeOffset="77629.73">11983 5834 0,'0'0'0,"0"0"15,0 0 1,43 17-1,42 9-15,52-9 16,-1-9 0,-16 9-16,42 0 15,0 9 1,-25-1-16,8 18 16,8 25-1,-16 8-15,-35 9 16,-51-8-1,-16 25-15,-35 0 16,-43 17 0,-34 9-1,-25-1-15,8-16 16,34-26-16,26 0 16,8-9-1,18-8-15,8-8 16,34-9-1,26-9 1,25 1-16,9-18 16,-26-16-16,-25-9 15,0 0 1,-18 0-16,1 0 16,-9 0-1,-9 8 1,1 9-16,-18 26 15,-16 25 1,-9 17-16,-1-17 16,18 0-16,9-8 15,25 8 1,26 0-16,42 34 16,34 34-1,-25-17 1,-51-26-16,-60 18 15,-120 93 1,-161 0-16,-69-51 16</inkml:trace>
  <inkml:trace contextRef="#ctx0" brushRef="#br0" timeOffset="125772.08">11847 11898 0,'0'0'0,"0"0"0,0 0 15,0 0-15,0 0 16,0 0 0,0 0-16,0 0 15,0 0 1,25 0-16,1 0 16,33 0-1,87 0 1,33 0-16,26-17 15,68-9-15,8-8 16,-7-17 0,135-17-16,-76 34 15,-51-8 1</inkml:trace>
  <inkml:trace contextRef="#ctx0" brushRef="#br0" timeOffset="126971.56">22216 11932 0,'0'0'0,"0"0"0,9 0 15,25-9 1,69-16-16,59-18 16,-9 1-1,1 8-15,51 8 16,8 18 0,69 16-16,68 9 15,102 17 1,137 9-16,154 25 15,-35 25 1,-298-42-16</inkml:trace>
  <inkml:trace contextRef="#ctx0" brushRef="#br0" timeOffset="136617.59">6828 13003 0,'0'0'0,"0"0"0,0 0 15,0 0-15,0 0 16,0 0 0,0 0-16,0 0 15,26 0 1,42 17 0,60 0-16,68 9 15,9-18 1,77 1-16,59-18 15,0-8 1,163-8-16,-86 16 16</inkml:trace>
  <inkml:trace contextRef="#ctx0" brushRef="#br0" timeOffset="139844.12">2048 3351 0,'0'0'0,"-17"0"0,-25 0 15,-18 17 1,0 0-16,-17 17 16,-25 17-1,-18 17 1,1 17-16,17 8 15,-1 44 1,-16 50-16,8 0 16,8 8-16,18 26 15,25-16 1,0 16-16,43 25 16,-17 35-1,0-17 1,26-1-16,-1-8 15,-17 0 1,26 1-16,26-1 16,-17 17-16,8 9 15,0-35 1,-17-59 0,17 9-16,25-52 15,18-42 1,34-8-16,17-17 15,-34-35 1,0-16-16,68-18 16,17-25-16,-51-17 15,0-17 1,68-111-16,-8-25 16,-35-25-1,9-52 1,26-59-16,17 0 15,-52 8 1,18-85-16,-17 52 16,-18-1-1,-25-59-15,-43 42 16,-34 43 0,-8-60-16,-9 35 15,-26 58 1,-25 10-16,-26 42 15,-17 25 1,-17 34-16,-17 26 16,-25 34-16,-27 34 15,-41 51 1,-53 60 0,-84 118-16,-77 197 15,51 143 1,-26 129-16,120-103 15,119 102 1</inkml:trace>
  <inkml:trace contextRef="#ctx0" brushRef="#br0" timeOffset="176680.56">6802 13811 0,'0'0'0,"0"0"0,0 0 0,86 0 16,-18-8-16,9 8 15,42 17-15,43 0 16,9 8-16,77-8 15,33 0 1,44 0 0,16 0-16,-17 9 15,78 16 1,75-8 0,61-17-16,-120 9 15</inkml:trace>
  <inkml:trace contextRef="#ctx0" brushRef="#br0" timeOffset="184475.74">3371 14075 0,'0'0'0,"0"0"0,0 0 16,0 0-16,0 0 16,0 0-1,-8 0-15,-1 17 16,9 0 0,0 0-1,0 0-15,0 8 16,9 9-1,-1 0 1,9 0-16,-8 9 16,-1-9-1,1 9-15,0-9 16,-1 8 0,1-8-16,-1-8 15,1-1-15,-1 1 16,1-1-1,-1-8-15,9 9 16,0-9 0,0 0-1,1 0-15,7 0 16,1 0-16,-1 0 16,1 0-1,8 0-15,17 0 16,18 8-1,-1-8 1,17-8-16,1-1 16,16-16-16,17-1 15,18-8 1,8 0 0,9-8-16,25-1 15,9 1-15,8-1 16,17 1-1,-16 8 1,25-17-16,0 8 16,8 1-1,0 8-15,-8 17 16,0-9 0,-17 9-16,26 0 15,16 9 1,26-1-16,0 1 15,9-9 1,0-9-16,-1 9 16,-16 0-1,-18 0-15,1-17 16,-9 17 0,-17 9-16,-26-1 15,0 1 1,-16-1-16,-35 9 15,-17 9 1,0-1-16,-9-8 16,-33 0-1,-27-8-15,-16-1 16,-17 1 0,-1-1-16,-16-8 15,-1 0-15,1 0 16,-9-17-1,0 9 1</inkml:trace>
  <inkml:trace contextRef="#ctx0" brushRef="#br0" timeOffset="-197294.34">2902 15929 0,'0'0'0,"0"0"0,0 0 16,0 0-16,8 17 15,9 17 1,1 17-16,-10 0 15,-16 34 1,-1 26 0,-8-1-16,0-33 15,8-18-15,1-16 16,8-9 0,-9-9-1,9-8-15,0-8 16,0-1-16,9 1 15,8-9 1,17-9 0,9 1-16,16-18 15,10 9 1,-1 0-16,-8 0 16,25 17-1,9 0-15,17 0 16,17 0-16,-9 0 15,18 0 1,25-8 0,-17-1-16,0 9 15,26 0 1,0 0-16,-1 0 16,-7 9-1,24-1-15,-7-8 16,-1-8-1,17-1-15,-8-8 16,0 9 0,-9-1-16,17-8 15,18 0 1,-27 9-16,-7-1 16,24 9-16,-41 0 15,-1 9 1,0-1-16,-17 1 15,-25-1 1,-10 9 0,1-8-16,-17 8 15,9 0 1,-9 0-16,-26-9 16,-25 1-1,-1-1-15,-16 1 16,-1-1-1,-16-8-15,0 0 16,-1 0 0,1 0-16,-9 0 15,0-8 1,0-9-16,-9-34 16,9-43-1,0-25-15,0 51 16</inkml:trace>
  <inkml:trace contextRef="#ctx0" brushRef="#br0" timeOffset="-145875.87">2834 16898 0,'0'0'0,"0"0"0,0 0 16,0 0-1,0 0-15,8 9 16,1 8 0,8 25-1,0 9-15,0 17 16,0-8-1,-9 8-15,1 34 16,-9 26 0,9-26-16,-9-34 15,0-26 1,0-8-16,0-8 16,0-1-1,0-8-15,8 0 16,1 9-1,-1-1-15,9 1 16,0-9 0,0 0-16,0-9 15,9 1 1,8-1-16,17-8 16,1-8-16,16-1 15,9 1 1,25-1-1,9 1-15,9-1 16,16 1 0,26-9-16,0 17 15,26-9 1,0 9-16,-9 0 16,35-8-1,-10 8-15,1 0 16,9 0-1,16 0-15,9-9 16,-17 1 0,-17-9-16,8-9 15,1 1 1,-18 8-16,-34-9 16,-8 9-1,-26 9-15,-17 8 16,-17 0-1,-18 8-15,-16-8 16,-17 0 0,-9 0-16,-8 0 15,-9 0 1,-9 0 0,1 0-16,-1 0 15,-8 0-15,0-8 16,9-35-1,-1-25-15,1-34 16,-1 51 0</inkml:trace>
  <inkml:trace contextRef="#ctx0" brushRef="#br0" timeOffset="-108774.02">2373 13514 0,'0'0'0,"0"0"0,0 0 0,-34-17 0,-18 17 16,-50 8-16,-35 26 15,18 26 1,16 25 0,1 17-16,8-9 15,9 1 1,25-1-16,-8-8 15,25-8 1,9-9-16,8 9 16,9-1-1,17-8-15,34 9 16,1 16 0,16 9-16,34 0 15,-8-17-15,-26-25 16,-17-1-1,26 18 1,0 17-16,0-1 16,-18-8-16,-16-34 15,-9-8 1,-17-1-16,0-8 16,-34 0-1,0-8-15,-9-1 16,-25 1-1,-9-9 1,9-9-16,-1 1 16,18-9-1,17 0-15,17 0 16,0 0 0,17 0-16,0 8 15,17 35-15,34 33 16,0 52-1,18 42 1,-1 34-16,-34-17 16,-17 17-1,-25 43-15,-44 8 16,-7-34 0,24-59-16,1-35 15,43 1 1,42-18-16,128-50 15,180-26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3:15:08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3918 5502 0,'0'0'0,"0"0"16,0 0-1,0 9-15,0-1 16,0 9 0,17 0-16,25 9 15,18-1 1,34-8 0,8 0-1,1 0-15,42-8 0,43-1 16,16-8-1,27 0 1,-1 0-16,43-8 16,35-9-16,-10-9 15,52 1 1,-8-9 0,59 0-16,68 8 15,-8 26 1,26 17-16,59 26 15,51-1 1,26 9-16,-25-8 0,16 25 16,44-8-16,-232-35 31</inkml:trace>
  <inkml:trace contextRef="#ctx0" brushRef="#br0" timeOffset="40257.3">2706 9244 0,'0'0'0,"0"0"15,-9-8 1,1-1-16,-1 1 15,0-1 1,-8 9-16,9 0 16,-1 0-1,-8 0-15,0 0 16,0 0 0,-9 9-16,-16 16 15,-18 26 1,0 17-1,26 17-15,17-8 16,0-9-16,0-25 16,8-18-1,9 1-15,0-1 16,0 1 0,0-18-1,26 9-15,17-8 16,34-1-1,25 1-15,0-9 16,9 0-16,43 0 16,0-9-1,25 1-15,26 8 16,-1 0 0,27-9-16,16 9 15,-8 0-15,9-8 31,-9 8-31,-26 8 16,-33-8 0,7 0-16,-7 0 15,-27-8 1,-33-1-16,-35-8 16,-8 9-1,-26-1-15,-17 1 16,-8-1-1,-9 1-15,0-26 16,-9-26 0,1-34-16,-9-16 15,0 59 1</inkml:trace>
  <inkml:trace contextRef="#ctx0" brushRef="#br0" timeOffset="43671.05">3175 12017 0,'0'0'0,"17"-9"15,17 9 1,9 0-16,34 0 15,51 9 1,25 8 0,61 0-16,84-9 15,61 1-15,85 16 32,111-25-32,85-8 15,85-43-15,-298 0 16</inkml:trace>
  <inkml:trace contextRef="#ctx0" brushRef="#br0" timeOffset="56983.59">2108 12434 0,'0'0'0,"-8"0"0,-1 0 16,-8 0-1,-9 0-15,1 17 16,-1 8-16,-16 18 16,16 25-1,-8 0-15,25 8 16,-16-8 0,8-17-1,8-17-15,0 0 16,9 34-1,0 43-15,18-9 16,-1-26 0,8-7-16,-16-18 15,8-26 1,8 1-16,27-1 16,24-8-1,-16-8-15,26-18 16,33-16-1,26-18-15,-8 1 16,-18-1 0,26 0-16,35-8 15,-18 17 1,17 0-16,26 9 16,-17 16-1,25 9-15,-34 9 16,-8 16-16,59 1 15,-51-1-15,-8 1 32,51 16-32,-51-8 0,-43-8 31,25 8-31,-25-17 16,-34 9-1,-25-18-15,-27 1 16,-16-18-16,8-16 15,9-61 1,8-41 0,-34 59-16</inkml:trace>
  <inkml:trace contextRef="#ctx0" brushRef="#br0" timeOffset="59541.19">3166 14993 0,'0'0'0,"0"0"16,0 0-16,0 0 0,0 0 31,0 0-31,0 0 16,0 0 0,-8 0-16,-1 26 15,1 16-15,-9 18 16,17 8-1,0 17 1,17-8-16,0-18 16,9 1-1,8-18-15,17 1 16,9-18 0,16 1-16,10-18 15,25 1-15,8-18 16,18 1-1,25-18 1,0 1-16,34-18 16,35-8-1,-9 0-15,25-8 16,1-9 0,25 16-16,26 1 15,8 17 1,-8 9-16,33-18 15,1 9 1,26 17-16,25-8 16,17-1-1,0 9-15,-8 9 16,16 8 0,27 0-16,-35 25 15,-26 18 1,27 8-16,7 8 15,-8 9-15,-59 1 16,76 16 0,-34 0-16,-85-9 15,42 9 1,-25-17 0,-17-8-16,-9 8 15,-17 0 1,-8-9-16,8-16 15,-26-9-15,-25-9 16,-17-8 0,-26 0-1,-8 0-15,-43 0 16,-17 0 0,-51-8-16,-18-1 15,-8-8 1,1 0-16,-1 0 15,0-8 1,0-9 0,9-17-16,-9-17 15,8-17 1,-16-9-16,8-25 16,26-17-1,34-59-15,59-129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2.png"/><Relationship Id="rId7" Type="http://schemas.openxmlformats.org/officeDocument/2006/relationships/customXml" Target="../ink/ink4.xml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1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5" Type="http://schemas.openxmlformats.org/officeDocument/2006/relationships/customXml" Target="../ink/ink8.xml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1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customXml" Target="../ink/ink11.xml"/><Relationship Id="rId2" Type="http://schemas.openxmlformats.org/officeDocument/2006/relationships/image" Target="../media/image1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5" Type="http://schemas.openxmlformats.org/officeDocument/2006/relationships/image" Target="../media/image1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29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jpeg"/><Relationship Id="rId10" Type="http://schemas.openxmlformats.org/officeDocument/2006/relationships/image" Target="../media/image33.jpeg"/><Relationship Id="rId4" Type="http://schemas.openxmlformats.org/officeDocument/2006/relationships/image" Target="../media/image30.jpeg"/><Relationship Id="rId9" Type="http://schemas.openxmlformats.org/officeDocument/2006/relationships/image" Target="../media/image4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10" Type="http://schemas.openxmlformats.org/officeDocument/2006/relationships/image" Target="../media/image36.png"/><Relationship Id="rId4" Type="http://schemas.openxmlformats.org/officeDocument/2006/relationships/image" Target="../media/image4800.png"/><Relationship Id="rId9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38.png"/><Relationship Id="rId5" Type="http://schemas.openxmlformats.org/officeDocument/2006/relationships/image" Target="../media/image92.png"/><Relationship Id="rId10" Type="http://schemas.openxmlformats.org/officeDocument/2006/relationships/customXml" Target="../ink/ink15.xml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Relationship Id="rId10" Type="http://schemas.openxmlformats.org/officeDocument/2006/relationships/image" Target="../media/image39.png"/><Relationship Id="rId9" Type="http://schemas.openxmlformats.org/officeDocument/2006/relationships/customXml" Target="../ink/ink1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10" Type="http://schemas.openxmlformats.org/officeDocument/2006/relationships/image" Target="../media/image40.png"/><Relationship Id="rId4" Type="http://schemas.openxmlformats.org/officeDocument/2006/relationships/image" Target="../media/image911.png"/><Relationship Id="rId9" Type="http://schemas.openxmlformats.org/officeDocument/2006/relationships/customXml" Target="../ink/ink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/>
              <a:t>Lecture 26: </a:t>
            </a:r>
            <a:r>
              <a:rPr lang="en-US" dirty="0"/>
              <a:t>P </a:t>
            </a:r>
            <a:r>
              <a:rPr lang="en-US"/>
              <a:t>and NP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D8F357-E352-0C0A-7AC9-1DF4398898AF}"/>
                  </a:ext>
                </a:extLst>
              </p14:cNvPr>
              <p14:cNvContentPartPr/>
              <p14:nvPr/>
            </p14:nvContentPartPr>
            <p14:xfrm>
              <a:off x="986400" y="3214800"/>
              <a:ext cx="5491080" cy="178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D8F357-E352-0C0A-7AC9-1DF4398898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7040" y="3205440"/>
                <a:ext cx="5509800" cy="180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3922EC-A7F7-BEBE-059B-D7014F743434}"/>
                  </a:ext>
                </a:extLst>
              </p14:cNvPr>
              <p14:cNvContentPartPr/>
              <p14:nvPr/>
            </p14:nvContentPartPr>
            <p14:xfrm>
              <a:off x="823320" y="1399320"/>
              <a:ext cx="3512520" cy="174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3922EC-A7F7-BEBE-059B-D7014F7434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960" y="1389960"/>
                <a:ext cx="3531240" cy="17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996DBD-8927-C38F-BB41-EDCA4E0EEDCF}"/>
                  </a:ext>
                </a:extLst>
              </p14:cNvPr>
              <p14:cNvContentPartPr/>
              <p14:nvPr/>
            </p14:nvContentPartPr>
            <p14:xfrm>
              <a:off x="2046240" y="1010160"/>
              <a:ext cx="3438720" cy="2474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996DBD-8927-C38F-BB41-EDCA4E0EED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6880" y="1000800"/>
                <a:ext cx="3457440" cy="249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D2FA75-26B2-F1CD-E2F3-9B819ADEBE83}"/>
                  </a:ext>
                </a:extLst>
              </p14:cNvPr>
              <p14:cNvContentPartPr/>
              <p14:nvPr/>
            </p14:nvContentPartPr>
            <p14:xfrm>
              <a:off x="2992680" y="1129680"/>
              <a:ext cx="6892200" cy="499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D2FA75-26B2-F1CD-E2F3-9B819ADEBE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83320" y="1120320"/>
                <a:ext cx="6910920" cy="500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7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04ECF3-B0FE-D96C-596C-AE38E85413D8}"/>
                  </a:ext>
                </a:extLst>
              </p14:cNvPr>
              <p14:cNvContentPartPr/>
              <p14:nvPr/>
            </p14:nvContentPartPr>
            <p14:xfrm>
              <a:off x="1560960" y="2317680"/>
              <a:ext cx="6243840" cy="2532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04ECF3-B0FE-D96C-596C-AE38E85413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1600" y="2308320"/>
                <a:ext cx="6262560" cy="255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F78FAA-ECCF-B9B9-953A-6BAEAE51A864}"/>
                  </a:ext>
                </a:extLst>
              </p14:cNvPr>
              <p14:cNvContentPartPr/>
              <p14:nvPr/>
            </p14:nvContentPartPr>
            <p14:xfrm>
              <a:off x="1941840" y="2023560"/>
              <a:ext cx="6296040" cy="358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6F78FAA-ECCF-B9B9-953A-6BAEAE51A8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2480" y="2014200"/>
                <a:ext cx="6314760" cy="360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55F929-AEBA-B856-98FC-091266DA4BD0}"/>
                  </a:ext>
                </a:extLst>
              </p14:cNvPr>
              <p14:cNvContentPartPr/>
              <p14:nvPr/>
            </p14:nvContentPartPr>
            <p14:xfrm>
              <a:off x="1422720" y="2296080"/>
              <a:ext cx="9199440" cy="1696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55F929-AEBA-B856-98FC-091266DA4B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360" y="2286720"/>
                <a:ext cx="9218160" cy="17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an IS into a 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04F8C2-6B7E-23C1-D985-BDE4A0D22DC6}"/>
                  </a:ext>
                </a:extLst>
              </p14:cNvPr>
              <p14:cNvContentPartPr/>
              <p14:nvPr/>
            </p14:nvContentPartPr>
            <p14:xfrm>
              <a:off x="2190600" y="2109600"/>
              <a:ext cx="8563680" cy="1384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04F8C2-6B7E-23C1-D985-BDE4A0D22D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81240" y="2100240"/>
                <a:ext cx="8582400" cy="140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VC into an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11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5DA6DF-31C2-DC87-1C09-90A5D21BADAF}"/>
                  </a:ext>
                </a:extLst>
              </p14:cNvPr>
              <p14:cNvContentPartPr/>
              <p14:nvPr/>
            </p14:nvContentPartPr>
            <p14:xfrm>
              <a:off x="4335480" y="2149200"/>
              <a:ext cx="7503480" cy="1114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5DA6DF-31C2-DC87-1C09-90A5D21BAD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120" y="2139840"/>
                <a:ext cx="7522200" cy="11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E82F54-878D-ED52-8888-8B74A082C801}"/>
                  </a:ext>
                </a:extLst>
              </p14:cNvPr>
              <p14:cNvContentPartPr/>
              <p14:nvPr/>
            </p14:nvContentPartPr>
            <p14:xfrm>
              <a:off x="998640" y="1298160"/>
              <a:ext cx="8213400" cy="1613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E82F54-878D-ED52-8888-8B74A082C8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9280" y="1288800"/>
                <a:ext cx="8232120" cy="163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BCA7A6-053A-449D-5D37-C61C70376A8D}"/>
                  </a:ext>
                </a:extLst>
              </p14:cNvPr>
              <p14:cNvContentPartPr/>
              <p14:nvPr/>
            </p14:nvContentPartPr>
            <p14:xfrm>
              <a:off x="645120" y="192960"/>
              <a:ext cx="10760760" cy="6224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BCA7A6-053A-449D-5D37-C61C70376A8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5760" y="183600"/>
                <a:ext cx="10779480" cy="624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607138-5AEA-6449-F280-55F4E06E4F75}"/>
                  </a:ext>
                </a:extLst>
              </p14:cNvPr>
              <p14:cNvContentPartPr/>
              <p14:nvPr/>
            </p14:nvContentPartPr>
            <p14:xfrm>
              <a:off x="968040" y="1203120"/>
              <a:ext cx="7097760" cy="2155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607138-5AEA-6449-F280-55F4E06E4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8680" y="1193760"/>
                <a:ext cx="7116480" cy="217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A34F025-FFA9-3C36-F49D-591636CCD058}"/>
                  </a:ext>
                </a:extLst>
              </p14:cNvPr>
              <p14:cNvContentPartPr/>
              <p14:nvPr/>
            </p14:nvContentPartPr>
            <p14:xfrm>
              <a:off x="4547520" y="1068480"/>
              <a:ext cx="7011720" cy="516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A34F025-FFA9-3C36-F49D-591636CCD0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38160" y="1059120"/>
                <a:ext cx="7030440" cy="518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8DEBD6-F389-8C86-061C-8920CC70A5DD}"/>
                  </a:ext>
                </a:extLst>
              </p14:cNvPr>
              <p14:cNvContentPartPr/>
              <p14:nvPr/>
            </p14:nvContentPartPr>
            <p14:xfrm>
              <a:off x="829440" y="1035000"/>
              <a:ext cx="10668600" cy="4803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8DEBD6-F389-8C86-061C-8920CC70A5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080" y="1025640"/>
                <a:ext cx="10687320" cy="48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59289F-D36A-1370-EA43-34A632C9D208}"/>
                  </a:ext>
                </a:extLst>
              </p14:cNvPr>
              <p14:cNvContentPartPr/>
              <p14:nvPr/>
            </p14:nvContentPartPr>
            <p14:xfrm>
              <a:off x="1250640" y="1236960"/>
              <a:ext cx="8876880" cy="814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59289F-D36A-1370-EA43-34A632C9D2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1280" y="1227600"/>
                <a:ext cx="8895600" cy="83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C767E2-A188-AAA9-11AA-0F976331C36B}"/>
                  </a:ext>
                </a:extLst>
              </p14:cNvPr>
              <p14:cNvContentPartPr/>
              <p14:nvPr/>
            </p14:nvContentPartPr>
            <p14:xfrm>
              <a:off x="1994040" y="3646440"/>
              <a:ext cx="2946960" cy="2192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C767E2-A188-AAA9-11AA-0F976331C3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84680" y="3637080"/>
                <a:ext cx="2965680" cy="22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4B0545-6267-A212-E85D-CC21F512759C}"/>
                  </a:ext>
                </a:extLst>
              </p14:cNvPr>
              <p14:cNvContentPartPr/>
              <p14:nvPr/>
            </p14:nvContentPartPr>
            <p14:xfrm>
              <a:off x="636120" y="1206360"/>
              <a:ext cx="11325960" cy="143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4B0545-6267-A212-E85D-CC21F51275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6760" y="1197000"/>
                <a:ext cx="11344680" cy="14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B6EFE4-A378-67B3-3012-6895696D1414}"/>
                  </a:ext>
                </a:extLst>
              </p14:cNvPr>
              <p14:cNvContentPartPr/>
              <p14:nvPr/>
            </p14:nvContentPartPr>
            <p14:xfrm>
              <a:off x="1662120" y="1983960"/>
              <a:ext cx="10302840" cy="431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B6EFE4-A378-67B3-3012-6895696D14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2760" y="1974600"/>
                <a:ext cx="10321560" cy="43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EEE3C7-A673-BD46-CCB4-23D136D7BE73}"/>
                  </a:ext>
                </a:extLst>
              </p14:cNvPr>
              <p14:cNvContentPartPr/>
              <p14:nvPr/>
            </p14:nvContentPartPr>
            <p14:xfrm>
              <a:off x="0" y="869400"/>
              <a:ext cx="9841680" cy="5655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EEE3C7-A673-BD46-CCB4-23D136D7BE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860040"/>
                <a:ext cx="9860400" cy="567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76ED45-1E94-A444-A4C4-862DB04DE591}"/>
                  </a:ext>
                </a:extLst>
              </p14:cNvPr>
              <p14:cNvContentPartPr/>
              <p14:nvPr/>
            </p14:nvContentPartPr>
            <p14:xfrm>
              <a:off x="657360" y="1980720"/>
              <a:ext cx="5629320" cy="3824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76ED45-1E94-A444-A4C4-862DB04DE5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000" y="1971360"/>
                <a:ext cx="5648040" cy="38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01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80F87-4A02-45B3-9FBE-146080C3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981200"/>
            <a:ext cx="8568526" cy="38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4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412A03-1B66-40AA-90A8-AFC8A82BE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54362"/>
            <a:ext cx="828046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18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4916206-F9BA-456F-A791-587BBA00A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657600" y="1294511"/>
            <a:ext cx="6691639" cy="5548455"/>
          </a:xfrm>
        </p:spPr>
      </p:pic>
    </p:spTree>
    <p:extLst>
      <p:ext uri="{BB962C8B-B14F-4D97-AF65-F5344CB8AC3E}">
        <p14:creationId xmlns:p14="http://schemas.microsoft.com/office/powerpoint/2010/main" val="147814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57528</TotalTime>
  <Words>1725</Words>
  <Application>Microsoft Office PowerPoint</Application>
  <PresentationFormat>Widescreen</PresentationFormat>
  <Paragraphs>295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Ravie</vt:lpstr>
      <vt:lpstr>Calibri Light</vt:lpstr>
      <vt:lpstr>Arial</vt:lpstr>
      <vt:lpstr>Calibri</vt:lpstr>
      <vt:lpstr>Cambria Math</vt:lpstr>
      <vt:lpstr>Office Theme</vt:lpstr>
      <vt:lpstr>CSE 332 Winter 2026 Lecture 26: P and NP 2</vt:lpstr>
      <vt:lpstr>Studying Complexity and Tractability</vt:lpstr>
      <vt:lpstr>Some problems in EXP seem “easier”</vt:lpstr>
      <vt:lpstr>Class NP</vt:lpstr>
      <vt:lpstr>EXP⊃NP⊇P </vt:lpstr>
      <vt:lpstr>Party Problem</vt:lpstr>
      <vt:lpstr>Independent Set</vt:lpstr>
      <vt:lpstr>Generalized Baseball</vt:lpstr>
      <vt:lpstr>Vertex Cover</vt:lpstr>
      <vt:lpstr>Transforming an IS into a VC</vt:lpstr>
      <vt:lpstr>Transforming a VC into an IS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  <vt:lpstr>If P≠NP, will that have large practical impact?</vt:lpstr>
      <vt:lpstr>If P≠NP, will that have large practical impact?</vt:lpstr>
      <vt:lpstr>If P=NP, will that have large practical impact?</vt:lpstr>
      <vt:lpstr>If P=NP, will that have large practical impact?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385</cp:revision>
  <dcterms:created xsi:type="dcterms:W3CDTF">2023-10-13T16:06:42Z</dcterms:created>
  <dcterms:modified xsi:type="dcterms:W3CDTF">2026-03-13T14:41:27Z</dcterms:modified>
</cp:coreProperties>
</file>