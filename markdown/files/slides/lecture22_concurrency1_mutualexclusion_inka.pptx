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8"/>
  </p:notesMasterIdLst>
  <p:sldIdLst>
    <p:sldId id="257" r:id="rId2"/>
    <p:sldId id="264" r:id="rId3"/>
    <p:sldId id="259" r:id="rId4"/>
    <p:sldId id="327" r:id="rId5"/>
    <p:sldId id="328" r:id="rId6"/>
    <p:sldId id="329" r:id="rId7"/>
    <p:sldId id="330" r:id="rId8"/>
    <p:sldId id="331" r:id="rId9"/>
    <p:sldId id="260" r:id="rId10"/>
    <p:sldId id="332" r:id="rId11"/>
    <p:sldId id="333" r:id="rId12"/>
    <p:sldId id="261" r:id="rId13"/>
    <p:sldId id="324" r:id="rId14"/>
    <p:sldId id="325" r:id="rId15"/>
    <p:sldId id="326" r:id="rId16"/>
    <p:sldId id="269" r:id="rId17"/>
    <p:sldId id="270" r:id="rId18"/>
    <p:sldId id="271" r:id="rId19"/>
    <p:sldId id="272" r:id="rId20"/>
    <p:sldId id="273" r:id="rId21"/>
    <p:sldId id="274" r:id="rId22"/>
    <p:sldId id="276" r:id="rId23"/>
    <p:sldId id="334" r:id="rId24"/>
    <p:sldId id="277" r:id="rId25"/>
    <p:sldId id="278" r:id="rId26"/>
    <p:sldId id="279" r:id="rId27"/>
    <p:sldId id="335" r:id="rId28"/>
    <p:sldId id="282" r:id="rId29"/>
    <p:sldId id="283" r:id="rId30"/>
    <p:sldId id="284" r:id="rId31"/>
    <p:sldId id="285" r:id="rId32"/>
    <p:sldId id="286" r:id="rId33"/>
    <p:sldId id="288" r:id="rId34"/>
    <p:sldId id="289" r:id="rId35"/>
    <p:sldId id="290" r:id="rId36"/>
    <p:sldId id="336" r:id="rId37"/>
  </p:sldIdLst>
  <p:sldSz cx="12192000" cy="6858000"/>
  <p:notesSz cx="6858000" cy="9144000"/>
  <p:embeddedFontLst>
    <p:embeddedFont>
      <p:font typeface="Consolas" panose="020B0609020204030204" pitchFamily="49" charset="0"/>
      <p:regular r:id="rId39"/>
      <p:bold r:id="rId40"/>
      <p:italic r:id="rId41"/>
      <p:boldItalic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01" autoAdjust="0"/>
  </p:normalViewPr>
  <p:slideViewPr>
    <p:cSldViewPr snapToGrid="0">
      <p:cViewPr varScale="1">
        <p:scale>
          <a:sx n="73" d="100"/>
          <a:sy n="73" d="100"/>
        </p:scale>
        <p:origin x="40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3.fntdata"/></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0T19:34:27.520"/>
    </inkml:context>
    <inkml:brush xml:id="br0">
      <inkml:brushProperty name="width" value="0.05292" units="cm"/>
      <inkml:brushProperty name="height" value="0.05292" units="cm"/>
      <inkml:brushProperty name="color" value="#FF0000"/>
    </inkml:brush>
  </inkml:definitions>
  <inkml:trace contextRef="#ctx0" brushRef="#br0">5326 6531 0,'0'0'0,"0"0"0,8 0 0,18 9 16,8-1 0,60-8-16,136-8 31,78-18-31,-35-33 15,171-9 1,51 8 0,-60 26-16,68 26 15,-93 33-15</inkml:trace>
  <inkml:trace contextRef="#ctx0" brushRef="#br0" timeOffset="1770.07">17275 6565 0,'0'0'0,"8"0"16,26 0-16,35 0 16,67 17-16,52 0 15,188 9 1,110-18 0,111-50-16,-170 16 15</inkml:trace>
  <inkml:trace contextRef="#ctx0" brushRef="#br0" timeOffset="6308.06">9192 7101 0,'0'0'0,"9"0"16,8 0-16,0 0 15,-9 0 1,1 9-1,-1 8 1,27 8-16,50 9 16,69 17-1,-18-17 1,26-8-16,94 8 16,-17 0-1,34 0-15,69-9 16,42 9-16</inkml:trace>
  <inkml:trace contextRef="#ctx0" brushRef="#br0" timeOffset="15620">7724 8173 0,'0'0'0,"0"17"15,0 17 1,0 0-16,0 0 16,0-9-16,0-16 15,0-1 1,0 9 0,17 17-16,51 17 15,61 26-15,24-18 16,35-7-1,34-10-15,94-16 16,76-26 0,9-26-1,60-16-15,-60 8 16</inkml:trace>
  <inkml:trace contextRef="#ctx0" brushRef="#br0" timeOffset="62125.37">20330 9814 0,'0'0'0,"0"0"0,0 0 0,0 0 16,9 0 0,-1 0-16,18 0 15,34 17-15,16 17 16,44 9-1,136 16 1,196-8 0,9-17-16,0-17 0,171-8 15,-206-1-15</inkml:trace>
  <inkml:trace contextRef="#ctx0" brushRef="#br0" timeOffset="68617.37">3371 11192 0,'0'0'0,"0"0"16,43 8-16,68-8 15,60-25 1,68-26-1,51-9-15,26 26 16,59 9 0,95 25-16,50-9 15,-110 1 1</inkml:trace>
  <inkml:trace contextRef="#ctx0" brushRef="#br0" timeOffset="78815.39">9653 12161 0,'9'0'0,"25"0"0,60-8 16,68-18 0,8 18-16,27-1 15,42 1 1,-9-9-16,52-9 16,42 1-1,-17 8-15,129 8 16,16 9-1,-76 17-15</inkml:trace>
  <inkml:trace contextRef="#ctx0" brushRef="#br0" timeOffset="84119.01">18785 12612 0,'9'-8'0,"102"-9"0,128-9 16,145 35-16,85 25 0,52 8 16,94-25-1,-197-17 1</inkml:trace>
  <inkml:trace contextRef="#ctx0" brushRef="#br0" timeOffset="122136.25">3098 11387 0,'0'0'0,"0"0"0,0 0 0,0 0 0,0 0 0,0 17 15,9 9-15,-1 17 16,1 33-1,-1 9-15,1-8 16,-9-9-16,8 0 16,-8-9-16,9 1 15,-9-18 1,0 1-16,8-9 31,1-9-31,0 1 0,8-9 16,0 0-1,8 0 1,9 0 0,18 0-16,24 0 0,18 0 31,17-9-31,9-8 16,8 9-1,25-9-15,10 0 16,24-9-1,18 1-15,-17-9 16,8 8 0,26-8-16,9 9 15,-1-9 1,18 8-16,16 1 16,18-18-1,8 1-15,0 8 16,-17 8-1,9-8-15,8 9 16,-17-1 0,-8 1-16,-1-9 15,1 0 1,-9 0-16,-17 17 16,0 8-16,0 1 15,0-1 1,-17 9-1,-9 9-15,-8-9 16,8 8 0,9 1-1,0 8-15,0-9 16,-8 9-16,-18 0 16,0-8-1,-17 8-15,-16 0 16,-18 0-1,8 0-15,18-8 16,-26-1 0,-8 1-16,8-18 15,-9 9 1,-8-8-16,-17-9 16,17 0-16,9 0 15,-26 0 1,-26 8-1,-17 1-15,-16-9 16,-10 0-16,-16 0 16,0 0-16,-9 0 31,0-9-15,34-8-16,17-25 15,-8-18-15,8-8 16,9-17-1,-9 0 1,-8-17-16,0 0 16,-18 17-16,1 17 15,-17-9 1,-1 9-16,-16 9 16,-1-9-1,1 0 1,-1 17-16,-16-1 15,-1 18 1,1 0-16,-1 0 0,1 0 31,-9 9-31,0-1 16,8 1 0,-16-1-16,-10 1 0,-7-1 31,-44-16-31,-42 16 15,0 18-15,0 8 16,-77 17 0,1 8-1,16 9-15,-34 9 16,9-9-16,-35-9 16,-8 1-16,8-1 15,-8 9 1,-25 9-16,-1-1 15,9 1-15,-9-9 16,9-8 15,-8-9-31,-1 0 16,-42-9 0,16 9-16,-7-8 15,16-1 1,-17 1-16,26-18 0,17-8 15,0-8 1,17-18 0,8 0-1,9 1-15,-26-1 16,-16 9 0,8 9-16,-26-1 15,9 9 1,-17 17-16,8 17 15,-8 17 1,-60 26-16,51-1 16,-17 1-1,0-9-15,17 0 16,-51 0 0</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0T19:37:07.615"/>
    </inkml:context>
    <inkml:brush xml:id="br0">
      <inkml:brushProperty name="width" value="0.05292" units="cm"/>
      <inkml:brushProperty name="height" value="0.05292" units="cm"/>
      <inkml:brushProperty name="color" value="#FF0000"/>
    </inkml:brush>
  </inkml:definitions>
  <inkml:trace contextRef="#ctx0" brushRef="#br0">2304 6021 0,'0'0'0,"0"0"0,9 0 0,256 68 0,-103-34 0,102 0 16,69-34-1,51-51-15,128-8 16,69 16 0,-163 9-16</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0T19:37:30.242"/>
    </inkml:context>
    <inkml:brush xml:id="br0">
      <inkml:brushProperty name="width" value="0.05292" units="cm"/>
      <inkml:brushProperty name="height" value="0.05292" units="cm"/>
      <inkml:brushProperty name="color" value="#FF0000"/>
    </inkml:brush>
  </inkml:definitions>
  <inkml:trace contextRef="#ctx0" brushRef="#br0">4891 6021 0,'0'0'0,"0"0"0,0 0 16,0 0-1,0 0-15,0 0 16,0 9-1,-9 16 1,-8 35-16,-9 25 16,1 17-1,8-26 1,0 1-16,-1 33 16,1 10-1,17 7-15,0-42 16,17-25-1,9-9-15,17 0 16,8-17-16,34 0 16,52 0-1,8-26-15,26 1 16,42-18-16,-17 1 31,18-1-31,25 1 16,0-1-16,25 1 15,18-1 1,-9-8-16,9 9 16,16-18-1,1 1 1,-26-1-16,17 1 0,1-1 16,-27 18-16,-25-9 31,-25 0-16,-35 8-15,-51 1 16,-43-1 0,-34 9-16,-25 0 15,-17 0-15,-1 0 16,-8-8 0,0-9-1,-8-34-15,-10-26 0,-7-25 16,-1-9-1,9 1 1,0 8 0,9 0-16,8 17 15,0 17 1,0 17-16,0 8 16,-9 9-1,1 9-15,-1 8 16,-8 0-1,-26 0-15,-59 0 16,-35 17 0,-42 17-16,-26 0 15,-17 8 1,-59-8-16,-10-8 16,-16-18-1,-94-8-15,-17 9 16,-26 8-16,-94 0 15,-76-9 1,25 18 0,188-1-16</inkml:trace>
  <inkml:trace contextRef="#ctx0" brushRef="#br0" timeOffset="12159.61">18615 2764 0,'0'0'0,"0"8"15,8 43-15,9 52 16,0 24 0,0 18-16,-8 33 15,-18 18 1,-8-18-16,-17-7 15,-8-18 1,-1-34-16,-34-17 16,-17-17-16,0-43 15,9-25 1,17-25-16,8-35 16,-8-25-1,16-8 1,18 16-16,17 18 15,0 16 1,9 9-16,-1 17 16,-8 17-16,-9 51 31,1 17-31,16 43 16,18 84-16,25-41 15,9-52 1,8 25-1,-8-33-15,-1-43 16,69-51 0,77-94-16,111-110 15,25-85-15,-77-17 16</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0T19:39:07.016"/>
    </inkml:context>
    <inkml:brush xml:id="br0">
      <inkml:brushProperty name="width" value="0.05292" units="cm"/>
      <inkml:brushProperty name="height" value="0.05292" units="cm"/>
      <inkml:brushProperty name="color" value="#FF0000"/>
    </inkml:brush>
  </inkml:definitions>
  <inkml:trace contextRef="#ctx0" brushRef="#br0">1750 4490 0,'0'0'0,"17"17"0,42 60 16,70 25 0,-19-26-16,-41-24 15,-35-18 1,9 8-16,59 18 15,43 25 1,-17-9 0,-43-25-16,-50-34 15,-10-17 1,-16 0-16</inkml:trace>
  <inkml:trace contextRef="#ctx0" brushRef="#br0" timeOffset="320.64">2518 4924 0,'8'0'0,"35"0"15,17 0-15,-9 0 31,-17 0-31,17 0 16,1 9-16,-1 8 16,0 0-1,-25 0-15,-26 0 0,-18 25 32,-50 43-17,-145 68-15,-94 51 16,-18 60-16,27 8 15</inkml:trace>
  <inkml:trace contextRef="#ctx0" brushRef="#br0" timeOffset="11493.91">7221 8173 0,'0'0'0,"0"0"15,0 0-15,8 0 32,18 0-32,16 0 15,10 0-15,24 0 32,1-9-32,43 1 15,85-1 1,-9-8-16,43 0 0,51-8 15,43 16-15,34 26 32,0-8-32,17 8 15</inkml:trace>
  <inkml:trace contextRef="#ctx0" brushRef="#br0" timeOffset="33451.03">10959 10375 0,'0'0'0,"0"0"16</inkml:trace>
  <inkml:trace contextRef="#ctx0" brushRef="#br0" timeOffset="33570.39">10959 10061 0,'0'0'0,"0"-9"0,0-8 15,0-8-15,0 8 16</inkml:trace>
  <inkml:trace contextRef="#ctx0" brushRef="#br0" timeOffset="35406.42">10541 9465 0,'0'0'0,"-9"0"0,1 0 32,-1 0-32,1 0 15,8 0-15,0 0 16,8-8-1,9-9 1,9 0-16,-1 8 16,-16 9-16,-1 0 15,9 17 1,-8 17-16,0 9 16,-1 17-1,-8-18 1,0-16-16,0-1 15,0 9 1,-8 0-16,8 0 16,-9 9-1,0 8-15,1-9 16,-1 1 0,9-18-16,0 1 15,0-9 1,0-9-16,0 1 15,0-1 1,9 1-16,8-1 16,9 9-1,33-8-15,1-1 16,0-8 0,42-8-16,43-9 15,0 0 1,-25 0-16,25-9 15,60-8 1,0-8-16,25 8 16,-25 0-1,-17 8-15,25 18 16,-59 8 0,-18 0-16,9 17 15,1 0 1,-27 0-16,-25 0 15,17 0 1,17 8-16,-9 9 16,-16-8-1,-43-1-15,-18 1 16,-16-18 0,-1 1-16,-8-1 15,1 1 1,-10-1-16,1 1 15,-1-9 1,1 0-16,-1-9 16,1 1-1,-1-18-15,9-16 16,0-1-16,1-16 16,-1-1-1,0 1 1,0-18-16,0 9 15,0 0 1,8 8-16,-7 9 16,-10 0-1,1 17-15,-9 0 16,0 0 0,-9 17-16,1 0 15,-1 0 1,0-8-16,-16 8 0,-1-9 31,-16 1-31,-18-9 16,0 8-1,-17 1-15,-17-1 16,-42 1 0,-18 8-1,1 8-15,-27 1 16,-16 8-16,17 0 0,-26-9 31,0 1-31,-8-1 16,-26 1-1,-9-1 1,-33 9-16,-52 17 16,-43 34-16,1 43 0</inkml:trace>
  <inkml:trace contextRef="#ctx0" brushRef="#br0" timeOffset="54013.49">1212 11804 0,'0'0'0,"0"0"0,0 0 15,0 0 1,8 9-16,18-1 15,-26 1 1,9-1 0,8 9-1,0-8-15,0 8 16,17 8 0,0 9-16,9 0 15,34 26 1,-1-9-16,-24-17 15,24 17 1,44 0-16,17 0 16,-18-9-16,-42-16 15,0-1 1,-35-8 0</inkml:trace>
  <inkml:trace contextRef="#ctx0" brushRef="#br0" timeOffset="54521.76">2287 12119 0,'0'0'0,"0"0"0,17 8 16,1 1-1,-1-1-15,0 1 16,-9-1 0,9 1-1,0 8-15,-8 0 16,8 0 0,-9 0-16,1 0 15,0 8 1,-1-8-16,1 9 15,-9-1 1,-9 9 0,-17 1-16,-8 7 15,0 1-15,-34 8 16,-94 8 0,-154 43-16</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0T19:51:05.590"/>
    </inkml:context>
    <inkml:brush xml:id="br0">
      <inkml:brushProperty name="width" value="0.05292" units="cm"/>
      <inkml:brushProperty name="height" value="0.05292" units="cm"/>
      <inkml:brushProperty name="color" value="#FF0000"/>
    </inkml:brush>
  </inkml:definitions>
  <inkml:trace contextRef="#ctx0" brushRef="#br0">9132 6327 0,'0'0'0,"0"0"0,9 9 16,-1-1-1,1 1-15,0 8 16,-1 17-1,1 0-15,-18 34 16,-8 42 0,-17 44-16,-9-27 15,-34 1-15,-8 25 16,34-43 0,17-25-1,17-34-15,0-17 16,8-17-16,9-8 15,0-1-15</inkml:trace>
  <inkml:trace contextRef="#ctx0" brushRef="#br0" timeOffset="306.73">8569 7220 0,'0'0'0,"0"0"0,0 9 31,17 25-31,-8 0 16,-1 8-16,1 26 15,-18 0 1,1 9 0,-1 0-1,9-9-15,9-9 16,25-25-1,77-25-15,85-35 16,43-42 0,26-26-16,68-25 15</inkml:trace>
  <inkml:trace contextRef="#ctx0" brushRef="#br0" timeOffset="10698.48">14723 7101 0,'0'0'0,"0"0"16,0 0-16,-9 26 16,-8 16-1,-17 43 1,-26 34-16,-8-25 0,-9-18 15,-8 10 1,25 16 0,17 8-16,26-8 15,0-42-15,9-26 16,8-17 0</inkml:trace>
  <inkml:trace contextRef="#ctx0" brushRef="#br0" timeOffset="10940.44">14083 8173 0,'0'0'0,"-9"0"0,1 0 32,-1 0-32,1 0 15,-1 8-15,9 9 16,0 0-1,0 17 1,17 9-16,17-1 16,0-25-1,111-42-15,77-43 16,77-34 0</inkml:trace>
  <inkml:trace contextRef="#ctx0" brushRef="#br0" timeOffset="19514.91">15414 10316 0,'0'-9'0,"17"-33"0,43-94 15,8 0 1,-42 93 0</inkml:trace>
  <inkml:trace contextRef="#ctx0" brushRef="#br0" timeOffset="20006.91">15832 8692 0,'0'0'0,"-8"8"0,-9 18 0,-17 25 15,-9 0 1,9 8 0,-9-8-1,-17 17-15,-42 26 16,-26 25 0,-17 17-16,17-17 15,34-34-15,51-34 16,26-34-1,34-17 1,0 0-16</inkml:trace>
  <inkml:trace contextRef="#ctx0" brushRef="#br0" timeOffset="20250.55">15380 9151 0,'0'0'0,"0"0"16,-17 0-1,-17 17-15,-26 17 16,-8 8 0,-1 1-1,18-9-15,17-9 16,17-8-16,17 0 16,26 9-1,25 8 1,34 0-16,9 8 15,-43-24 1</inkml:trace>
  <inkml:trace contextRef="#ctx0" brushRef="#br0" timeOffset="25956.81">1289 10537 0,'0'0'0,"0"0"0,8 0 16,9 0-1,9 9-15,8 8 16,26 17 0,8 0-16,0-9 31,-8 9-31,26 0 15,24-8-15,10-9 16,-9-9 0,-17 1-16,8-9 15,9 8-15,-8-8 16,-10 0 0,-50 0-16</inkml:trace>
  <inkml:trace contextRef="#ctx0" brushRef="#br0" timeOffset="26317.53">2364 10341 0,'0'0'0,"0"0"0,9-8 16,8-1 0,8 1-16,10 8 15,-1 0 1,0 8 0,17 9-16,17 26 15,-16-1 1,-1 18-16,-9 8 15,1 0-15,-17 0 16,-18 0 0,-16-8-16,-1-1 15,-8 18 1,-26 25-16,18-43 16</inkml:trace>
  <inkml:trace contextRef="#ctx0" brushRef="#br0" timeOffset="62979.5">24487 5749 0,'0'0'0,"0"0"0,0 0 0,0 0 0,0 0 0,0 0 15,0 17 1,0 9-16,17 16 16,60 26-16,42 17 31,9-17-31,0 0 15,26 0-15,17-17 16,-43-8 0,-18-9-16,19 0 15,-36-26 1,-24 1-16,-18-1 0,-26 1 31,-16-9-31</inkml:trace>
  <inkml:trace contextRef="#ctx0" brushRef="#br0" timeOffset="63232.3">25494 6013 0,'0'0'0,"0"0"0,0 0 16,8 0-16,18 0 15,34 0 1,17 8 0,-18 9-16,10 0 15,-10 9 1,-7 8 0,-18 0-16,-26 8 15,-25 18-15,-85 50 16,-137 94-1</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0T19:53:50.753"/>
    </inkml:context>
    <inkml:brush xml:id="br0">
      <inkml:brushProperty name="width" value="0.05292" units="cm"/>
      <inkml:brushProperty name="height" value="0.05292" units="cm"/>
      <inkml:brushProperty name="color" value="#FF0000"/>
    </inkml:brush>
  </inkml:definitions>
  <inkml:trace contextRef="#ctx0" brushRef="#br0">21329 3342 0,'0'0'0,"0"0"16,0 9-16,0 33 15,0 52 1,-9 33-16,-8-16 16,-8 59-1,8 43 1,17-94-16,0-43 15,0 52 1,-9-1 0,-8-42-16,-9-42 15,9-26-15</inkml:trace>
  <inkml:trace contextRef="#ctx0" brushRef="#br0" timeOffset="242.98">20714 4490 0,'0'0'0,"0"0"0,0 0 16,0 0-1,0 17-15,0 0 16,0 26-16,0 16 16,0 18-16,9-9 31,16-25-31,52-1 0,51-16 31,-17-43-15,128-154-16,86-67 15</inkml:trace>
  <inkml:trace contextRef="#ctx0" brushRef="#br0" timeOffset="5850.57">5539 6021 0,'0'0'0,"0"0"15,0 0-15,0 0 16,0 0-16,0 0 16,0 0-1,0 0 1,43 17-16,68 17 16,25-8-1,69-1 1,51 1-16,-17-9 15,17 8-15,-25 1 16,-18-1 0,-25 1-1,-9-9-15,0 0 16,-16 0 0,-44-9-16,-68 1 15,-17-9 1,-17 0-16,-8-9 15,-9-25 1,-9 9-16</inkml:trace>
  <inkml:trace contextRef="#ctx0" brushRef="#br0" timeOffset="6086.92">7570 5877 0,'0'0'0,"0"0"0,9 0 16,17 17-1,42 34 1,34 25-16,35 9 16,-1 9-1,10 8-15,7 17 16,-33-17 0,-26-9-16,-35 1 15,-50-17-15,-77 16 16,-154 43-1,-120 9 1</inkml:trace>
  <inkml:trace contextRef="#ctx0" brushRef="#br0" timeOffset="48860.92">6077 3853 0,'60'-9'0,"162"-16"0</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0T19:55:36.309"/>
    </inkml:context>
    <inkml:brush xml:id="br0">
      <inkml:brushProperty name="width" value="0.05292" units="cm"/>
      <inkml:brushProperty name="height" value="0.05292" units="cm"/>
      <inkml:brushProperty name="color" value="#FF0000"/>
    </inkml:brush>
  </inkml:definitions>
  <inkml:trace contextRef="#ctx0" brushRef="#br0">6623 10316 0,'0'0'0</inkml:trace>
  <inkml:trace contextRef="#ctx0" brushRef="#br0" timeOffset="488.19">6085 10044 0,'0'0'0,"0"0"0,0 0 15,35 17 1,50 0-16,51-17 16,-33 0-1,-60-9-15,127 1 16,61-9-16,-129 0 15,52 0 1,76-17-16,-93 8 16,-78 1-1,44-9 1,25-9-16,-34 18 16,-43 8-16,-34 17 15</inkml:trace>
  <inkml:trace contextRef="#ctx0" brushRef="#br0" timeOffset="814.04">7570 9346 0,'0'0'0,"0"0"0,18 26 16,7 8-1,1 0-15,16 25 16,27 1 0,-10-9-1,-7-8-15,-1-9 16,0 0-16,9 0 16,-9 0-1,-17-9-15,-8 1 16,-1-1-16,-16 1 15,-1 8 1,-42 17 0,-111 34-16,-145 76 15</inkml:trace>
  <inkml:trace contextRef="#ctx0" brushRef="#br0" timeOffset="8213.48">14484 9525 0,'0'0'0,"0"0"16,0-9-16,0 1 15,8-1 1,-8 1-16,0 8 16,0 0-1,0 0 1,0 0-16,0 25 15,0 18 1,-8 25-16,-9 17 16,-17 26-1,-9-18-15,9-33 16,0-26 0,25-17-16</inkml:trace>
  <inkml:trace contextRef="#ctx0" brushRef="#br0" timeOffset="8770.6">15022 9465 0,'0'0'0,"0"0"0,0 0 16,0 0-1,0 0-15,-9 0 16,0 9-1,-16-1 1,8 1-16,0 8 16,0-9-1,8 1-15,9 0 16,0-1 0,0-8-16,0 0 15,17 9 1,0-1-16,17 9 15,1 0-15,16 17 16,-9 0 0,-7 0-1,-10 0 1,1 0-16,-9 17 16,-9 0-16,-25 17 15,-34-8 1,-34-1-16,34-25 15</inkml:trace>
  <inkml:trace contextRef="#ctx0" brushRef="#br0" timeOffset="9109.16">14893 9321 0,'0'0'0,"0"0"0,0 0 16,18 0-1,-1 8 1,8 9-16,9 9 16,1 8-1,7 0-15,9-9 16,26-25 0,-17-8-16</inkml:trace>
  <inkml:trace contextRef="#ctx0" brushRef="#br0" timeOffset="9706.2">16609 9576 0,'-9'-8'0,"1"-1"15,-26-16-15,0-1 16,0 9 0,-9 0-1,-8 0-15,-18 8 16,-33 18-1,-18 42-15,-16 26 16,16 8-16,18 8 16,25 9-1,34 17-15,35-8 16,42-18 0,17-25-1,69-17-15,50-25 16,-7-52-1,-18-25-15,-26-34 16,-25-8 0,-51-18-16,-43 1 15,-9 67 1</inkml:trace>
  <inkml:trace contextRef="#ctx0" brushRef="#br0" timeOffset="26392.6">26288 10478 0,'0'0'0,"8"-9"16,26-8-1,43-9-15,26 1 16,25-9-16,8 17 15,1 0 1,-1 8 0,-8 18-16,-8 8 15,-26 17 1,-9 8-16,-17 10 16,-17 24-16,-33 35 15,-44 76 1,-34 17-1,-25 0-15,0-8 16,25-26 0,34-51-16,18-26 15,16 9 1,35-17-16,25-8 16,17-26-1,1-17-15,-35-26 16,-17-8-1,0 0-15,-8 0 16,0 0 0,-18 0-16,-8 0 15,0 0 1,-8 0-16,-27 9 16,-7 16-1,-10 9-15,10 0 16,16 9-1,26-1-15,43 52 16,34 34-16,34 16 16,25 1-1,1 33 1,-43 9-16,-77 9 16,-128 93-1,-154 77-15,-110-43 16,33-119-1</inkml:trace>
  <inkml:trace contextRef="#ctx0" brushRef="#br0" timeOffset="36050.56">29207 9457 0,'0'0'0,"-17"25"0,-18 44 16,-7 7 0,-27 9-1,1 43-15,8-1 16,-8-8-16,-9-25 15,0-26 1,35-17-16,8-9 16,17-16-1,0-1-15,17-8 16,25-8 0,26-1-16,1-16 15,41-1 1,53-8-1,-10 9-15,-42 8 16,-43 17 0,-17 0-16,-8 25 15,0 10 1,-18 16-16,-34 8 16,-33-16-1,-18-18-15,-17-25 16,17-8-16,17-26 15,-25-34 1,0-51-16,42 42 16</inkml:trace>
  <inkml:trace contextRef="#ctx0" brushRef="#br0" timeOffset="36568.03">29898 10350 0,'0'0'0,"-9"0"0,-8 8 15,-17 9 1,-9 17 0,1 0-1,-1 18-15,-8-10 32,17 1-32,17-18 15,8 1-15,9-1 16,26 1-1,25-18-15,9-16 16,-18-18 0,-16 1-16,8-18 15,-8 9 1,-18 17 0,1 0-16,-1 17 15,-8 17-15,9 34 16,-18 9-1,9-1-15,0-16 16,0-1 0,0-25-16,0-17 15</inkml:trace>
  <inkml:trace contextRef="#ctx0" brushRef="#br0" timeOffset="36857">30965 9721 0,'0'0'0,"0"0"15,-9 25-15,1 26 16,-26 60-1,-9 50 1,-8-25-16,-9-8 16,0 17-1,9-26-15,17-43 16,0-33-16,25-26 16</inkml:trace>
  <inkml:trace contextRef="#ctx0" brushRef="#br0" timeOffset="37254.07">31135 10546 0,'0'0'0,"-8"0"15,-18 25-15,-25 35 16,-9 8-1,18-17-15,8-9 16,17-16 0,8-1-1,9 1-15,17-9 16,17-9-16,43 1 16,8-18-1,-8 1-15,-9-1 16,-16 1-16,-27 8 15,-8 0 1,-8 0 0,-1 8-1,-16 26-15,-9 60 16,-9 16 0,-8-25-16,0-34 0,8-25 15,18-9 1</inkml:trace>
  <inkml:trace contextRef="#ctx0" brushRef="#br0" timeOffset="37645.26">31682 11022 0,'-9'0'0,"-8"25"16,-17 43-1,0 17 1,8-25-16,9-9 0,0-17 16,9-9-1,8-16 1,0-1 0,0-8-16,17 0 15,34-8 1,17-1-16,9-16 15,-9 8-15,-17 0 16,-25 17-16,-17 0 16,-1 25-1,-16 43 1,-27 52 0,1-1-16,9-43 15,8-25-15,17-25 16,8-9-1</inkml:trace>
  <inkml:trace contextRef="#ctx0" brushRef="#br0" timeOffset="37917.91">32373 11277 0,'-8'0'0,"-18"17"0,-51 34 31,-17 51-31,9 17 16,25-17-1,26-25-15,25-9 16,18-9 0,8-8-16,17-8 15,34-9 1,26-26-16,-8-25 15,-44 9-15</inkml:trace>
  <inkml:trace contextRef="#ctx0" brushRef="#br0" timeOffset="38305.14">32595 11872 0,'0'0'0,"0"0"16,0 0-16,26 17 15,33 0 1,27-8-16,8-1 15,-18-8 1,-24-8-16,-27-1 16,1 1-1,-18-9-15,-25 0 16,-25 0 0,-35 17-16,-17 17 15,0 8 1,26 9-1,-1 26-15,18 8 16,17 0 0,26 0-16,16-34 0</inkml:trace>
  <inkml:trace contextRef="#ctx0" brushRef="#br0" timeOffset="38919.65">32936 12425 0,'0'0'0,"0"0"16,9 0 0,25 9-16,26 8 15,0 0-15,-1-9 31,1 9-31,-26-8 16,-17-9 0</inkml:trace>
  <inkml:trace contextRef="#ctx0" brushRef="#br0" timeOffset="39176.58">32877 12918 0,'0'0'0,"0"0"0,0 0 31,0 0-31,17 0 16,0 0-1,17 0-15,0 0 16,-8 0 0</inkml:trace>
  <inkml:trace contextRef="#ctx0" brushRef="#br0" timeOffset="40425.64">29360 12136 0,'0'0'0,"0"0"15,0 0 1,9 17 0,16 8-16,35 1 15,34-1 1,25-8 0,-8-8-16,0-1 15,-17 9-15,-25 0 16,-27-8-16,-16-1 15,-18 9 1,1 9 0,-26 8-1,-34 26-15,-26 8 16,-17 0-16,0-9 16,0 1-16,9-9 15,17-9 1,16 1-16,18-18 31,17 1-31,17-18 0</inkml:trace>
  <inkml:trace contextRef="#ctx0" brushRef="#br0" timeOffset="40845.94">30692 12595 0,'0'0'0,"0"0"0,0 0 16,0 0 0,-9 17-16,-8 9 31,-17 8-31,0-9 15,17 1 1,0-1-16,8-8 16,9 0-1,9 17-15,25 0 16,17 0 0,9 0-1,-1-8-15,-16-1 16,-17 9-16,-9 9 15,-26 25 1,-25 8-16,-17 1 16,0-26-1,0-34-15,8-26 16,26 1 0</inkml:trace>
  <inkml:trace contextRef="#ctx0" brushRef="#br0" timeOffset="41019.92">30743 12365 0,'0'0'0,"0"0"0,34 9 15,68 34-15,44 8 16,152 8-1</inkml:trace>
  <inkml:trace contextRef="#ctx0" brushRef="#br0" timeOffset="57381.84">9508 13420 0,'0'0'0,"0"0"16,0 0-16,0 0 15,8 17 1,1-8-16,0-1 16,-9 18-1,-9 42-15,-17 42 16,9-8 0,0-25-16,-8-9 15,16-43 1</inkml:trace>
  <inkml:trace contextRef="#ctx0" brushRef="#br0" timeOffset="57906.55">9875 13556 0,'0'0'0,"0"0"0,0 9 31,-9 25-31,1 17 16,-1 8-1,9-8-15,0 0 16,0-25 0,0-9-1,0-9-15,26 1 16,17-18-16,16-25 15,1-17 1,-17-8 0,-9 16-16,-26 18 15,1-1 1,-18-8-16,1 9 16,-18-1-1,-16 9-15,-1 9 16,26 8-1,8 0-15</inkml:trace>
  <inkml:trace contextRef="#ctx0" brushRef="#br0" timeOffset="58286.32">10413 13633 0,'0'0'0,"-9"8"0,-8 18 16,-34 16-16,-9 26 15,0 0 1,18-8-16,16-26 31,9-9-15,26 1-16,16-1 15,18-8 1,8-8-16,9-18 0,17-25 16,-1-34-1,-24-17 1,-35 9-1,-34 8-15,-18 25 16,18 26-16</inkml:trace>
  <inkml:trace contextRef="#ctx0" brushRef="#br0" timeOffset="60122.01">11898 13267 0,'0'0'0,"0"0"16,0 0-1,-9 8 1,1 35-16,-18 25 16,-8 34-16,-9 43 15,9-1 1,17-50-16,17-26 16,26-17-16,-9-26 31</inkml:trace>
  <inkml:trace contextRef="#ctx0" brushRef="#br0" timeOffset="60648.45">12470 13556 0,'0'0'0,"0"0"16,0 0-16,0 0 15,0 0-15,0 0 16,-9 0-1,-8 9 1,0-1-16,-9 9 16,9 0-1,0 17-15,0 0 16,17 17 0,17 0-16,9 0 15,8-8 1,-9-1-16,1-16 15,0-1 1,-1 1-16,1-9 16,-9 8-1,-8-8-15,-1 0 16,-16 17 0,-10 17-16,-33 9 15,-9-18 1,-8-25-16,26-8 15</inkml:trace>
  <inkml:trace contextRef="#ctx0" brushRef="#br0" timeOffset="60923.55">12581 13361 0,'0'0'0,"0"0"16,0 0 0,0 0-16,8 0 15,18 8 1,16 1-16,35-9 15,34-9 1,9 9-16,-52 0 16</inkml:trace>
  <inkml:trace contextRef="#ctx0" brushRef="#br0" timeOffset="61407">13963 13794 0,'0'0'0,"-8"0"0,-18 0 16,-17 0 0,-8 0-16,-17 9 15,-17 16 1,-9 26-1,17 9-15,26-1 16,25 1-16,17 8 16,44 0-1,24-17-15,27-17 16,25-25 0,8-35-16,-16-25 15,-27-9 1,-24-8-1,-35-8-15,-17 33 16</inkml:trace>
  <inkml:trace contextRef="#ctx0" brushRef="#br0" timeOffset="89305.96">4455 3725 0,'0'0'0,"0"0"16,51 34-16,95 8 0,24-16 16,78-9-1,76-17 1,9-43-1,145-25 1,77 17-16,-146 17 16</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0T19:58:10.471"/>
    </inkml:context>
    <inkml:brush xml:id="br0">
      <inkml:brushProperty name="width" value="0.05292" units="cm"/>
      <inkml:brushProperty name="height" value="0.05292" units="cm"/>
      <inkml:brushProperty name="color" value="#FF0000"/>
    </inkml:brush>
  </inkml:definitions>
  <inkml:trace contextRef="#ctx0" brushRef="#br0">6256 7101 0,'0'0'0,"0"0"0,0 0 16,0 0 0,0 0-1,0 0 1,0 0-16,0 0 16,0 0-16,0 0 15,17 0-15,17 0 16,18 0-1,16 0-15,17 9 16,77 8 15,35 0-31,-35-9 16,60 9-16,-26-8 16,-17-1-1,60 1-15,-77-1 16,-93-8-1,-10-17-15,-24 9 16</inkml:trace>
  <inkml:trace contextRef="#ctx0" brushRef="#br0" timeOffset="292.12">7707 6889 0,'0'0'0,"43"-9"16,76 1 0,9-1-1,-51 1 1,8 8 0,43 8-16,0 9 0,-25 0 31,-35 17-31,-34 0 15,-34 26-15,-94 93 0,-68 68 16,-128 85 0,25-51-16,223-187 31</inkml:trace>
  <inkml:trace contextRef="#ctx0" brushRef="#br0" timeOffset="1731.09">26689 5009 0,'0'0'0,"0"0"0,0 0 15,0 0 1,-9 17-16,-33 34 15,-78 43 1,-34 16-16,52-25 16,25-8-1,0 16-15,9 9 16,25-8 0,18-17-16,25-26 15,0-34-15</inkml:trace>
  <inkml:trace contextRef="#ctx0" brushRef="#br0" timeOffset="1953.2">25784 5706 0,'0'0'0,"-17"9"0,-17 17 16,0 8-1,8 0-15,1 8 31,-1 9-31,9 0 16,8 0 0,26 9-16,94 16 15,51 1 1,77 8-16,26-9 16,0-8-1,93 43-15</inkml:trace>
  <inkml:trace contextRef="#ctx0" brushRef="#br0" timeOffset="8982.77">17693 8564 0,'0'0'0,"0"0"15,0 0 1,0 0-16,0 0 16,0 0-16,0 0 15,0 0 1,17 17-16,17 17 15,26 17 1,0 34 0,-9 9-16,9 16 15,42-8 1,26-17-16,-17-8 16,-34-18-16,-35-8 15,-7 0 1,7 9-1,-16-26-15</inkml:trace>
  <inkml:trace contextRef="#ctx0" brushRef="#br0" timeOffset="9308.78">18546 9321 0,'0'0'0,"0"0"15,0 0 1,0 0-16,0 0 16,0 0-1,0 0 1,0 0-16,0 0 16,0 0-16,18 17 15,16 0-15,8 8 16,-8 1-1,-8-18-15,-17 1 32,-18 8-32,-17 8 15,-110 61 1,-95 24-16,-76 9 16</inkml:trace>
  <inkml:trace contextRef="#ctx0" brushRef="#br0" timeOffset="27074.18">17019 11243 0,'0'0'0,"0"0"0,0 0 16,34 8-16,77 9 15,68 0 1,103-17-16,221 26 16,-85 8-16</inkml:trace>
  <inkml:trace contextRef="#ctx0" brushRef="#br0" timeOffset="35324.01">4891 11387 0,'0'0'0,"0"0"0,-9-8 16,-8 8 0,-9-9-1,1 9 1,8-8-16,0-1 16,-1 9-16,10 0 15,-1-8 1,9 8-1,0-9-15,0 1 16,17-1-16,26-8 16,0 0-1,-9 17-15,43 0 16,51 0 0,25 9-1,-33-1-15,-1-8 16,35 9-1,-9-1-15,-42 1 16,-44-1-16,10-8 16,-1 0-1,-8 0-15,-18 0 16,-16-8 0,-18 8-1</inkml:trace>
  <inkml:trace contextRef="#ctx0" brushRef="#br0" timeOffset="35581.94">5829 11158 0,'0'0'0,"0"0"16,0 0-16,9 0 0,34-9 16,-1 1-1,-16-1 1,34 1-1,33 8-15,-7 0 16,-18 8 0,-8 9-16,-17 0 15,-18 9 1,-16-1-16,-52 35 16,-85 59-1,-128 85-15</inkml:trace>
  <inkml:trace contextRef="#ctx0" brushRef="#br0" timeOffset="51173.89">4865 13539 0,'0'0'16,"0"0"-16,0 0 0,0 0 16,0 0-1,0 0-15,0 9 16,0 8 0,8-9-16,10 1 15,-10-1 1,9-8-16,43-8 15,34-9 1,8 8 0,9 1-16,-34 8 15,-26 0-15,35-9 16,42 9-16,0-8 31,-26-1-31,-42 1 16,-26-1-1,-9 1-15,1-1 0,0 1 32,-18-1-32,1 9 15,-9 0 1</inkml:trace>
  <inkml:trace contextRef="#ctx0" brushRef="#br0" timeOffset="51450.22">5625 13386 0,'0'0'0,"17"0"15,34 17 1,43 0 0,0-8-1,-43-1-15,0 1 16,26 8-1,0 0-15,-18-9 0,-16 1 16,-17 8 0,-1 0-1,-25 34 1,-51 59-16,-9 26 0,35-68 16</inkml:trace>
  <inkml:trace contextRef="#ctx0" brushRef="#br0" timeOffset="73571.35">10950 13582 0,'0'0'0,"0"0"0,0 0 15,0 0 1,0 0 0,0 0-16,-8 0 15,-9 25-15,-17 26 31,-9 26-31,0 8 16,9-17 0,17-17-16,0-26 15,8-8 1,1 0-16,8-8 16,0-1-16,0-8 15</inkml:trace>
  <inkml:trace contextRef="#ctx0" brushRef="#br0" timeOffset="74164.23">11445 13726 0,'0'0'0,"0"0"15,0 0 1,0 0-16,0 0 15,0 0 1,0 0-16,0 0 16,0 0-16,0 0 31,0 0-31,-8 0 16,-1 9-1,1 8-15,8 0 16,0 0-1,0 8-15,8-8 16,9 9 0,9 8-1,0 0-15,-1 0 16,-16 0-16,-1 25 16,-16 1-1,8-1-15,-9-16 16,1-18-1,-1-8-15,9-8 16,0-9 0,-8-17-16,-27-17 15,18 17 1</inkml:trace>
  <inkml:trace contextRef="#ctx0" brushRef="#br0" timeOffset="74544.1">11744 13403 0,'0'0'0,"0"0"0,0 0 15,0 0 1,0 0-1,0 17-15,9 0 16,8 0 0,17 0-1,17 9-15,-25-18 0</inkml:trace>
  <inkml:trace contextRef="#ctx0" brushRef="#br0" timeOffset="75099.64">12777 13590 0,'0'0'0,"0"0"0,-9 0 16,-8 0 0,-25 26-16,-35 16 15,-34 26 1,-17 26 0,17-1-16,25-16 15,27-9 1,25-9-16,25 1 15,18-1 1,33-16-16,18-9 16,17-17-16,0-34 15,-1-26 1,1-16-16,-26-26 16,-33-17-1,-44-34-15,-59-128 16</inkml:trace>
  <inkml:trace contextRef="#ctx0" brushRef="#br0" timeOffset="93925.57">21372 12757 0,'0'0'0,"0"0"15,0 8 1,-9 35-1,-17 16-15,1 18 16,8 25 0,0 17-1,0 0-15,17-42 0,0-43 16,0-17 0</inkml:trace>
  <inkml:trace contextRef="#ctx0" brushRef="#br0" timeOffset="94369.66">21995 13148 0,'0'0'0,"-18"17"0,-7 17 16,-1 8-16,9-16 15,0-9 1,9-9-16,-1 1 16,9-1-1,0-8-15,9 0 16,16 0-1,26-8-15,9-1 16,0 1 0,-9 8-16,-17 0 15,-8 0 1,-18 17-16,1 8 16,-26 18-1,-17 0-15,-35 8 16,-7-17-1,41-26 1</inkml:trace>
  <inkml:trace contextRef="#ctx0" brushRef="#br0" timeOffset="94609.96">22037 13037 0,'0'0'0,"9"0"0,42 0 15,26 9 1,25-9-16,9 8 16,-8-8-1,8 0 1,-9-8-16,-51-1 15</inkml:trace>
  <inkml:trace contextRef="#ctx0" brushRef="#br0" timeOffset="95036.2">22916 13395 0,'0'0'0,"0"-9"16,-8 1-16,-1-1 16,1-8-16,-9 0 31,8 8-31,1 1 15,8 8 1,0 0-16,0 0 16,0 0-16,25 17 15,18 9-15,34-9 16,17-17 0,8-17-1,-34-26 1,-17 0-16,-8-8 15,-26 9 1,-17 8-16,-51 0 16,-111 0-16,-171 8 15</inkml:trace>
  <inkml:trace contextRef="#ctx0" brushRef="#br0" timeOffset="97314.46">25255 12578 0,'0'0'0,"0"0"0,0 0 15,0 0-15,0 0 16,17 9-16,17 8 15,34-9 1,-8-8 0,25-8-16,26-1 15,-25 9 1,-18 0-16,-25 9 16,-18 8-16,-16 17 15,-35 42 1,-42 43-16,-26 26 15,-8 8 1,8-9 0,34-58-16,26-44 15,17-8 1,25-8-16,1-18 16</inkml:trace>
  <inkml:trace contextRef="#ctx0" brushRef="#br0" timeOffset="97728.79">26450 12978 0,'-9'0'0,"-8"0"15,-25 8-15,-27 9 32,9 0-32,18 9 15,8-1 1,0-8-16,16 0 16,1 0-1,17 0-15,0 0 16,0 17-16,17 9 15,18 8 1,-10 0 0,1-8-1,-18 8-15,-16 8 0,-18 26 32,9 9-32,0-18 15,0-16 1,0-18-16,17-25 15</inkml:trace>
  <inkml:trace contextRef="#ctx0" brushRef="#br0" timeOffset="97933.37">26168 13003 0,'0'0'0,"0"0"0,43 9 0,102 8 16,162 0-1,43-26-15,17-25 16</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0T20:00:43.316"/>
    </inkml:context>
    <inkml:brush xml:id="br0">
      <inkml:brushProperty name="width" value="0.05292" units="cm"/>
      <inkml:brushProperty name="height" value="0.05292" units="cm"/>
      <inkml:brushProperty name="color" value="#FF0000"/>
    </inkml:brush>
  </inkml:definitions>
  <inkml:trace contextRef="#ctx0" brushRef="#br0">7477 5256 0,'0'8'0,"-9"26"0,1 9 16,-1-9-16,-17 25 15,1 35 1,-9 16 0,25-7-16,9-35 15,9-26 1,8-8-16,0-8 0,8-1 31,18-8-31,17 0 16,-18-8-1,44-1-15,33 1 16,35-1 0,-26-8-16,17 0 15,60 0 1,-43 9-16,17-9 0,60 8 31,-25 1-31,16 8 16,-34 17-1,43 8-15,17 1 16,-17 8-16,35 0 16,-18 0-1,17-9 1,0-25-16,0-8 16,68-35-16,-8 9 0,-8-8 15,24-9 16,-84 17-31,94-9 16,-27 1 0,1-1-16,34-25 15,-85 17-15,102 0 16,-17 9 0,-94 8-1,68 17-15,-42 0 0,43 17 31,-1 8-31,-59 1 16,51-1-16,-35 1 16,69-9-1,-17 0 1,-68-9-16,59-16 16,-34-9-1,43 8-15,9 1 16,-86-1-1,9 1-15,-9-9 16,-43 8-16,-8 9 16,-43 0-1,1 0 1,-1 9-16,-43-1 16,-42 1-16,-25-1 15,-1 9-15,-8 0 31,-9-8-31,-26-1 16,1 1 0,-17-1-16,-1-8 15,9-8 1,0-1-16,17-33 16,9-26-16,0-17 15,-1-9-15,-7 9 31,-10 17-15,-16 8-16,-1-8 16,-16 0-1,-1 9-15,1-9 16,8-9-16,-9 9 16,9 17-1,0 0 1,-8 17-16,-1 0 15,-25-8-15,-26 8 16,-42 17 0,-35 17-16,-51 17 15,9 0 1,0 17-16,-43 0 16,-8 0-16,-35-9 15,0-8 1,-8 0-1,-43 9-15,-33-1 16,-61 1 0,-43-9-16,10 0 15,-18-17 1,-26-9-16,-8 1 0,-42-9 31,-35 8-31,-17 1 16,0-1-16,9 1 15,-9-35 1,-17-16 0,-9-18-16,-25 1 15,-34-1 1,17 35 0,-77 59-16,34 25 15,-9-8 1,-33 0-16,332-17 15</inkml:trace>
  <inkml:trace contextRef="#ctx0" brushRef="#br0" timeOffset="3134.21">15295 7646 0,'8'0'0,"120"0"0,171-9 16,162-8 0,111-26-1,127-33 1,27 8-16,110 25 15,-315 35-15</inkml:trace>
  <inkml:trace contextRef="#ctx0" brushRef="#br0" timeOffset="18858.16">6401 8845 0,'0'0'0,"0"0"0,0 0 16,9-9-1,25 1 1,0-1-16,26 1 16,59-9-16,60-9 15,52 1 1,34-9-16,-1 8 15,26 9 1,9 17-16,0 34 16,68 26-1,25-1-15,35-8 16,51-8 0,43-18-1,-103-16-15</inkml:trace>
  <inkml:trace contextRef="#ctx0" brushRef="#br0" timeOffset="21603.7">12026 10299 0,'0'-9'0,"59"1"0,121-26 16,110-17 0,85 8-1,69 1-15,34 8 16,77 17-16,77 0 31,-206 8-31</inkml:trace>
  <inkml:trace contextRef="#ctx0" brushRef="#br0" timeOffset="29747.48">4959 10750 0,'0'0'0,"42"-9"15,146-8 1,137-17 0,76 9-16,68 33 15,77 18 1,-127-1-16</inkml:trace>
  <inkml:trace contextRef="#ctx0" brushRef="#br0" timeOffset="35703.64">15773 13020 0,'0'0'0,"25"-8"15,103 8-15,162-17 16,129 0 0,110-9-16,111 1 15,171 16 1,-342 9-16</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0T20:01:59.904"/>
    </inkml:context>
    <inkml:brush xml:id="br0">
      <inkml:brushProperty name="width" value="0.05292" units="cm"/>
      <inkml:brushProperty name="height" value="0.05292" units="cm"/>
      <inkml:brushProperty name="color" value="#FF0000"/>
    </inkml:brush>
  </inkml:definitions>
  <inkml:trace contextRef="#ctx0" brushRef="#br0">12504 4524 0,'-9'0'0,"-16"17"0,-35 26 32,-17 16-32,0 1 15,17-9-15,18 0 16,16-17 0,1-17-16,-27 26 15,-101 33 1,-1-16-16,77-35 15,43-16 1,9-18 0,-10 1-16,10-9 15,8 0-15,0 8 16,8 1 0,1-1-1,-1 1-15,1 8 16,-1 0-1,0 0-15,1 0 16,-1 0-16,9 0 16,0 0-1,0 0-15,0 0 16,0 17 0,-8 17-1,-1 8-15,-8 1 16,0-18-16,9 1 15,8-18 1,17-8-16,42-25 16,138-43-1,144-34 1</inkml:trace>
  <inkml:trace contextRef="#ctx0" brushRef="#br0" timeOffset="7644.42">1767 9236 0,'0'0'0,"0"0"0,0 0 15,0 0 1,0 0 0,0 0-16,0 0 15,0-9 1,42 1 0,52-9-16,34-17 15,-25 0-15,67-17 16,52 8-1,-102 18 1,-9-1-16,25 9 16,-25 0-1,-17 9-15,-34 8 16,-26-9 0,-8 1-16,-9-1 15</inkml:trace>
  <inkml:trace contextRef="#ctx0" brushRef="#br0" timeOffset="7933.8">2646 8709 0,'0'0'0,"8"0"0,18 0 16,17 0-1,42 0-15,34 0 16,1 8 0,-26 1-1,-34-1-15,-26 1 16,-9-1-16,-8 9 16,0 9-1,-34 59 1,-111 59-16,-17 1 15,103-86 1</inkml:trace>
  <inkml:trace contextRef="#ctx0" brushRef="#br0" timeOffset="10342.35">3516 10103 0,'0'0'0,"0"0"0,0 0 16,0 0 0,9 0-1,25-8-15,43-9 16,17-26-1,0 1-15,51-9 16,0 8 0,-26 26-1,-50 0-15,7 9 0,27-1 32,-1 1-32,1 8 15,-18 8-15,-34 1 16,-17-9-16,-8 0 31,-17 0-31,-1-9 16,1 9-1</inkml:trace>
  <inkml:trace contextRef="#ctx0" brushRef="#br0" timeOffset="10622.49">4370 9729 0,'0'0'0,"0"0"0,0 0 0,0 0 16,0 0-1,0 0-15,25 0 32,35 0-32,26 9 15,25 8 1,-9-9-16,-34 1 15,-34-1-15,-8 1 16,-17-1 0,-18 26-1,-145 128-15,-50 8 16,135-128 0</inkml:trace>
  <inkml:trace contextRef="#ctx0" brushRef="#br0" timeOffset="29244.83">5923 9721 0,'0'0'0,"0"0"15,-8 0 1,-1 0 0,-8 0-16,-8 0 15,-1 0 1,0-9-16,-16 1 16,-10-9-16,18 0 15,0 17-15,0 17 31,-17 8-15,-26 9-16,-8 17 16,-18 51-16,-8 9 15,43-9 1,25-26-16,9 1 16,17 25-16,0-9 15,17-24 1,0-18-16,0-9 15,9-8 1,25 0 0,17-8-16,9-1 15,8-8 1,-25-8-16</inkml:trace>
  <inkml:trace contextRef="#ctx0" brushRef="#br0" timeOffset="29701.6">5292 10401 0,'0'0'0,"0"0"16,0 8-16,0 9 0,0 9 16,8 0-1,9-1 1,0 1-1,17-1-15,1 1 16,-10-9 0,9 0-16,1 0 15,-10 0 1,1 0-16,-1 17 16,-16 0-1,-18 17-15,-8 8 16,0 1-1,0 8-15,-8-9 16,16-25 0</inkml:trace>
  <inkml:trace contextRef="#ctx0" brushRef="#br0" timeOffset="133902.56">17462 8709 0,'0'0'0,"0"0"0,0 0 16,0 0 0,0 0-1,0 0-15,0 0 16,35 0-16,41 0 15,44 8 1,-18 9 0,-33 17-16,50 43 15,35 25 1,-52-17 0,-25-17-16,-34-26 0,-18-8 15,-16 0 1,-9 0-16,-9 17 15,-16 0 1,-1 9-16,0 8 16,9-8-1,0-9 1,17-9 0,9-8-16,42 0 15,9-8-15,25-1 16,35-16-1,-26-1 1,-43-8-16,-34-8 16,-9 8-1,-25-9-15,-25 9 16,-1 0-16,-17 17 16,-8 9-1,0 42 1,8 34-16,34 8 15,26 1 1,51 50-16,1 27 16,-27-52-1,-8 0-15,9 17 16,-26-34 0,-26-43-16,-144-8 15,-172 26 1</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0T20:03:30.034"/>
    </inkml:context>
    <inkml:brush xml:id="br0">
      <inkml:brushProperty name="width" value="0.05292" units="cm"/>
      <inkml:brushProperty name="height" value="0.05292" units="cm"/>
      <inkml:brushProperty name="color" value="#FF0000"/>
    </inkml:brush>
  </inkml:definitions>
  <inkml:trace contextRef="#ctx0" brushRef="#br0">3371 6778 0,'0'0'0,"0"9"0,0 8 16,0 0-16,0 0 15,0 8 1,9-8 0,42 9-16,69-1 15,8-8 1,-52-8-16,52-9 0,77 17 31,-60-9-31,-17 1 16,77 8-16,-26 0 31,-51-9-31,26 1 16,17-1-16,-52-8 15,-59 0 1,-34-8-16,-9 8 16</inkml:trace>
  <inkml:trace contextRef="#ctx0" brushRef="#br0" timeOffset="335.04">5001 6795 0,'0'0'0,"0"0"0,0 0 15,0 0 1,26 17-1,25 0-15,26 0 16,26 0-16,-18 0 16,-25 0-1,-1 0 1,18 9-16,-9-1 16,-25-8-1,-26-8-15,-25 8 16,-52 42-16,-222 196 31,-196 26-31,197-85 16,178 135-16</inkml:trace>
  <inkml:trace contextRef="#ctx0" brushRef="#br0" timeOffset="4162.66">6427 7186 0,'0'0'0,"-9"0"0,1 9 16,-26 8 0,-35 8-16,1-8 15,34-8 1,8-1-16,-25 9 16,-17 0-1,-9 0-15,0 17 16,-8 0-16,-1 9 15,18 8 1,8 17 0,-8 26-16,8-1 15,9 1 1,26-18-16,8-8 16,17-17-16,17-17 15,0 0 1,8 9-1,9-1-15,26 1 16,17-1-16,8-16 16,1-1-1,-9 1 1,-26-18-16,-9 1 16,18-18-1,34 1-15,-17-18 16,-43 9-16</inkml:trace>
  <inkml:trace contextRef="#ctx0" brushRef="#br0" timeOffset="4567.56">6222 7977 0,'0'0'0,"0"0"16,0 0-16,0 0 0,0 0 31,0 0-15,0 0-16,0 0 15,9 0 1,16 9-16,26 8 15,18 0-15,-1-9 16,-8 9 0,16 0-1,-7 0-15,-27-8 16,-16-1-16,0 9 16,-18 0-1,-42 51 1,-103 85-16,-76 34 15,25-25-15,-34 51 16</inkml:trace>
  <inkml:trace contextRef="#ctx0" brushRef="#br0" timeOffset="17475.62">19844 6506 0,'0'0'0,"25"-9"15,52 9-15,17 0 16,136 26-1,61-18-15,16-16 16,205 8-16,43-9 16,-154-8-1</inkml:trace>
  <inkml:trace contextRef="#ctx0" brushRef="#br0" timeOffset="20129.59">28276 8173 0,'0'0'0,"0"0"0,0 0 0,0 0 15,0 0 1,0 0 0,0 0-16,0 0 15,0-9 1,0 1-16,0-1 16,0 1-1,0-1-15,26 1 16,17 8-1,33 17-15,18-9 16,0 9 0,-26 0-16,9 9 15,26 25 1,-18 0-16,-17 0 16,-17 8-1,-8 9-15,-17-8 16,-18 8-1,-8 17-15,-17 0 16,-34 0 0,-17-8-16,-26-1 15,-43-8 1,-42-8 0,-26-18-16,0-16 0,35-1 15,33 1 1,18-18-1,25 1 1,34-9-16,26-9 16,8 9-16,26 0 15,0-8 1,17-26-16,9 8 16</inkml:trace>
  <inkml:trace contextRef="#ctx0" brushRef="#br0" timeOffset="20364.56">27756 8726 0,'0'0'0,"0"0"15,0 0 1,0 0-16,0 0 0,0 0 31,0 17-15,-9 0-16,1 8 16,-9 18-1,-18 25-15,-16 17 16,8 0-1,9-17-15,17-9 16,26 9 0,42 0-1,77 26-15,102-1 16,112 10-16</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0T20:05:20.570"/>
    </inkml:context>
    <inkml:brush xml:id="br0">
      <inkml:brushProperty name="width" value="0.05292" units="cm"/>
      <inkml:brushProperty name="height" value="0.05292" units="cm"/>
      <inkml:brushProperty name="color" value="#FF0000"/>
    </inkml:brush>
  </inkml:definitions>
  <inkml:trace contextRef="#ctx0" brushRef="#br0">20714 4950 0,'0'0'0,"0"0"0,0 0 16,0 0-1,0 0-15,0 0 16,0 0-16,0 0 16,0 0-1,0 0 1,0 0-16,-8 0 15,-1 0-15,1 0 16,-1 0 0,1 17-1,-1 0-15,-8 0 16,0 0 0,0 0-16,0 0 15,-9 8-15,1 26 16,-27 43-1,-59 59-15,-8 76 16,34-33 0,-95-9-1,-7 26 1,110-94-16,51-51 16,9-34-1,17-17-15,0-17 16,0 0-16</inkml:trace>
  <inkml:trace contextRef="#ctx0" brushRef="#br0" timeOffset="261.24">19630 5996 0,'0'0'0,"0"0"16,-17 8-16,-51 43 15,-34 43 1,-1-1 0,35-25-16,25-34 15,26-8 1,9-9-16,25 0 16,42-9-16,61-8 15,68-17 1,51-25-1,94-26-15</inkml:trace>
  <inkml:trace contextRef="#ctx0" brushRef="#br0" timeOffset="14081.86">8211 9270 0,'0'0'0,"0"0"0,0 0 31,42 17-31,69-9 0,137-8 16,110-17-16,43-17 31,69 0-15,110 34-16,-162 9 16</inkml:trace>
  <inkml:trace contextRef="#ctx0" brushRef="#br0" timeOffset="22470.9">13588 11456 0,'0'0'0,"0"0"0,34 0 16,77 8-1,94-8 1,85-8-16,68-9 16,43-9-1,52 0-15,-52 18 16</inkml:trace>
  <inkml:trace contextRef="#ctx0" brushRef="#br0" timeOffset="28766.52">1750 12051 0,'0'0'16,"0"0"-16,17 0 15,25 17-15,18-9 16,26 1-1,16-9-15,-34-9 16,43-16 0,51-9-1,-17 25-15,-42 1 16,-1-1-16,9 9 16,-8 9-1,-1-18 1,-17 1-16,-33-1 15,-27 1 1</inkml:trace>
  <inkml:trace contextRef="#ctx0" brushRef="#br0" timeOffset="29018.82">2799 11787 0,'0'0'0,"0"0"0,0 0 15,0 0-15,18 9 16,50-1 0,51 9-1,9-8-15,-17 8 16,-8 0 0,-18 17-16,-34-9 15,-25 9 1,-26 17-16,-60 68 15,-94 145-15</inkml:trace>
  <inkml:trace contextRef="#ctx0" brushRef="#br0" timeOffset="48367.08">2799 14611 0,'0'0'0,"0"0"16,0 0-1,0 0 1,0 0-16,0 0 0,9 0 31,34 17-15,42-9-16,43 1 15,26-9 1,-1 0-16,18-9 16,-17 1-1,-18-9-15,-8 17 16,-34 0 0,0 0-16,-9 0 15,-42 0 1</inkml:trace>
  <inkml:trace contextRef="#ctx0" brushRef="#br0" timeOffset="48681.68">4105 13854 0,'0'0'0,"0"0"15,0 0-15,0 0 16,9 17 0,8 25-16,17 26 15,17 9 1,18 8 0,7 8-16,1-7 15,9-1 1,-27-17-1,-8 0-15,-25-17 16,-17 0-16,-52 34 16,-51 68-16,-94 110 15</inkml:trace>
  <inkml:trace contextRef="#ctx0" brushRef="#br0" timeOffset="71857.84">1434 16218 0,'0'0'0,"0"0"0,0 0 16,0 0-1,0 0-15,0 0 16,0 0-16,17 0 16,34 0-1,43 9 1,51 8-1,43-9-15,-9 1 16,9-9 0,17-9-16,-43 1 15,-17-1-15,26-16 16,-35-10 0,-85 27-16</inkml:trace>
  <inkml:trace contextRef="#ctx0" brushRef="#br0" timeOffset="72152.16">2526 15920 0,'0'0'0,"0"0"15,9 0-15,42 0 16,17 0 0,26 17-16,26 9 15,-1 8 1,-8 17-16,-17 8 16,-26 1-16,-34 0 15,-16 25 1,-78 85-16,-102 59 15,-94 26 1</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0T20:06:59.199"/>
    </inkml:context>
    <inkml:brush xml:id="br0">
      <inkml:brushProperty name="width" value="0.05292" units="cm"/>
      <inkml:brushProperty name="height" value="0.05292" units="cm"/>
      <inkml:brushProperty name="color" value="#FF0000"/>
    </inkml:brush>
  </inkml:definitions>
  <inkml:trace contextRef="#ctx0" brushRef="#br0">12435 4550 0,'0'0'0,"0"0"0,0 0 15,-8 17 1,-1 0-16,-8 17 16,-8 25-1,-18 9-15,0-8 16,-8 0 0,8-18-1,9-16 1,17-18-16,9-8 15</inkml:trace>
  <inkml:trace contextRef="#ctx0" brushRef="#br0" timeOffset="215.73">11727 4933 0,'0'0'0,"0"0"0,-9 0 16,1 8-1,8 1-15,0-1 16,8 9-16,35 0 16,25 9-1,9-9-15,43 0 32,68 8-32,127 18 15</inkml:trace>
  <inkml:trace contextRef="#ctx0" brushRef="#br0" timeOffset="15506.8">3371 10316 0,'0'0'0,"0"0"15,34-9-15,86 1 0,16-1 16,-42 1 0,26-9-1,76 8 1,-51-8-16,-68 0 16,8 9-1,52-9-15,0 0 16,144-26-1</inkml:trace>
  <inkml:trace contextRef="#ctx0" brushRef="#br0" timeOffset="15834.56">4455 10103 0,'0'0'0,"0"0"0,26-17 32,59-17-32,43-8 15,-25 8-15,-18-9 0,26 9 16,8 9 15,-25 8-31,-25 17 16,-27 17-16,-16 0 15,-18 17 1,-25 25 0,-34 26-16,-34 17 15,-18-17 1,61-42-16</inkml:trace>
  <inkml:trace contextRef="#ctx0" brushRef="#br0" timeOffset="25637.25">2595 15444 0,'0'0'0,"0"0"0,0 0 0,0 0 15,0 0 1,0 0-16,0 0 0,0 0 16,17 0-1,25-8 1,61-1-16,67 1 31,-7-1-31,16 9 16,9 0-1,-26 9-15,9 16 16,-9 1 0,-17 8-16,-17-9 15,-9 9 1,-8-8-16,-25-1 16,-27-16-1,-16-1-15,-26 1 16</inkml:trace>
  <inkml:trace contextRef="#ctx0" brushRef="#br0" timeOffset="25983.49">4344 15078 0,'0'0'0,"0"0"16,0 0 0,0 0-16,0 0 15,0 0 1,17 0-16,17 9 16,26 8-1,26 17-15,-1 0 0,0 0 16,-16-9-1,-10 1-15,-16 0 32,0 8-17,-18 0-15,-25 34 16,-51 59 0,-86 77-16,-33 17 15,-27 43 1</inkml:trace>
  <inkml:trace contextRef="#ctx0" brushRef="#br0" timeOffset="83789.3">6307 10614 0,'-8'0'0,"-18"-9"0,-8 1 16,0-18-16,17 9 15,0-8 1,-9-1 0,-25 1-16,-26 7 15,-59 36-15,8 16 32,59 17-17,18 17-15,8-9 0,1-16 16,8-9-1,-9 34-15,9 34 32,17 17-32,0-9 15,17-42 1,0 26-16,17 51 0,0 16 16,0-59-1,0-25 1,9 25-1,-1 25-15,26 9 16,9-34 0,-9-51-16,-8-17 15,-9 9 1,-8 17-16,-18 8 16,-33 25-1,-35 26-15,0-34 16,-8-17-1,-69 43-15,-33-9 16,67-43 0,61-25-16,16-17 15,9-8 1,0-1-16,17 1 16,0-9-1,-9-9-15,9 9 16,9 0-1,16 0-15,18 0 16,17 26 0,-9 25-16,-17 9 0,-34 76 15,-34 76 1,-26-25 0,18-34-1,42 17-15,85-16 16,17-61-1,171-42-15,77-51 16,9-102 0,25-25-16</inkml:trace>
  <inkml:trace contextRef="#ctx0" brushRef="#br0" timeOffset="93280.47">12529 13539 0,'0'0'0,"0"0"0,0 0 15,0 0 17,-8 17-32,-18 43 15,1 16 1,-10 26-16,1-17 16,0-34-1,17-25-15,0-1 16,8-16-1,1-1-15,8 1 16</inkml:trace>
  <inkml:trace contextRef="#ctx0" brushRef="#br0" timeOffset="94394.3">12205 13369 0,'0'0'0,"0"0"0,0 0 16,0 0-16,0 0 16,0 0-1,0 0 1,0 0 0,0 9-16,9 8 15,-1 8-15,-8 9 16,0 9-1,0 16-15,-8 1 16,-1-1 0,0-16-16,9-18 15,0 1-15,0-18 16,0 1 0,18-1-16,7-16 15,35-9 1,8-9-1,-8-8-15,-9 9 16,17-18 0,26 9-16,34 9 15,0 8 1,9-9-16,51 1 16,-9-1-1,-26 18-15,35 8 16,-9 0-1,1 0-15,16 17 16,-17 0-16,1-9 16,33 9-1,-42-8 1,16 8 0,35 8-16,-51-8 15,17 9-15,42 8 16,-34 0-1,18 0-15,-18 0 16,18-17 0,50 0-1,9-17-15,-8-9 16,51-8 0,-18 17-16,18 9 15,-9 16-15,-34 9 16,9 0-1,0 0 1,8-8-16,0-9 16,9-9-16,-35-16 15,-7 8 1,-10-9-16,-42 9 16,-34 0-1,-18 0-15,-25 17 16,-34-8-1,-43-1 1,1-8-16,-10 0 16,1 0-1,-18 0-15,1 0 16,-17 0 0,-1 0-16,1-8 15,-18-18 1,-8-25-16,-9-17 15,-8-17-15,17 34 16</inkml:trace>
  <inkml:trace contextRef="#ctx0" brushRef="#br0" timeOffset="107779.41">18828 10818 0,'0'0'0,"0"0"0,-17 17 15,-43 68 1,-42 68 0,-9 17-16,-26 26 15,1 8-15,33-51 16,35-26 0,25-25-1,9-25-15,17-26 16,-8-17-1,-10-17-15,-16-17 16,-51-60 0,8-25-1,34 17-15,0-34 16,18 0 0,25 17-16,0 26 15,8 25 1,1 17-16,-1 17 15,-25 25-15,-26 26 16,9 26 0,8 16-1,18 69-15,33 16 16,26-59-16,18-16 16,-1-1-1,51-17 1,77-68-16,103-68 15,85-43 1</inkml:trace>
  <inkml:trace contextRef="#ctx0" brushRef="#br0" timeOffset="111687.43">5804 14806 0,'0'0'0,"0"0"0,0 9 16,0 8-1,0 17-15,0 8 16,0 9 0,-9 17-16,1 9 15,-1 8 1,1 0 0,-1-8-16,1-9 15,-1-17-15,9-17 16,0-9-1,0-8-15,0 0 16,0 0 0,17 0-16,26 0 15,25-8 1,26-1 0,8 1-16,1-1 15,8 1 1,17-1-16,25 1 15,27-9-15,-1 8 16,9-8 0,-1 17-16,-16 0 15,17 9 1,8-1 0,-8-8-16,17-8 15,17-18 1,8 1-16,-8-9 15,-34 0-15,0 0 16,-18 17 0,-33 0-16,-35 0 15,1 8 1,-18 1 0,-25-1-16,-26 1 15,-9-1 1,-7-8-16,-10 9 15,1-9 1,-1 0-16,1-9 16,8-25-1,0-25-15,17-43 16,0-17 0,9 8-16,-9 18 15,0 7-15,0 10 16,-8 8-1,-1 8 1,-16 26-16,-1 9 16,1 8-1,-9 8-15,0 1 16,0 8 0,0 0-16,0 0 15,-9-9 1,1 1-16,-9-1 15,-9 1 1,-16 8-16,-27 0 16,-16 0-1,-26 0-15,-8 8 16,-9 1 0,-18 8-16,-16 0 15,9 8 1,-10-8-1,-16 0-15,17-8 0,0-9 16,-17-9 0,8-8-1,9-8-15,-26-1 16,-8-8 0,8 9-16,-8-1 0,-9 9 31,-17-8-31,0 8 15,0 0-15,-17 17 16,-34 0 0,25 8-1,-67-8-15</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0T20:09:04.745"/>
    </inkml:context>
    <inkml:brush xml:id="br0">
      <inkml:brushProperty name="width" value="0.05292" units="cm"/>
      <inkml:brushProperty name="height" value="0.05292" units="cm"/>
      <inkml:brushProperty name="color" value="#FF0000"/>
    </inkml:brush>
  </inkml:definitions>
  <inkml:trace contextRef="#ctx0" brushRef="#br0">12563 12459 0,'0'0'0,"0"0"16,-17 0-16,-8 0 15,-18 0 1,0 0-16,1 0 15,-9 9 1,8 8-16,9 0 16,0 25-1,-1 35-15,10 8 16,8-9 0,0 1-16,0-1 15,17 35 1,17 8-16,0-26 15,0-25 1,8-16-16,1-10 16,0-8-1,16 17-15,10 0 16,7 0 0,-8-8-16,1-9 15,50 0 1,60-17-16,0-34 15,69-17 1,25 0-16,60 8 16,42 9-1,-59 17-15,145 17 16,17-8 0,-77 8-16,42-9 15,1 9 1,77 9-1,33 25-15,-76-9 16,-17 9 0,-9 9-16,-16-26 15,-1 0-15,-17-17 16,-51-9 0,-17 1-16,-43-1 15,-17-8 1,-17-8-16,-42-1 15,-27 1 1,-42 8 0,-34 0-16,-34 8 15,-34-8-15,-18 0 16,-16 0 0,0 0-16,-1 0 15,-16-17 1,-10-51-1,-16-25-15,17-35 16,9-42-16,25-17 16,17 25-1,17-8 1,9-8-16,-9 25 16,0 25-16,-8 26 15,0 17 1,-18 25-1,-16 18-15,-1 8 16,1 17-16,-9 8 16,0 1-1,-9-1 1,-16 1-16,-35-9 16,-68 0-1,-51 0-15,-1 8 16,-84 1-1,-52-1-15,-17-8 16,-51-8 0,-85-9-16,-35-9 15,-51 26 1,-42 17-16,-26 34 16,-51 26-1,-95 8-15,53 8 16,24 18-1,-67-9-15,127-25 16,-8-18 0,222-8-16</inkml:trace>
  <inkml:trace contextRef="#ctx0" brushRef="#br0" timeOffset="1969.09">3312 15070 0,'0'0'0,"0"0"0,0 0 16,0 0-16,0 0 15,0 0 1,0 0 0,25 0-16,35 0 0,51 8 15,25 1 16,35-9-31,17 0 0,-26 0 16,9 0 0,-1 0-1,1 0-15,0 0 16,-26 8 0,-17 9-16,-26 0 15,-33-8 1,-18-1-16,-34-8 0,-9 0 31</inkml:trace>
  <inkml:trace contextRef="#ctx0" brushRef="#br0" timeOffset="2285.44">4831 14806 0,'0'0'0,"0"0"0,0 0 15,0 0 1,0 0 0,8 0-1,26 0-15,43 9 16,17 8-16,0 0 16,-9 0-1,-8 8 1,-26 1-16,-16-1 15,-10-8-15,-16 0 16,-9 9 0,-17 33-1,-52 35-15,-42 34 16,-8 8 0,-69 102-16</inkml:trace>
</inkml:ink>
</file>

<file path=ppt/ink/ink1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0T20:09:23.773"/>
    </inkml:context>
    <inkml:brush xml:id="br0">
      <inkml:brushProperty name="width" value="0.05292" units="cm"/>
      <inkml:brushProperty name="height" value="0.05292" units="cm"/>
      <inkml:brushProperty name="color" value="#FF0000"/>
    </inkml:brush>
  </inkml:definitions>
  <inkml:trace contextRef="#ctx0" brushRef="#br0">2936 6047 0,'0'0'0,"17"0"15,60 8 1,25 9-16,1 9 16,119 25-16,25 17 15,103 51 1,51 8-16</inkml:trace>
  <inkml:trace contextRef="#ctx0" brushRef="#br0" timeOffset="4489.45">4455 7110 0,'0'0'0,"0"0"16,0 0-1,0 0 1,0 0-1,0 0-15,0 0 16,0 0-16,0 0 16,0 0-1,0 0-15,26 17 16,34 8 0,42 1-16,60-1 15,43-8 1,25-17-1,27 0-15,24 9 16,18-1 0,34 1-16,34-1 15,42 9 1,86 0 0,35 9-16,59 8 15,17 8-15,25 1 16,-8 8-1,-25 0-15,42-17 16,-17 0 0,42 9-16,-16-26 15,-239-17 1</inkml:trace>
  <inkml:trace contextRef="#ctx0" brushRef="#br0" timeOffset="21930.22">2893 9015 0,'0'0'0,"0"0"15,0 0 1,17 8-16,35 1 16,59-18-16,51 1 15,102-26 1,78 0-16,8 0 16,119-9-16,120 1 15,8-18 1,-187 1-16</inkml:trace>
  <inkml:trace contextRef="#ctx0" brushRef="#br0" timeOffset="25439.36">13204 10316 0,'0'0'0,"8"0"0,35-9 16,51 1-1,34-1-15,94-8 16,110 0 0,18-8-16,120 16 15,42 9 1,26 0-16,76-8 15,-204 8 1</inkml:trace>
</inkml:ink>
</file>

<file path=ppt/ink/ink1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0T20:11:59.454"/>
    </inkml:context>
    <inkml:brush xml:id="br0">
      <inkml:brushProperty name="width" value="0.05292" units="cm"/>
      <inkml:brushProperty name="height" value="0.05292" units="cm"/>
      <inkml:brushProperty name="color" value="#FF0000"/>
    </inkml:brush>
  </inkml:definitions>
  <inkml:trace contextRef="#ctx0" brushRef="#br0">13118 9159 0,'0'0'0,"0"0"15,-8 9-15,-1 16 32,-8 35-17,9 25-15,-10 0 16,18-17 0,0-17-16,9-17 15,8-8 1,-8-9-16</inkml:trace>
  <inkml:trace contextRef="#ctx0" brushRef="#br0" timeOffset="393.74">13997 8947 0,'0'0'0,"-8"8"0,-18 26 16,-17 17-16,9-8 15,0 8 1,0-9 0,17 9-16,8 0 15,18 9 1,25-18-16,17 1 0,18-1 31,-18-25-31,-8-8 0,-18-18 16,-8-8-1,0-17 1,0-25 0,-8-26-16,-18-26 15,-8 9-15,-8 26 16,-9 8-16,16 34 31</inkml:trace>
  <inkml:trace contextRef="#ctx0" brushRef="#br0" timeOffset="940.45">14629 9380 0,'0'0'0,"-9"0"16,-8 0 0,-17 17-16,-9 17 15,1 0 1,-9 0-16,-1 1 15,18 16 1,9 0-16,8 0 16,25 0-16,35 8 15,34-16 1,25-26 0,9-34-16,8-17 15,1-17-15,-18-26 16,-33 1-1,-27-1-15,-33 0 32,-43-8-32,-94 26 15,-188-1-15</inkml:trace>
  <inkml:trace contextRef="#ctx0" brushRef="#br0" timeOffset="8442.62">23377 11915 0,'0'0'0,"0"0"0,0 0 16,0 0 0,0 0-16,-8 0 15,-9 25 1,-9 43-1,-8 26-15,0 16 16,17-33-16,0-26 16,0 17-1,-9 17 1,17-34-16</inkml:trace>
  <inkml:trace contextRef="#ctx0" brushRef="#br0" timeOffset="8922.71">23514 12459 0,'0'0'0,"0"0"15,17-8 1,-9-1-16,1 9 15,-1 0 1,-8 0 0,0 0-16,0 0 15,0 0 1,-8 0-16,-1 0 16,1 9-16,-1-1 15,1 1 1,-1-1-1,9 1-15,0-1 16,17 9 0,17 17-16,1 0 15,16 17 1,-9 0-16,1 9 16,-17-9-1,-9-9-15,-26 1 16,1 8-16,-18 8 31,-8-16-31,-9-9 16,-8-34-16,26-9 15</inkml:trace>
  <inkml:trace contextRef="#ctx0" brushRef="#br0" timeOffset="9183.09">23539 12178 0,'0'0'0,"0"0"16,0 0-1,17 0-15,1 17 16,16 0-1,17 9 1,9-1-16,16 1 16,35-18-1,43-8-15,128-25 16</inkml:trace>
  <inkml:trace contextRef="#ctx0" brushRef="#br0" timeOffset="9625.02">24956 12323 0,'0'0'0,"-8"0"0,-1 0 31,-25 8-31,-17 9 16,-35 17-16,-7 18 31,16-1-31,8 8 16,27 9-16,16 0 15,26 0 1,34-8-16,43-1 16,51-16-1,17-26-15,-8-34 16,-9-26 0,-26-25-16,-25-25 15,-34-18 1,-35-16-16,-93-52 15,-128-76-15</inkml:trace>
  <inkml:trace contextRef="#ctx0" brushRef="#br0" timeOffset="11044.47">14006 8709 0,'0'0'0,"0"0"0,0 0 16,0 0-16,0 17 15,-9 0 1,-8 17-16,-8 17 15,-18 25-15,-8 1 16,17-18 0,-1-16-1,18-9-15,0-9 16,0 1 0,0-1-16,9-16 15,-1 8 1,9-9-16,0 9 15,9 0 1,8 17-16,17 9 16,-9-1-1,-7 9-15,-18 17 0,-26 18 32,-17 7-17,-8-16-15,-17-1 0,-9-16 16,0-26-1,9-17-15,8-34 16,9-9 0,34 9-1</inkml:trace>
  <inkml:trace contextRef="#ctx0" brushRef="#br0" timeOffset="11334.33">13758 8751 0,'0'0'0,"9"9"0,34 8 15,42 17 1,9-9-16,-9-16 31,43-18-31,43 1 16,-18-18-16,-93 9 16</inkml:trace>
  <inkml:trace contextRef="#ctx0" brushRef="#br0" timeOffset="17214.09">21960 13190 0,'0'0'0,"0"-8"0,0-18 16,0 1-1,0 8 1,-8 0-16,-1 0 15,-16 17 1,-1 8-16,-8 43 16,-26 60-1,18-9 1,25-25-16,17 16 16,17 1-1,0-35-15,25-25 16,52-42-16,9-26 15,-1-17 1,-34-9-16,-16-33 16,-18-9-1,-26 8-15,-33 17 16,-61 9 0,-110 17-1,-145-17-15</inkml:trace>
  <inkml:trace contextRef="#ctx0" brushRef="#br0" timeOffset="18623.55">20219 14168 0,'0'0'0,"0"0"0,0 0 16,0 0 0,-8 9-16,-1 50 15,-8 44 1,9-18-16,-1 8 16,1 77-1,-10 0-15,18-76 16,0-43-16,9-34 15</inkml:trace>
  <inkml:trace contextRef="#ctx0" brushRef="#br0" timeOffset="19040.55">20723 14194 0,'0'0'0,"0"0"15,-9 25 1,1 18-16,-18 25 16,1-8-1,8-9-15,-1-17 16,18-9-1,0-8-15,9-8 16,8-1 0,0 9-16,26 0 15,8 0 1,9 0-16,-18 9 16,-16 8-1,0 25-15,-26 35 16,-9-9-1,-8-26 1,0-25-16,-9-8 16,18-18-1</inkml:trace>
  <inkml:trace contextRef="#ctx0" brushRef="#br0" timeOffset="19266.18">20706 14236 0,'0'0'0,"0"0"0,8 0 16,26 0-1,26 9 1,26 8-16,16-9 15,-25 1-15,-52-9 16</inkml:trace>
  <inkml:trace contextRef="#ctx0" brushRef="#br0" timeOffset="19595.04">21977 14670 0,'-17'0'0,"-8"26"0,-18 25 15,0 17 1,-8-9-16,0 1 16,25-26-16,9-9 31,17 1-31,17-18 15,52-8 1,59-25-16,8-43 0,-33 0 31,-52 0-31,-17 8 16,-17 18 0,-42-18-16,-10 26 15</inkml:trace>
  <inkml:trace contextRef="#ctx0" brushRef="#br0" timeOffset="28611.06">15209 14441 0,'0'0'0,"0"0"15,0 0 1,0 0 0,0 0-1,-8 8-15,-9 9 16,-9 9-16,9-1 0,-9 9 31,1 9-15,-1-1-1,9 1-15,17-18 16,0 1-16,26 8 16,8-9-1,0-16 1,-8-1-16,-1 1 15,-8 8-15,9 8 16,-1 18 0,-16 8-16,0-9 15,-9 1 1,0-1 0,-9-16-16,0-18 15,-8 1 1,0-1-16</inkml:trace>
  <inkml:trace contextRef="#ctx0" brushRef="#br0" timeOffset="28833.42">15064 14168 0,'0'0'0,"0"0"0,0 0 16,0 17-1,9 51-15,16 18 16,18-10 0,0-25-1,33-8-15,44-1 0,34-25 16,-18-17-16,-85 0 31</inkml:trace>
  <inkml:trace contextRef="#ctx0" brushRef="#br0" timeOffset="29166.3">16404 14636 0,'0'0'0,"0"0"15,-8 0 1,-9 17-16,-18 9 15,-16 16-15,0 26 16,17 0 0,17-8-1,25-1-15,26-16 16,9-9 0,34-9-16,17-16 0,-9-26 15,1-26 1,-18-8-1,-34-8 1,-26-9-16,-42-9 16,9 43-16</inkml:trace>
</inkml:ink>
</file>

<file path=ppt/ink/ink1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0T20:13:27.866"/>
    </inkml:context>
    <inkml:brush xml:id="br0">
      <inkml:brushProperty name="width" value="0.05292" units="cm"/>
      <inkml:brushProperty name="height" value="0.05292" units="cm"/>
      <inkml:brushProperty name="color" value="#FF0000"/>
    </inkml:brush>
  </inkml:definitions>
  <inkml:trace contextRef="#ctx0" brushRef="#br0">4319 7637 0,'0'0'0,"17"0"15,68 9 1,146 8-16,110 0 0,26-26 31,17-8-15,9 0-16</inkml:trace>
  <inkml:trace contextRef="#ctx0" brushRef="#br0" timeOffset="25693.9">4285 6940 0,'0'0'0,"0"0"15,0 0-15,0 8 16,8 9 0,1 9-16,-1 16 15,-8 52 1,-17 33-16,-9 1 15,9-26 1,0-26-16,9-7 16,8-10-1,8 1 1,18-1-16,8-16 16,0-18-16,17 1 15,35-1 1,25-16-16,25-26 15,9-9 1,18 1 0,16-9-16,9 0 15,-1 17 1,18 0-16,17 8 16,9 9-1,-10-8-15,1-1 16,0 9-16,0 0 15,17 0 1,-26 9-16,-16-9 16,-18 0-1,-25 8-15,8 1 16,-9-1 0,-16-8-16,8 0 15,9 0 1,-18 0-1,-8 0-15,-25 0 16,8 0 0,-26 9-16,-17-1 15,1-8 1,-1 0-16,-17 0 16,-17 0-16,-8 0 15,-18 0 1,1 0-16,-1-8 15,1-1 1,-9-16 0,0-35-16,-9-25 15,9-26 1,0-8-16,0 0 16,18-8-1,-1 16-15,-9 9 16,9 17-1,0-8-15,9-1 16,-1 17 0,1 18-16,0 16 15,-18 9 1,1 17-16,-1 9 16,-8 8-1,0 0-15,-8 0 16,-26 0-1,-35 17-15,-7 8 16,-18 1 0,-26 8-16,-33-9 15,-10-16 1,-41 8-16,-18-9 16,17-16-16,-34-9 15,-9 0 1,-25-9-1,-9 9-15,-25 0 16,-43 26 0,17 8-16,-8 8 15,-9 9 1,43-8 0,-9-9-16,-8 8 15,-26 1-15</inkml:trace>
  <inkml:trace contextRef="#ctx0" brushRef="#br0" timeOffset="26703.87">11377 7118 0,'0'0'0,"0"0"16,0 0-16,0 0 16,0 0-1,0 9 1,-8 8-16,-1 17 0,0 25 31,-16 18-31,-9 50 16,-9 9-1,9-25-15,0-17 16,0-18 0,8-16-16,0-18 15,1-16 1,16-9-16</inkml:trace>
  <inkml:trace contextRef="#ctx0" brushRef="#br0" timeOffset="26952.64">10669 8181 0,'0'0'0,"0"0"0,8 9 16,9 8-1,17 8-15,9 1 16,-17-9 0,-1 0-1,1-9-15,-9 1 16,9-1 0,33 1-1,18-18-15,43-33 16,170-60-16</inkml:trace>
  <inkml:trace contextRef="#ctx0" brushRef="#br0" timeOffset="29755">5001 12119 0,'0'0'0,"18"0"0,41-17 16,61-17-16,25-9 16,17 1-1,26 16-15,0 18 16,16 16-1,18 9 1,9 9-16,102-9 16</inkml:trace>
  <inkml:trace contextRef="#ctx0" brushRef="#br0" timeOffset="30690.13">8373 14339 0,'0'0'0,"0"0"0,25 0 15,44-9-15,42 1 16,59-18-1,52 9-15,34 8 32,9 27-32,17 7 15,25 9-15,26 9 16,42 8 0</inkml:trace>
  <inkml:trace contextRef="#ctx0" brushRef="#br0" timeOffset="33290.46">10737 14109 0,'0'0'0,"0"0"0,0 17 16,0 8-16,0 1 15,0-9 1,0 0-16,0 8 16,0 1-1,-9 8-15,1 0 16,-1-8-16,1-1 15,8 1 1,0-1 0,0 1-16,8-1 15,1 1 1,8-1-16,0 1 16,0-9-16,9 8 15,8 9 1,0 0-1,17 0-15,0 0 16,1 0 0,-1 0-16,9 9 15,8-1 1,9-8-16,8 9 16,9-18-1,-9-8-15,26-8 16,34-18-1,26-8 1,-17 0-16,16-8 16,10 8-16,-10 0 15,35-9 1,26 9 0,-27 0-16,10 0 0,-1 17 31,9 9-31,-17-1 15,-34 9-15,-18 0 16,-25 0 0,-34 0-1,-17 0-15,-17-8 0,-18-1 32,-16 1-32,0-1 15,-18 1 1,1-9-16,-1 0 15,-8 0-15,0-17 16,17-26-16,0-33 16,17-43-1,-8 0 1,0 8 0,-1 9-16,-16 17 15,-1 8-15,1 1 16,-18 16-1,1 9 1,-1 17-16,-16-8 16,-1 8-1,-17 0-15,-42 0 16,-43 0-16,-9 17 16,-84 17-1,-27 8 1,-34 18-16,-16 8 15,-44 0 1,-59-9-16,26-8 16,-44-8-1,-67 8-15,-43 17 16,119 8 0</inkml:trace>
</inkml:ink>
</file>

<file path=ppt/ink/ink1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0T20:14:26.633"/>
    </inkml:context>
    <inkml:brush xml:id="br0">
      <inkml:brushProperty name="width" value="0.05292" units="cm"/>
      <inkml:brushProperty name="height" value="0.05292" units="cm"/>
      <inkml:brushProperty name="color" value="#FF0000"/>
    </inkml:brush>
  </inkml:definitions>
  <inkml:trace contextRef="#ctx0" brushRef="#br0">2202 2806 0,'0'0'0,"0"0"15,0 0-15,0 0 16,0 0 0,0 0-16,-9 9 15,1 16-15,-9 10 16,0 7-1,0 1-15,17-1 16,0 9 0,0 0-1,8 9 1,18 8-16,-18 25 16,9 18-1,-8-18-15,0-8 16,8 0-1,0-17-15,0-8 16,8 0-16,10-1 16,-1-8-1,17 9 1,9-1-16,25-16 16,9-9-16,17-9 15,25-8 1,9-8-16,35-9 15,33 0 1,17-9 0,35 1-16,0-1 15,8-8 1,8 17-16,1 0 16,0 0-16,16 9 15,10-1 1,-1-8-1,0-8-15,-8-1 16,8 1-16,-17-1 16,1 1-1,-27-1 1,-33-8 0,-9 0-16,-43 9 15,-26 8-15,-16-9 16,-26 9-1,-17 0-15,-43 9 16,-8-9 0,-18 8-16,1-8 15,-18 0 1,1 0-16,-1 0 16,1 0-16,-9-8 31,9-9-31,-1-26 15,-16-50-15,-1-43 16,0-35 0,18-24-16,25-26 15,26 17 1,8-1 0,-8 35-16,-17 9 15,-1 8-15,-8 17 16,-8 34-1,-17 25-15,-1 18 16,-8 16 0,0 9-16,0 17 15,0 0 1,-8 8-16,-1-8 16,-17-8-1,-16 8-15,-44 0 16,-42 17-1,-25 0 1,-69 0-16,-9 8 16,-25 9-1,-25 0-15,-27 0 16,18-8-16,-8-1 16,-35 1-1,-9 8 1,-25 0-16,17 0 15,17-8 1,-16 8-16,24 0 16,1-9-16,-18-8 15,44-8 1,-10-1 0,27 1-16,42-9 15,34 0 1,43-9-16,25 0 15,18 1 1,-1-1-16,52 1 16,25 8-1,18 0-15,8 8 16,0 1 0,8 8-16,1 0 15,-1 17 1,9 34-16,17 60 15,9 93 1,-1 51-16,-8 25 16,-8 10-1,34 50-15</inkml:trace>
  <inkml:trace contextRef="#ctx0" brushRef="#br0" timeOffset="35644.29">12017 8173 0,'0'0'0,"0"0"16,60-9-16,111-8 15,25-17 1,60-17-16,43 9 16,-1 16-1,129 26 1,-34 43-16,-43 33 16</inkml:trace>
  <inkml:trace contextRef="#ctx0" brushRef="#br0" timeOffset="37501.87">8125 8802 0,'0'0'0,"0"0"0,0 0 16,0 9-1,0 8 1,43 8-16,68 1 15,94-9 1,102-26-16,120-33 16,102-9-1,85 0-15,-187 25 16</inkml:trace>
</inkml:ink>
</file>

<file path=ppt/ink/ink1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0T20:15:55.951"/>
    </inkml:context>
    <inkml:brush xml:id="br0">
      <inkml:brushProperty name="width" value="0.05292" units="cm"/>
      <inkml:brushProperty name="height" value="0.05292" units="cm"/>
      <inkml:brushProperty name="color" value="#FF0000"/>
    </inkml:brush>
  </inkml:definitions>
  <inkml:trace contextRef="#ctx0" brushRef="#br0">2808 6565 0,'0'0'0,"0"0"0,34 0 16,60 0-16,43-8 15,-35-9 1,0 0-16,44-9 16,24 1-16,-42-1 15,9 1 1,93-1-1,-59-8-15,0 0 16,68 0 0,-60 17-16,17 9 15,0-1 1,1 18-16,59 8 16,-60-9-1,9-8-15,25 0 16,-8 0-16,43 9 15,-43-9 1,-9 17 0,-8-9-16,0 1 15,42-9 1,-8-9-16,9 1 16,-26-9-1,34-9-15,8 9 16,1 9-16,-18 8 15,10 0 1,16 8-16,-17-8 16,-9 9-1,1-9 1,8 8-16,-17 9 16,25 0-1,-25 0-15,0 9 16,0-9-1,0 0 1,0-17-16,9 8 16,-1-8-1,9 0-15,-8 9 16,8-1 0,8-8-16,10-8 15,16-26 1,26-17-16,-1 0 15,-7 0-15,33 8 16,-34 9 0,-17 17-1,-8 9-15,8 8 16,9 8 0,17 1-16,51 8 15,-26-17 1,103-17-16,-34 0 15</inkml:trace>
  <inkml:trace contextRef="#ctx0" brushRef="#br0" timeOffset="11803.62">8552 7960 0,'0'0'0,"9"0"0,16 9 15,18-1 1,-9-8-16,51 9 16,120-1-1,0 1-15,77-26 31,42 0-31,-34-9 16,111-8 0,0 0-16</inkml:trace>
  <inkml:trace contextRef="#ctx0" brushRef="#br0" timeOffset="12693.6">13110 7977 0,'0'0'0,"17"0"15,119 0-15,69-8 32,102-9-32,35-17 0,-52 0 31,171-17-31,-43 8 16</inkml:trace>
  <inkml:trace contextRef="#ctx0" brushRef="#br0" timeOffset="18504.33">3499 11830 0,'0'0'0,"-8"-17"0,-1-34 16,-16 0-16,8 0 15,0 17 1,8 17-16,0 0 16,-25 17-1,-43 34 1,-33 25-16,7 9 16,26-8-16,26-18 0,17 18 31,8 16-16,9-8-15,0-8 0,17-18 16,9 1-16,16-1 31,9 1-31,18-1 16,-10-8 0,1-8-1,-9 0-15,0 33 16,-25 60-1,-26 17-15,-17-42 0,-9-43 16,0-9 0,1 1-1,16-18 1,9-8-16,0-8 16,8-1-16,1 1 0,8-1 31,0-8-16,-9 0-15,1 17 16,-1 34 0,1 77-16,-1 17 15,1 93 1,-1 8-16,1 69 16,8-51-1,42-213-15,129 8 16,170 1-1</inkml:trace>
</inkml:ink>
</file>

<file path=ppt/ink/ink2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0T20:16:25.543"/>
    </inkml:context>
    <inkml:brush xml:id="br0">
      <inkml:brushProperty name="width" value="0.05292" units="cm"/>
      <inkml:brushProperty name="height" value="0.05292" units="cm"/>
      <inkml:brushProperty name="color" value="#FF0000"/>
    </inkml:brush>
  </inkml:definitions>
  <inkml:trace contextRef="#ctx0" brushRef="#br0">666 4482 0,'0'0'0,"0"0"0,0 0 15,25-9-15,27 1 16,16-1-16,-26 9 31,35 0-15,0 17-16,-34 0 15,-9-8 1,-8 8 0,50 0-16,44 0 15,8-9 1,-26-8-16,-50 9 15,16-9 1,43 0-16,34-9 16,-9 9-1,-50 0-15,33 0 16,69-8 0,-34 8-16,-26-9 15,25 1 1,9-9-16,-25 8 15,17-16-15,50-1 16,-41 9 0,7 0-1,44-8-15,-35-1 16,-17-16 0,51-1-16,-42 18 0,-17 8 15,59 0 1,-25 0-1,-9 8 1,35-8-16,-10 17 16,-24 0-1,-1 9-15,-8 8 16,-9 8-16,25-8 16,1 0-1,-9-8 1,18-1-16,8 9 15,-1-8 1,-16-1-16,-9 9 16,1 9-1,-18-1-15,9 9 16,8 0 0,-8 0-16,-1 9 15,9-9 1,-8 0-16,25-17 15,35-17 1,-1-9-16,18-8 16,8-8-1,26-9-15,-9-9 16,51 1 0,52 8-16</inkml:trace>
  <inkml:trace contextRef="#ctx0" brushRef="#br0" timeOffset="2390.88">5718 7101 0,'0'0'0,"0"0"15,0 0-15,0 0 16,-8 0 0,-9 0-16,-9 0 15,18 0 1</inkml:trace>
  <inkml:trace contextRef="#ctx0" brushRef="#br0" timeOffset="2565.36">5539 7050 0,'0'0'0,"0"0"0,0 0 15,0 0 1,0 0-16,0 0 16,0 0-1,0 0-15,0 0 16,0 0-16,0 0 15,0 0 1,0 0 0,0 0-16</inkml:trace>
  <inkml:trace contextRef="#ctx0" brushRef="#br0" timeOffset="3243.22">5411 6914 0,'0'0'0,"0"0"15,0 0-15,0 0 16,0 0-1,0 0-15,0 0 16,0 0 0,0 0-16,0 0 15,9 9 1,-1-9-16,1 0 16,-9 0-1,8 8 1,-8-8-16,9 0 15,8 9-15,0-1 16,17 9-16,9 0 16,-1-8-1,10-1 1,-1 9 0,9 0-16,-1 0 15,10 9-15,16-1 16,0-8-16,1-8 15,-1-1 1,0 1 0,18-1-16,8-8 15,-9 0 1,9 0 0,9 0-16,16-8 0,18 8 31,-1 0-31,10 0 15,7 0 1,-16 8-16,0 9 16,16 0-1,18 0-15,-9-25 16,120-52 0</inkml:trace>
  <inkml:trace contextRef="#ctx0" brushRef="#br0" timeOffset="4534.76">11480 7178 0,'0'0'0,"0"0"0,42 8 16,69 26-1,77 0 1,68-8-16,60-18 16,34-16-1,93-1-15,53-16 16,84-18-16,-153 9 15</inkml:trace>
  <inkml:trace contextRef="#ctx0" brushRef="#br0" timeOffset="6598.25">9081 8249 0,'0'0'0,"0"0"16,-8 0-16,-26 26 15,-26 16 1,-17 18-1,-17 25-15,0 17 16,0 9-16,9 33 31,8 9-31,26-25 0,17-1 32,17 9-32,42-8 15,44-34-15,67-18 16,95-42-1,67-34 1,35-76-16,-8-35 16,-27-17-1,-16-16-15,-26-9 16,-60-9 0,-51 26-16,-51 9 15,-34-1 1,-43 9-16,-60 0 15,-93 0 1,-146 34-16,-110 68 16,7 68-1,53 8-15,-18 9 16</inkml:trace>
  <inkml:trace contextRef="#ctx0" brushRef="#br0" timeOffset="7361.41">8339 10316 0,'0'0'0,"-9"0"0,-16 0 15,-18 17 1,-17 8-16,-8 18 15,0 8 1,-9 17-16,8 17 16,1 9-1,25 25-15,26 17 16,43 0 0,42-17-16,52 0 15,50-8 1,61-26-16,42-34 15,9-43 1,16-25-16,1-17 16,8-25-1,9-27-15,-51-7 16,-52-9 0,-25-34-16,-34 0 15,-52 8 1,-34 9-16,-42-8 15,-43-1-15,-86 9 16,-93 0 0,-137 34-1,-111 51 1,35 34-16,33 17 0</inkml:trace>
  <inkml:trace contextRef="#ctx0" brushRef="#br0" timeOffset="8073.28">9201 12646 0,'-17'9'0,"-52"42"0,-67 68 16,-26 42 0,25 18-1,18 8 1,8 9-16,34 8 16,43-34-16,25 8 15,60 18-15,26-51 16,34-43-1,68-9-15,69-50 32,16-60-32,27-51 15,-1-68 1,-34-43-16,-51-25 16,-26-17-16,-51 0 15,-60 0 1,-68 8-1,-68-8-15,-77 25 16,-94 35 0,-85-9-16</inkml:trace>
  <inkml:trace contextRef="#ctx0" brushRef="#br0" timeOffset="9763.51">8287 17298 0,'0'0'0,"-8"0"0,-9 0 16,-17 0-16,-35 0 16,-33 17-1,-17 26-15,33 25 16,35 17-16,8 8 31,18-33-31,8 8 16,17 42-16,17 43 15,42-16 1,18-52-16,26-17 16,8-9-1,42-8-15,61 0 16,-27-17-1,18 17 1,17 9-16,-17-1 16,25-25-1,9-34-15,9-42 16,8-43-16,9 0 16,-1 0-1,26-60 1,-51-17-16,-111 60 15,-34 34 1,-34 9-16,-34-18 16,-61-50-1,-110-35-15,-145 9 16,-94 34 0,-60 42-16,-25 18 15,68-1 1</inkml:trace>
  <inkml:trace contextRef="#ctx0" brushRef="#br0" timeOffset="33002.78">3371 8173 0,'0'0'0,"0"0"16,0 0-16,0 0 15,0 0 1,0 0 0,0 0-16,0 0 15</inkml:trace>
  <inkml:trace contextRef="#ctx0" brushRef="#br0" timeOffset="34431.57">3542 8062 0,'-9'0'0,"-16"0"0,-1 17 15,9-8 1,0-1 0,9 1-16,8-1 0,-9-8 31,9 9-31,0-9 16,0 0-16,-8-9 15,8 9 1,8-8-1,69-9-15,51-17 16,-26 0 0,-8 17-1,120-9-15,-27 18 16,-33 8-16,111 17 16,-9 0-1,17-17-15,188-34 16,34-9-1,-34-25-15,-52 17 16</inkml:trace>
  <inkml:trace contextRef="#ctx0" brushRef="#br0" timeOffset="36405.33">12043 7960 0,'0'0'0,"0"0"0,0 0 16,0 0-16,8 0 16,35 9-1,25-18-15,35-8 31,-1 0-15,-25 0-16,25 17 0,26 0 16,-8 17-1,-18 9 1,-33-1 0,-18 9-16,-9 17 15,-7 0 1,-27 43-16,-25 84 15,-60 18 1,-34-9-16,9-8 16,34-69-1,25-33-15,17-1 16,35-8 0,25 0-16,26-17 15,34-8 1,-18-18-16,-33-16 15,-17-9 1,8 0-16,0 0 16,-8 0-1,-18 0 1,1 25-16,-18 27 16,-8 16-1,-34 8-15,-17 43 16,8 0-16,17-17 15,18-34 1,16-8 0,9-9-16,26 0 15,25 25 1,9 18-16,-9 8 16,-34-8-1,-77 16-15,-136 94 16,-180 51-1,18-68-15</inkml:trace>
</inkml:ink>
</file>

<file path=ppt/ink/ink2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0T20:17:55.558"/>
    </inkml:context>
    <inkml:brush xml:id="br0">
      <inkml:brushProperty name="width" value="0.05292" units="cm"/>
      <inkml:brushProperty name="height" value="0.05292" units="cm"/>
      <inkml:brushProperty name="color" value="#FF0000"/>
    </inkml:brush>
  </inkml:definitions>
  <inkml:trace contextRef="#ctx0" brushRef="#br0">3346 5877 0,'0'0'0,"0"0"0,0 0 15,-9 17 1,1 0-16,-1 0 16,-17 8-1,-8 35-15,-8 16 16,8 1-1,16-18-15,1-16 16,17-9 0,9-9-16,8-8 15,17-8 1,-8-9-16,-1-9 16,52-16-1,77-18-15,-1 1 16,-59 16-1,9 9-15,59 9 16,0 16-16,-51 18 16,43 25-1,76 8 1,-59-16-16,25-1 16,17 1-1,44-18-15,16-16 16,-9-18-1,1-8-15,-26-8 16,42-1 0,-50 9-16,-35 9 15,-8-1 1,-43 18-16,9 16 16,-1 9-1,-25-8-15,-51-9 16,0 0-1,0 0-15,-17-9 16,-26 1 0,-9-1-16,-16 1 15,-1-9 1,-8-9 0,-8-25-16,-9-68 15,8-42-15,1-137 16</inkml:trace>
  <inkml:trace contextRef="#ctx0" brushRef="#br0" timeOffset="5654.48">10319 6021 0,'0'0'0,"0"0"0,8 0 16,18-8-16,42-1 15,9 9 1,25 0 0,9 9-16,34-9 15,69 0-15,67 0 16,69-43 0,94-16-1,-8-1-15,-10 1 16,78-1-1,-9 26-15,-94 17 16</inkml:trace>
  <inkml:trace contextRef="#ctx0" brushRef="#br0" timeOffset="31475.3">6546 9602 0,'0'-9'0,"9"1"16,-1-1-16,1 1 15,-1 8 1,1 0-16,42 0 0,17 0 31,9 0-15,26 0-16,-1 0 15,1 0 1,25 8-16,34-8 0,43 0 16,42 0-16,43-8 31,18-9-16,33-9-15,43 17 16,-34 9 0,-9 0-16,18 9 15,-18 17 1,-25 8-16,42 25 16</inkml:trace>
  <inkml:trace contextRef="#ctx0" brushRef="#br0" timeOffset="34943.94">12299 7782 0,'0'0'0,"0"0"15,0 17-15,0 25 0,-9 18 16,1 8 15,-18 17-31,-25 42 16,8 18-1,9-18-15,9-8 16,7 1 0,1 16-16,-8-9 15,8-16 1,0-18-16,0-16 15,0-18 1,8-8-16,9-8 16,0-18-16,0 1 15,17-9 1,9 0-16,8 8 16,17-8-1,26-8 1,8 0-16,26-18 15,34-8 1,9 0-16,8 8 16,26 1-1,17 8-15,-1 8 16,18 1 0,9-1-16,25 1 15,0-9 1,9 8-16,-9-8 15,0 18 1,0-1-16,0 0 16,0-9-1,17 9-15,9-8 16,8-9 0,25 0-16,1-9 15,-8 9 1,-1 0-16,9-8 15,-1-1 1,18-8-16,26 9 16,-43 8-1,8 0-15,0 0 0,9 8 32,8-8-32,-50 0 15,7 0 1,-7 0-16,24-17 15,35 17 1,-34-8-16,17 8 16,-34-9-1,8 0-15,0 1 16,9 8-16,51 0 16,-77 0-1,17 0-15,-25 8 16,-9-8-1,-8 0 1,-1 9-16,1 0 16,-26-1-1,-17 1-15,-60-9 16,34 8 0,-16 1-16,-87-9 15,-24 0 1,-27 0-16,-16 0 15,0 0 1,-18 0-16,1 0 16,-1 0-1,1 0-15,-9 0 16,0 0 0,0 0-16,0 0 15,8-9 1,9-8-1,0-17-15,18-43 16,16-33 0,0 16-16,-8 9 15,-1 17-15,-16 17 16,-1-8 0,-7-18-16,-10 9 31,1 9-31,-1-1 0,1 18 15,-9 8-15,8 0 16,1 16 0,-9 1-1,0 9 1,0-1-16,0 1 16,-9-1-16,1 1 15,-26-1 1,-9-8-16,0 9 15,-25-1 1,-34 1-16,-78-1 16,-25-8-1,-76-8-15,-35-18 16,-17-16-16,-94-35 16,1 9-1,33 26 1,-42 8-1,-60 17-15,34 8 16,-17 1 0,26-9-16,42 8 15,-34-8 1,-51 0-16,0 9 16,-9-1-16,1 9 15,-9 0 1,-9 9-1,0 16-15,-8 1 16,9-1 0,8 1-16,-18-1 15,-24 9 1,7 17-16,10-8 16,-10-18-16,1 9 15,9-8-15,16 8 31,17 8-31,35 1 16,0 8 0,8 0-16,77-17 15</inkml:trace>
  <inkml:trace contextRef="#ctx0" brushRef="#br0" timeOffset="43239.59">30094 7110 0,'0'0'0,"0"0"0,0 0 16,0 0 0,-8 17-16,-1 8 15,-8 18 1,0-1-16,0 9 16,-9 17-1,1 17 1,-9-8-16,8 16 15,0 18 1,-8-9-16,17-25 16,0-35-1,9-16-15,8-1 16,0-16 0,0-1-16,0-8 15,0-8-15,8-1 16,1 1-1,-1-1 1,-8 1-16,0 8 16,-8-9-16,-1 9 15,1 0 1,-18 0-16,-8 26 16,-17 16-1,-9 1 1,9-9-16,-1 0 15,18-9 1,17 1-16,0-9 16,9 0-1,8-9-15,0 9 16,17 0 0,8-8-16,35-18 15,-17 1-15</inkml:trace>
  <inkml:trace contextRef="#ctx0" brushRef="#br0" timeOffset="73335.64">24999 11498 0,'0'0'0,"0"0"0,0 0 15,0 0-15,0-8 16,17-9 0,0-35-1,9-92-15,25-35 16,0 35 0,0-26-16,-8 0 15,-17 59 1,-1 34-16,-16 9 15,-1 17-15,-8 9 32,-8 16-32,-1 9 15,-8 17 1,0 0-16,-17 26 16,-34 33-16,-9 35 15,8 17-15,10-26 16,25-34-1,17-26 1,-1-8 0,10-8-16,8-1 0,0-8 15,0-8 1,0-9 0,0-9-16,17-8 15,26-8-15,8 8 31,9 17-31,25 17 16,77 17 0,77 0-16,9 0 15,93-9 1</inkml:trace>
  <inkml:trace contextRef="#ctx0" brushRef="#br0" timeOffset="81482.13">29215 9585 0,'0'0'0,"0"0"0,0 0 31,0 0-31,0 0 16,0 0 0,0 0-16,0 8 15,0 9 1,-8 17 0,-1 17-16,1 0 15,-1 0 1,-8 9-16,0-18 15,8 1 1,1-18-16,-1 1 16,9-18-16,0 1 15,0-1 1,17 1 0,26-1-16,34-16 15,0-1 1,-1 1-16,-7 8 15,-10 0 1,1 8-16,-17 9 16,0 0-16,-1 9 15,1 8 1,-18 0-16,1 0 16,0-9-1,-18 1-15,1-18 16,-1 1-1,-8-1 1,0-16-16,0-26 16,-8-26-1,-1-42-15,-8-25 16,17-35 0,17-136-16</inkml:trace>
  <inkml:trace contextRef="#ctx0" brushRef="#br0" timeOffset="86768.27">28336 10852 0,'0'0'15,"0"-9"-15,9 9 16,-9-8-1,0-1-15,0 1 16,17-9-16,8-17 16,18-34-1,17-17-15,16-17 16,10 8 0,-9-8-1,8 8-15,9-8 16,-17 17-16,-26 26 15,-17 16 1,-8 9-16,-18 17 16,1 0-1,-1 0 1,-16 9-16,-1-1 16,-8 9-1,-17 0-15,-17 9 16,0-1-1,8 1-15,9-1 16,8 1 0,9-1-16,0-8 15,17 0 1,0 0-16,9-17 16,33-17-1,35-25-15,8 8 16,-8 17-1,-9 8-15,1 9 16,-27 17-16,-16 0 16,-17 0-1,-1 17 1,1 17-16,-18 17 16,1 0-16,-1-8 15,9 8 1,9-17-1</inkml:trace>
  <inkml:trace contextRef="#ctx0" brushRef="#br0" timeOffset="90605.69">30965 10954 0,'0'0'15,"-9"-9"-15,1 1 16,-9-9-16,-9 0 16,-25-34-1,-17-94-15,8-8 16,9 51-1,-1-26-15,1-33 16,26 25-16,8 42 16,8 9-1,-8-25 1,-9-18-16,9 9 16,9 68-1</inkml:trace>
  <inkml:trace contextRef="#ctx0" brushRef="#br0" timeOffset="91023.04">30214 9780 0,'0'0'0,"0"0"0,0 0 16,0 0-16,0 0 16,0 0-1,0 0-15,0 0 16,0 0-1,0 0-15,0 0 16,0 0 0,0 0-16,0 0 15,0 0 1,0 0-16,0-8 16,-9-1-1,1-16 1,-1-1-16,9-8 15,0 9-15,0 8 16,0 0 0,0-9-1,17 1-15,0-1 16,0 0 0,17 9-16,9 0 0,8 26 31,1 25-31,-10 34 15,-16-25 1</inkml:trace>
</inkml:ink>
</file>

<file path=ppt/ink/ink2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0T20:19:40.401"/>
    </inkml:context>
    <inkml:brush xml:id="br0">
      <inkml:brushProperty name="width" value="0.05292" units="cm"/>
      <inkml:brushProperty name="height" value="0.05292" units="cm"/>
      <inkml:brushProperty name="color" value="#FF0000"/>
    </inkml:brush>
  </inkml:definitions>
  <inkml:trace contextRef="#ctx0" brushRef="#br0">14168 3572 0,'0'0'0,"0"0"0,0 0 15,0 0 1,0 0 0,0 8-16,-9 18 15,-25 25-15,-17 8 16,-26 18-16,-25 34 15,8 25 17,26-9-32,25-42 15,9-34-15,17-8 16,0-9-16,0-9 16,8-16-1,-8-9-15,9-9 16,-1-16-1,-8-18 1,17 9-16,0 26 16,0 8-1,-9 0-15,1 17 16,-18 8 0,1 26-16,-1 9 15,0 8 1,1 17-16,8-9 15,17-16 1,8-17-16,35 8 16,34-9-16,111-8 15,93-8 1,61-9 0</inkml:trace>
  <inkml:trace contextRef="#ctx0" brushRef="#br0" timeOffset="1116.19">11505 8436 0,'9'-8'0,"42"-9"15,85-26-15,18 1 32,17 16-32,25 18 15,-59-1 1,-86 1-16</inkml:trace>
  <inkml:trace contextRef="#ctx0" brushRef="#br0" timeOffset="2047.29">13152 8743 0,'0'0'16,"0"0"-16,9-9 15,25 1-15,26-1 16,17 9-1,8-8-15,-17 8 16,-25 0 0,0 0-16,8 0 15,17 0 1,9 0-16,0 0 16,8 0-1,-17 8-15,-8 1 16,51-1-1,43-8-15,8-8 16,102-26 0,86-17-16,34-35 15,52-16 1,-1 17-16,-17 26 16,-51 8-1,26 8 1,8 1-16</inkml:trace>
  <inkml:trace contextRef="#ctx0" brushRef="#br0" timeOffset="2626.32">11462 10996 0,'0'0'0,"0"0"16,0 0-16,0 0 15,43 17-15,60-8 32,42-18-32,-34-16 15,51-9 1,34 0 0,111-9-16</inkml:trace>
  <inkml:trace contextRef="#ctx0" brushRef="#br0" timeOffset="3191.86">13118 11396 0,'0'0'0,"0"0"16,0 0 0,0 0-1,0 0 1,9-9-16,68-8 15,85-25 1,51-9-16,52-17 16,16 17-1,-16 17-15,25 8 16,-25 18 0,8 8-16,-9 8 15,-67-8 1,-18-8-16,0-18 15,111-42 1</inkml:trace>
  <inkml:trace contextRef="#ctx0" brushRef="#br0" timeOffset="3940.71">11590 13794 0,'0'0'0,"43"9"16,68 16-1,94-8 1,68-42-16,94-35 15</inkml:trace>
  <inkml:trace contextRef="#ctx0" brushRef="#br0" timeOffset="8521.71">12615 7076 0,'0'0'0,"0"0"0,-9 0 15,1 0 1,-18 17-16,-8 8 16,-9 26-1,-17 17-15,9 26 32,9-9-32,7-26 15,18-8-15,9 17 16,16 9-16,9 8 15,26 9 1,8-18 0,0-16-16,1-18 15,-1-16-15,17-1 32,9-25-32,17-25 15,17-52-15,-17-33 16,-17-1-1,8-59 1,-25-17-16,-35 34 16,-25 17-1,-51 0-15,-60 34 16,-68 34 0,-120 102-16,-34 85 15,-8 42-15</inkml:trace>
  <inkml:trace contextRef="#ctx0" brushRef="#br0" timeOffset="11073.27">17855 7033 0,'0'0'0,"0"0"16,0 0-16,0 0 16,0 0-16,0 0 31,-8 0-16,-9 26-15,-18 25 16,-24 42-16,7 26 0,18-8 31,-8-9-31,7 0 0,18 0 32,17-8-17,9-18-15,17-16 0,16-18 31,26 1-31,35-26 16,25-26 0,8-33-16,1-35 15,-9-25 1,-8-25-16,-35-18 16,-42 0-1,-43 1-15,-60-1 16,-68 9-1,-103 0-15,-101-17 16</inkml:trace>
</inkml:ink>
</file>

<file path=ppt/ink/ink2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0T20:20:40.128"/>
    </inkml:context>
    <inkml:brush xml:id="br0">
      <inkml:brushProperty name="width" value="0.05292" units="cm"/>
      <inkml:brushProperty name="height" value="0.05292" units="cm"/>
      <inkml:brushProperty name="color" value="#FF0000"/>
    </inkml:brush>
  </inkml:definitions>
  <inkml:trace contextRef="#ctx0" brushRef="#br0">5445 5528 0,'0'0'0,"-8"-9"0,-18 9 15,1 0-15,-27 0 16,-24 17 0,-18 9-1,-9 25 1,-16 34-1,8 9-15,8-1 16,1 1-16,34-1 16,25 18-16,9 16 15,17-16-15,0-9 32,17 0-17,0 0-15,0 0 16,0-25-1,0-18-15,25 1 0,27-1 32,24 9-32,27-8 15,8-18 1,17-16-16,51-18 16,-34-16-16,26-1 15,17-8 1,-26 9-16,17 8 15,26-9-15,-26 1 32,34-1-32,35-8 15,-9-8 1,8 8-16,-16 0 16,16 0-1,-16 17-15,-18-9 16,35 1-1,-1-1-15,18 1 16,-9-18 0,-9 1-16,-8-9 15,-8-9 1,-35 9-16,-25 17 16,-9-8-16,-26-9 15,-33 8 1,-35 1-1,-25-9-15,-18-9 16,10-8 0,-18-9-16,-9 1 15,-25-9 1,-34-9-16,-26 1 16,-34 8-1,-17 0-15,-34 0 16,-43 0-1,-17 8-15,-34 9 16,-34 26 0,-9 8-16,-17 8 15,-42 1 1,-52 16-16,1 26 16,-18 0-16,-77 9 15,-50 25 1,-52 8-1,-69 26-15,10 9 16,-69 25 0,0-34-16,315-68 15</inkml:trace>
  <inkml:trace contextRef="#ctx0" brushRef="#br0" timeOffset="17468.57">1502 8215 0,'0'0'0,"0"0"0,0 0 0,26 9 16,-1-1 0,10 1-1,-10-9 1,69-17-16,128-9 15,-34-8 1,42-51-16,9-17 16,-68 17-1,59-17-15,-68 34 16,-68 43-16,9-9 16,-26 17-1,-35 8 1,-16 1-16,-18-1 15,-16-8 1,-1 8-16</inkml:trace>
  <inkml:trace contextRef="#ctx0" brushRef="#br0" timeOffset="17764.38">2808 7560 0,'0'0'0,"0"0"0,0 0 15,26 0 1,67-8-16,53-9 16,-1-9-1,17-8-15,26 0 16,-60 17 0,-69 0-16,-24 0 15,-10 17 1,-8 0-16,-8 0 15,-1 9 1,1 42-16,-35 51 16,-25 43-1,-9 25-15,-34 119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4551DB-2231-4B04-91EE-89BA1505B1A0}" type="datetimeFigureOut">
              <a:rPr lang="en-US" smtClean="0"/>
              <a:t>5/20/2026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794FD6-A12C-4930-B327-720124E09C62}" type="slidenum">
              <a:rPr lang="en-US" smtClean="0"/>
              <a:t>‹#›</a:t>
            </a:fld>
            <a:endParaRPr lang="en-US"/>
          </a:p>
        </p:txBody>
      </p:sp>
    </p:spTree>
    <p:extLst>
      <p:ext uri="{BB962C8B-B14F-4D97-AF65-F5344CB8AC3E}">
        <p14:creationId xmlns:p14="http://schemas.microsoft.com/office/powerpoint/2010/main" val="301294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5/20/2026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5/20/2026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5/20/2026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5/20/2026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5/20/2026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5/20/2026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5/20/2026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5/20/2026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5/20/2026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5/20/2026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5/20/2026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5/20/2026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Spring 2026</a:t>
            </a:r>
            <a:br>
              <a:rPr lang="en-US" dirty="0"/>
            </a:br>
            <a:r>
              <a:rPr lang="en-US" dirty="0"/>
              <a:t>Lecture 22: Concurrency 1</a:t>
            </a:r>
            <a:br>
              <a:rPr lang="en-US" dirty="0"/>
            </a:br>
            <a:r>
              <a:rPr lang="en-US" dirty="0"/>
              <a:t>Mutual Exclusion</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1EC1A-6CA5-98A7-F39E-5B051CE8D372}"/>
              </a:ext>
            </a:extLst>
          </p:cNvPr>
          <p:cNvSpPr>
            <a:spLocks noGrp="1"/>
          </p:cNvSpPr>
          <p:nvPr>
            <p:ph type="title"/>
          </p:nvPr>
        </p:nvSpPr>
        <p:spPr/>
        <p:txBody>
          <a:bodyPr/>
          <a:lstStyle/>
          <a:p>
            <a:r>
              <a:rPr lang="en-US" dirty="0"/>
              <a:t>Interleaving</a:t>
            </a:r>
          </a:p>
        </p:txBody>
      </p:sp>
      <p:sp>
        <p:nvSpPr>
          <p:cNvPr id="3" name="Content Placeholder 2">
            <a:extLst>
              <a:ext uri="{FF2B5EF4-FFF2-40B4-BE49-F238E27FC236}">
                <a16:creationId xmlns:a16="http://schemas.microsoft.com/office/drawing/2014/main" id="{43DB31AF-5BCA-E54E-4929-B7B6A0D8AB8B}"/>
              </a:ext>
            </a:extLst>
          </p:cNvPr>
          <p:cNvSpPr>
            <a:spLocks noGrp="1"/>
          </p:cNvSpPr>
          <p:nvPr>
            <p:ph idx="1"/>
          </p:nvPr>
        </p:nvSpPr>
        <p:spPr/>
        <p:txBody>
          <a:bodyPr/>
          <a:lstStyle/>
          <a:p>
            <a:r>
              <a:rPr lang="en-US" dirty="0"/>
              <a:t>Due to time slicing, a thread can be interrupted at any time</a:t>
            </a:r>
          </a:p>
          <a:p>
            <a:pPr lvl="1"/>
            <a:r>
              <a:rPr lang="en-US" dirty="0"/>
              <a:t>Between any two lines of code</a:t>
            </a:r>
          </a:p>
          <a:p>
            <a:pPr lvl="1"/>
            <a:r>
              <a:rPr lang="en-US" dirty="0"/>
              <a:t>Within a single line of code</a:t>
            </a:r>
          </a:p>
          <a:p>
            <a:r>
              <a:rPr lang="en-US" dirty="0"/>
              <a:t>The sequence that operations occur across two threads is called an interleaving</a:t>
            </a:r>
          </a:p>
          <a:p>
            <a:r>
              <a:rPr lang="en-US" dirty="0"/>
              <a:t>Without doing anything else, we have no control over how different threads might be interleaved</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E2CB6074-406B-5AD5-3962-DEA2E0AF702E}"/>
                  </a:ext>
                </a:extLst>
              </p14:cNvPr>
              <p14:cNvContentPartPr/>
              <p14:nvPr/>
            </p14:nvContentPartPr>
            <p14:xfrm>
              <a:off x="1115280" y="2262600"/>
              <a:ext cx="7279200" cy="2296440"/>
            </p14:xfrm>
          </p:contentPart>
        </mc:Choice>
        <mc:Fallback>
          <p:pic>
            <p:nvPicPr>
              <p:cNvPr id="4" name="Ink 3">
                <a:extLst>
                  <a:ext uri="{FF2B5EF4-FFF2-40B4-BE49-F238E27FC236}">
                    <a16:creationId xmlns:a16="http://schemas.microsoft.com/office/drawing/2014/main" id="{E2CB6074-406B-5AD5-3962-DEA2E0AF702E}"/>
                  </a:ext>
                </a:extLst>
              </p:cNvPr>
              <p:cNvPicPr/>
              <p:nvPr/>
            </p:nvPicPr>
            <p:blipFill>
              <a:blip r:embed="rId3"/>
              <a:stretch>
                <a:fillRect/>
              </a:stretch>
            </p:blipFill>
            <p:spPr>
              <a:xfrm>
                <a:off x="1105920" y="2253240"/>
                <a:ext cx="7297920" cy="2315160"/>
              </a:xfrm>
              <a:prstGeom prst="rect">
                <a:avLst/>
              </a:prstGeom>
            </p:spPr>
          </p:pic>
        </mc:Fallback>
      </mc:AlternateContent>
    </p:spTree>
    <p:extLst>
      <p:ext uri="{BB962C8B-B14F-4D97-AF65-F5344CB8AC3E}">
        <p14:creationId xmlns:p14="http://schemas.microsoft.com/office/powerpoint/2010/main" val="4026232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07C48-1D14-4508-7D6F-E7B0446DF8A2}"/>
              </a:ext>
            </a:extLst>
          </p:cNvPr>
          <p:cNvSpPr>
            <a:spLocks noGrp="1"/>
          </p:cNvSpPr>
          <p:nvPr>
            <p:ph type="title"/>
          </p:nvPr>
        </p:nvSpPr>
        <p:spPr/>
        <p:txBody>
          <a:bodyPr/>
          <a:lstStyle/>
          <a:p>
            <a:r>
              <a:rPr lang="en-US" dirty="0"/>
              <a:t>Example: Shared Queue</a:t>
            </a:r>
          </a:p>
        </p:txBody>
      </p:sp>
      <p:sp>
        <p:nvSpPr>
          <p:cNvPr id="3" name="Content Placeholder 2">
            <a:extLst>
              <a:ext uri="{FF2B5EF4-FFF2-40B4-BE49-F238E27FC236}">
                <a16:creationId xmlns:a16="http://schemas.microsoft.com/office/drawing/2014/main" id="{7C2177BE-2729-5CFA-92C0-D3D634D7F7C3}"/>
              </a:ext>
            </a:extLst>
          </p:cNvPr>
          <p:cNvSpPr>
            <a:spLocks noGrp="1"/>
          </p:cNvSpPr>
          <p:nvPr>
            <p:ph idx="1"/>
          </p:nvPr>
        </p:nvSpPr>
        <p:spPr/>
        <p:txBody>
          <a:bodyPr>
            <a:normAutofit fontScale="92500" lnSpcReduction="20000"/>
          </a:bodyPr>
          <a:lstStyle/>
          <a:p>
            <a:pPr marL="0" indent="0">
              <a:buNone/>
            </a:pPr>
            <a:r>
              <a:rPr lang="en-US" dirty="0"/>
              <a:t>enqueue(x){</a:t>
            </a:r>
          </a:p>
          <a:p>
            <a:pPr marL="0" indent="0">
              <a:buNone/>
            </a:pPr>
            <a:r>
              <a:rPr lang="en-US" dirty="0"/>
              <a:t>	if ( back == null ){</a:t>
            </a:r>
          </a:p>
          <a:p>
            <a:pPr marL="0" indent="0">
              <a:buNone/>
            </a:pPr>
            <a:r>
              <a:rPr lang="en-US" dirty="0"/>
              <a:t>		back = new Node(x); </a:t>
            </a:r>
          </a:p>
          <a:p>
            <a:pPr marL="0" indent="0">
              <a:buNone/>
            </a:pPr>
            <a:r>
              <a:rPr lang="en-US" dirty="0"/>
              <a:t>		front = back;</a:t>
            </a:r>
          </a:p>
          <a:p>
            <a:pPr marL="0" indent="0">
              <a:buNone/>
            </a:pPr>
            <a:r>
              <a:rPr lang="en-US" dirty="0"/>
              <a:t>	}</a:t>
            </a:r>
          </a:p>
          <a:p>
            <a:pPr marL="0" indent="0">
              <a:buNone/>
            </a:pPr>
            <a:r>
              <a:rPr lang="en-US" dirty="0"/>
              <a:t>	else { </a:t>
            </a:r>
          </a:p>
          <a:p>
            <a:pPr marL="0" indent="0">
              <a:buNone/>
            </a:pPr>
            <a:r>
              <a:rPr lang="en-US" dirty="0"/>
              <a:t>		</a:t>
            </a:r>
            <a:r>
              <a:rPr lang="en-US" dirty="0" err="1"/>
              <a:t>back.next</a:t>
            </a:r>
            <a:r>
              <a:rPr lang="en-US" dirty="0"/>
              <a:t> = new Node(x); </a:t>
            </a:r>
          </a:p>
          <a:p>
            <a:pPr marL="0" indent="0">
              <a:buNone/>
            </a:pPr>
            <a:r>
              <a:rPr lang="en-US" dirty="0"/>
              <a:t>		back = </a:t>
            </a:r>
            <a:r>
              <a:rPr lang="en-US" dirty="0" err="1"/>
              <a:t>back.next</a:t>
            </a:r>
            <a:r>
              <a:rPr lang="en-US" dirty="0"/>
              <a:t>; </a:t>
            </a:r>
          </a:p>
          <a:p>
            <a:pPr marL="0" indent="0">
              <a:buNone/>
            </a:pPr>
            <a:r>
              <a:rPr lang="en-US" dirty="0"/>
              <a:t>	}</a:t>
            </a:r>
          </a:p>
          <a:p>
            <a:pPr marL="0" indent="0">
              <a:buNone/>
            </a:pPr>
            <a:r>
              <a:rPr lang="en-US" dirty="0"/>
              <a:t>}</a:t>
            </a:r>
          </a:p>
        </p:txBody>
      </p:sp>
      <p:sp>
        <p:nvSpPr>
          <p:cNvPr id="4" name="TextBox 3">
            <a:extLst>
              <a:ext uri="{FF2B5EF4-FFF2-40B4-BE49-F238E27FC236}">
                <a16:creationId xmlns:a16="http://schemas.microsoft.com/office/drawing/2014/main" id="{50A198D3-0D64-C903-4F5A-6866C97171C2}"/>
              </a:ext>
            </a:extLst>
          </p:cNvPr>
          <p:cNvSpPr txBox="1"/>
          <p:nvPr/>
        </p:nvSpPr>
        <p:spPr>
          <a:xfrm>
            <a:off x="7762240" y="1513840"/>
            <a:ext cx="4267200" cy="1200329"/>
          </a:xfrm>
          <a:prstGeom prst="rect">
            <a:avLst/>
          </a:prstGeom>
          <a:noFill/>
        </p:spPr>
        <p:txBody>
          <a:bodyPr wrap="square" rtlCol="0">
            <a:spAutoFit/>
          </a:bodyPr>
          <a:lstStyle/>
          <a:p>
            <a:r>
              <a:rPr lang="en-US" dirty="0">
                <a:solidFill>
                  <a:srgbClr val="FF0000"/>
                </a:solidFill>
              </a:rPr>
              <a:t>Imagine two threads are both using the same linked list based queue.</a:t>
            </a:r>
          </a:p>
          <a:p>
            <a:endParaRPr lang="en-US" dirty="0">
              <a:solidFill>
                <a:srgbClr val="FF0000"/>
              </a:solidFill>
            </a:endParaRPr>
          </a:p>
          <a:p>
            <a:r>
              <a:rPr lang="en-US" dirty="0">
                <a:solidFill>
                  <a:srgbClr val="FF0000"/>
                </a:solidFill>
              </a:rPr>
              <a:t>What could go wrong?</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EEFFF008-2704-E6F5-6F4A-69812498BF86}"/>
                  </a:ext>
                </a:extLst>
              </p14:cNvPr>
              <p14:cNvContentPartPr/>
              <p14:nvPr/>
            </p14:nvContentPartPr>
            <p14:xfrm>
              <a:off x="829440" y="2149200"/>
              <a:ext cx="1054440" cy="67680"/>
            </p14:xfrm>
          </p:contentPart>
        </mc:Choice>
        <mc:Fallback>
          <p:pic>
            <p:nvPicPr>
              <p:cNvPr id="5" name="Ink 4">
                <a:extLst>
                  <a:ext uri="{FF2B5EF4-FFF2-40B4-BE49-F238E27FC236}">
                    <a16:creationId xmlns:a16="http://schemas.microsoft.com/office/drawing/2014/main" id="{EEFFF008-2704-E6F5-6F4A-69812498BF86}"/>
                  </a:ext>
                </a:extLst>
              </p:cNvPr>
              <p:cNvPicPr/>
              <p:nvPr/>
            </p:nvPicPr>
            <p:blipFill>
              <a:blip r:embed="rId3"/>
              <a:stretch>
                <a:fillRect/>
              </a:stretch>
            </p:blipFill>
            <p:spPr>
              <a:xfrm>
                <a:off x="820080" y="2139840"/>
                <a:ext cx="1073160" cy="86400"/>
              </a:xfrm>
              <a:prstGeom prst="rect">
                <a:avLst/>
              </a:prstGeom>
            </p:spPr>
          </p:pic>
        </mc:Fallback>
      </mc:AlternateContent>
    </p:spTree>
    <p:extLst>
      <p:ext uri="{BB962C8B-B14F-4D97-AF65-F5344CB8AC3E}">
        <p14:creationId xmlns:p14="http://schemas.microsoft.com/office/powerpoint/2010/main" val="925459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5A6D-3EA5-564B-D6CE-FE255327EE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941A4E-EEFF-F9C6-7B18-FE828B1A961B}"/>
              </a:ext>
            </a:extLst>
          </p:cNvPr>
          <p:cNvSpPr>
            <a:spLocks noGrp="1"/>
          </p:cNvSpPr>
          <p:nvPr>
            <p:ph type="title"/>
          </p:nvPr>
        </p:nvSpPr>
        <p:spPr/>
        <p:txBody>
          <a:bodyPr/>
          <a:lstStyle/>
          <a:p>
            <a:r>
              <a:rPr lang="en-US" dirty="0"/>
              <a:t>Shared Queue Interleaving</a:t>
            </a:r>
          </a:p>
        </p:txBody>
      </p:sp>
      <p:sp>
        <p:nvSpPr>
          <p:cNvPr id="40" name="TextBox 39">
            <a:extLst>
              <a:ext uri="{FF2B5EF4-FFF2-40B4-BE49-F238E27FC236}">
                <a16:creationId xmlns:a16="http://schemas.microsoft.com/office/drawing/2014/main" id="{808CA7FB-9575-435C-0845-404647D4BEB8}"/>
              </a:ext>
            </a:extLst>
          </p:cNvPr>
          <p:cNvSpPr txBox="1"/>
          <p:nvPr/>
        </p:nvSpPr>
        <p:spPr>
          <a:xfrm>
            <a:off x="3619977" y="1812952"/>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39" name="Content Placeholder 2">
            <a:extLst>
              <a:ext uri="{FF2B5EF4-FFF2-40B4-BE49-F238E27FC236}">
                <a16:creationId xmlns:a16="http://schemas.microsoft.com/office/drawing/2014/main" id="{E8AFB037-C1ED-8D07-F5CC-13F9A1937988}"/>
              </a:ext>
            </a:extLst>
          </p:cNvPr>
          <p:cNvSpPr txBox="1">
            <a:spLocks/>
          </p:cNvSpPr>
          <p:nvPr/>
        </p:nvSpPr>
        <p:spPr>
          <a:xfrm>
            <a:off x="162056" y="2103942"/>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E01D6BEF-E836-3BDB-502C-A14B43894775}"/>
              </a:ext>
            </a:extLst>
          </p:cNvPr>
          <p:cNvSpPr txBox="1"/>
          <p:nvPr/>
        </p:nvSpPr>
        <p:spPr>
          <a:xfrm>
            <a:off x="9175650" y="1812952"/>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4" name="Content Placeholder 2">
            <a:extLst>
              <a:ext uri="{FF2B5EF4-FFF2-40B4-BE49-F238E27FC236}">
                <a16:creationId xmlns:a16="http://schemas.microsoft.com/office/drawing/2014/main" id="{DFCBFBE1-D283-24D3-5621-9A19344C54FB}"/>
              </a:ext>
            </a:extLst>
          </p:cNvPr>
          <p:cNvSpPr txBox="1">
            <a:spLocks/>
          </p:cNvSpPr>
          <p:nvPr/>
        </p:nvSpPr>
        <p:spPr>
          <a:xfrm>
            <a:off x="5717729" y="2103942"/>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a:p>
            <a:pPr marL="0" indent="0">
              <a:buFont typeface="Arial" panose="020B0604020202020204" pitchFamily="34" charset="0"/>
              <a:buNone/>
            </a:pPr>
            <a:r>
              <a:rPr lang="en-US" dirty="0"/>
              <a:t> </a:t>
            </a:r>
          </a:p>
        </p:txBody>
      </p:sp>
      <p:grpSp>
        <p:nvGrpSpPr>
          <p:cNvPr id="4" name="Group 3" descr="For this interleaving we will do the entirety of thread 2's work after Thread 1 checks &quot;if( back==null)&quot;.">
            <a:extLst>
              <a:ext uri="{FF2B5EF4-FFF2-40B4-BE49-F238E27FC236}">
                <a16:creationId xmlns:a16="http://schemas.microsoft.com/office/drawing/2014/main" id="{6750E3EF-7175-A3FB-0A7B-5BB4FA145090}"/>
              </a:ext>
            </a:extLst>
          </p:cNvPr>
          <p:cNvGrpSpPr/>
          <p:nvPr/>
        </p:nvGrpSpPr>
        <p:grpSpPr>
          <a:xfrm>
            <a:off x="2686008" y="2103942"/>
            <a:ext cx="3175000" cy="3690936"/>
            <a:chOff x="3256280" y="2920019"/>
            <a:chExt cx="3175000" cy="3690936"/>
          </a:xfrm>
        </p:grpSpPr>
        <p:sp>
          <p:nvSpPr>
            <p:cNvPr id="41" name="Left Brace 40">
              <a:extLst>
                <a:ext uri="{FF2B5EF4-FFF2-40B4-BE49-F238E27FC236}">
                  <a16:creationId xmlns:a16="http://schemas.microsoft.com/office/drawing/2014/main" id="{3A8550E1-A4F7-5700-48AF-3C93F9330A5F}"/>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71D1F010-1CAD-7D8E-F126-10F47AF09B2E}"/>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78B4E59A-AD88-46EF-7811-3FDED8024964}"/>
              </a:ext>
              <a:ext uri="{C183D7F6-B498-43B3-948B-1728B52AA6E4}">
                <adec:decorative xmlns:adec="http://schemas.microsoft.com/office/drawing/2017/decorative" val="1"/>
              </a:ext>
            </a:extLst>
          </p:cNvPr>
          <p:cNvGrpSpPr/>
          <p:nvPr/>
        </p:nvGrpSpPr>
        <p:grpSpPr>
          <a:xfrm>
            <a:off x="3527268" y="5108722"/>
            <a:ext cx="8239760" cy="1537510"/>
            <a:chOff x="838200" y="499586"/>
            <a:chExt cx="8239760" cy="1537510"/>
          </a:xfrm>
        </p:grpSpPr>
        <p:grpSp>
          <p:nvGrpSpPr>
            <p:cNvPr id="6" name="Group 5">
              <a:extLst>
                <a:ext uri="{FF2B5EF4-FFF2-40B4-BE49-F238E27FC236}">
                  <a16:creationId xmlns:a16="http://schemas.microsoft.com/office/drawing/2014/main" id="{05B88687-1F98-BBFE-9A7C-12CE92691556}"/>
                </a:ext>
              </a:extLst>
            </p:cNvPr>
            <p:cNvGrpSpPr/>
            <p:nvPr/>
          </p:nvGrpSpPr>
          <p:grpSpPr>
            <a:xfrm>
              <a:off x="2727960" y="1508776"/>
              <a:ext cx="6350000" cy="528320"/>
              <a:chOff x="2727960" y="1554957"/>
              <a:chExt cx="6350000" cy="528320"/>
            </a:xfrm>
          </p:grpSpPr>
          <p:grpSp>
            <p:nvGrpSpPr>
              <p:cNvPr id="11" name="Group 10">
                <a:extLst>
                  <a:ext uri="{FF2B5EF4-FFF2-40B4-BE49-F238E27FC236}">
                    <a16:creationId xmlns:a16="http://schemas.microsoft.com/office/drawing/2014/main" id="{074E0C07-FD0A-6DC2-38BB-D0A30DD7ECAF}"/>
                  </a:ext>
                </a:extLst>
              </p:cNvPr>
              <p:cNvGrpSpPr/>
              <p:nvPr/>
            </p:nvGrpSpPr>
            <p:grpSpPr>
              <a:xfrm>
                <a:off x="4053840" y="1554957"/>
                <a:ext cx="1056640" cy="528320"/>
                <a:chOff x="8117840" y="4104640"/>
                <a:chExt cx="1056640" cy="528320"/>
              </a:xfrm>
            </p:grpSpPr>
            <p:sp>
              <p:nvSpPr>
                <p:cNvPr id="28" name="Rectangle 27">
                  <a:extLst>
                    <a:ext uri="{FF2B5EF4-FFF2-40B4-BE49-F238E27FC236}">
                      <a16:creationId xmlns:a16="http://schemas.microsoft.com/office/drawing/2014/main" id="{692DEAEC-C1CF-1A25-7E33-A5E20EA18D9A}"/>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9" name="Rectangle 28">
                  <a:extLst>
                    <a:ext uri="{FF2B5EF4-FFF2-40B4-BE49-F238E27FC236}">
                      <a16:creationId xmlns:a16="http://schemas.microsoft.com/office/drawing/2014/main" id="{C071C29D-5761-ED91-95BF-3CAD27C12D6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2FD6C5F5-D6D6-AC55-B4B3-ED322DDEA6F3}"/>
                  </a:ext>
                </a:extLst>
              </p:cNvPr>
              <p:cNvGrpSpPr/>
              <p:nvPr/>
            </p:nvGrpSpPr>
            <p:grpSpPr>
              <a:xfrm>
                <a:off x="5374640" y="1554957"/>
                <a:ext cx="1056640" cy="528320"/>
                <a:chOff x="8117840" y="4104640"/>
                <a:chExt cx="1056640" cy="528320"/>
              </a:xfrm>
            </p:grpSpPr>
            <p:sp>
              <p:nvSpPr>
                <p:cNvPr id="26" name="Rectangle 25">
                  <a:extLst>
                    <a:ext uri="{FF2B5EF4-FFF2-40B4-BE49-F238E27FC236}">
                      <a16:creationId xmlns:a16="http://schemas.microsoft.com/office/drawing/2014/main" id="{620C4AF5-DCDF-3985-4C41-023092DFD5C8}"/>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7" name="Rectangle 26">
                  <a:extLst>
                    <a:ext uri="{FF2B5EF4-FFF2-40B4-BE49-F238E27FC236}">
                      <a16:creationId xmlns:a16="http://schemas.microsoft.com/office/drawing/2014/main" id="{B6587CBF-C470-CA83-7B5C-FEAD95D0F54C}"/>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932D68C7-2FC9-BA2D-67D8-24B85A9F4DB1}"/>
                  </a:ext>
                </a:extLst>
              </p:cNvPr>
              <p:cNvGrpSpPr/>
              <p:nvPr/>
            </p:nvGrpSpPr>
            <p:grpSpPr>
              <a:xfrm>
                <a:off x="6700520" y="1554957"/>
                <a:ext cx="1056640" cy="528320"/>
                <a:chOff x="8117840" y="4104640"/>
                <a:chExt cx="1056640" cy="528320"/>
              </a:xfrm>
            </p:grpSpPr>
            <p:sp>
              <p:nvSpPr>
                <p:cNvPr id="24" name="Rectangle 23">
                  <a:extLst>
                    <a:ext uri="{FF2B5EF4-FFF2-40B4-BE49-F238E27FC236}">
                      <a16:creationId xmlns:a16="http://schemas.microsoft.com/office/drawing/2014/main" id="{8098BE31-45D1-DA89-F058-798D9BC0B451}"/>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5" name="Rectangle 24">
                  <a:extLst>
                    <a:ext uri="{FF2B5EF4-FFF2-40B4-BE49-F238E27FC236}">
                      <a16:creationId xmlns:a16="http://schemas.microsoft.com/office/drawing/2014/main" id="{B9006E91-1C84-00B1-B529-6B1C315CB0D6}"/>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B9301D26-0CD9-3B07-C42A-543F20E60541}"/>
                  </a:ext>
                </a:extLst>
              </p:cNvPr>
              <p:cNvGrpSpPr/>
              <p:nvPr/>
            </p:nvGrpSpPr>
            <p:grpSpPr>
              <a:xfrm>
                <a:off x="8021320" y="1554957"/>
                <a:ext cx="1056640" cy="528320"/>
                <a:chOff x="8117840" y="4104640"/>
                <a:chExt cx="1056640" cy="528320"/>
              </a:xfrm>
            </p:grpSpPr>
            <p:sp>
              <p:nvSpPr>
                <p:cNvPr id="22" name="Rectangle 21">
                  <a:extLst>
                    <a:ext uri="{FF2B5EF4-FFF2-40B4-BE49-F238E27FC236}">
                      <a16:creationId xmlns:a16="http://schemas.microsoft.com/office/drawing/2014/main" id="{701AF4BC-4E55-0C8F-F7F1-62B9AD51C8DA}"/>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3" name="Rectangle 22">
                  <a:extLst>
                    <a:ext uri="{FF2B5EF4-FFF2-40B4-BE49-F238E27FC236}">
                      <a16:creationId xmlns:a16="http://schemas.microsoft.com/office/drawing/2014/main" id="{3DC0394D-65FA-1E41-04C5-04DEF03BB64A}"/>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3AF1D2A6-5EE2-5AEB-D1F4-D2462051008F}"/>
                  </a:ext>
                </a:extLst>
              </p:cNvPr>
              <p:cNvGrpSpPr/>
              <p:nvPr/>
            </p:nvGrpSpPr>
            <p:grpSpPr>
              <a:xfrm>
                <a:off x="2727960" y="1554957"/>
                <a:ext cx="1056640" cy="528320"/>
                <a:chOff x="8117840" y="4104640"/>
                <a:chExt cx="1056640" cy="528320"/>
              </a:xfrm>
            </p:grpSpPr>
            <p:sp>
              <p:nvSpPr>
                <p:cNvPr id="20" name="Rectangle 19">
                  <a:extLst>
                    <a:ext uri="{FF2B5EF4-FFF2-40B4-BE49-F238E27FC236}">
                      <a16:creationId xmlns:a16="http://schemas.microsoft.com/office/drawing/2014/main" id="{D00D8EEB-9458-D06C-12F7-90FBA7B2A40B}"/>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1" name="Rectangle 20">
                  <a:extLst>
                    <a:ext uri="{FF2B5EF4-FFF2-40B4-BE49-F238E27FC236}">
                      <a16:creationId xmlns:a16="http://schemas.microsoft.com/office/drawing/2014/main" id="{F3D1DDAC-6B8F-3404-4F5C-15827CEB97BA}"/>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6" name="Straight Arrow Connector 15">
                <a:extLst>
                  <a:ext uri="{FF2B5EF4-FFF2-40B4-BE49-F238E27FC236}">
                    <a16:creationId xmlns:a16="http://schemas.microsoft.com/office/drawing/2014/main" id="{1D6F7302-29CD-6247-CA2E-E28169576C09}"/>
                  </a:ext>
                </a:extLst>
              </p:cNvPr>
              <p:cNvCxnSpPr>
                <a:cxnSpLocks/>
                <a:endCxn id="28" idx="1"/>
              </p:cNvCxnSpPr>
              <p:nvPr/>
            </p:nvCxnSpPr>
            <p:spPr>
              <a:xfrm>
                <a:off x="352044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B5CED23-E26E-7CE3-4EBE-AD8018704CF2}"/>
                  </a:ext>
                </a:extLst>
              </p:cNvPr>
              <p:cNvCxnSpPr>
                <a:cxnSpLocks/>
                <a:endCxn id="26" idx="1"/>
              </p:cNvCxnSpPr>
              <p:nvPr/>
            </p:nvCxnSpPr>
            <p:spPr>
              <a:xfrm>
                <a:off x="484632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86D0954-ABC6-8CD8-BA01-DE1C5E5C97D6}"/>
                  </a:ext>
                </a:extLst>
              </p:cNvPr>
              <p:cNvCxnSpPr>
                <a:cxnSpLocks/>
                <a:endCxn id="24" idx="1"/>
              </p:cNvCxnSpPr>
              <p:nvPr/>
            </p:nvCxnSpPr>
            <p:spPr>
              <a:xfrm>
                <a:off x="616712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2EA1E83-F56E-75E8-B524-231D324007C4}"/>
                  </a:ext>
                </a:extLst>
              </p:cNvPr>
              <p:cNvCxnSpPr>
                <a:cxnSpLocks/>
                <a:endCxn id="22" idx="1"/>
              </p:cNvCxnSpPr>
              <p:nvPr/>
            </p:nvCxnSpPr>
            <p:spPr>
              <a:xfrm>
                <a:off x="749300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Rectangle 6">
              <a:extLst>
                <a:ext uri="{FF2B5EF4-FFF2-40B4-BE49-F238E27FC236}">
                  <a16:creationId xmlns:a16="http://schemas.microsoft.com/office/drawing/2014/main" id="{76B75BAC-83DC-D607-03EF-51F98CB4EDB0}"/>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cxnSp>
          <p:nvCxnSpPr>
            <p:cNvPr id="8" name="Straight Arrow Connector 7">
              <a:extLst>
                <a:ext uri="{FF2B5EF4-FFF2-40B4-BE49-F238E27FC236}">
                  <a16:creationId xmlns:a16="http://schemas.microsoft.com/office/drawing/2014/main" id="{A40CEF90-47B1-A9D1-0883-8E95D2E3673D}"/>
                </a:ext>
              </a:extLst>
            </p:cNvPr>
            <p:cNvCxnSpPr>
              <a:cxnSpLocks/>
              <a:stCxn id="7" idx="3"/>
              <a:endCxn id="20" idx="1"/>
            </p:cNvCxnSpPr>
            <p:nvPr/>
          </p:nvCxnSpPr>
          <p:spPr>
            <a:xfrm>
              <a:off x="1788160" y="1772936"/>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316CF11-E4C0-4497-26B8-3591CF94353D}"/>
                </a:ext>
              </a:extLst>
            </p:cNvPr>
            <p:cNvSpPr/>
            <p:nvPr/>
          </p:nvSpPr>
          <p:spPr>
            <a:xfrm>
              <a:off x="7810500" y="499586"/>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cxnSp>
          <p:nvCxnSpPr>
            <p:cNvPr id="10" name="Straight Arrow Connector 9">
              <a:extLst>
                <a:ext uri="{FF2B5EF4-FFF2-40B4-BE49-F238E27FC236}">
                  <a16:creationId xmlns:a16="http://schemas.microsoft.com/office/drawing/2014/main" id="{12BF9FD3-DA04-6D0D-A349-ABE4C21451D1}"/>
                </a:ext>
              </a:extLst>
            </p:cNvPr>
            <p:cNvCxnSpPr>
              <a:cxnSpLocks/>
              <a:stCxn id="9" idx="2"/>
              <a:endCxn id="22" idx="0"/>
            </p:cNvCxnSpPr>
            <p:nvPr/>
          </p:nvCxnSpPr>
          <p:spPr>
            <a:xfrm>
              <a:off x="8285480" y="1027906"/>
              <a:ext cx="0" cy="48087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75687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08952-A878-A3A3-7669-D7284A2DD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DA3A11-05DA-4EBB-5EF4-CD47DA10B29E}"/>
              </a:ext>
            </a:extLst>
          </p:cNvPr>
          <p:cNvSpPr>
            <a:spLocks noGrp="1"/>
          </p:cNvSpPr>
          <p:nvPr>
            <p:ph type="title"/>
          </p:nvPr>
        </p:nvSpPr>
        <p:spPr/>
        <p:txBody>
          <a:bodyPr/>
          <a:lstStyle/>
          <a:p>
            <a:r>
              <a:rPr lang="en-US" dirty="0"/>
              <a:t>Empty Shared Queue</a:t>
            </a:r>
          </a:p>
        </p:txBody>
      </p:sp>
      <p:sp>
        <p:nvSpPr>
          <p:cNvPr id="3" name="TextBox 2">
            <a:extLst>
              <a:ext uri="{FF2B5EF4-FFF2-40B4-BE49-F238E27FC236}">
                <a16:creationId xmlns:a16="http://schemas.microsoft.com/office/drawing/2014/main" id="{F45A7BDC-C17C-45B5-8A30-9A6895A7D101}"/>
              </a:ext>
            </a:extLst>
          </p:cNvPr>
          <p:cNvSpPr txBox="1"/>
          <p:nvPr/>
        </p:nvSpPr>
        <p:spPr>
          <a:xfrm>
            <a:off x="7179934" y="274918"/>
            <a:ext cx="3796144" cy="1200329"/>
          </a:xfrm>
          <a:prstGeom prst="rect">
            <a:avLst/>
          </a:prstGeom>
          <a:noFill/>
          <a:ln>
            <a:solidFill>
              <a:schemeClr val="tx1"/>
            </a:solidFill>
          </a:ln>
        </p:spPr>
        <p:txBody>
          <a:bodyPr wrap="square" rtlCol="0">
            <a:spAutoFit/>
          </a:bodyPr>
          <a:lstStyle/>
          <a:p>
            <a:r>
              <a:rPr lang="en-US" dirty="0"/>
              <a:t>Suppose the Queue is empty, and the threads execute in this order.</a:t>
            </a:r>
          </a:p>
          <a:p>
            <a:r>
              <a:rPr lang="en-US" dirty="0"/>
              <a:t>Assume Thread 1 enqueues 1, and Thread 2 enqueues 2.</a:t>
            </a:r>
          </a:p>
        </p:txBody>
      </p:sp>
      <p:sp>
        <p:nvSpPr>
          <p:cNvPr id="40" name="TextBox 39">
            <a:extLst>
              <a:ext uri="{FF2B5EF4-FFF2-40B4-BE49-F238E27FC236}">
                <a16:creationId xmlns:a16="http://schemas.microsoft.com/office/drawing/2014/main" id="{F71053BC-FCCB-9309-F57A-160BAEF35949}"/>
              </a:ext>
            </a:extLst>
          </p:cNvPr>
          <p:cNvSpPr txBox="1"/>
          <p:nvPr/>
        </p:nvSpPr>
        <p:spPr>
          <a:xfrm>
            <a:off x="4190249" y="1635968"/>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39" name="Content Placeholder 2">
            <a:extLst>
              <a:ext uri="{FF2B5EF4-FFF2-40B4-BE49-F238E27FC236}">
                <a16:creationId xmlns:a16="http://schemas.microsoft.com/office/drawing/2014/main" id="{020025F3-B985-B3BA-F393-B23EECD8B476}"/>
              </a:ext>
            </a:extLst>
          </p:cNvPr>
          <p:cNvSpPr txBox="1">
            <a:spLocks/>
          </p:cNvSpPr>
          <p:nvPr/>
        </p:nvSpPr>
        <p:spPr>
          <a:xfrm>
            <a:off x="732328" y="1926958"/>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D2B293B8-14F8-36EF-B9B6-15753ED2AA49}"/>
              </a:ext>
            </a:extLst>
          </p:cNvPr>
          <p:cNvSpPr txBox="1"/>
          <p:nvPr/>
        </p:nvSpPr>
        <p:spPr>
          <a:xfrm>
            <a:off x="9745922" y="1635968"/>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4" name="Content Placeholder 2">
            <a:extLst>
              <a:ext uri="{FF2B5EF4-FFF2-40B4-BE49-F238E27FC236}">
                <a16:creationId xmlns:a16="http://schemas.microsoft.com/office/drawing/2014/main" id="{42B5AB57-3FAA-7C65-DC61-CB8E30409CB1}"/>
              </a:ext>
            </a:extLst>
          </p:cNvPr>
          <p:cNvSpPr txBox="1">
            <a:spLocks/>
          </p:cNvSpPr>
          <p:nvPr/>
        </p:nvSpPr>
        <p:spPr>
          <a:xfrm>
            <a:off x="6288001" y="1926958"/>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a:p>
            <a:pPr marL="0" indent="0">
              <a:buFont typeface="Arial" panose="020B0604020202020204" pitchFamily="34" charset="0"/>
              <a:buNone/>
            </a:pPr>
            <a:r>
              <a:rPr lang="en-US" dirty="0"/>
              <a:t> </a:t>
            </a:r>
          </a:p>
        </p:txBody>
      </p:sp>
      <p:grpSp>
        <p:nvGrpSpPr>
          <p:cNvPr id="5" name="Group 4" descr="For this interleaving we will do the entirety of thread 2's work after Thread 1 checks &quot;if( back==null)&quot;.">
            <a:extLst>
              <a:ext uri="{FF2B5EF4-FFF2-40B4-BE49-F238E27FC236}">
                <a16:creationId xmlns:a16="http://schemas.microsoft.com/office/drawing/2014/main" id="{B4F47CAF-5506-8AD6-7E79-1607C0A27DC5}"/>
              </a:ext>
            </a:extLst>
          </p:cNvPr>
          <p:cNvGrpSpPr/>
          <p:nvPr/>
        </p:nvGrpSpPr>
        <p:grpSpPr>
          <a:xfrm>
            <a:off x="3256280" y="1926958"/>
            <a:ext cx="3175000" cy="3690936"/>
            <a:chOff x="3256280" y="2920019"/>
            <a:chExt cx="3175000" cy="3690936"/>
          </a:xfrm>
        </p:grpSpPr>
        <p:sp>
          <p:nvSpPr>
            <p:cNvPr id="41" name="Left Brace 40">
              <a:extLst>
                <a:ext uri="{FF2B5EF4-FFF2-40B4-BE49-F238E27FC236}">
                  <a16:creationId xmlns:a16="http://schemas.microsoft.com/office/drawing/2014/main" id="{61DC0C11-F1E2-3E72-A4B0-9CEB80FA5520}"/>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6D88510B-C68C-F57E-02DE-6244D9017B09}"/>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 name="Group 3" descr="An empty queue, which is just a front pointer and a back pointer, both referencing null.">
            <a:extLst>
              <a:ext uri="{FF2B5EF4-FFF2-40B4-BE49-F238E27FC236}">
                <a16:creationId xmlns:a16="http://schemas.microsoft.com/office/drawing/2014/main" id="{39081851-4413-9AAB-4DA7-5985E1208B19}"/>
              </a:ext>
            </a:extLst>
          </p:cNvPr>
          <p:cNvGrpSpPr/>
          <p:nvPr/>
        </p:nvGrpSpPr>
        <p:grpSpPr>
          <a:xfrm>
            <a:off x="4180724" y="6040682"/>
            <a:ext cx="3276369" cy="583738"/>
            <a:chOff x="838200" y="1453358"/>
            <a:chExt cx="3276369" cy="583738"/>
          </a:xfrm>
        </p:grpSpPr>
        <p:sp>
          <p:nvSpPr>
            <p:cNvPr id="7" name="Rectangle 6">
              <a:extLst>
                <a:ext uri="{FF2B5EF4-FFF2-40B4-BE49-F238E27FC236}">
                  <a16:creationId xmlns:a16="http://schemas.microsoft.com/office/drawing/2014/main" id="{C95BA25F-6E74-5CFB-6579-C95C2CF1B3F5}"/>
                </a:ext>
                <a:ext uri="{C183D7F6-B498-43B3-948B-1728B52AA6E4}">
                  <adec:decorative xmlns:adec="http://schemas.microsoft.com/office/drawing/2017/decorative" val="0"/>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sp>
          <p:nvSpPr>
            <p:cNvPr id="9" name="Rectangle 8">
              <a:extLst>
                <a:ext uri="{FF2B5EF4-FFF2-40B4-BE49-F238E27FC236}">
                  <a16:creationId xmlns:a16="http://schemas.microsoft.com/office/drawing/2014/main" id="{126FE4E9-C141-2CBB-48E3-A997648FBF81}"/>
                </a:ext>
                <a:ext uri="{C183D7F6-B498-43B3-948B-1728B52AA6E4}">
                  <adec:decorative xmlns:adec="http://schemas.microsoft.com/office/drawing/2017/decorative" val="0"/>
                </a:ext>
              </a:extLst>
            </p:cNvPr>
            <p:cNvSpPr/>
            <p:nvPr/>
          </p:nvSpPr>
          <p:spPr>
            <a:xfrm>
              <a:off x="3164609" y="1453358"/>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gr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6739B205-9AE9-8E81-CA88-ACDE0546D8AA}"/>
                  </a:ext>
                </a:extLst>
              </p14:cNvPr>
              <p14:cNvContentPartPr/>
              <p14:nvPr/>
            </p14:nvContentPartPr>
            <p14:xfrm>
              <a:off x="1708200" y="995040"/>
              <a:ext cx="5193000" cy="1589400"/>
            </p14:xfrm>
          </p:contentPart>
        </mc:Choice>
        <mc:Fallback>
          <p:pic>
            <p:nvPicPr>
              <p:cNvPr id="6" name="Ink 5">
                <a:extLst>
                  <a:ext uri="{FF2B5EF4-FFF2-40B4-BE49-F238E27FC236}">
                    <a16:creationId xmlns:a16="http://schemas.microsoft.com/office/drawing/2014/main" id="{6739B205-9AE9-8E81-CA88-ACDE0546D8AA}"/>
                  </a:ext>
                </a:extLst>
              </p:cNvPr>
              <p:cNvPicPr/>
              <p:nvPr/>
            </p:nvPicPr>
            <p:blipFill>
              <a:blip r:embed="rId3"/>
              <a:stretch>
                <a:fillRect/>
              </a:stretch>
            </p:blipFill>
            <p:spPr>
              <a:xfrm>
                <a:off x="1698840" y="985680"/>
                <a:ext cx="5211720" cy="1608120"/>
              </a:xfrm>
              <a:prstGeom prst="rect">
                <a:avLst/>
              </a:prstGeom>
            </p:spPr>
          </p:pic>
        </mc:Fallback>
      </mc:AlternateContent>
    </p:spTree>
    <p:extLst>
      <p:ext uri="{BB962C8B-B14F-4D97-AF65-F5344CB8AC3E}">
        <p14:creationId xmlns:p14="http://schemas.microsoft.com/office/powerpoint/2010/main" val="3562583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DADBF-FEE0-18E2-A45A-AD175122B7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571105-A168-DAEF-0113-68B18EF529B2}"/>
              </a:ext>
            </a:extLst>
          </p:cNvPr>
          <p:cNvSpPr>
            <a:spLocks noGrp="1"/>
          </p:cNvSpPr>
          <p:nvPr>
            <p:ph type="title"/>
          </p:nvPr>
        </p:nvSpPr>
        <p:spPr/>
        <p:txBody>
          <a:bodyPr/>
          <a:lstStyle/>
          <a:p>
            <a:r>
              <a:rPr lang="en-US" dirty="0"/>
              <a:t>Thread 1 – first two lines</a:t>
            </a:r>
          </a:p>
        </p:txBody>
      </p:sp>
      <p:sp>
        <p:nvSpPr>
          <p:cNvPr id="4" name="TextBox 3">
            <a:extLst>
              <a:ext uri="{FF2B5EF4-FFF2-40B4-BE49-F238E27FC236}">
                <a16:creationId xmlns:a16="http://schemas.microsoft.com/office/drawing/2014/main" id="{5096B101-57E4-0B41-1B77-88811F6D0549}"/>
              </a:ext>
            </a:extLst>
          </p:cNvPr>
          <p:cNvSpPr txBox="1"/>
          <p:nvPr/>
        </p:nvSpPr>
        <p:spPr>
          <a:xfrm>
            <a:off x="7278255" y="959529"/>
            <a:ext cx="4165599" cy="369332"/>
          </a:xfrm>
          <a:prstGeom prst="rect">
            <a:avLst/>
          </a:prstGeom>
          <a:noFill/>
          <a:ln>
            <a:solidFill>
              <a:schemeClr val="tx1"/>
            </a:solidFill>
          </a:ln>
        </p:spPr>
        <p:txBody>
          <a:bodyPr wrap="square" rtlCol="0">
            <a:spAutoFit/>
          </a:bodyPr>
          <a:lstStyle/>
          <a:p>
            <a:r>
              <a:rPr lang="en-US" dirty="0"/>
              <a:t>Thread 1 has decided the queue is empty</a:t>
            </a:r>
          </a:p>
        </p:txBody>
      </p:sp>
      <p:grpSp>
        <p:nvGrpSpPr>
          <p:cNvPr id="3" name="Group 2" descr="In thread 1 we execute the line &quot;if (back == null)&quot; which is true, and so we enter into the body of the if statement. At this point Thread 1 gets interrupted due to time slicing.">
            <a:extLst>
              <a:ext uri="{FF2B5EF4-FFF2-40B4-BE49-F238E27FC236}">
                <a16:creationId xmlns:a16="http://schemas.microsoft.com/office/drawing/2014/main" id="{B8F14D24-E6B8-92DE-D02B-B49CD1F6D4DE}"/>
              </a:ext>
            </a:extLst>
          </p:cNvPr>
          <p:cNvGrpSpPr/>
          <p:nvPr/>
        </p:nvGrpSpPr>
        <p:grpSpPr>
          <a:xfrm>
            <a:off x="732328" y="1635967"/>
            <a:ext cx="10037272" cy="3981926"/>
            <a:chOff x="732328" y="2629029"/>
            <a:chExt cx="10037272" cy="3981926"/>
          </a:xfrm>
        </p:grpSpPr>
        <p:sp>
          <p:nvSpPr>
            <p:cNvPr id="34" name="Content Placeholder 2">
              <a:extLst>
                <a:ext uri="{FF2B5EF4-FFF2-40B4-BE49-F238E27FC236}">
                  <a16:creationId xmlns:a16="http://schemas.microsoft.com/office/drawing/2014/main" id="{F5292516-790B-38C1-6F13-7BE6682A5EAC}"/>
                </a:ext>
              </a:extLst>
            </p:cNvPr>
            <p:cNvSpPr txBox="1">
              <a:spLocks/>
            </p:cNvSpPr>
            <p:nvPr/>
          </p:nvSpPr>
          <p:spPr>
            <a:xfrm>
              <a:off x="6288001" y="2920019"/>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216BFCC7-5090-605B-28AB-D5E471BD3E0E}"/>
                </a:ext>
              </a:extLst>
            </p:cNvPr>
            <p:cNvSpPr txBox="1"/>
            <p:nvPr/>
          </p:nvSpPr>
          <p:spPr>
            <a:xfrm>
              <a:off x="9745922" y="2629029"/>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9" name="Content Placeholder 2">
              <a:extLst>
                <a:ext uri="{FF2B5EF4-FFF2-40B4-BE49-F238E27FC236}">
                  <a16:creationId xmlns:a16="http://schemas.microsoft.com/office/drawing/2014/main" id="{703E1D4A-047C-D08F-7CF9-02F225EE1C1C}"/>
                </a:ext>
              </a:extLst>
            </p:cNvPr>
            <p:cNvSpPr txBox="1">
              <a:spLocks/>
            </p:cNvSpPr>
            <p:nvPr/>
          </p:nvSpPr>
          <p:spPr>
            <a:xfrm>
              <a:off x="732328" y="2920019"/>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p:txBody>
        </p:sp>
        <p:sp>
          <p:nvSpPr>
            <p:cNvPr id="40" name="TextBox 39">
              <a:extLst>
                <a:ext uri="{FF2B5EF4-FFF2-40B4-BE49-F238E27FC236}">
                  <a16:creationId xmlns:a16="http://schemas.microsoft.com/office/drawing/2014/main" id="{BC800D67-0C0E-B005-3EE3-3EE585765328}"/>
                </a:ext>
              </a:extLst>
            </p:cNvPr>
            <p:cNvSpPr txBox="1"/>
            <p:nvPr/>
          </p:nvSpPr>
          <p:spPr>
            <a:xfrm>
              <a:off x="4190249" y="2629029"/>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41" name="Left Brace 40">
              <a:extLst>
                <a:ext uri="{FF2B5EF4-FFF2-40B4-BE49-F238E27FC236}">
                  <a16:creationId xmlns:a16="http://schemas.microsoft.com/office/drawing/2014/main" id="{B70FB154-6E16-75F6-9182-5879BE0784EB}"/>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0419BE70-FFFB-930F-6059-1D5051263FAA}"/>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Group 10" descr="An empty queue, which is just a front pointer and a back pointer, both referencing null.">
            <a:extLst>
              <a:ext uri="{FF2B5EF4-FFF2-40B4-BE49-F238E27FC236}">
                <a16:creationId xmlns:a16="http://schemas.microsoft.com/office/drawing/2014/main" id="{A4BA5E5C-073F-FDDD-6BF9-83E0A03B06E0}"/>
              </a:ext>
            </a:extLst>
          </p:cNvPr>
          <p:cNvGrpSpPr/>
          <p:nvPr/>
        </p:nvGrpSpPr>
        <p:grpSpPr>
          <a:xfrm>
            <a:off x="4180724" y="6040682"/>
            <a:ext cx="3276369" cy="583738"/>
            <a:chOff x="838200" y="1453358"/>
            <a:chExt cx="3276369" cy="583738"/>
          </a:xfrm>
        </p:grpSpPr>
        <p:sp>
          <p:nvSpPr>
            <p:cNvPr id="12" name="Rectangle 11">
              <a:extLst>
                <a:ext uri="{FF2B5EF4-FFF2-40B4-BE49-F238E27FC236}">
                  <a16:creationId xmlns:a16="http://schemas.microsoft.com/office/drawing/2014/main" id="{B2969B1D-5DE5-B496-C1BD-B1C64F0C3568}"/>
                </a:ext>
                <a:ext uri="{C183D7F6-B498-43B3-948B-1728B52AA6E4}">
                  <adec:decorative xmlns:adec="http://schemas.microsoft.com/office/drawing/2017/decorative" val="0"/>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sp>
          <p:nvSpPr>
            <p:cNvPr id="13" name="Rectangle 12">
              <a:extLst>
                <a:ext uri="{FF2B5EF4-FFF2-40B4-BE49-F238E27FC236}">
                  <a16:creationId xmlns:a16="http://schemas.microsoft.com/office/drawing/2014/main" id="{661128DB-A8A7-C912-E270-C32CC70A26F5}"/>
                </a:ext>
                <a:ext uri="{C183D7F6-B498-43B3-948B-1728B52AA6E4}">
                  <adec:decorative xmlns:adec="http://schemas.microsoft.com/office/drawing/2017/decorative" val="0"/>
                </a:ext>
              </a:extLst>
            </p:cNvPr>
            <p:cNvSpPr/>
            <p:nvPr/>
          </p:nvSpPr>
          <p:spPr>
            <a:xfrm>
              <a:off x="3164609" y="1453358"/>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grpSp>
    </p:spTree>
    <p:extLst>
      <p:ext uri="{BB962C8B-B14F-4D97-AF65-F5344CB8AC3E}">
        <p14:creationId xmlns:p14="http://schemas.microsoft.com/office/powerpoint/2010/main" val="1176293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319DD-FFAA-30D0-0137-1B071571D8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A9EF8D-0659-368F-1D30-6D64917FBC6E}"/>
              </a:ext>
            </a:extLst>
          </p:cNvPr>
          <p:cNvSpPr>
            <a:spLocks noGrp="1"/>
          </p:cNvSpPr>
          <p:nvPr>
            <p:ph type="title"/>
          </p:nvPr>
        </p:nvSpPr>
        <p:spPr/>
        <p:txBody>
          <a:bodyPr/>
          <a:lstStyle/>
          <a:p>
            <a:r>
              <a:rPr lang="en-US" dirty="0"/>
              <a:t>Thread 2 – all lines</a:t>
            </a:r>
          </a:p>
        </p:txBody>
      </p:sp>
      <p:sp>
        <p:nvSpPr>
          <p:cNvPr id="4" name="TextBox 3">
            <a:extLst>
              <a:ext uri="{FF2B5EF4-FFF2-40B4-BE49-F238E27FC236}">
                <a16:creationId xmlns:a16="http://schemas.microsoft.com/office/drawing/2014/main" id="{83536E1E-3EF4-02FF-B3E4-92BDEFC6BC6F}"/>
              </a:ext>
            </a:extLst>
          </p:cNvPr>
          <p:cNvSpPr txBox="1"/>
          <p:nvPr/>
        </p:nvSpPr>
        <p:spPr>
          <a:xfrm>
            <a:off x="7278255" y="605567"/>
            <a:ext cx="4165599" cy="646331"/>
          </a:xfrm>
          <a:prstGeom prst="rect">
            <a:avLst/>
          </a:prstGeom>
          <a:noFill/>
          <a:ln>
            <a:solidFill>
              <a:schemeClr val="tx1"/>
            </a:solidFill>
          </a:ln>
        </p:spPr>
        <p:txBody>
          <a:bodyPr wrap="square" rtlCol="0">
            <a:spAutoFit/>
          </a:bodyPr>
          <a:lstStyle/>
          <a:p>
            <a:r>
              <a:rPr lang="en-US" dirty="0"/>
              <a:t>Thread 1 has decided the queue is empty</a:t>
            </a:r>
          </a:p>
          <a:p>
            <a:r>
              <a:rPr lang="en-US" dirty="0"/>
              <a:t>Meanwhile, thread 2 enqueues 2</a:t>
            </a:r>
          </a:p>
        </p:txBody>
      </p:sp>
      <p:grpSp>
        <p:nvGrpSpPr>
          <p:cNvPr id="3" name="Group 2" descr="Next we do the entirety of thread 2, which completely adds the value 2 into the queue.">
            <a:extLst>
              <a:ext uri="{FF2B5EF4-FFF2-40B4-BE49-F238E27FC236}">
                <a16:creationId xmlns:a16="http://schemas.microsoft.com/office/drawing/2014/main" id="{F32ABF83-49E1-A195-551E-140A11B4896F}"/>
              </a:ext>
            </a:extLst>
          </p:cNvPr>
          <p:cNvGrpSpPr/>
          <p:nvPr/>
        </p:nvGrpSpPr>
        <p:grpSpPr>
          <a:xfrm>
            <a:off x="732328" y="1626135"/>
            <a:ext cx="10037272" cy="3981926"/>
            <a:chOff x="732328" y="2629029"/>
            <a:chExt cx="10037272" cy="3981926"/>
          </a:xfrm>
        </p:grpSpPr>
        <p:sp>
          <p:nvSpPr>
            <p:cNvPr id="34" name="Content Placeholder 2">
              <a:extLst>
                <a:ext uri="{FF2B5EF4-FFF2-40B4-BE49-F238E27FC236}">
                  <a16:creationId xmlns:a16="http://schemas.microsoft.com/office/drawing/2014/main" id="{8FD0F61F-A2A6-CBA4-DF5C-53599A4265AD}"/>
                </a:ext>
              </a:extLst>
            </p:cNvPr>
            <p:cNvSpPr txBox="1">
              <a:spLocks/>
            </p:cNvSpPr>
            <p:nvPr/>
          </p:nvSpPr>
          <p:spPr>
            <a:xfrm>
              <a:off x="6288001" y="2920019"/>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r>
                <a:rPr lang="en-US" b="1" strike="sngStrike" dirty="0"/>
                <a:t>		back = new Node(x); </a:t>
              </a:r>
            </a:p>
            <a:p>
              <a:pPr marL="0" indent="0">
                <a:buFont typeface="Arial" panose="020B0604020202020204" pitchFamily="34" charset="0"/>
                <a:buNone/>
              </a:pPr>
              <a:r>
                <a:rPr lang="en-US" b="1" strike="sngStrike" dirty="0"/>
                <a:t>		front = back;</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	else { </a:t>
              </a:r>
            </a:p>
            <a:p>
              <a:pPr marL="0" indent="0">
                <a:buFont typeface="Arial" panose="020B0604020202020204" pitchFamily="34" charset="0"/>
                <a:buNone/>
              </a:pPr>
              <a:r>
                <a:rPr lang="en-US" b="1" strike="sngStrike" dirty="0"/>
                <a:t>		</a:t>
              </a:r>
              <a:r>
                <a:rPr lang="en-US" b="1" strike="sngStrike" dirty="0" err="1"/>
                <a:t>back.next</a:t>
              </a:r>
              <a:r>
                <a:rPr lang="en-US" b="1" strike="sngStrike" dirty="0"/>
                <a:t> = new Node(x); </a:t>
              </a:r>
            </a:p>
            <a:p>
              <a:pPr marL="0" indent="0">
                <a:buFont typeface="Arial" panose="020B0604020202020204" pitchFamily="34" charset="0"/>
                <a:buNone/>
              </a:pPr>
              <a:r>
                <a:rPr lang="en-US" b="1" strike="sngStrike" dirty="0"/>
                <a:t>		back = </a:t>
              </a:r>
              <a:r>
                <a:rPr lang="en-US" b="1" strike="sngStrike" dirty="0" err="1"/>
                <a:t>back.next</a:t>
              </a:r>
              <a:r>
                <a:rPr lang="en-US" b="1" strike="sngStrike" dirty="0"/>
                <a:t>; </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9EB55E4B-6E58-E142-6911-BA43302DE33B}"/>
                </a:ext>
              </a:extLst>
            </p:cNvPr>
            <p:cNvSpPr txBox="1"/>
            <p:nvPr/>
          </p:nvSpPr>
          <p:spPr>
            <a:xfrm>
              <a:off x="9745922" y="2629029"/>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9" name="Content Placeholder 2">
              <a:extLst>
                <a:ext uri="{FF2B5EF4-FFF2-40B4-BE49-F238E27FC236}">
                  <a16:creationId xmlns:a16="http://schemas.microsoft.com/office/drawing/2014/main" id="{E8581A67-265F-9585-D086-42EF97575984}"/>
                </a:ext>
              </a:extLst>
            </p:cNvPr>
            <p:cNvSpPr txBox="1">
              <a:spLocks/>
            </p:cNvSpPr>
            <p:nvPr/>
          </p:nvSpPr>
          <p:spPr>
            <a:xfrm>
              <a:off x="732328" y="2920019"/>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p:txBody>
        </p:sp>
        <p:sp>
          <p:nvSpPr>
            <p:cNvPr id="40" name="TextBox 39">
              <a:extLst>
                <a:ext uri="{FF2B5EF4-FFF2-40B4-BE49-F238E27FC236}">
                  <a16:creationId xmlns:a16="http://schemas.microsoft.com/office/drawing/2014/main" id="{D9C1810D-BB3B-2781-5F5B-5DE76F9CEBCC}"/>
                </a:ext>
              </a:extLst>
            </p:cNvPr>
            <p:cNvSpPr txBox="1"/>
            <p:nvPr/>
          </p:nvSpPr>
          <p:spPr>
            <a:xfrm>
              <a:off x="4190249" y="2629029"/>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41" name="Left Brace 40">
              <a:extLst>
                <a:ext uri="{FF2B5EF4-FFF2-40B4-BE49-F238E27FC236}">
                  <a16:creationId xmlns:a16="http://schemas.microsoft.com/office/drawing/2014/main" id="{564C11C0-95B9-1798-6B0D-70E74342981A}"/>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1D4C5BA0-DB61-7A1C-DBF3-52591A1D10DE}"/>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 name="Group 5" descr="A queue with the value 2 included. There is a single node containing 2. Its next reference is null. The front and back pointers both reference this node containing 2.">
            <a:extLst>
              <a:ext uri="{FF2B5EF4-FFF2-40B4-BE49-F238E27FC236}">
                <a16:creationId xmlns:a16="http://schemas.microsoft.com/office/drawing/2014/main" id="{AAEEF8CC-1EF3-5AE5-F128-A6E22EC01EBC}"/>
              </a:ext>
            </a:extLst>
          </p:cNvPr>
          <p:cNvGrpSpPr/>
          <p:nvPr/>
        </p:nvGrpSpPr>
        <p:grpSpPr>
          <a:xfrm>
            <a:off x="3359611" y="5898471"/>
            <a:ext cx="4918595" cy="528320"/>
            <a:chOff x="838200" y="1508776"/>
            <a:chExt cx="4918595" cy="528320"/>
          </a:xfrm>
        </p:grpSpPr>
        <p:sp>
          <p:nvSpPr>
            <p:cNvPr id="7" name="Rectangle 6">
              <a:extLst>
                <a:ext uri="{FF2B5EF4-FFF2-40B4-BE49-F238E27FC236}">
                  <a16:creationId xmlns:a16="http://schemas.microsoft.com/office/drawing/2014/main" id="{AB4EB502-DFF5-6917-FCF6-7387D28E1A1C}"/>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sp>
          <p:nvSpPr>
            <p:cNvPr id="9" name="Rectangle 8">
              <a:extLst>
                <a:ext uri="{FF2B5EF4-FFF2-40B4-BE49-F238E27FC236}">
                  <a16:creationId xmlns:a16="http://schemas.microsoft.com/office/drawing/2014/main" id="{5337DB78-0E17-00A6-67C4-29EDA89A127B}"/>
                </a:ext>
              </a:extLst>
            </p:cNvPr>
            <p:cNvSpPr/>
            <p:nvPr/>
          </p:nvSpPr>
          <p:spPr>
            <a:xfrm>
              <a:off x="4806835" y="1508776"/>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grpSp>
          <p:nvGrpSpPr>
            <p:cNvPr id="11" name="Group 10">
              <a:extLst>
                <a:ext uri="{FF2B5EF4-FFF2-40B4-BE49-F238E27FC236}">
                  <a16:creationId xmlns:a16="http://schemas.microsoft.com/office/drawing/2014/main" id="{094F13B9-60D5-077E-15A4-469C6B0BAD27}"/>
                </a:ext>
              </a:extLst>
            </p:cNvPr>
            <p:cNvGrpSpPr/>
            <p:nvPr/>
          </p:nvGrpSpPr>
          <p:grpSpPr>
            <a:xfrm>
              <a:off x="2727960" y="1508776"/>
              <a:ext cx="1056640" cy="528320"/>
              <a:chOff x="8117840" y="4104640"/>
              <a:chExt cx="1056640" cy="528320"/>
            </a:xfrm>
          </p:grpSpPr>
          <p:sp>
            <p:nvSpPr>
              <p:cNvPr id="16" name="Rectangle 15">
                <a:extLst>
                  <a:ext uri="{FF2B5EF4-FFF2-40B4-BE49-F238E27FC236}">
                    <a16:creationId xmlns:a16="http://schemas.microsoft.com/office/drawing/2014/main" id="{0802F6A3-E9A8-5954-9C38-CCB5620F1E80}"/>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7" name="Rectangle 16">
                <a:extLst>
                  <a:ext uri="{FF2B5EF4-FFF2-40B4-BE49-F238E27FC236}">
                    <a16:creationId xmlns:a16="http://schemas.microsoft.com/office/drawing/2014/main" id="{8472B177-356A-CB8A-35C4-337C8E3F16A4}"/>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6" name="Straight Arrow Connector 25">
              <a:extLst>
                <a:ext uri="{FF2B5EF4-FFF2-40B4-BE49-F238E27FC236}">
                  <a16:creationId xmlns:a16="http://schemas.microsoft.com/office/drawing/2014/main" id="{C5F3E8C0-1ACE-CE78-25B2-C1B8F66A40FE}"/>
                </a:ext>
              </a:extLst>
            </p:cNvPr>
            <p:cNvCxnSpPr>
              <a:cxnSpLocks/>
              <a:endCxn id="16" idx="1"/>
            </p:cNvCxnSpPr>
            <p:nvPr/>
          </p:nvCxnSpPr>
          <p:spPr>
            <a:xfrm>
              <a:off x="1788160" y="1772936"/>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C3CAF0A-06E5-3F96-9D71-184D4DE4B21F}"/>
                </a:ext>
              </a:extLst>
            </p:cNvPr>
            <p:cNvCxnSpPr>
              <a:cxnSpLocks/>
              <a:stCxn id="9" idx="1"/>
              <a:endCxn id="17" idx="3"/>
            </p:cNvCxnSpPr>
            <p:nvPr/>
          </p:nvCxnSpPr>
          <p:spPr>
            <a:xfrm flipH="1">
              <a:off x="3784600" y="1772936"/>
              <a:ext cx="1022235"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5664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92911-38DC-1E6D-E379-30119B37B4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1C99E9-D4B1-C748-7403-A56BB3BA0C63}"/>
              </a:ext>
            </a:extLst>
          </p:cNvPr>
          <p:cNvSpPr>
            <a:spLocks noGrp="1"/>
          </p:cNvSpPr>
          <p:nvPr>
            <p:ph type="title"/>
          </p:nvPr>
        </p:nvSpPr>
        <p:spPr/>
        <p:txBody>
          <a:bodyPr/>
          <a:lstStyle/>
          <a:p>
            <a:r>
              <a:rPr lang="en-US" dirty="0"/>
              <a:t>Thread 1 – remaining lines</a:t>
            </a:r>
          </a:p>
        </p:txBody>
      </p:sp>
      <p:sp>
        <p:nvSpPr>
          <p:cNvPr id="4" name="TextBox 3">
            <a:extLst>
              <a:ext uri="{FF2B5EF4-FFF2-40B4-BE49-F238E27FC236}">
                <a16:creationId xmlns:a16="http://schemas.microsoft.com/office/drawing/2014/main" id="{FC791B17-5542-5D5F-DA9C-4CCFCCCAA899}"/>
              </a:ext>
            </a:extLst>
          </p:cNvPr>
          <p:cNvSpPr txBox="1"/>
          <p:nvPr/>
        </p:nvSpPr>
        <p:spPr>
          <a:xfrm>
            <a:off x="7278255" y="389257"/>
            <a:ext cx="4165599" cy="1200329"/>
          </a:xfrm>
          <a:prstGeom prst="rect">
            <a:avLst/>
          </a:prstGeom>
          <a:noFill/>
          <a:ln>
            <a:solidFill>
              <a:schemeClr val="tx1"/>
            </a:solidFill>
          </a:ln>
        </p:spPr>
        <p:txBody>
          <a:bodyPr wrap="square" rtlCol="0">
            <a:spAutoFit/>
          </a:bodyPr>
          <a:lstStyle/>
          <a:p>
            <a:r>
              <a:rPr lang="en-US" dirty="0"/>
              <a:t>Thread 1 has decided the queue is empty</a:t>
            </a:r>
          </a:p>
          <a:p>
            <a:r>
              <a:rPr lang="en-US" dirty="0"/>
              <a:t>Meanwhile, thread 2 enqueues 2</a:t>
            </a:r>
          </a:p>
          <a:p>
            <a:r>
              <a:rPr lang="en-US" dirty="0"/>
              <a:t>Thread 1 continues as if the queue is still empty, overwriting Thread 2’s work</a:t>
            </a:r>
          </a:p>
        </p:txBody>
      </p:sp>
      <p:grpSp>
        <p:nvGrpSpPr>
          <p:cNvPr id="15" name="Group 14" descr="Finally we complete the rest of thread 1. Because we had already entered the body of the if statement, the code behaves as if the queue was empty, and so we create a new node and set the front and back pointers to both reference this new node. The causes the node containing 2 to be garbage collected, and so the final queue contains only the value 1.">
            <a:extLst>
              <a:ext uri="{FF2B5EF4-FFF2-40B4-BE49-F238E27FC236}">
                <a16:creationId xmlns:a16="http://schemas.microsoft.com/office/drawing/2014/main" id="{CD2085A9-880C-5445-E142-80D107D35EE8}"/>
              </a:ext>
            </a:extLst>
          </p:cNvPr>
          <p:cNvGrpSpPr/>
          <p:nvPr/>
        </p:nvGrpSpPr>
        <p:grpSpPr>
          <a:xfrm>
            <a:off x="732328" y="1626138"/>
            <a:ext cx="10037272" cy="3981926"/>
            <a:chOff x="732328" y="2629029"/>
            <a:chExt cx="10037272" cy="3981926"/>
          </a:xfrm>
        </p:grpSpPr>
        <p:sp>
          <p:nvSpPr>
            <p:cNvPr id="34" name="Content Placeholder 2">
              <a:extLst>
                <a:ext uri="{FF2B5EF4-FFF2-40B4-BE49-F238E27FC236}">
                  <a16:creationId xmlns:a16="http://schemas.microsoft.com/office/drawing/2014/main" id="{CC8DECD1-895E-D68C-B141-B2E311C8F60B}"/>
                </a:ext>
              </a:extLst>
            </p:cNvPr>
            <p:cNvSpPr txBox="1">
              <a:spLocks/>
            </p:cNvSpPr>
            <p:nvPr/>
          </p:nvSpPr>
          <p:spPr>
            <a:xfrm>
              <a:off x="6288001" y="2920019"/>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r>
                <a:rPr lang="en-US" b="1" strike="sngStrike" dirty="0"/>
                <a:t>		back = new Node(x); </a:t>
              </a:r>
            </a:p>
            <a:p>
              <a:pPr marL="0" indent="0">
                <a:buFont typeface="Arial" panose="020B0604020202020204" pitchFamily="34" charset="0"/>
                <a:buNone/>
              </a:pPr>
              <a:r>
                <a:rPr lang="en-US" b="1" strike="sngStrike" dirty="0"/>
                <a:t>		front = back;</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	else { </a:t>
              </a:r>
            </a:p>
            <a:p>
              <a:pPr marL="0" indent="0">
                <a:buFont typeface="Arial" panose="020B0604020202020204" pitchFamily="34" charset="0"/>
                <a:buNone/>
              </a:pPr>
              <a:r>
                <a:rPr lang="en-US" b="1" strike="sngStrike" dirty="0"/>
                <a:t>		</a:t>
              </a:r>
              <a:r>
                <a:rPr lang="en-US" b="1" strike="sngStrike" dirty="0" err="1"/>
                <a:t>back.next</a:t>
              </a:r>
              <a:r>
                <a:rPr lang="en-US" b="1" strike="sngStrike" dirty="0"/>
                <a:t> = new Node(x); </a:t>
              </a:r>
            </a:p>
            <a:p>
              <a:pPr marL="0" indent="0">
                <a:buFont typeface="Arial" panose="020B0604020202020204" pitchFamily="34" charset="0"/>
                <a:buNone/>
              </a:pPr>
              <a:r>
                <a:rPr lang="en-US" b="1" strike="sngStrike" dirty="0"/>
                <a:t>		back = </a:t>
              </a:r>
              <a:r>
                <a:rPr lang="en-US" b="1" strike="sngStrike" dirty="0" err="1"/>
                <a:t>back.next</a:t>
              </a:r>
              <a:r>
                <a:rPr lang="en-US" b="1" strike="sngStrike" dirty="0"/>
                <a:t>; </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E25CDDDE-EF93-813B-B4F7-D6ADE9D95D88}"/>
                </a:ext>
              </a:extLst>
            </p:cNvPr>
            <p:cNvSpPr txBox="1"/>
            <p:nvPr/>
          </p:nvSpPr>
          <p:spPr>
            <a:xfrm>
              <a:off x="9745922" y="2629029"/>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9" name="Content Placeholder 2">
              <a:extLst>
                <a:ext uri="{FF2B5EF4-FFF2-40B4-BE49-F238E27FC236}">
                  <a16:creationId xmlns:a16="http://schemas.microsoft.com/office/drawing/2014/main" id="{E7686F63-0A25-C02E-9A08-2ED6268AE6E1}"/>
                </a:ext>
              </a:extLst>
            </p:cNvPr>
            <p:cNvSpPr txBox="1">
              <a:spLocks/>
            </p:cNvSpPr>
            <p:nvPr/>
          </p:nvSpPr>
          <p:spPr>
            <a:xfrm>
              <a:off x="732328" y="2920019"/>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a:t>
              </a:r>
              <a:r>
                <a:rPr lang="en-US" b="1" strike="sngStrike" dirty="0"/>
                <a:t>back = new Node(x); </a:t>
              </a:r>
            </a:p>
            <a:p>
              <a:pPr marL="0" indent="0">
                <a:buFont typeface="Arial" panose="020B0604020202020204" pitchFamily="34" charset="0"/>
                <a:buNone/>
              </a:pPr>
              <a:r>
                <a:rPr lang="en-US" b="1" strike="sngStrike" dirty="0"/>
                <a:t>		front = back;</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	else { </a:t>
              </a:r>
            </a:p>
            <a:p>
              <a:pPr marL="0" indent="0">
                <a:buFont typeface="Arial" panose="020B0604020202020204" pitchFamily="34" charset="0"/>
                <a:buNone/>
              </a:pPr>
              <a:r>
                <a:rPr lang="en-US" b="1" strike="sngStrike" dirty="0"/>
                <a:t>		</a:t>
              </a:r>
              <a:r>
                <a:rPr lang="en-US" b="1" strike="sngStrike" dirty="0" err="1"/>
                <a:t>back.next</a:t>
              </a:r>
              <a:r>
                <a:rPr lang="en-US" b="1" strike="sngStrike" dirty="0"/>
                <a:t> = new Node(x); </a:t>
              </a:r>
            </a:p>
            <a:p>
              <a:pPr marL="0" indent="0">
                <a:buFont typeface="Arial" panose="020B0604020202020204" pitchFamily="34" charset="0"/>
                <a:buNone/>
              </a:pPr>
              <a:r>
                <a:rPr lang="en-US" b="1" strike="sngStrike" dirty="0"/>
                <a:t>		back = </a:t>
              </a:r>
              <a:r>
                <a:rPr lang="en-US" b="1" strike="sngStrike" dirty="0" err="1"/>
                <a:t>back.next</a:t>
              </a:r>
              <a:r>
                <a:rPr lang="en-US" b="1" strike="sngStrike" dirty="0"/>
                <a:t>; </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 </a:t>
              </a:r>
            </a:p>
          </p:txBody>
        </p:sp>
        <p:sp>
          <p:nvSpPr>
            <p:cNvPr id="40" name="TextBox 39">
              <a:extLst>
                <a:ext uri="{FF2B5EF4-FFF2-40B4-BE49-F238E27FC236}">
                  <a16:creationId xmlns:a16="http://schemas.microsoft.com/office/drawing/2014/main" id="{11444953-DBCB-47F1-A02C-9CA403DCF3AE}"/>
                </a:ext>
              </a:extLst>
            </p:cNvPr>
            <p:cNvSpPr txBox="1"/>
            <p:nvPr/>
          </p:nvSpPr>
          <p:spPr>
            <a:xfrm>
              <a:off x="4190249" y="2629029"/>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41" name="Left Brace 40">
              <a:extLst>
                <a:ext uri="{FF2B5EF4-FFF2-40B4-BE49-F238E27FC236}">
                  <a16:creationId xmlns:a16="http://schemas.microsoft.com/office/drawing/2014/main" id="{83EA8621-D1A8-C7B3-38AB-8A6276264452}"/>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125D9C66-6DA1-4C62-74C3-DC716B86E77D}"/>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Group 2" descr="A queue with the value 2 included. There is a single node containing 2. Its next reference is null. The front and back pointers both reference this node containing 2.">
            <a:extLst>
              <a:ext uri="{FF2B5EF4-FFF2-40B4-BE49-F238E27FC236}">
                <a16:creationId xmlns:a16="http://schemas.microsoft.com/office/drawing/2014/main" id="{709774E0-CB5D-9755-F1AE-F8D8478A9B60}"/>
              </a:ext>
            </a:extLst>
          </p:cNvPr>
          <p:cNvGrpSpPr/>
          <p:nvPr/>
        </p:nvGrpSpPr>
        <p:grpSpPr>
          <a:xfrm>
            <a:off x="3359611" y="5898471"/>
            <a:ext cx="4918595" cy="528320"/>
            <a:chOff x="838200" y="1508776"/>
            <a:chExt cx="4918595" cy="528320"/>
          </a:xfrm>
        </p:grpSpPr>
        <p:sp>
          <p:nvSpPr>
            <p:cNvPr id="5" name="Rectangle 4">
              <a:extLst>
                <a:ext uri="{FF2B5EF4-FFF2-40B4-BE49-F238E27FC236}">
                  <a16:creationId xmlns:a16="http://schemas.microsoft.com/office/drawing/2014/main" id="{E3424C8B-452A-DE65-33EB-B4D650FFAD63}"/>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sp>
          <p:nvSpPr>
            <p:cNvPr id="6" name="Rectangle 5">
              <a:extLst>
                <a:ext uri="{FF2B5EF4-FFF2-40B4-BE49-F238E27FC236}">
                  <a16:creationId xmlns:a16="http://schemas.microsoft.com/office/drawing/2014/main" id="{19C7892C-6D31-E3E8-A602-B2BDC676AE37}"/>
                </a:ext>
              </a:extLst>
            </p:cNvPr>
            <p:cNvSpPr/>
            <p:nvPr/>
          </p:nvSpPr>
          <p:spPr>
            <a:xfrm>
              <a:off x="4806835" y="1508776"/>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grpSp>
          <p:nvGrpSpPr>
            <p:cNvPr id="8" name="Group 7">
              <a:extLst>
                <a:ext uri="{FF2B5EF4-FFF2-40B4-BE49-F238E27FC236}">
                  <a16:creationId xmlns:a16="http://schemas.microsoft.com/office/drawing/2014/main" id="{F578A044-54B4-95F1-612E-2681E548F54D}"/>
                </a:ext>
              </a:extLst>
            </p:cNvPr>
            <p:cNvGrpSpPr/>
            <p:nvPr/>
          </p:nvGrpSpPr>
          <p:grpSpPr>
            <a:xfrm>
              <a:off x="2727960" y="1508776"/>
              <a:ext cx="1056640" cy="528320"/>
              <a:chOff x="8117840" y="4104640"/>
              <a:chExt cx="1056640" cy="528320"/>
            </a:xfrm>
          </p:grpSpPr>
          <p:sp>
            <p:nvSpPr>
              <p:cNvPr id="13" name="Rectangle 12">
                <a:extLst>
                  <a:ext uri="{FF2B5EF4-FFF2-40B4-BE49-F238E27FC236}">
                    <a16:creationId xmlns:a16="http://schemas.microsoft.com/office/drawing/2014/main" id="{9D9B449B-F18D-1CF4-E28C-FFD52F8E8A3F}"/>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4" name="Rectangle 13">
                <a:extLst>
                  <a:ext uri="{FF2B5EF4-FFF2-40B4-BE49-F238E27FC236}">
                    <a16:creationId xmlns:a16="http://schemas.microsoft.com/office/drawing/2014/main" id="{8F2593BC-6EDF-A1E8-708A-C2ADC88A70B6}"/>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Straight Arrow Connector 9">
              <a:extLst>
                <a:ext uri="{FF2B5EF4-FFF2-40B4-BE49-F238E27FC236}">
                  <a16:creationId xmlns:a16="http://schemas.microsoft.com/office/drawing/2014/main" id="{0F83FAEE-FBA9-4874-4525-0A4C657DADA3}"/>
                </a:ext>
              </a:extLst>
            </p:cNvPr>
            <p:cNvCxnSpPr>
              <a:cxnSpLocks/>
              <a:endCxn id="13" idx="1"/>
            </p:cNvCxnSpPr>
            <p:nvPr/>
          </p:nvCxnSpPr>
          <p:spPr>
            <a:xfrm>
              <a:off x="1788160" y="1772936"/>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3F49352-3251-8CEE-CCE6-B41079E1A66B}"/>
                </a:ext>
              </a:extLst>
            </p:cNvPr>
            <p:cNvCxnSpPr>
              <a:cxnSpLocks/>
              <a:stCxn id="6" idx="1"/>
              <a:endCxn id="14" idx="3"/>
            </p:cNvCxnSpPr>
            <p:nvPr/>
          </p:nvCxnSpPr>
          <p:spPr>
            <a:xfrm flipH="1">
              <a:off x="3784600" y="1772936"/>
              <a:ext cx="1022235"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00626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3ECE2-9CC3-DF86-BABE-D4BE2D4AB901}"/>
              </a:ext>
            </a:extLst>
          </p:cNvPr>
          <p:cNvSpPr>
            <a:spLocks noGrp="1"/>
          </p:cNvSpPr>
          <p:nvPr>
            <p:ph type="title"/>
          </p:nvPr>
        </p:nvSpPr>
        <p:spPr/>
        <p:txBody>
          <a:bodyPr/>
          <a:lstStyle/>
          <a:p>
            <a:r>
              <a:rPr lang="en-US" dirty="0"/>
              <a:t>Concurrent Programming</a:t>
            </a:r>
          </a:p>
        </p:txBody>
      </p:sp>
      <p:sp>
        <p:nvSpPr>
          <p:cNvPr id="3" name="Content Placeholder 2">
            <a:extLst>
              <a:ext uri="{FF2B5EF4-FFF2-40B4-BE49-F238E27FC236}">
                <a16:creationId xmlns:a16="http://schemas.microsoft.com/office/drawing/2014/main" id="{5B919A95-C324-F33C-8E0D-40758B326B9A}"/>
              </a:ext>
            </a:extLst>
          </p:cNvPr>
          <p:cNvSpPr>
            <a:spLocks noGrp="1"/>
          </p:cNvSpPr>
          <p:nvPr>
            <p:ph idx="1"/>
          </p:nvPr>
        </p:nvSpPr>
        <p:spPr/>
        <p:txBody>
          <a:bodyPr>
            <a:normAutofit lnSpcReduction="10000"/>
          </a:bodyPr>
          <a:lstStyle/>
          <a:p>
            <a:r>
              <a:rPr lang="en-US" dirty="0"/>
              <a:t>Concurrency: </a:t>
            </a:r>
          </a:p>
          <a:p>
            <a:pPr lvl="1"/>
            <a:r>
              <a:rPr lang="en-US" dirty="0"/>
              <a:t>Correctly and efficiently managing access to shared resources across multiple possibly-simultaneous tasks</a:t>
            </a:r>
          </a:p>
          <a:p>
            <a:r>
              <a:rPr lang="en-US" dirty="0"/>
              <a:t>Requires synchronization to avoid incorrect simultaneous access</a:t>
            </a:r>
          </a:p>
          <a:p>
            <a:pPr lvl="1"/>
            <a:r>
              <a:rPr lang="en-US" dirty="0"/>
              <a:t>Use some way of “blocking” other tasks from using a resource when another modifies it or makes decisions based on its state</a:t>
            </a:r>
          </a:p>
          <a:p>
            <a:pPr lvl="1"/>
            <a:r>
              <a:rPr lang="en-US" dirty="0"/>
              <a:t>That blocking task will free up the resource when it’s done</a:t>
            </a:r>
          </a:p>
          <a:p>
            <a:r>
              <a:rPr lang="en-US" dirty="0"/>
              <a:t>Warning:</a:t>
            </a:r>
          </a:p>
          <a:p>
            <a:pPr lvl="1"/>
            <a:r>
              <a:rPr lang="en-US" dirty="0"/>
              <a:t>Because we have no control over when threads are scheduled by the OS, even correct implementations are highly non-deterministic</a:t>
            </a:r>
          </a:p>
          <a:p>
            <a:pPr lvl="1"/>
            <a:r>
              <a:rPr lang="en-US" dirty="0"/>
              <a:t>Errors are hard to reproduce, which complicates debugging</a:t>
            </a:r>
          </a:p>
          <a:p>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B6E05EF2-B5A9-1847-16C9-0F9A768ECFF5}"/>
                  </a:ext>
                </a:extLst>
              </p14:cNvPr>
              <p14:cNvContentPartPr/>
              <p14:nvPr/>
            </p14:nvContentPartPr>
            <p14:xfrm>
              <a:off x="436320" y="1616400"/>
              <a:ext cx="4759920" cy="2961000"/>
            </p14:xfrm>
          </p:contentPart>
        </mc:Choice>
        <mc:Fallback>
          <p:pic>
            <p:nvPicPr>
              <p:cNvPr id="4" name="Ink 3">
                <a:extLst>
                  <a:ext uri="{FF2B5EF4-FFF2-40B4-BE49-F238E27FC236}">
                    <a16:creationId xmlns:a16="http://schemas.microsoft.com/office/drawing/2014/main" id="{B6E05EF2-B5A9-1847-16C9-0F9A768ECFF5}"/>
                  </a:ext>
                </a:extLst>
              </p:cNvPr>
              <p:cNvPicPr/>
              <p:nvPr/>
            </p:nvPicPr>
            <p:blipFill>
              <a:blip r:embed="rId3"/>
              <a:stretch>
                <a:fillRect/>
              </a:stretch>
            </p:blipFill>
            <p:spPr>
              <a:xfrm>
                <a:off x="426960" y="1607040"/>
                <a:ext cx="4778640" cy="2979720"/>
              </a:xfrm>
              <a:prstGeom prst="rect">
                <a:avLst/>
              </a:prstGeom>
            </p:spPr>
          </p:pic>
        </mc:Fallback>
      </mc:AlternateContent>
    </p:spTree>
    <p:extLst>
      <p:ext uri="{BB962C8B-B14F-4D97-AF65-F5344CB8AC3E}">
        <p14:creationId xmlns:p14="http://schemas.microsoft.com/office/powerpoint/2010/main" val="3154095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0080A-80A6-F4EC-185D-CA6DDF5AE918}"/>
              </a:ext>
            </a:extLst>
          </p:cNvPr>
          <p:cNvSpPr>
            <a:spLocks noGrp="1"/>
          </p:cNvSpPr>
          <p:nvPr>
            <p:ph type="title"/>
          </p:nvPr>
        </p:nvSpPr>
        <p:spPr/>
        <p:txBody>
          <a:bodyPr/>
          <a:lstStyle/>
          <a:p>
            <a:r>
              <a:rPr lang="en-US" dirty="0"/>
              <a:t>Analogue Example – Data Race</a:t>
            </a:r>
          </a:p>
        </p:txBody>
      </p:sp>
      <p:sp>
        <p:nvSpPr>
          <p:cNvPr id="3" name="Content Placeholder 2">
            <a:extLst>
              <a:ext uri="{FF2B5EF4-FFF2-40B4-BE49-F238E27FC236}">
                <a16:creationId xmlns:a16="http://schemas.microsoft.com/office/drawing/2014/main" id="{7479C2D5-5A64-4902-8AD7-35A11A4386FF}"/>
              </a:ext>
            </a:extLst>
          </p:cNvPr>
          <p:cNvSpPr>
            <a:spLocks noGrp="1"/>
          </p:cNvSpPr>
          <p:nvPr>
            <p:ph idx="1"/>
          </p:nvPr>
        </p:nvSpPr>
        <p:spPr/>
        <p:txBody>
          <a:bodyPr/>
          <a:lstStyle/>
          <a:p>
            <a:pPr marL="514350" indent="-514350">
              <a:buFont typeface="+mj-lt"/>
              <a:buAutoNum type="arabicPeriod"/>
            </a:pPr>
            <a:r>
              <a:rPr lang="en-US" dirty="0"/>
              <a:t>Clap ten times</a:t>
            </a:r>
          </a:p>
          <a:p>
            <a:pPr marL="514350" indent="-514350">
              <a:buFont typeface="+mj-lt"/>
              <a:buAutoNum type="arabicPeriod"/>
            </a:pPr>
            <a:r>
              <a:rPr lang="en-US" dirty="0"/>
              <a:t>Erase the contents of the box</a:t>
            </a:r>
          </a:p>
          <a:p>
            <a:pPr marL="514350" indent="-514350">
              <a:buFont typeface="+mj-lt"/>
              <a:buAutoNum type="arabicPeriod"/>
            </a:pPr>
            <a:r>
              <a:rPr lang="en-US" dirty="0"/>
              <a:t>Write your name in the box, </a:t>
            </a:r>
          </a:p>
          <a:p>
            <a:pPr marL="457200" lvl="1" indent="0">
              <a:buNone/>
            </a:pPr>
            <a:r>
              <a:rPr lang="en-US" dirty="0"/>
              <a:t>pausing 2 seconds between letters</a:t>
            </a:r>
          </a:p>
          <a:p>
            <a:pPr marL="514350" indent="-514350">
              <a:buFont typeface="+mj-lt"/>
              <a:buAutoNum type="arabicPeriod"/>
            </a:pPr>
            <a:r>
              <a:rPr lang="en-US" dirty="0"/>
              <a:t>Wave your arms in the air</a:t>
            </a:r>
          </a:p>
          <a:p>
            <a:pPr marL="514350" indent="-514350">
              <a:buFont typeface="+mj-lt"/>
              <a:buAutoNum type="arabicPeriod"/>
            </a:pPr>
            <a:endParaRPr lang="en-US" dirty="0"/>
          </a:p>
        </p:txBody>
      </p:sp>
    </p:spTree>
    <p:extLst>
      <p:ext uri="{BB962C8B-B14F-4D97-AF65-F5344CB8AC3E}">
        <p14:creationId xmlns:p14="http://schemas.microsoft.com/office/powerpoint/2010/main" val="4003104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188F7-8470-2FB0-3F58-0663210555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1CC10C-B593-0AF5-AFE1-B583940AF0DA}"/>
              </a:ext>
            </a:extLst>
          </p:cNvPr>
          <p:cNvSpPr>
            <a:spLocks noGrp="1"/>
          </p:cNvSpPr>
          <p:nvPr>
            <p:ph type="title"/>
          </p:nvPr>
        </p:nvSpPr>
        <p:spPr/>
        <p:txBody>
          <a:bodyPr/>
          <a:lstStyle/>
          <a:p>
            <a:r>
              <a:rPr lang="en-US" dirty="0"/>
              <a:t>Analogue Example – With “Mutual Exclusion”</a:t>
            </a:r>
          </a:p>
        </p:txBody>
      </p:sp>
      <p:sp>
        <p:nvSpPr>
          <p:cNvPr id="3" name="Content Placeholder 2">
            <a:extLst>
              <a:ext uri="{FF2B5EF4-FFF2-40B4-BE49-F238E27FC236}">
                <a16:creationId xmlns:a16="http://schemas.microsoft.com/office/drawing/2014/main" id="{C054146F-AD1E-FC77-4919-A6BBBABA28C2}"/>
              </a:ext>
            </a:extLst>
          </p:cNvPr>
          <p:cNvSpPr>
            <a:spLocks noGrp="1"/>
          </p:cNvSpPr>
          <p:nvPr>
            <p:ph idx="1"/>
          </p:nvPr>
        </p:nvSpPr>
        <p:spPr/>
        <p:txBody>
          <a:bodyPr/>
          <a:lstStyle/>
          <a:p>
            <a:pPr marL="514350" indent="-514350">
              <a:buFont typeface="+mj-lt"/>
              <a:buAutoNum type="arabicPeriod"/>
            </a:pPr>
            <a:r>
              <a:rPr lang="en-US" dirty="0"/>
              <a:t>Clap ten times</a:t>
            </a:r>
          </a:p>
          <a:p>
            <a:pPr marL="514350" indent="-514350">
              <a:buFont typeface="+mj-lt"/>
              <a:buAutoNum type="arabicPeriod"/>
            </a:pPr>
            <a:r>
              <a:rPr lang="en-US" b="1" dirty="0"/>
              <a:t>Pick up the trident</a:t>
            </a:r>
          </a:p>
          <a:p>
            <a:pPr marL="514350" indent="-514350">
              <a:buFont typeface="+mj-lt"/>
              <a:buAutoNum type="arabicPeriod"/>
            </a:pPr>
            <a:r>
              <a:rPr lang="en-US" dirty="0"/>
              <a:t>Erase the contents of the box</a:t>
            </a:r>
          </a:p>
          <a:p>
            <a:pPr marL="514350" indent="-514350">
              <a:buFont typeface="+mj-lt"/>
              <a:buAutoNum type="arabicPeriod"/>
            </a:pPr>
            <a:r>
              <a:rPr lang="en-US" dirty="0"/>
              <a:t>Write your name in the box, </a:t>
            </a:r>
          </a:p>
          <a:p>
            <a:pPr marL="457200" lvl="1" indent="0">
              <a:buNone/>
            </a:pPr>
            <a:r>
              <a:rPr lang="en-US" dirty="0"/>
              <a:t>pausing 2 seconds between letters</a:t>
            </a:r>
          </a:p>
          <a:p>
            <a:pPr marL="514350" indent="-514350">
              <a:buFont typeface="+mj-lt"/>
              <a:buAutoNum type="arabicPeriod"/>
            </a:pPr>
            <a:r>
              <a:rPr lang="en-US" b="1" dirty="0"/>
              <a:t>Put down the trident</a:t>
            </a:r>
          </a:p>
          <a:p>
            <a:pPr marL="514350" indent="-514350">
              <a:buFont typeface="+mj-lt"/>
              <a:buAutoNum type="arabicPeriod"/>
            </a:pPr>
            <a:r>
              <a:rPr lang="en-US" dirty="0"/>
              <a:t>Wave your arms in the air</a:t>
            </a:r>
          </a:p>
          <a:p>
            <a:pPr marL="514350" indent="-514350">
              <a:buFont typeface="+mj-lt"/>
              <a:buAutoNum type="arabicPeriod"/>
            </a:pPr>
            <a:endParaRPr lang="en-US" dirty="0"/>
          </a:p>
        </p:txBody>
      </p:sp>
      <p:sp>
        <p:nvSpPr>
          <p:cNvPr id="4" name="TextBox 3">
            <a:extLst>
              <a:ext uri="{FF2B5EF4-FFF2-40B4-BE49-F238E27FC236}">
                <a16:creationId xmlns:a16="http://schemas.microsoft.com/office/drawing/2014/main" id="{71C7E461-003B-7375-D404-8ECBC044E487}"/>
              </a:ext>
            </a:extLst>
          </p:cNvPr>
          <p:cNvSpPr txBox="1"/>
          <p:nvPr/>
        </p:nvSpPr>
        <p:spPr>
          <a:xfrm>
            <a:off x="6992984" y="1690688"/>
            <a:ext cx="4820326" cy="5078313"/>
          </a:xfrm>
          <a:prstGeom prst="rect">
            <a:avLst/>
          </a:prstGeom>
          <a:noFill/>
          <a:ln>
            <a:solidFill>
              <a:schemeClr val="accent1"/>
            </a:solidFill>
          </a:ln>
        </p:spPr>
        <p:txBody>
          <a:bodyPr wrap="square" rtlCol="0">
            <a:spAutoFit/>
          </a:bodyPr>
          <a:lstStyle/>
          <a:p>
            <a:r>
              <a:rPr lang="en-US" dirty="0">
                <a:solidFill>
                  <a:schemeClr val="accent1">
                    <a:lumMod val="75000"/>
                  </a:schemeClr>
                </a:solidFill>
              </a:rPr>
              <a:t>There is only one trident, so no two threads (both executing this same code) can execute lines 3 and 4 at the same time. </a:t>
            </a:r>
          </a:p>
          <a:p>
            <a:endParaRPr lang="en-US" dirty="0">
              <a:solidFill>
                <a:schemeClr val="accent1">
                  <a:lumMod val="75000"/>
                </a:schemeClr>
              </a:solidFill>
            </a:endParaRPr>
          </a:p>
          <a:p>
            <a:r>
              <a:rPr lang="en-US" dirty="0">
                <a:solidFill>
                  <a:schemeClr val="accent1">
                    <a:lumMod val="75000"/>
                  </a:schemeClr>
                </a:solidFill>
              </a:rPr>
              <a:t>After one thread gets the trident, all other threads must wait at line 2 for the trident to become available.</a:t>
            </a:r>
          </a:p>
          <a:p>
            <a:endParaRPr lang="en-US" dirty="0">
              <a:solidFill>
                <a:schemeClr val="accent1">
                  <a:lumMod val="75000"/>
                </a:schemeClr>
              </a:solidFill>
            </a:endParaRPr>
          </a:p>
          <a:p>
            <a:r>
              <a:rPr lang="en-US" dirty="0">
                <a:solidFill>
                  <a:schemeClr val="accent1">
                    <a:lumMod val="75000"/>
                  </a:schemeClr>
                </a:solidFill>
              </a:rPr>
              <a:t>The trident causes any one thread to “lock out” (exclude) all other threads from lines 3 and 4, so this is called “mutual exclusion”.</a:t>
            </a:r>
          </a:p>
          <a:p>
            <a:endParaRPr lang="en-US" dirty="0">
              <a:solidFill>
                <a:schemeClr val="accent1">
                  <a:lumMod val="75000"/>
                </a:schemeClr>
              </a:solidFill>
            </a:endParaRPr>
          </a:p>
          <a:p>
            <a:r>
              <a:rPr lang="en-US" dirty="0">
                <a:solidFill>
                  <a:schemeClr val="accent1">
                    <a:lumMod val="75000"/>
                  </a:schemeClr>
                </a:solidFill>
              </a:rPr>
              <a:t>The trident itself we call a “lock”, “mutual exclusion lock”, or “mutex”.</a:t>
            </a:r>
          </a:p>
          <a:p>
            <a:endParaRPr lang="en-US" dirty="0">
              <a:solidFill>
                <a:schemeClr val="accent1">
                  <a:lumMod val="75000"/>
                </a:schemeClr>
              </a:solidFill>
            </a:endParaRPr>
          </a:p>
          <a:p>
            <a:r>
              <a:rPr lang="en-US" dirty="0">
                <a:solidFill>
                  <a:schemeClr val="accent1">
                    <a:lumMod val="75000"/>
                  </a:schemeClr>
                </a:solidFill>
              </a:rPr>
              <a:t>The code for which the trident ensures mutual exclusion (lines 3 and 4) is called the “critical section” for that lock.</a:t>
            </a:r>
          </a:p>
        </p:txBody>
      </p:sp>
    </p:spTree>
    <p:extLst>
      <p:ext uri="{BB962C8B-B14F-4D97-AF65-F5344CB8AC3E}">
        <p14:creationId xmlns:p14="http://schemas.microsoft.com/office/powerpoint/2010/main" val="2820800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9DB785C-A820-1E10-DAF8-AE222DA20480}"/>
              </a:ext>
              <a:ext uri="{C183D7F6-B498-43B3-948B-1728B52AA6E4}">
                <adec:decorative xmlns:adec="http://schemas.microsoft.com/office/drawing/2017/decorative" val="1"/>
              </a:ext>
            </a:extLst>
          </p:cNvPr>
          <p:cNvSpPr/>
          <p:nvPr/>
        </p:nvSpPr>
        <p:spPr>
          <a:xfrm>
            <a:off x="1087120" y="3788229"/>
            <a:ext cx="7711440" cy="2229393"/>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Bank Account Example</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fontScale="77500" lnSpcReduction="20000"/>
          </a:bodyPr>
          <a:lstStyle/>
          <a:p>
            <a:r>
              <a:rPr lang="en-US" dirty="0"/>
              <a:t>The following code implements a bank account object correctly for a synchronized situation</a:t>
            </a:r>
          </a:p>
          <a:p>
            <a:r>
              <a:rPr lang="en-US" dirty="0"/>
              <a:t>Assume the initial balance is 150</a:t>
            </a:r>
          </a:p>
          <a:p>
            <a:endParaRPr lang="en-US" dirty="0"/>
          </a:p>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int withdraw(int amount) { </a:t>
            </a:r>
          </a:p>
          <a:p>
            <a:pPr marL="0" indent="0">
              <a:buNone/>
            </a:pPr>
            <a:r>
              <a:rPr lang="en-US" dirty="0"/>
              <a:t>		int b = </a:t>
            </a:r>
            <a:r>
              <a:rPr lang="en-US" dirty="0" err="1"/>
              <a:t>getBalance</a:t>
            </a:r>
            <a:r>
              <a:rPr lang="en-US" dirty="0"/>
              <a:t>(); </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p>
          <a:p>
            <a:pPr marL="0" indent="0">
              <a:buNone/>
            </a:pPr>
            <a:r>
              <a:rPr lang="en-US" dirty="0"/>
              <a:t>		return amount; } </a:t>
            </a:r>
          </a:p>
          <a:p>
            <a:pPr marL="0" indent="0">
              <a:buNone/>
            </a:pPr>
            <a:r>
              <a:rPr lang="en-US" dirty="0"/>
              <a:t>	// other operations like deposit, etc. </a:t>
            </a:r>
          </a:p>
          <a:p>
            <a:pPr marL="0" indent="0">
              <a:buNone/>
            </a:pPr>
            <a:r>
              <a:rPr lang="en-US" dirty="0"/>
              <a:t>} </a:t>
            </a:r>
          </a:p>
        </p:txBody>
      </p:sp>
      <p:grpSp>
        <p:nvGrpSpPr>
          <p:cNvPr id="7" name="Group 6" descr="Suppose we have an itial balance of 150 and call the code&#10;withdraw(100);&#10;withdraw(75);&#10;&#10;What happens?&#10;">
            <a:extLst>
              <a:ext uri="{FF2B5EF4-FFF2-40B4-BE49-F238E27FC236}">
                <a16:creationId xmlns:a16="http://schemas.microsoft.com/office/drawing/2014/main" id="{54DE38CE-2403-8299-6B0D-996A31732FE0}"/>
              </a:ext>
            </a:extLst>
          </p:cNvPr>
          <p:cNvGrpSpPr/>
          <p:nvPr/>
        </p:nvGrpSpPr>
        <p:grpSpPr>
          <a:xfrm>
            <a:off x="9540239" y="2265680"/>
            <a:ext cx="2165658" cy="1163320"/>
            <a:chOff x="9540239" y="2265680"/>
            <a:chExt cx="2165658" cy="1163320"/>
          </a:xfrm>
        </p:grpSpPr>
        <p:sp>
          <p:nvSpPr>
            <p:cNvPr id="5" name="Rectangle 4" descr="Suppose we call the">
              <a:extLst>
                <a:ext uri="{FF2B5EF4-FFF2-40B4-BE49-F238E27FC236}">
                  <a16:creationId xmlns:a16="http://schemas.microsoft.com/office/drawing/2014/main" id="{DBEFDB0C-B099-09B5-232E-F0FD7B01BA79}"/>
                </a:ext>
              </a:extLst>
            </p:cNvPr>
            <p:cNvSpPr/>
            <p:nvPr/>
          </p:nvSpPr>
          <p:spPr>
            <a:xfrm>
              <a:off x="9540239" y="2572861"/>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a:p>
              <a:r>
                <a:rPr lang="en-US" dirty="0">
                  <a:solidFill>
                    <a:schemeClr val="tx1"/>
                  </a:solidFill>
                </a:rPr>
                <a:t>withdraw(75)</a:t>
              </a:r>
            </a:p>
          </p:txBody>
        </p:sp>
        <p:sp>
          <p:nvSpPr>
            <p:cNvPr id="6" name="TextBox 5">
              <a:extLst>
                <a:ext uri="{FF2B5EF4-FFF2-40B4-BE49-F238E27FC236}">
                  <a16:creationId xmlns:a16="http://schemas.microsoft.com/office/drawing/2014/main" id="{32648739-9A4E-4DE9-3C34-1F967631D892}"/>
                </a:ext>
              </a:extLst>
            </p:cNvPr>
            <p:cNvSpPr txBox="1"/>
            <p:nvPr/>
          </p:nvSpPr>
          <p:spPr>
            <a:xfrm>
              <a:off x="9540240" y="2265680"/>
              <a:ext cx="2165657" cy="369332"/>
            </a:xfrm>
            <a:prstGeom prst="rect">
              <a:avLst/>
            </a:prstGeom>
            <a:noFill/>
          </p:spPr>
          <p:txBody>
            <a:bodyPr wrap="none" rtlCol="0">
              <a:spAutoFit/>
            </a:bodyPr>
            <a:lstStyle/>
            <a:p>
              <a:r>
                <a:rPr lang="en-US" dirty="0"/>
                <a:t>What Happens here?</a:t>
              </a:r>
            </a:p>
          </p:txBody>
        </p:sp>
      </p:grpSp>
      <mc:AlternateContent xmlns:mc="http://schemas.openxmlformats.org/markup-compatibility/2006">
        <mc:Choice xmlns:p14="http://schemas.microsoft.com/office/powerpoint/2010/main" Requires="p14">
          <p:contentPart p14:bwMode="auto" r:id="rId2">
            <p14:nvContentPartPr>
              <p14:cNvPr id="8" name="Ink 7">
                <a:extLst>
                  <a:ext uri="{FF2B5EF4-FFF2-40B4-BE49-F238E27FC236}">
                    <a16:creationId xmlns:a16="http://schemas.microsoft.com/office/drawing/2014/main" id="{60E7FE1C-89EB-8D4F-167B-88582D33B4DE}"/>
                  </a:ext>
                </a:extLst>
              </p14:cNvPr>
              <p14:cNvContentPartPr/>
              <p14:nvPr/>
            </p14:nvContentPartPr>
            <p14:xfrm>
              <a:off x="464040" y="2069640"/>
              <a:ext cx="8876880" cy="1932120"/>
            </p14:xfrm>
          </p:contentPart>
        </mc:Choice>
        <mc:Fallback>
          <p:pic>
            <p:nvPicPr>
              <p:cNvPr id="8" name="Ink 7">
                <a:extLst>
                  <a:ext uri="{FF2B5EF4-FFF2-40B4-BE49-F238E27FC236}">
                    <a16:creationId xmlns:a16="http://schemas.microsoft.com/office/drawing/2014/main" id="{60E7FE1C-89EB-8D4F-167B-88582D33B4DE}"/>
                  </a:ext>
                </a:extLst>
              </p:cNvPr>
              <p:cNvPicPr/>
              <p:nvPr/>
            </p:nvPicPr>
            <p:blipFill>
              <a:blip r:embed="rId3"/>
              <a:stretch>
                <a:fillRect/>
              </a:stretch>
            </p:blipFill>
            <p:spPr>
              <a:xfrm>
                <a:off x="454680" y="2060280"/>
                <a:ext cx="8895600" cy="1950840"/>
              </a:xfrm>
              <a:prstGeom prst="rect">
                <a:avLst/>
              </a:prstGeom>
            </p:spPr>
          </p:pic>
        </mc:Fallback>
      </mc:AlternateContent>
    </p:spTree>
    <p:extLst>
      <p:ext uri="{BB962C8B-B14F-4D97-AF65-F5344CB8AC3E}">
        <p14:creationId xmlns:p14="http://schemas.microsoft.com/office/powerpoint/2010/main" val="64017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9DB785C-A820-1E10-DAF8-AE222DA20480}"/>
              </a:ext>
              <a:ext uri="{C183D7F6-B498-43B3-948B-1728B52AA6E4}">
                <adec:decorative xmlns:adec="http://schemas.microsoft.com/office/drawing/2017/decorative" val="1"/>
              </a:ext>
            </a:extLst>
          </p:cNvPr>
          <p:cNvSpPr/>
          <p:nvPr/>
        </p:nvSpPr>
        <p:spPr>
          <a:xfrm>
            <a:off x="1087120" y="3634374"/>
            <a:ext cx="7711440" cy="224391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Bank Account Example - Parallel</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fontScale="85000" lnSpcReduction="20000"/>
          </a:bodyPr>
          <a:lstStyle/>
          <a:p>
            <a:r>
              <a:rPr lang="en-US" dirty="0"/>
              <a:t>Assume the initial balance is 150</a:t>
            </a:r>
          </a:p>
          <a:p>
            <a:endParaRPr lang="en-US" dirty="0"/>
          </a:p>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int withdraw(int amount) { </a:t>
            </a:r>
          </a:p>
          <a:p>
            <a:pPr marL="0" indent="0">
              <a:buNone/>
            </a:pPr>
            <a:r>
              <a:rPr lang="en-US" dirty="0"/>
              <a:t>		int b = </a:t>
            </a:r>
            <a:r>
              <a:rPr lang="en-US" dirty="0" err="1"/>
              <a:t>getBalance</a:t>
            </a:r>
            <a:r>
              <a:rPr lang="en-US" dirty="0"/>
              <a:t>(); </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p>
          <a:p>
            <a:pPr marL="0" indent="0">
              <a:buNone/>
            </a:pPr>
            <a:r>
              <a:rPr lang="en-US" dirty="0"/>
              <a:t>		return amount; } </a:t>
            </a:r>
          </a:p>
          <a:p>
            <a:pPr marL="0" indent="0">
              <a:buNone/>
            </a:pPr>
            <a:r>
              <a:rPr lang="en-US" dirty="0"/>
              <a:t>	// other operations like deposit, etc. </a:t>
            </a:r>
          </a:p>
          <a:p>
            <a:pPr marL="0" indent="0">
              <a:buNone/>
            </a:pPr>
            <a:r>
              <a:rPr lang="en-US" dirty="0"/>
              <a:t>} </a:t>
            </a:r>
          </a:p>
        </p:txBody>
      </p:sp>
      <p:grpSp>
        <p:nvGrpSpPr>
          <p:cNvPr id="9" name="Group 8" descr="Now suppose we still call &#10;withdraw(100);&#10;withdraw(75);&#10;&#10;but now each withdraw call is done by a separate thread, so they happen in parallel.">
            <a:extLst>
              <a:ext uri="{FF2B5EF4-FFF2-40B4-BE49-F238E27FC236}">
                <a16:creationId xmlns:a16="http://schemas.microsoft.com/office/drawing/2014/main" id="{3B33847F-3F7C-FE38-4C34-34C3532177DC}"/>
              </a:ext>
            </a:extLst>
          </p:cNvPr>
          <p:cNvGrpSpPr/>
          <p:nvPr/>
        </p:nvGrpSpPr>
        <p:grpSpPr>
          <a:xfrm>
            <a:off x="9533539" y="2265680"/>
            <a:ext cx="2172357" cy="2724228"/>
            <a:chOff x="9533539" y="2265680"/>
            <a:chExt cx="2172357" cy="2724228"/>
          </a:xfrm>
        </p:grpSpPr>
        <p:sp>
          <p:nvSpPr>
            <p:cNvPr id="5" name="Rectangle 4">
              <a:extLst>
                <a:ext uri="{FF2B5EF4-FFF2-40B4-BE49-F238E27FC236}">
                  <a16:creationId xmlns:a16="http://schemas.microsoft.com/office/drawing/2014/main" id="{DBEFDB0C-B099-09B5-232E-F0FD7B01BA79}"/>
                </a:ext>
              </a:extLst>
            </p:cNvPr>
            <p:cNvSpPr/>
            <p:nvPr/>
          </p:nvSpPr>
          <p:spPr>
            <a:xfrm>
              <a:off x="9540239" y="2572861"/>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6" name="TextBox 5">
              <a:extLst>
                <a:ext uri="{FF2B5EF4-FFF2-40B4-BE49-F238E27FC236}">
                  <a16:creationId xmlns:a16="http://schemas.microsoft.com/office/drawing/2014/main" id="{32648739-9A4E-4DE9-3C34-1F967631D892}"/>
                </a:ext>
              </a:extLst>
            </p:cNvPr>
            <p:cNvSpPr txBox="1"/>
            <p:nvPr/>
          </p:nvSpPr>
          <p:spPr>
            <a:xfrm>
              <a:off x="9540240" y="2265680"/>
              <a:ext cx="1076128" cy="369332"/>
            </a:xfrm>
            <a:prstGeom prst="rect">
              <a:avLst/>
            </a:prstGeom>
            <a:noFill/>
          </p:spPr>
          <p:txBody>
            <a:bodyPr wrap="none" rtlCol="0">
              <a:spAutoFit/>
            </a:bodyPr>
            <a:lstStyle/>
            <a:p>
              <a:r>
                <a:rPr lang="en-US" dirty="0"/>
                <a:t>Thread 1:</a:t>
              </a:r>
            </a:p>
          </p:txBody>
        </p:sp>
        <p:sp>
          <p:nvSpPr>
            <p:cNvPr id="7" name="Rectangle 6">
              <a:extLst>
                <a:ext uri="{FF2B5EF4-FFF2-40B4-BE49-F238E27FC236}">
                  <a16:creationId xmlns:a16="http://schemas.microsoft.com/office/drawing/2014/main" id="{E3D40A5B-D6FE-42EA-6F2F-1386F2603716}"/>
                </a:ext>
              </a:extLst>
            </p:cNvPr>
            <p:cNvSpPr/>
            <p:nvPr/>
          </p:nvSpPr>
          <p:spPr>
            <a:xfrm>
              <a:off x="9533539" y="4133769"/>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8" name="TextBox 7">
              <a:extLst>
                <a:ext uri="{FF2B5EF4-FFF2-40B4-BE49-F238E27FC236}">
                  <a16:creationId xmlns:a16="http://schemas.microsoft.com/office/drawing/2014/main" id="{A7ADF18B-F1F4-F324-5D1C-50A2842AC38D}"/>
                </a:ext>
              </a:extLst>
            </p:cNvPr>
            <p:cNvSpPr txBox="1"/>
            <p:nvPr/>
          </p:nvSpPr>
          <p:spPr>
            <a:xfrm>
              <a:off x="9533540" y="3826588"/>
              <a:ext cx="1076128" cy="369332"/>
            </a:xfrm>
            <a:prstGeom prst="rect">
              <a:avLst/>
            </a:prstGeom>
            <a:noFill/>
          </p:spPr>
          <p:txBody>
            <a:bodyPr wrap="none" rtlCol="0">
              <a:spAutoFit/>
            </a:bodyPr>
            <a:lstStyle/>
            <a:p>
              <a:r>
                <a:rPr lang="en-US" dirty="0"/>
                <a:t>Thread 2:</a:t>
              </a:r>
            </a:p>
          </p:txBody>
        </p:sp>
      </p:grpSp>
    </p:spTree>
    <p:extLst>
      <p:ext uri="{BB962C8B-B14F-4D97-AF65-F5344CB8AC3E}">
        <p14:creationId xmlns:p14="http://schemas.microsoft.com/office/powerpoint/2010/main" val="2356732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An “OK” Interleaving</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a:bodyPr>
          <a:lstStyle/>
          <a:p>
            <a:r>
              <a:rPr lang="en-US" dirty="0"/>
              <a:t>Assume the initial balance is 150</a:t>
            </a:r>
          </a:p>
          <a:p>
            <a:endParaRPr lang="en-US" dirty="0"/>
          </a:p>
        </p:txBody>
      </p:sp>
      <p:grpSp>
        <p:nvGrpSpPr>
          <p:cNvPr id="4" name="Group 3" descr="We say Thread 1 is the one running withdraw(100);">
            <a:extLst>
              <a:ext uri="{FF2B5EF4-FFF2-40B4-BE49-F238E27FC236}">
                <a16:creationId xmlns:a16="http://schemas.microsoft.com/office/drawing/2014/main" id="{5D04D01C-14F5-55F3-1545-E615188FC3AA}"/>
              </a:ext>
            </a:extLst>
          </p:cNvPr>
          <p:cNvGrpSpPr/>
          <p:nvPr/>
        </p:nvGrpSpPr>
        <p:grpSpPr>
          <a:xfrm>
            <a:off x="3478179" y="1865651"/>
            <a:ext cx="2165657" cy="1163320"/>
            <a:chOff x="3478179" y="1865651"/>
            <a:chExt cx="2165657" cy="1163320"/>
          </a:xfrm>
        </p:grpSpPr>
        <p:sp>
          <p:nvSpPr>
            <p:cNvPr id="5" name="Rectangle 4">
              <a:extLst>
                <a:ext uri="{FF2B5EF4-FFF2-40B4-BE49-F238E27FC236}">
                  <a16:creationId xmlns:a16="http://schemas.microsoft.com/office/drawing/2014/main" id="{DBEFDB0C-B099-09B5-232E-F0FD7B01BA79}"/>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6" name="TextBox 5">
              <a:extLst>
                <a:ext uri="{FF2B5EF4-FFF2-40B4-BE49-F238E27FC236}">
                  <a16:creationId xmlns:a16="http://schemas.microsoft.com/office/drawing/2014/main" id="{32648739-9A4E-4DE9-3C34-1F967631D892}"/>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grpSp>
      <p:grpSp>
        <p:nvGrpSpPr>
          <p:cNvPr id="10" name="Group 9" descr="We say Thread 2 invokes withdraw(75)">
            <a:extLst>
              <a:ext uri="{FF2B5EF4-FFF2-40B4-BE49-F238E27FC236}">
                <a16:creationId xmlns:a16="http://schemas.microsoft.com/office/drawing/2014/main" id="{3B3EBB13-33E7-9FAE-CF2D-626E366C090F}"/>
              </a:ext>
            </a:extLst>
          </p:cNvPr>
          <p:cNvGrpSpPr/>
          <p:nvPr/>
        </p:nvGrpSpPr>
        <p:grpSpPr>
          <a:xfrm>
            <a:off x="6878319" y="1865651"/>
            <a:ext cx="2165657" cy="1163320"/>
            <a:chOff x="6878319" y="1865651"/>
            <a:chExt cx="2165657" cy="1163320"/>
          </a:xfrm>
        </p:grpSpPr>
        <p:sp>
          <p:nvSpPr>
            <p:cNvPr id="7" name="Rectangle 6">
              <a:extLst>
                <a:ext uri="{FF2B5EF4-FFF2-40B4-BE49-F238E27FC236}">
                  <a16:creationId xmlns:a16="http://schemas.microsoft.com/office/drawing/2014/main" id="{E3D40A5B-D6FE-42EA-6F2F-1386F2603716}"/>
                </a:ext>
              </a:extLst>
            </p:cNvPr>
            <p:cNvSpPr/>
            <p:nvPr/>
          </p:nvSpPr>
          <p:spPr>
            <a:xfrm>
              <a:off x="687831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8" name="TextBox 7">
              <a:extLst>
                <a:ext uri="{FF2B5EF4-FFF2-40B4-BE49-F238E27FC236}">
                  <a16:creationId xmlns:a16="http://schemas.microsoft.com/office/drawing/2014/main" id="{A7ADF18B-F1F4-F324-5D1C-50A2842AC38D}"/>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grpSp>
        <p:nvGrpSpPr>
          <p:cNvPr id="12" name="Group 11" descr="Consider the interleaving where Thread 2 executes the entire body of withdraw, then Thread1 executes the entire body of withdraw.">
            <a:extLst>
              <a:ext uri="{FF2B5EF4-FFF2-40B4-BE49-F238E27FC236}">
                <a16:creationId xmlns:a16="http://schemas.microsoft.com/office/drawing/2014/main" id="{D16BBCC1-BF69-C4E8-BE87-4400F76F97F9}"/>
              </a:ext>
            </a:extLst>
          </p:cNvPr>
          <p:cNvGrpSpPr/>
          <p:nvPr/>
        </p:nvGrpSpPr>
        <p:grpSpPr>
          <a:xfrm>
            <a:off x="2864289" y="3437615"/>
            <a:ext cx="6786878" cy="2771596"/>
            <a:chOff x="2864289" y="3437615"/>
            <a:chExt cx="6786878" cy="2771596"/>
          </a:xfrm>
        </p:grpSpPr>
        <p:sp>
          <p:nvSpPr>
            <p:cNvPr id="9" name="Rectangle 8">
              <a:extLst>
                <a:ext uri="{FF2B5EF4-FFF2-40B4-BE49-F238E27FC236}">
                  <a16:creationId xmlns:a16="http://schemas.microsoft.com/office/drawing/2014/main" id="{153111F2-E0CB-EFB9-CDFE-114A83873431}"/>
                </a:ext>
              </a:extLst>
            </p:cNvPr>
            <p:cNvSpPr/>
            <p:nvPr/>
          </p:nvSpPr>
          <p:spPr>
            <a:xfrm>
              <a:off x="2864289" y="3437615"/>
              <a:ext cx="3393439" cy="277159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a:t>
              </a:r>
            </a:p>
            <a:p>
              <a:pPr marL="0" indent="0">
                <a:buNone/>
              </a:pPr>
              <a:r>
                <a:rPr lang="en-US" dirty="0">
                  <a:solidFill>
                    <a:schemeClr val="tx1"/>
                  </a:solidFill>
                </a:rPr>
                <a:t>return amount</a:t>
              </a:r>
            </a:p>
          </p:txBody>
        </p:sp>
        <p:sp>
          <p:nvSpPr>
            <p:cNvPr id="11" name="Rectangle 10">
              <a:extLst>
                <a:ext uri="{FF2B5EF4-FFF2-40B4-BE49-F238E27FC236}">
                  <a16:creationId xmlns:a16="http://schemas.microsoft.com/office/drawing/2014/main" id="{D99C9F9B-23B2-843A-E07D-0F90A5EC807E}"/>
                </a:ext>
              </a:extLst>
            </p:cNvPr>
            <p:cNvSpPr/>
            <p:nvPr/>
          </p:nvSpPr>
          <p:spPr>
            <a:xfrm>
              <a:off x="6257728" y="3437615"/>
              <a:ext cx="3393439" cy="277159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a:t>
              </a:r>
            </a:p>
            <a:p>
              <a:pPr marL="0" indent="0">
                <a:buNone/>
              </a:pPr>
              <a:r>
                <a:rPr lang="en-US" dirty="0">
                  <a:solidFill>
                    <a:schemeClr val="tx1"/>
                  </a:solidFill>
                </a:rPr>
                <a:t>return amount;</a:t>
              </a:r>
            </a:p>
          </p:txBody>
        </p:sp>
      </p:grpSp>
      <mc:AlternateContent xmlns:mc="http://schemas.openxmlformats.org/markup-compatibility/2006">
        <mc:Choice xmlns:p14="http://schemas.microsoft.com/office/powerpoint/2010/main" Requires="p14">
          <p:contentPart p14:bwMode="auto" r:id="rId2">
            <p14:nvContentPartPr>
              <p14:cNvPr id="13" name="Ink 12">
                <a:extLst>
                  <a:ext uri="{FF2B5EF4-FFF2-40B4-BE49-F238E27FC236}">
                    <a16:creationId xmlns:a16="http://schemas.microsoft.com/office/drawing/2014/main" id="{AFDD01E6-D0BB-9359-48DC-234989846E99}"/>
                  </a:ext>
                </a:extLst>
              </p14:cNvPr>
              <p14:cNvContentPartPr/>
              <p14:nvPr/>
            </p14:nvContentPartPr>
            <p14:xfrm>
              <a:off x="1994040" y="1203120"/>
              <a:ext cx="5792400" cy="1375200"/>
            </p14:xfrm>
          </p:contentPart>
        </mc:Choice>
        <mc:Fallback>
          <p:pic>
            <p:nvPicPr>
              <p:cNvPr id="13" name="Ink 12">
                <a:extLst>
                  <a:ext uri="{FF2B5EF4-FFF2-40B4-BE49-F238E27FC236}">
                    <a16:creationId xmlns:a16="http://schemas.microsoft.com/office/drawing/2014/main" id="{AFDD01E6-D0BB-9359-48DC-234989846E99}"/>
                  </a:ext>
                </a:extLst>
              </p:cNvPr>
              <p:cNvPicPr/>
              <p:nvPr/>
            </p:nvPicPr>
            <p:blipFill>
              <a:blip r:embed="rId3"/>
              <a:stretch>
                <a:fillRect/>
              </a:stretch>
            </p:blipFill>
            <p:spPr>
              <a:xfrm>
                <a:off x="1984680" y="1193760"/>
                <a:ext cx="5811120" cy="1393920"/>
              </a:xfrm>
              <a:prstGeom prst="rect">
                <a:avLst/>
              </a:prstGeom>
            </p:spPr>
          </p:pic>
        </mc:Fallback>
      </mc:AlternateContent>
    </p:spTree>
    <p:extLst>
      <p:ext uri="{BB962C8B-B14F-4D97-AF65-F5344CB8AC3E}">
        <p14:creationId xmlns:p14="http://schemas.microsoft.com/office/powerpoint/2010/main" val="37641722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A “Bad” Interleaving</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a:bodyPr>
          <a:lstStyle/>
          <a:p>
            <a:r>
              <a:rPr lang="en-US" dirty="0"/>
              <a:t>Assume the initial balance is 150</a:t>
            </a:r>
          </a:p>
          <a:p>
            <a:endParaRPr lang="en-US" dirty="0"/>
          </a:p>
        </p:txBody>
      </p:sp>
      <p:grpSp>
        <p:nvGrpSpPr>
          <p:cNvPr id="16" name="Group 15" descr="Now consider the following interleaving:&#10;&#10;First Thread1 executes:&#10;int b = getBalance();&#10;&#10;Next Thread 2 executes the entire body of withdraw&#10;&#10;Finally Thread 1 finishes its withdraw doing:&#10;if(amount &gt; b) {throw new Exception();}&#10;setBalance(b-amount);&#10;return amount;">
            <a:extLst>
              <a:ext uri="{FF2B5EF4-FFF2-40B4-BE49-F238E27FC236}">
                <a16:creationId xmlns:a16="http://schemas.microsoft.com/office/drawing/2014/main" id="{CA326DC4-276C-E676-EA63-5E67F6491C43}"/>
              </a:ext>
            </a:extLst>
          </p:cNvPr>
          <p:cNvGrpSpPr/>
          <p:nvPr/>
        </p:nvGrpSpPr>
        <p:grpSpPr>
          <a:xfrm>
            <a:off x="2864289" y="3437614"/>
            <a:ext cx="6786878" cy="2815139"/>
            <a:chOff x="2864289" y="3437614"/>
            <a:chExt cx="6786878" cy="2815139"/>
          </a:xfrm>
        </p:grpSpPr>
        <p:sp>
          <p:nvSpPr>
            <p:cNvPr id="9" name="Rectangle 8">
              <a:extLst>
                <a:ext uri="{FF2B5EF4-FFF2-40B4-BE49-F238E27FC236}">
                  <a16:creationId xmlns:a16="http://schemas.microsoft.com/office/drawing/2014/main" id="{153111F2-E0CB-EFB9-CDFE-114A83873431}"/>
                </a:ext>
              </a:extLst>
            </p:cNvPr>
            <p:cNvSpPr/>
            <p:nvPr/>
          </p:nvSpPr>
          <p:spPr>
            <a:xfrm>
              <a:off x="2864289" y="3437615"/>
              <a:ext cx="3393439" cy="2815138"/>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 </a:t>
              </a: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a:t>
              </a:r>
            </a:p>
            <a:p>
              <a:pPr marL="0" indent="0">
                <a:buNone/>
              </a:pPr>
              <a:r>
                <a:rPr lang="en-US" dirty="0">
                  <a:solidFill>
                    <a:schemeClr val="tx1"/>
                  </a:solidFill>
                </a:rPr>
                <a:t>return amount;</a:t>
              </a:r>
            </a:p>
          </p:txBody>
        </p:sp>
        <p:sp>
          <p:nvSpPr>
            <p:cNvPr id="11" name="Rectangle 10">
              <a:extLst>
                <a:ext uri="{FF2B5EF4-FFF2-40B4-BE49-F238E27FC236}">
                  <a16:creationId xmlns:a16="http://schemas.microsoft.com/office/drawing/2014/main" id="{D99C9F9B-23B2-843A-E07D-0F90A5EC807E}"/>
                </a:ext>
              </a:extLst>
            </p:cNvPr>
            <p:cNvSpPr/>
            <p:nvPr/>
          </p:nvSpPr>
          <p:spPr>
            <a:xfrm>
              <a:off x="6257728" y="3437614"/>
              <a:ext cx="3393439" cy="2815139"/>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en-US" dirty="0">
                <a:solidFill>
                  <a:schemeClr val="tx1"/>
                </a:solidFill>
              </a:endParaRPr>
            </a:p>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a:t>
              </a:r>
            </a:p>
            <a:p>
              <a:pPr marL="0" indent="0">
                <a:buNone/>
              </a:pPr>
              <a:r>
                <a:rPr lang="en-US" dirty="0">
                  <a:solidFill>
                    <a:schemeClr val="tx1"/>
                  </a:solidFill>
                </a:rPr>
                <a:t>return amount;</a:t>
              </a:r>
            </a:p>
          </p:txBody>
        </p:sp>
      </p:grpSp>
      <p:grpSp>
        <p:nvGrpSpPr>
          <p:cNvPr id="4" name="Group 3" descr="We say Thread 1 is the one running withdraw(100);">
            <a:extLst>
              <a:ext uri="{FF2B5EF4-FFF2-40B4-BE49-F238E27FC236}">
                <a16:creationId xmlns:a16="http://schemas.microsoft.com/office/drawing/2014/main" id="{31D7F015-1F42-E285-626C-83660EF73E9E}"/>
              </a:ext>
            </a:extLst>
          </p:cNvPr>
          <p:cNvGrpSpPr/>
          <p:nvPr/>
        </p:nvGrpSpPr>
        <p:grpSpPr>
          <a:xfrm>
            <a:off x="3478179" y="1865651"/>
            <a:ext cx="2165657" cy="1163320"/>
            <a:chOff x="3478179" y="1865651"/>
            <a:chExt cx="2165657" cy="1163320"/>
          </a:xfrm>
        </p:grpSpPr>
        <p:sp>
          <p:nvSpPr>
            <p:cNvPr id="10" name="Rectangle 9">
              <a:extLst>
                <a:ext uri="{FF2B5EF4-FFF2-40B4-BE49-F238E27FC236}">
                  <a16:creationId xmlns:a16="http://schemas.microsoft.com/office/drawing/2014/main" id="{F2C16CB2-E8A5-C67F-B0AF-C0F3FFEBB550}"/>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12" name="TextBox 11">
              <a:extLst>
                <a:ext uri="{FF2B5EF4-FFF2-40B4-BE49-F238E27FC236}">
                  <a16:creationId xmlns:a16="http://schemas.microsoft.com/office/drawing/2014/main" id="{FA976BB2-4FE4-A785-98BF-1A584BCD1570}"/>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grpSp>
      <p:grpSp>
        <p:nvGrpSpPr>
          <p:cNvPr id="13" name="Group 12" descr="We say Thread 2 invokes withdraw(75)">
            <a:extLst>
              <a:ext uri="{FF2B5EF4-FFF2-40B4-BE49-F238E27FC236}">
                <a16:creationId xmlns:a16="http://schemas.microsoft.com/office/drawing/2014/main" id="{B7DFB475-8B8F-B694-3C4D-5BB8EADED1CB}"/>
              </a:ext>
            </a:extLst>
          </p:cNvPr>
          <p:cNvGrpSpPr/>
          <p:nvPr/>
        </p:nvGrpSpPr>
        <p:grpSpPr>
          <a:xfrm>
            <a:off x="6878319" y="1865651"/>
            <a:ext cx="2165657" cy="1163320"/>
            <a:chOff x="6878319" y="1865651"/>
            <a:chExt cx="2165657" cy="1163320"/>
          </a:xfrm>
        </p:grpSpPr>
        <p:sp>
          <p:nvSpPr>
            <p:cNvPr id="14" name="Rectangle 13">
              <a:extLst>
                <a:ext uri="{FF2B5EF4-FFF2-40B4-BE49-F238E27FC236}">
                  <a16:creationId xmlns:a16="http://schemas.microsoft.com/office/drawing/2014/main" id="{A5534C67-A22F-A634-DAB7-13D3C49061CE}"/>
                </a:ext>
              </a:extLst>
            </p:cNvPr>
            <p:cNvSpPr/>
            <p:nvPr/>
          </p:nvSpPr>
          <p:spPr>
            <a:xfrm>
              <a:off x="687831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15" name="TextBox 14">
              <a:extLst>
                <a:ext uri="{FF2B5EF4-FFF2-40B4-BE49-F238E27FC236}">
                  <a16:creationId xmlns:a16="http://schemas.microsoft.com/office/drawing/2014/main" id="{6A206E50-CE39-3B65-6146-3CA6C9DED9CC}"/>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68A18F29-280F-8DAF-F7FF-D31341F6CC66}"/>
                  </a:ext>
                </a:extLst>
              </p14:cNvPr>
              <p14:cNvContentPartPr/>
              <p14:nvPr/>
            </p14:nvContentPartPr>
            <p14:xfrm>
              <a:off x="1603800" y="1313280"/>
              <a:ext cx="10373400" cy="3956040"/>
            </p14:xfrm>
          </p:contentPart>
        </mc:Choice>
        <mc:Fallback>
          <p:pic>
            <p:nvPicPr>
              <p:cNvPr id="5" name="Ink 4">
                <a:extLst>
                  <a:ext uri="{FF2B5EF4-FFF2-40B4-BE49-F238E27FC236}">
                    <a16:creationId xmlns:a16="http://schemas.microsoft.com/office/drawing/2014/main" id="{68A18F29-280F-8DAF-F7FF-D31341F6CC66}"/>
                  </a:ext>
                </a:extLst>
              </p:cNvPr>
              <p:cNvPicPr/>
              <p:nvPr/>
            </p:nvPicPr>
            <p:blipFill>
              <a:blip r:embed="rId3"/>
              <a:stretch>
                <a:fillRect/>
              </a:stretch>
            </p:blipFill>
            <p:spPr>
              <a:xfrm>
                <a:off x="1594440" y="1303920"/>
                <a:ext cx="10392120" cy="3974760"/>
              </a:xfrm>
              <a:prstGeom prst="rect">
                <a:avLst/>
              </a:prstGeom>
            </p:spPr>
          </p:pic>
        </mc:Fallback>
      </mc:AlternateContent>
    </p:spTree>
    <p:extLst>
      <p:ext uri="{BB962C8B-B14F-4D97-AF65-F5344CB8AC3E}">
        <p14:creationId xmlns:p14="http://schemas.microsoft.com/office/powerpoint/2010/main" val="518490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825FF-2CDE-3F33-5B4D-F3A0869EECD9}"/>
              </a:ext>
            </a:extLst>
          </p:cNvPr>
          <p:cNvSpPr>
            <a:spLocks noGrp="1"/>
          </p:cNvSpPr>
          <p:nvPr>
            <p:ph type="title"/>
          </p:nvPr>
        </p:nvSpPr>
        <p:spPr/>
        <p:txBody>
          <a:bodyPr/>
          <a:lstStyle/>
          <a:p>
            <a:r>
              <a:rPr lang="en-US" dirty="0"/>
              <a:t>What If We Avoid the Variable b?</a:t>
            </a:r>
          </a:p>
        </p:txBody>
      </p:sp>
      <p:sp>
        <p:nvSpPr>
          <p:cNvPr id="4" name="Content Placeholder 2">
            <a:extLst>
              <a:ext uri="{FF2B5EF4-FFF2-40B4-BE49-F238E27FC236}">
                <a16:creationId xmlns:a16="http://schemas.microsoft.com/office/drawing/2014/main" id="{29364B38-540B-8CEF-70F3-5E01114ACE88}"/>
              </a:ext>
            </a:extLst>
          </p:cNvPr>
          <p:cNvSpPr>
            <a:spLocks noGrp="1"/>
          </p:cNvSpPr>
          <p:nvPr>
            <p:ph idx="1"/>
          </p:nvPr>
        </p:nvSpPr>
        <p:spPr>
          <a:xfrm>
            <a:off x="274320" y="1330960"/>
            <a:ext cx="11917680" cy="5527039"/>
          </a:xfrm>
        </p:spPr>
        <p:txBody>
          <a:bodyPr>
            <a:normAutofit fontScale="92500" lnSpcReduction="20000"/>
          </a:bodyPr>
          <a:lstStyle/>
          <a:p>
            <a:r>
              <a:rPr lang="en-US" dirty="0"/>
              <a:t>Assume the initial balance is 150</a:t>
            </a:r>
          </a:p>
          <a:p>
            <a:endParaRPr lang="en-US" dirty="0"/>
          </a:p>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int withdraw(int amount) { </a:t>
            </a:r>
          </a:p>
          <a:p>
            <a:pPr marL="0" indent="0">
              <a:buNone/>
            </a:pPr>
            <a:r>
              <a:rPr lang="en-US" dirty="0"/>
              <a:t>		if (amount &gt; </a:t>
            </a:r>
            <a:r>
              <a:rPr lang="en-US" dirty="0" err="1">
                <a:solidFill>
                  <a:srgbClr val="FF0000"/>
                </a:solidFill>
              </a:rPr>
              <a:t>getBalance</a:t>
            </a:r>
            <a:r>
              <a:rPr lang="en-US" dirty="0">
                <a:solidFill>
                  <a:srgbClr val="FF0000"/>
                </a:solidFill>
              </a:rPr>
              <a:t>()</a:t>
            </a:r>
            <a:r>
              <a:rPr lang="en-US" dirty="0"/>
              <a:t>)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a:t>
            </a:r>
            <a:r>
              <a:rPr lang="en-US" dirty="0" err="1">
                <a:solidFill>
                  <a:srgbClr val="FF0000"/>
                </a:solidFill>
              </a:rPr>
              <a:t>getBalance</a:t>
            </a:r>
            <a:r>
              <a:rPr lang="en-US" dirty="0">
                <a:solidFill>
                  <a:srgbClr val="FF0000"/>
                </a:solidFill>
              </a:rPr>
              <a:t>()</a:t>
            </a:r>
            <a:r>
              <a:rPr lang="en-US" dirty="0"/>
              <a:t> – amount); </a:t>
            </a:r>
          </a:p>
          <a:p>
            <a:pPr marL="0" indent="0">
              <a:buNone/>
            </a:pPr>
            <a:r>
              <a:rPr lang="en-US" dirty="0"/>
              <a:t>		return amount; } </a:t>
            </a:r>
          </a:p>
          <a:p>
            <a:pPr marL="0" indent="0">
              <a:buNone/>
            </a:pPr>
            <a:r>
              <a:rPr lang="en-US" dirty="0"/>
              <a:t>	// other operations like deposit, etc. </a:t>
            </a:r>
          </a:p>
          <a:p>
            <a:pPr marL="0" indent="0">
              <a:buNone/>
            </a:pPr>
            <a:r>
              <a:rPr lang="en-US" dirty="0"/>
              <a:t>} </a:t>
            </a:r>
          </a:p>
        </p:txBody>
      </p:sp>
    </p:spTree>
    <p:extLst>
      <p:ext uri="{BB962C8B-B14F-4D97-AF65-F5344CB8AC3E}">
        <p14:creationId xmlns:p14="http://schemas.microsoft.com/office/powerpoint/2010/main" val="3107644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Avoiding Variables Doesn’t Work</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a:bodyPr>
          <a:lstStyle/>
          <a:p>
            <a:r>
              <a:rPr lang="en-US" dirty="0"/>
              <a:t>Assume the initial balance is 150</a:t>
            </a:r>
          </a:p>
          <a:p>
            <a:endParaRPr lang="en-US" dirty="0"/>
          </a:p>
        </p:txBody>
      </p:sp>
      <p:grpSp>
        <p:nvGrpSpPr>
          <p:cNvPr id="16" name="Group 15" descr="Consider the following interleaving:&#10;&#10;Thread 2 does the lines:&#10;if(amount &gt; getBalance()) {throw new Exception();}&#10;&#10;Then Thread 1 does:&#10;if(amount &gt; getBalance()) {throw new Exception();}&#10;followed by just the getBalance() call from the line: &#10;setBalance(getBalance()-amount);&#10;&#10;Then thread 2 does:&#10;setBalance(getBalance()-amount);&#10;return amount;&#10;&#10;And finally thread 1 finishes: setBalance(getBalance()-amount);&#10;return amount;&#10;using the already-computed result of getBalance()&#10;">
            <a:extLst>
              <a:ext uri="{FF2B5EF4-FFF2-40B4-BE49-F238E27FC236}">
                <a16:creationId xmlns:a16="http://schemas.microsoft.com/office/drawing/2014/main" id="{4664EB9F-634F-29E4-B976-341C6A593C51}"/>
              </a:ext>
            </a:extLst>
          </p:cNvPr>
          <p:cNvGrpSpPr/>
          <p:nvPr/>
        </p:nvGrpSpPr>
        <p:grpSpPr>
          <a:xfrm>
            <a:off x="2428241" y="3437615"/>
            <a:ext cx="7658975" cy="2527756"/>
            <a:chOff x="2428241" y="3437615"/>
            <a:chExt cx="7658975" cy="2527756"/>
          </a:xfrm>
        </p:grpSpPr>
        <p:sp>
          <p:nvSpPr>
            <p:cNvPr id="9" name="Rectangle 8">
              <a:extLst>
                <a:ext uri="{FF2B5EF4-FFF2-40B4-BE49-F238E27FC236}">
                  <a16:creationId xmlns:a16="http://schemas.microsoft.com/office/drawing/2014/main" id="{153111F2-E0CB-EFB9-CDFE-114A83873431}"/>
                </a:ext>
              </a:extLst>
            </p:cNvPr>
            <p:cNvSpPr/>
            <p:nvPr/>
          </p:nvSpPr>
          <p:spPr>
            <a:xfrm>
              <a:off x="2428241" y="3437615"/>
              <a:ext cx="3829488" cy="252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if (amount &gt;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	throw new Exception(); </a:t>
              </a:r>
            </a:p>
            <a:p>
              <a:pPr marL="0" indent="0">
                <a:buNone/>
              </a:pPr>
              <a:r>
                <a:rPr lang="en-US" dirty="0" err="1">
                  <a:solidFill>
                    <a:schemeClr val="accent4">
                      <a:lumMod val="50000"/>
                    </a:schemeClr>
                  </a:solidFill>
                </a:rPr>
                <a:t>setBalance</a:t>
              </a:r>
              <a:r>
                <a:rPr lang="en-US" dirty="0">
                  <a:solidFill>
                    <a:schemeClr val="accent4">
                      <a:lumMod val="50000"/>
                    </a:schemeClr>
                  </a:solidFill>
                </a:rPr>
                <a:t>(</a:t>
              </a:r>
              <a:r>
                <a:rPr lang="en-US" dirty="0" err="1">
                  <a:solidFill>
                    <a:schemeClr val="tx1"/>
                  </a:solidFill>
                </a:rPr>
                <a:t>getBalance</a:t>
              </a:r>
              <a:r>
                <a:rPr lang="en-US" dirty="0">
                  <a:solidFill>
                    <a:schemeClr val="tx1"/>
                  </a:solidFill>
                </a:rPr>
                <a:t>()</a:t>
              </a:r>
              <a:r>
                <a:rPr lang="en-US" dirty="0">
                  <a:solidFill>
                    <a:schemeClr val="accent4">
                      <a:lumMod val="50000"/>
                    </a:schemeClr>
                  </a:solidFill>
                </a:rPr>
                <a:t> – amount);</a:t>
              </a:r>
            </a:p>
            <a:p>
              <a:pPr marL="0" indent="0">
                <a:buNone/>
              </a:pPr>
              <a:endParaRPr lang="en-US" dirty="0">
                <a:solidFill>
                  <a:schemeClr val="accent1">
                    <a:lumMod val="60000"/>
                    <a:lumOff val="40000"/>
                  </a:schemeClr>
                </a:solidFill>
              </a:endParaRPr>
            </a:p>
            <a:p>
              <a:pPr marL="0" indent="0">
                <a:buNone/>
              </a:pPr>
              <a:endParaRPr lang="en-US" dirty="0">
                <a:solidFill>
                  <a:schemeClr val="tx1"/>
                </a:solidFill>
              </a:endParaRPr>
            </a:p>
            <a:p>
              <a:pPr marL="0" indent="0">
                <a:buNone/>
              </a:pPr>
              <a:r>
                <a:rPr lang="en-US" dirty="0" err="1">
                  <a:solidFill>
                    <a:schemeClr val="tx1"/>
                  </a:solidFill>
                </a:rPr>
                <a:t>setBalance</a:t>
              </a:r>
              <a:r>
                <a:rPr lang="en-US" dirty="0">
                  <a:solidFill>
                    <a:schemeClr val="tx1"/>
                  </a:solidFill>
                </a:rPr>
                <a:t>(</a:t>
              </a:r>
              <a:r>
                <a:rPr lang="en-US" dirty="0" err="1">
                  <a:solidFill>
                    <a:schemeClr val="accent4">
                      <a:lumMod val="50000"/>
                    </a:schemeClr>
                  </a:solidFill>
                </a:rPr>
                <a:t>getBalance</a:t>
              </a:r>
              <a:r>
                <a:rPr lang="en-US" dirty="0">
                  <a:solidFill>
                    <a:schemeClr val="accent4">
                      <a:lumMod val="50000"/>
                    </a:schemeClr>
                  </a:solidFill>
                </a:rPr>
                <a:t>()</a:t>
              </a:r>
              <a:r>
                <a:rPr lang="en-US" dirty="0">
                  <a:solidFill>
                    <a:schemeClr val="accent1">
                      <a:lumMod val="60000"/>
                      <a:lumOff val="40000"/>
                    </a:schemeClr>
                  </a:solidFill>
                </a:rPr>
                <a:t> </a:t>
              </a:r>
              <a:r>
                <a:rPr lang="en-US" dirty="0">
                  <a:solidFill>
                    <a:schemeClr val="tx1"/>
                  </a:solidFill>
                </a:rPr>
                <a:t>– amount);</a:t>
              </a:r>
            </a:p>
            <a:p>
              <a:pPr marL="0" indent="0">
                <a:buNone/>
              </a:pPr>
              <a:r>
                <a:rPr lang="en-US" dirty="0">
                  <a:solidFill>
                    <a:schemeClr val="tx1"/>
                  </a:solidFill>
                </a:rPr>
                <a:t>return amount</a:t>
              </a:r>
            </a:p>
          </p:txBody>
        </p:sp>
        <p:sp>
          <p:nvSpPr>
            <p:cNvPr id="11" name="Rectangle 10">
              <a:extLst>
                <a:ext uri="{FF2B5EF4-FFF2-40B4-BE49-F238E27FC236}">
                  <a16:creationId xmlns:a16="http://schemas.microsoft.com/office/drawing/2014/main" id="{D99C9F9B-23B2-843A-E07D-0F90A5EC807E}"/>
                </a:ext>
              </a:extLst>
            </p:cNvPr>
            <p:cNvSpPr/>
            <p:nvPr/>
          </p:nvSpPr>
          <p:spPr>
            <a:xfrm>
              <a:off x="6257728" y="3437615"/>
              <a:ext cx="3829488" cy="252775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r>
                <a:rPr lang="en-US" dirty="0">
                  <a:solidFill>
                    <a:schemeClr val="tx1"/>
                  </a:solidFill>
                </a:rPr>
                <a:t>if (amount &gt;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	throw new Exception(); </a:t>
              </a: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err="1">
                  <a:solidFill>
                    <a:schemeClr val="tx1"/>
                  </a:solidFill>
                </a:rPr>
                <a:t>setBalance</a:t>
              </a:r>
              <a:r>
                <a:rPr lang="en-US" dirty="0">
                  <a:solidFill>
                    <a:schemeClr val="tx1"/>
                  </a:solidFill>
                </a:rPr>
                <a:t>(</a:t>
              </a:r>
              <a:r>
                <a:rPr lang="en-US" dirty="0" err="1">
                  <a:solidFill>
                    <a:schemeClr val="tx1"/>
                  </a:solidFill>
                </a:rPr>
                <a:t>getBalance</a:t>
              </a:r>
              <a:r>
                <a:rPr lang="en-US" dirty="0">
                  <a:solidFill>
                    <a:schemeClr val="tx1"/>
                  </a:solidFill>
                </a:rPr>
                <a:t>() – amount);</a:t>
              </a:r>
            </a:p>
            <a:p>
              <a:pPr marL="0" indent="0">
                <a:buNone/>
              </a:pPr>
              <a:r>
                <a:rPr lang="en-US" dirty="0">
                  <a:solidFill>
                    <a:schemeClr val="tx1"/>
                  </a:solidFill>
                </a:rPr>
                <a:t>return amount;</a:t>
              </a:r>
            </a:p>
          </p:txBody>
        </p:sp>
      </p:grpSp>
      <p:grpSp>
        <p:nvGrpSpPr>
          <p:cNvPr id="4" name="Group 3" descr="We say Thread 1 is the one running withdraw(100);">
            <a:extLst>
              <a:ext uri="{FF2B5EF4-FFF2-40B4-BE49-F238E27FC236}">
                <a16:creationId xmlns:a16="http://schemas.microsoft.com/office/drawing/2014/main" id="{812389E1-1E68-FF85-9003-480CAE420721}"/>
              </a:ext>
            </a:extLst>
          </p:cNvPr>
          <p:cNvGrpSpPr/>
          <p:nvPr/>
        </p:nvGrpSpPr>
        <p:grpSpPr>
          <a:xfrm>
            <a:off x="3478179" y="1865651"/>
            <a:ext cx="2165657" cy="1163320"/>
            <a:chOff x="3478179" y="1865651"/>
            <a:chExt cx="2165657" cy="1163320"/>
          </a:xfrm>
        </p:grpSpPr>
        <p:sp>
          <p:nvSpPr>
            <p:cNvPr id="10" name="Rectangle 9">
              <a:extLst>
                <a:ext uri="{FF2B5EF4-FFF2-40B4-BE49-F238E27FC236}">
                  <a16:creationId xmlns:a16="http://schemas.microsoft.com/office/drawing/2014/main" id="{53259A6D-684B-288A-3889-B65443BF5460}"/>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12" name="TextBox 11">
              <a:extLst>
                <a:ext uri="{FF2B5EF4-FFF2-40B4-BE49-F238E27FC236}">
                  <a16:creationId xmlns:a16="http://schemas.microsoft.com/office/drawing/2014/main" id="{46BDE9EC-C504-EA4F-25C1-B1B4C3215CD7}"/>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grpSp>
      <p:grpSp>
        <p:nvGrpSpPr>
          <p:cNvPr id="13" name="Group 12" descr="We say Thread 2 invokes withdraw(75)">
            <a:extLst>
              <a:ext uri="{FF2B5EF4-FFF2-40B4-BE49-F238E27FC236}">
                <a16:creationId xmlns:a16="http://schemas.microsoft.com/office/drawing/2014/main" id="{81813798-F247-2EEC-F254-BAA01F1618DC}"/>
              </a:ext>
            </a:extLst>
          </p:cNvPr>
          <p:cNvGrpSpPr/>
          <p:nvPr/>
        </p:nvGrpSpPr>
        <p:grpSpPr>
          <a:xfrm>
            <a:off x="6878319" y="1865651"/>
            <a:ext cx="2165657" cy="1163320"/>
            <a:chOff x="6878319" y="1865651"/>
            <a:chExt cx="2165657" cy="1163320"/>
          </a:xfrm>
        </p:grpSpPr>
        <p:sp>
          <p:nvSpPr>
            <p:cNvPr id="14" name="Rectangle 13">
              <a:extLst>
                <a:ext uri="{FF2B5EF4-FFF2-40B4-BE49-F238E27FC236}">
                  <a16:creationId xmlns:a16="http://schemas.microsoft.com/office/drawing/2014/main" id="{7273181A-446D-39C0-12A1-3A47DF087C99}"/>
                </a:ext>
              </a:extLst>
            </p:cNvPr>
            <p:cNvSpPr/>
            <p:nvPr/>
          </p:nvSpPr>
          <p:spPr>
            <a:xfrm>
              <a:off x="687831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15" name="TextBox 14">
              <a:extLst>
                <a:ext uri="{FF2B5EF4-FFF2-40B4-BE49-F238E27FC236}">
                  <a16:creationId xmlns:a16="http://schemas.microsoft.com/office/drawing/2014/main" id="{24C52D6E-E553-5572-A2F1-03E8D59B143E}"/>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D4D4A5D1-3F0B-CA64-6B98-F343D4BC034C}"/>
                  </a:ext>
                </a:extLst>
              </p14:cNvPr>
              <p14:cNvContentPartPr/>
              <p14:nvPr/>
            </p14:nvContentPartPr>
            <p14:xfrm>
              <a:off x="1708200" y="1803240"/>
              <a:ext cx="8148960" cy="3355920"/>
            </p14:xfrm>
          </p:contentPart>
        </mc:Choice>
        <mc:Fallback>
          <p:pic>
            <p:nvPicPr>
              <p:cNvPr id="5" name="Ink 4">
                <a:extLst>
                  <a:ext uri="{FF2B5EF4-FFF2-40B4-BE49-F238E27FC236}">
                    <a16:creationId xmlns:a16="http://schemas.microsoft.com/office/drawing/2014/main" id="{D4D4A5D1-3F0B-CA64-6B98-F343D4BC034C}"/>
                  </a:ext>
                </a:extLst>
              </p:cNvPr>
              <p:cNvPicPr/>
              <p:nvPr/>
            </p:nvPicPr>
            <p:blipFill>
              <a:blip r:embed="rId3"/>
              <a:stretch>
                <a:fillRect/>
              </a:stretch>
            </p:blipFill>
            <p:spPr>
              <a:xfrm>
                <a:off x="1698840" y="1793880"/>
                <a:ext cx="8167680" cy="3374640"/>
              </a:xfrm>
              <a:prstGeom prst="rect">
                <a:avLst/>
              </a:prstGeom>
            </p:spPr>
          </p:pic>
        </mc:Fallback>
      </mc:AlternateContent>
    </p:spTree>
    <p:extLst>
      <p:ext uri="{BB962C8B-B14F-4D97-AF65-F5344CB8AC3E}">
        <p14:creationId xmlns:p14="http://schemas.microsoft.com/office/powerpoint/2010/main" val="37013085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FCF88-C78D-8F7E-C458-5267F33A382F}"/>
              </a:ext>
            </a:extLst>
          </p:cNvPr>
          <p:cNvSpPr>
            <a:spLocks noGrp="1"/>
          </p:cNvSpPr>
          <p:nvPr>
            <p:ph type="title"/>
          </p:nvPr>
        </p:nvSpPr>
        <p:spPr/>
        <p:txBody>
          <a:bodyPr/>
          <a:lstStyle/>
          <a:p>
            <a:r>
              <a:rPr lang="en-US" dirty="0"/>
              <a:t>What we want – Mutual Exclusion</a:t>
            </a:r>
          </a:p>
        </p:txBody>
      </p:sp>
      <p:sp>
        <p:nvSpPr>
          <p:cNvPr id="3" name="Content Placeholder 2">
            <a:extLst>
              <a:ext uri="{FF2B5EF4-FFF2-40B4-BE49-F238E27FC236}">
                <a16:creationId xmlns:a16="http://schemas.microsoft.com/office/drawing/2014/main" id="{026C05A3-0912-1FA4-743F-1EACF89C314E}"/>
              </a:ext>
            </a:extLst>
          </p:cNvPr>
          <p:cNvSpPr>
            <a:spLocks noGrp="1"/>
          </p:cNvSpPr>
          <p:nvPr>
            <p:ph idx="1"/>
          </p:nvPr>
        </p:nvSpPr>
        <p:spPr/>
        <p:txBody>
          <a:bodyPr/>
          <a:lstStyle/>
          <a:p>
            <a:r>
              <a:rPr lang="en-US" dirty="0"/>
              <a:t>While one thread is withdrawing from the account, we want to exclude all other threads from also withdrawing</a:t>
            </a:r>
          </a:p>
          <a:p>
            <a:r>
              <a:rPr lang="en-US" dirty="0"/>
              <a:t>Called mutual exclusion: </a:t>
            </a:r>
          </a:p>
          <a:p>
            <a:pPr lvl="1"/>
            <a:r>
              <a:rPr lang="en-US" dirty="0"/>
              <a:t>One thread using a resource (here: a bank account) means another thread must wait </a:t>
            </a:r>
          </a:p>
          <a:p>
            <a:pPr lvl="1"/>
            <a:r>
              <a:rPr lang="en-US" dirty="0"/>
              <a:t>We call the lines of code for which we apply mutual exclusion (only one thread can be there at a time) a </a:t>
            </a:r>
            <a:r>
              <a:rPr lang="en-US" b="1" dirty="0"/>
              <a:t>critical section</a:t>
            </a:r>
            <a:r>
              <a:rPr lang="en-US" dirty="0"/>
              <a:t>.</a:t>
            </a:r>
          </a:p>
          <a:p>
            <a:r>
              <a:rPr lang="en-US" dirty="0"/>
              <a:t>The programmer must implement critical sections!</a:t>
            </a:r>
          </a:p>
          <a:p>
            <a:pPr lvl="1"/>
            <a:r>
              <a:rPr lang="en-US" dirty="0"/>
              <a:t>It requires programming language primitives to do correctly</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12540EBF-0C24-174E-5704-59CEC4712357}"/>
                  </a:ext>
                </a:extLst>
              </p14:cNvPr>
              <p14:cNvContentPartPr/>
              <p14:nvPr/>
            </p14:nvContentPartPr>
            <p14:xfrm>
              <a:off x="1785240" y="1757520"/>
              <a:ext cx="6584760" cy="2930040"/>
            </p14:xfrm>
          </p:contentPart>
        </mc:Choice>
        <mc:Fallback>
          <p:pic>
            <p:nvPicPr>
              <p:cNvPr id="4" name="Ink 3">
                <a:extLst>
                  <a:ext uri="{FF2B5EF4-FFF2-40B4-BE49-F238E27FC236}">
                    <a16:creationId xmlns:a16="http://schemas.microsoft.com/office/drawing/2014/main" id="{12540EBF-0C24-174E-5704-59CEC4712357}"/>
                  </a:ext>
                </a:extLst>
              </p:cNvPr>
              <p:cNvPicPr/>
              <p:nvPr/>
            </p:nvPicPr>
            <p:blipFill>
              <a:blip r:embed="rId3"/>
              <a:stretch>
                <a:fillRect/>
              </a:stretch>
            </p:blipFill>
            <p:spPr>
              <a:xfrm>
                <a:off x="1775880" y="1748160"/>
                <a:ext cx="6603480" cy="2948760"/>
              </a:xfrm>
              <a:prstGeom prst="rect">
                <a:avLst/>
              </a:prstGeom>
            </p:spPr>
          </p:pic>
        </mc:Fallback>
      </mc:AlternateContent>
    </p:spTree>
    <p:extLst>
      <p:ext uri="{BB962C8B-B14F-4D97-AF65-F5344CB8AC3E}">
        <p14:creationId xmlns:p14="http://schemas.microsoft.com/office/powerpoint/2010/main" val="3986630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471D8-BB83-76BB-E6F8-6835C329DB1F}"/>
              </a:ext>
            </a:extLst>
          </p:cNvPr>
          <p:cNvSpPr>
            <a:spLocks noGrp="1"/>
          </p:cNvSpPr>
          <p:nvPr>
            <p:ph type="title"/>
          </p:nvPr>
        </p:nvSpPr>
        <p:spPr/>
        <p:txBody>
          <a:bodyPr/>
          <a:lstStyle/>
          <a:p>
            <a:r>
              <a:rPr lang="en-US" dirty="0"/>
              <a:t>Attempt at Mutual Exclusion with Basic Java</a:t>
            </a:r>
          </a:p>
        </p:txBody>
      </p:sp>
      <p:sp>
        <p:nvSpPr>
          <p:cNvPr id="7" name="Content Placeholder 2">
            <a:extLst>
              <a:ext uri="{FF2B5EF4-FFF2-40B4-BE49-F238E27FC236}">
                <a16:creationId xmlns:a16="http://schemas.microsoft.com/office/drawing/2014/main" id="{620E0194-851C-428D-58B7-7789AF790558}"/>
              </a:ext>
            </a:extLst>
          </p:cNvPr>
          <p:cNvSpPr>
            <a:spLocks noGrp="1"/>
          </p:cNvSpPr>
          <p:nvPr>
            <p:ph idx="1"/>
          </p:nvPr>
        </p:nvSpPr>
        <p:spPr>
          <a:xfrm>
            <a:off x="274320" y="1330960"/>
            <a:ext cx="11917680" cy="5527039"/>
          </a:xfrm>
        </p:spPr>
        <p:txBody>
          <a:bodyPr>
            <a:normAutofit fontScale="700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a:t>
            </a:r>
            <a:r>
              <a:rPr lang="en-US" dirty="0">
                <a:solidFill>
                  <a:srgbClr val="FF0000"/>
                </a:solidFill>
              </a:rPr>
              <a:t>private Boolean busy = false;</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int withdraw(int amount) { </a:t>
            </a:r>
          </a:p>
          <a:p>
            <a:pPr marL="0" indent="0">
              <a:buNone/>
            </a:pPr>
            <a:r>
              <a:rPr lang="en-US" dirty="0"/>
              <a:t>		</a:t>
            </a:r>
            <a:r>
              <a:rPr lang="en-US" dirty="0">
                <a:solidFill>
                  <a:srgbClr val="FF0000"/>
                </a:solidFill>
              </a:rPr>
              <a:t>while (busy) { /* wait until not busy */ }</a:t>
            </a:r>
          </a:p>
          <a:p>
            <a:pPr marL="0" indent="0">
              <a:buNone/>
            </a:pPr>
            <a:r>
              <a:rPr lang="en-US" dirty="0">
                <a:solidFill>
                  <a:srgbClr val="FF0000"/>
                </a:solidFill>
              </a:rPr>
              <a:t>		busy = true;</a:t>
            </a:r>
          </a:p>
          <a:p>
            <a:pPr marL="0" indent="0">
              <a:buNone/>
            </a:pPr>
            <a:r>
              <a:rPr lang="en-US" dirty="0"/>
              <a:t>		int b = </a:t>
            </a:r>
            <a:r>
              <a:rPr lang="en-US" dirty="0" err="1"/>
              <a:t>getBalance</a:t>
            </a:r>
            <a:r>
              <a:rPr lang="en-US" dirty="0"/>
              <a:t>();</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p>
          <a:p>
            <a:pPr marL="0" indent="0">
              <a:buNone/>
            </a:pPr>
            <a:r>
              <a:rPr lang="en-US" dirty="0"/>
              <a:t>		</a:t>
            </a:r>
            <a:r>
              <a:rPr lang="en-US" dirty="0">
                <a:solidFill>
                  <a:srgbClr val="FF0000"/>
                </a:solidFill>
              </a:rPr>
              <a:t>busy = false;</a:t>
            </a:r>
          </a:p>
          <a:p>
            <a:pPr marL="0" indent="0">
              <a:buNone/>
            </a:pPr>
            <a:r>
              <a:rPr lang="en-US" dirty="0"/>
              <a:t>		return amount;} </a:t>
            </a:r>
          </a:p>
          <a:p>
            <a:pPr marL="0" indent="0">
              <a:buNone/>
            </a:pPr>
            <a:r>
              <a:rPr lang="en-US" dirty="0"/>
              <a:t>	// other operations like deposit, etc. </a:t>
            </a:r>
          </a:p>
          <a:p>
            <a:pPr marL="0" indent="0">
              <a:buNone/>
            </a:pPr>
            <a:r>
              <a:rPr lang="en-US" dirty="0"/>
              <a:t>} </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87CC3399-B3C1-8D42-68F0-F06BE3F88CF8}"/>
                  </a:ext>
                </a:extLst>
              </p14:cNvPr>
              <p14:cNvContentPartPr/>
              <p14:nvPr/>
            </p14:nvContentPartPr>
            <p14:xfrm>
              <a:off x="636120" y="1628640"/>
              <a:ext cx="6120720" cy="2443680"/>
            </p14:xfrm>
          </p:contentPart>
        </mc:Choice>
        <mc:Fallback>
          <p:pic>
            <p:nvPicPr>
              <p:cNvPr id="3" name="Ink 2">
                <a:extLst>
                  <a:ext uri="{FF2B5EF4-FFF2-40B4-BE49-F238E27FC236}">
                    <a16:creationId xmlns:a16="http://schemas.microsoft.com/office/drawing/2014/main" id="{87CC3399-B3C1-8D42-68F0-F06BE3F88CF8}"/>
                  </a:ext>
                </a:extLst>
              </p:cNvPr>
              <p:cNvPicPr/>
              <p:nvPr/>
            </p:nvPicPr>
            <p:blipFill>
              <a:blip r:embed="rId3"/>
              <a:stretch>
                <a:fillRect/>
              </a:stretch>
            </p:blipFill>
            <p:spPr>
              <a:xfrm>
                <a:off x="626760" y="1619280"/>
                <a:ext cx="6139440" cy="2462400"/>
              </a:xfrm>
              <a:prstGeom prst="rect">
                <a:avLst/>
              </a:prstGeom>
            </p:spPr>
          </p:pic>
        </mc:Fallback>
      </mc:AlternateContent>
    </p:spTree>
    <p:extLst>
      <p:ext uri="{BB962C8B-B14F-4D97-AF65-F5344CB8AC3E}">
        <p14:creationId xmlns:p14="http://schemas.microsoft.com/office/powerpoint/2010/main" val="20591437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The “Busy Signal” Doesn’t Work</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a:bodyPr>
          <a:lstStyle/>
          <a:p>
            <a:r>
              <a:rPr lang="en-US" dirty="0"/>
              <a:t>Assume the initial balance is 150</a:t>
            </a:r>
          </a:p>
          <a:p>
            <a:endParaRPr lang="en-US" dirty="0"/>
          </a:p>
        </p:txBody>
      </p:sp>
      <p:grpSp>
        <p:nvGrpSpPr>
          <p:cNvPr id="16" name="Group 15" descr="Consider the following interleaving:&#10;&#10;First Thread 1 does :&#10;while(busy) {}&#10;Then upon seeing busy is False it moves past the line, but gets interrupted for time slicing before it executes the line to set busy to be true.&#10;&#10;Then Thread 2 runs its line:&#10;while(busy) {}&#10;And likewise sees that busy is still False, so it moves past that line. From this point we can use whatever interleaving we would like.">
            <a:extLst>
              <a:ext uri="{FF2B5EF4-FFF2-40B4-BE49-F238E27FC236}">
                <a16:creationId xmlns:a16="http://schemas.microsoft.com/office/drawing/2014/main" id="{EA69FE4F-FE8C-DB87-E33F-307213B54278}"/>
              </a:ext>
            </a:extLst>
          </p:cNvPr>
          <p:cNvGrpSpPr/>
          <p:nvPr/>
        </p:nvGrpSpPr>
        <p:grpSpPr>
          <a:xfrm>
            <a:off x="2255520" y="2447158"/>
            <a:ext cx="8004416" cy="4410843"/>
            <a:chOff x="2255520" y="2717125"/>
            <a:chExt cx="8004416" cy="4410843"/>
          </a:xfrm>
        </p:grpSpPr>
        <p:sp>
          <p:nvSpPr>
            <p:cNvPr id="9" name="Rectangle 8">
              <a:extLst>
                <a:ext uri="{FF2B5EF4-FFF2-40B4-BE49-F238E27FC236}">
                  <a16:creationId xmlns:a16="http://schemas.microsoft.com/office/drawing/2014/main" id="{153111F2-E0CB-EFB9-CDFE-114A83873431}"/>
                </a:ext>
              </a:extLst>
            </p:cNvPr>
            <p:cNvSpPr/>
            <p:nvPr/>
          </p:nvSpPr>
          <p:spPr>
            <a:xfrm>
              <a:off x="2255520" y="2717127"/>
              <a:ext cx="4002209" cy="4410841"/>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r>
                <a:rPr lang="en-US" dirty="0">
                  <a:solidFill>
                    <a:schemeClr val="tx1"/>
                  </a:solidFill>
                </a:rPr>
                <a:t>while (busy) { /* wait until not busy */ }</a:t>
              </a:r>
            </a:p>
            <a:p>
              <a:pPr marL="0" indent="0">
                <a:buNone/>
              </a:pPr>
              <a:endParaRPr lang="en-US" dirty="0">
                <a:solidFill>
                  <a:schemeClr val="tx1"/>
                </a:solidFill>
              </a:endParaRPr>
            </a:p>
            <a:p>
              <a:pPr marL="0" indent="0">
                <a:buNone/>
              </a:pPr>
              <a:r>
                <a:rPr lang="en-US" dirty="0">
                  <a:solidFill>
                    <a:schemeClr val="tx1"/>
                  </a:solidFill>
                </a:rPr>
                <a:t>busy = true;</a:t>
              </a:r>
            </a:p>
            <a:p>
              <a:pPr marL="0" indent="0">
                <a:buNone/>
              </a:pPr>
              <a:endParaRPr lang="en-US" dirty="0">
                <a:solidFill>
                  <a:schemeClr val="tx1"/>
                </a:solidFill>
              </a:endParaRPr>
            </a:p>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a:t>
              </a: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 </a:t>
              </a:r>
            </a:p>
            <a:p>
              <a:pPr marL="0" indent="0">
                <a:buNone/>
              </a:pPr>
              <a:r>
                <a:rPr lang="en-US" dirty="0">
                  <a:solidFill>
                    <a:schemeClr val="tx1"/>
                  </a:solidFill>
                </a:rPr>
                <a:t>busy = false;</a:t>
              </a:r>
            </a:p>
            <a:p>
              <a:pPr marL="0" indent="0">
                <a:buNone/>
              </a:pPr>
              <a:r>
                <a:rPr lang="en-US" dirty="0">
                  <a:solidFill>
                    <a:schemeClr val="tx1"/>
                  </a:solidFill>
                </a:rPr>
                <a:t>return amount; </a:t>
              </a:r>
            </a:p>
          </p:txBody>
        </p:sp>
        <p:sp>
          <p:nvSpPr>
            <p:cNvPr id="11" name="Rectangle 10">
              <a:extLst>
                <a:ext uri="{FF2B5EF4-FFF2-40B4-BE49-F238E27FC236}">
                  <a16:creationId xmlns:a16="http://schemas.microsoft.com/office/drawing/2014/main" id="{D99C9F9B-23B2-843A-E07D-0F90A5EC807E}"/>
                </a:ext>
              </a:extLst>
            </p:cNvPr>
            <p:cNvSpPr/>
            <p:nvPr/>
          </p:nvSpPr>
          <p:spPr>
            <a:xfrm>
              <a:off x="6257728" y="2717125"/>
              <a:ext cx="4002208" cy="4410842"/>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en-US" dirty="0">
                <a:solidFill>
                  <a:schemeClr val="tx1"/>
                </a:solidFill>
              </a:endParaRPr>
            </a:p>
            <a:p>
              <a:pPr marL="0" indent="0">
                <a:buNone/>
              </a:pPr>
              <a:r>
                <a:rPr lang="en-US" dirty="0">
                  <a:solidFill>
                    <a:schemeClr val="tx1"/>
                  </a:solidFill>
                </a:rPr>
                <a:t>while (busy) { /* wait until not busy */ }</a:t>
              </a:r>
            </a:p>
            <a:p>
              <a:pPr marL="0" indent="0">
                <a:buNone/>
              </a:pPr>
              <a:endParaRPr lang="en-US" dirty="0">
                <a:solidFill>
                  <a:schemeClr val="tx1"/>
                </a:solidFill>
              </a:endParaRPr>
            </a:p>
            <a:p>
              <a:pPr marL="0" indent="0">
                <a:buNone/>
              </a:pPr>
              <a:r>
                <a:rPr lang="en-US" dirty="0">
                  <a:solidFill>
                    <a:schemeClr val="tx1"/>
                  </a:solidFill>
                </a:rPr>
                <a:t>busy = true;</a:t>
              </a:r>
            </a:p>
            <a:p>
              <a:pPr marL="0" indent="0">
                <a:buNone/>
              </a:pPr>
              <a:endParaRPr lang="en-US" dirty="0">
                <a:solidFill>
                  <a:schemeClr val="tx1"/>
                </a:solidFill>
              </a:endParaRPr>
            </a:p>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a:t>
              </a: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 </a:t>
              </a:r>
            </a:p>
            <a:p>
              <a:pPr marL="0" indent="0">
                <a:buNone/>
              </a:pPr>
              <a:r>
                <a:rPr lang="en-US" dirty="0">
                  <a:solidFill>
                    <a:schemeClr val="tx1"/>
                  </a:solidFill>
                </a:rPr>
                <a:t>busy = false; </a:t>
              </a:r>
            </a:p>
            <a:p>
              <a:pPr marL="0" indent="0">
                <a:buNone/>
              </a:pPr>
              <a:r>
                <a:rPr lang="en-US" dirty="0">
                  <a:solidFill>
                    <a:schemeClr val="tx1"/>
                  </a:solidFill>
                </a:rPr>
                <a:t>return amount;</a:t>
              </a:r>
            </a:p>
          </p:txBody>
        </p:sp>
      </p:grpSp>
      <p:grpSp>
        <p:nvGrpSpPr>
          <p:cNvPr id="4" name="Group 3" descr="We say Thread 1 is the one running withdraw(100);">
            <a:extLst>
              <a:ext uri="{FF2B5EF4-FFF2-40B4-BE49-F238E27FC236}">
                <a16:creationId xmlns:a16="http://schemas.microsoft.com/office/drawing/2014/main" id="{532EB1D6-83A7-F8E1-A662-3CCB03F02C31}"/>
              </a:ext>
            </a:extLst>
          </p:cNvPr>
          <p:cNvGrpSpPr/>
          <p:nvPr/>
        </p:nvGrpSpPr>
        <p:grpSpPr>
          <a:xfrm>
            <a:off x="3478179" y="1595684"/>
            <a:ext cx="2165657" cy="916878"/>
            <a:chOff x="3478179" y="1865651"/>
            <a:chExt cx="2165657" cy="916878"/>
          </a:xfrm>
        </p:grpSpPr>
        <p:sp>
          <p:nvSpPr>
            <p:cNvPr id="10" name="Rectangle 9">
              <a:extLst>
                <a:ext uri="{FF2B5EF4-FFF2-40B4-BE49-F238E27FC236}">
                  <a16:creationId xmlns:a16="http://schemas.microsoft.com/office/drawing/2014/main" id="{10E5DC7E-3293-32FF-1410-FD5F9DF1A43A}"/>
                </a:ext>
              </a:extLst>
            </p:cNvPr>
            <p:cNvSpPr/>
            <p:nvPr/>
          </p:nvSpPr>
          <p:spPr>
            <a:xfrm>
              <a:off x="3478179" y="2172832"/>
              <a:ext cx="2165657" cy="60969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12" name="TextBox 11">
              <a:extLst>
                <a:ext uri="{FF2B5EF4-FFF2-40B4-BE49-F238E27FC236}">
                  <a16:creationId xmlns:a16="http://schemas.microsoft.com/office/drawing/2014/main" id="{510C8C5A-8E5B-130C-66C6-D0CFD51F2B56}"/>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grpSp>
      <p:grpSp>
        <p:nvGrpSpPr>
          <p:cNvPr id="13" name="Group 12" descr="We say Thread 2 invokes withdraw(75)">
            <a:extLst>
              <a:ext uri="{FF2B5EF4-FFF2-40B4-BE49-F238E27FC236}">
                <a16:creationId xmlns:a16="http://schemas.microsoft.com/office/drawing/2014/main" id="{A537FC43-E6B9-08D4-E411-CB21EB7CE996}"/>
              </a:ext>
            </a:extLst>
          </p:cNvPr>
          <p:cNvGrpSpPr/>
          <p:nvPr/>
        </p:nvGrpSpPr>
        <p:grpSpPr>
          <a:xfrm>
            <a:off x="6878319" y="1595684"/>
            <a:ext cx="2165657" cy="916878"/>
            <a:chOff x="6878319" y="1865651"/>
            <a:chExt cx="2165657" cy="916878"/>
          </a:xfrm>
        </p:grpSpPr>
        <p:sp>
          <p:nvSpPr>
            <p:cNvPr id="14" name="Rectangle 13">
              <a:extLst>
                <a:ext uri="{FF2B5EF4-FFF2-40B4-BE49-F238E27FC236}">
                  <a16:creationId xmlns:a16="http://schemas.microsoft.com/office/drawing/2014/main" id="{F091DDEB-8FF4-69AA-AB0C-4B69E5C28507}"/>
                </a:ext>
              </a:extLst>
            </p:cNvPr>
            <p:cNvSpPr/>
            <p:nvPr/>
          </p:nvSpPr>
          <p:spPr>
            <a:xfrm>
              <a:off x="6878319" y="2172832"/>
              <a:ext cx="2165657" cy="60969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15" name="TextBox 14">
              <a:extLst>
                <a:ext uri="{FF2B5EF4-FFF2-40B4-BE49-F238E27FC236}">
                  <a16:creationId xmlns:a16="http://schemas.microsoft.com/office/drawing/2014/main" id="{35F02F73-164F-2826-26F4-C218B29B2E15}"/>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DD788258-06F7-D5D4-39F0-13BEFE2BB5BA}"/>
                  </a:ext>
                </a:extLst>
              </p14:cNvPr>
              <p14:cNvContentPartPr/>
              <p14:nvPr/>
            </p14:nvContentPartPr>
            <p14:xfrm>
              <a:off x="1213560" y="2338920"/>
              <a:ext cx="9276480" cy="1124280"/>
            </p14:xfrm>
          </p:contentPart>
        </mc:Choice>
        <mc:Fallback>
          <p:pic>
            <p:nvPicPr>
              <p:cNvPr id="5" name="Ink 4">
                <a:extLst>
                  <a:ext uri="{FF2B5EF4-FFF2-40B4-BE49-F238E27FC236}">
                    <a16:creationId xmlns:a16="http://schemas.microsoft.com/office/drawing/2014/main" id="{DD788258-06F7-D5D4-39F0-13BEFE2BB5BA}"/>
                  </a:ext>
                </a:extLst>
              </p:cNvPr>
              <p:cNvPicPr/>
              <p:nvPr/>
            </p:nvPicPr>
            <p:blipFill>
              <a:blip r:embed="rId3"/>
              <a:stretch>
                <a:fillRect/>
              </a:stretch>
            </p:blipFill>
            <p:spPr>
              <a:xfrm>
                <a:off x="1204200" y="2329560"/>
                <a:ext cx="9295200" cy="1143000"/>
              </a:xfrm>
              <a:prstGeom prst="rect">
                <a:avLst/>
              </a:prstGeom>
            </p:spPr>
          </p:pic>
        </mc:Fallback>
      </mc:AlternateContent>
    </p:spTree>
    <p:extLst>
      <p:ext uri="{BB962C8B-B14F-4D97-AF65-F5344CB8AC3E}">
        <p14:creationId xmlns:p14="http://schemas.microsoft.com/office/powerpoint/2010/main" val="39192079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2AEEC-82A4-7735-C350-4DA0E1BBE1BE}"/>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7D9594BA-009A-BCE3-1087-2A0C36A4391A}"/>
              </a:ext>
            </a:extLst>
          </p:cNvPr>
          <p:cNvSpPr>
            <a:spLocks noGrp="1"/>
          </p:cNvSpPr>
          <p:nvPr>
            <p:ph idx="1"/>
          </p:nvPr>
        </p:nvSpPr>
        <p:spPr>
          <a:xfrm>
            <a:off x="838200" y="1825624"/>
            <a:ext cx="10515600" cy="5032375"/>
          </a:xfrm>
        </p:spPr>
        <p:txBody>
          <a:bodyPr/>
          <a:lstStyle/>
          <a:p>
            <a:r>
              <a:rPr lang="en-US" dirty="0"/>
              <a:t>We need a construct from Java to do this</a:t>
            </a:r>
          </a:p>
          <a:p>
            <a:r>
              <a:rPr lang="en-US" dirty="0"/>
              <a:t>One Solution – A </a:t>
            </a:r>
            <a:r>
              <a:rPr lang="en-US" b="1" dirty="0"/>
              <a:t>Mutual Exclusion Lock</a:t>
            </a:r>
            <a:r>
              <a:rPr lang="en-US" dirty="0"/>
              <a:t> (called a Mutex or Lock)</a:t>
            </a:r>
          </a:p>
          <a:p>
            <a:r>
              <a:rPr lang="en-US" dirty="0"/>
              <a:t>We define a </a:t>
            </a:r>
            <a:r>
              <a:rPr lang="en-US" b="1" dirty="0"/>
              <a:t>Lock</a:t>
            </a:r>
            <a:r>
              <a:rPr lang="en-US" dirty="0"/>
              <a:t> to be an ADT with operations:</a:t>
            </a:r>
          </a:p>
          <a:p>
            <a:pPr lvl="1"/>
            <a:r>
              <a:rPr lang="en-US" dirty="0"/>
              <a:t>New: </a:t>
            </a:r>
          </a:p>
          <a:p>
            <a:pPr lvl="2"/>
            <a:r>
              <a:rPr lang="en-US" dirty="0"/>
              <a:t>make a new lock, initially “not held”</a:t>
            </a:r>
          </a:p>
          <a:p>
            <a:pPr lvl="1"/>
            <a:r>
              <a:rPr lang="en-US" dirty="0"/>
              <a:t>Acquire:</a:t>
            </a:r>
          </a:p>
          <a:p>
            <a:pPr lvl="2"/>
            <a:r>
              <a:rPr lang="en-US" dirty="0"/>
              <a:t>If lock is not held, mark it as “held”</a:t>
            </a:r>
          </a:p>
          <a:p>
            <a:pPr lvl="3"/>
            <a:r>
              <a:rPr lang="en-US" dirty="0"/>
              <a:t>These two steps always done together in a way that cannot be interrupted!</a:t>
            </a:r>
          </a:p>
          <a:p>
            <a:pPr lvl="2"/>
            <a:r>
              <a:rPr lang="en-US" dirty="0"/>
              <a:t>If lock is held, pause until it is marked as “not held”</a:t>
            </a:r>
          </a:p>
          <a:p>
            <a:pPr lvl="1"/>
            <a:r>
              <a:rPr lang="en-US" dirty="0"/>
              <a:t>Release:</a:t>
            </a:r>
          </a:p>
          <a:p>
            <a:pPr lvl="2"/>
            <a:r>
              <a:rPr lang="en-US" dirty="0"/>
              <a:t>Mark the lock as “not held”</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1C80487E-3805-89D2-8014-ED73092BF9A1}"/>
                  </a:ext>
                </a:extLst>
              </p14:cNvPr>
              <p14:cNvContentPartPr/>
              <p14:nvPr/>
            </p14:nvContentPartPr>
            <p14:xfrm>
              <a:off x="516240" y="1782000"/>
              <a:ext cx="6941160" cy="4326120"/>
            </p14:xfrm>
          </p:contentPart>
        </mc:Choice>
        <mc:Fallback>
          <p:pic>
            <p:nvPicPr>
              <p:cNvPr id="4" name="Ink 3">
                <a:extLst>
                  <a:ext uri="{FF2B5EF4-FFF2-40B4-BE49-F238E27FC236}">
                    <a16:creationId xmlns:a16="http://schemas.microsoft.com/office/drawing/2014/main" id="{1C80487E-3805-89D2-8014-ED73092BF9A1}"/>
                  </a:ext>
                </a:extLst>
              </p:cNvPr>
              <p:cNvPicPr/>
              <p:nvPr/>
            </p:nvPicPr>
            <p:blipFill>
              <a:blip r:embed="rId3"/>
              <a:stretch>
                <a:fillRect/>
              </a:stretch>
            </p:blipFill>
            <p:spPr>
              <a:xfrm>
                <a:off x="506880" y="1772640"/>
                <a:ext cx="6959880" cy="4344840"/>
              </a:xfrm>
              <a:prstGeom prst="rect">
                <a:avLst/>
              </a:prstGeom>
            </p:spPr>
          </p:pic>
        </mc:Fallback>
      </mc:AlternateContent>
    </p:spTree>
    <p:extLst>
      <p:ext uri="{BB962C8B-B14F-4D97-AF65-F5344CB8AC3E}">
        <p14:creationId xmlns:p14="http://schemas.microsoft.com/office/powerpoint/2010/main" val="20566549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471D8-BB83-76BB-E6F8-6835C329DB1F}"/>
              </a:ext>
            </a:extLst>
          </p:cNvPr>
          <p:cNvSpPr>
            <a:spLocks noGrp="1"/>
          </p:cNvSpPr>
          <p:nvPr>
            <p:ph type="title"/>
          </p:nvPr>
        </p:nvSpPr>
        <p:spPr/>
        <p:txBody>
          <a:bodyPr/>
          <a:lstStyle/>
          <a:p>
            <a:r>
              <a:rPr lang="en-US" dirty="0"/>
              <a:t>Almost Correct Bank Account Example</a:t>
            </a:r>
          </a:p>
        </p:txBody>
      </p:sp>
      <p:sp>
        <p:nvSpPr>
          <p:cNvPr id="7" name="Content Placeholder 2">
            <a:extLst>
              <a:ext uri="{FF2B5EF4-FFF2-40B4-BE49-F238E27FC236}">
                <a16:creationId xmlns:a16="http://schemas.microsoft.com/office/drawing/2014/main" id="{620E0194-851C-428D-58B7-7789AF790558}"/>
              </a:ext>
            </a:extLst>
          </p:cNvPr>
          <p:cNvSpPr>
            <a:spLocks noGrp="1"/>
          </p:cNvSpPr>
          <p:nvPr>
            <p:ph idx="1"/>
          </p:nvPr>
        </p:nvSpPr>
        <p:spPr>
          <a:xfrm>
            <a:off x="274320" y="1330960"/>
            <a:ext cx="11917680" cy="5527039"/>
          </a:xfrm>
        </p:spPr>
        <p:txBody>
          <a:bodyPr>
            <a:normAutofit fontScale="775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a:t>
            </a:r>
            <a:r>
              <a:rPr lang="en-US" dirty="0">
                <a:solidFill>
                  <a:srgbClr val="FF0000"/>
                </a:solidFill>
              </a:rPr>
              <a:t>private Lock </a:t>
            </a:r>
            <a:r>
              <a:rPr lang="en-US" dirty="0" err="1">
                <a:solidFill>
                  <a:srgbClr val="FF0000"/>
                </a:solidFill>
              </a:rPr>
              <a:t>lk</a:t>
            </a:r>
            <a:r>
              <a:rPr lang="en-US" dirty="0">
                <a:solidFill>
                  <a:srgbClr val="FF0000"/>
                </a:solidFill>
              </a:rPr>
              <a:t> = new Lock();</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int withdraw(int amount) { </a:t>
            </a:r>
          </a:p>
          <a:p>
            <a:pPr marL="0" indent="0">
              <a:buNone/>
            </a:pPr>
            <a:r>
              <a:rPr lang="en-US" dirty="0"/>
              <a:t>		</a:t>
            </a:r>
            <a:r>
              <a:rPr lang="en-US" dirty="0" err="1">
                <a:solidFill>
                  <a:srgbClr val="FF0000"/>
                </a:solidFill>
              </a:rPr>
              <a:t>lk.acquire</a:t>
            </a:r>
            <a:r>
              <a:rPr lang="en-US" dirty="0">
                <a:solidFill>
                  <a:srgbClr val="FF0000"/>
                </a:solidFill>
              </a:rPr>
              <a:t>();</a:t>
            </a:r>
            <a:r>
              <a:rPr lang="en-US" dirty="0"/>
              <a:t> </a:t>
            </a:r>
          </a:p>
          <a:p>
            <a:pPr marL="0" indent="0">
              <a:buNone/>
            </a:pPr>
            <a:r>
              <a:rPr lang="en-US" dirty="0"/>
              <a:t>		int b = </a:t>
            </a:r>
            <a:r>
              <a:rPr lang="en-US" dirty="0" err="1"/>
              <a:t>getBalance</a:t>
            </a:r>
            <a:r>
              <a:rPr lang="en-US" dirty="0"/>
              <a:t>();</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p>
          <a:p>
            <a:pPr marL="0" indent="0">
              <a:buNone/>
            </a:pPr>
            <a:r>
              <a:rPr lang="en-US" dirty="0"/>
              <a:t>		</a:t>
            </a:r>
            <a:r>
              <a:rPr lang="en-US" dirty="0" err="1">
                <a:solidFill>
                  <a:srgbClr val="FF0000"/>
                </a:solidFill>
              </a:rPr>
              <a:t>lk.release</a:t>
            </a:r>
            <a:r>
              <a:rPr lang="en-US" dirty="0">
                <a:solidFill>
                  <a:srgbClr val="FF0000"/>
                </a:solidFill>
              </a:rPr>
              <a:t>();</a:t>
            </a:r>
          </a:p>
          <a:p>
            <a:pPr marL="0" indent="0">
              <a:buNone/>
            </a:pPr>
            <a:r>
              <a:rPr lang="en-US" dirty="0"/>
              <a:t>		return amount;} </a:t>
            </a:r>
          </a:p>
          <a:p>
            <a:pPr marL="0" indent="0">
              <a:buNone/>
            </a:pPr>
            <a:r>
              <a:rPr lang="en-US" dirty="0"/>
              <a:t>	// other operations like deposit, etc. </a:t>
            </a:r>
          </a:p>
          <a:p>
            <a:pPr marL="0" indent="0">
              <a:buNone/>
            </a:pPr>
            <a:r>
              <a:rPr lang="en-US" dirty="0"/>
              <a:t>} </a:t>
            </a:r>
          </a:p>
        </p:txBody>
      </p:sp>
      <p:sp>
        <p:nvSpPr>
          <p:cNvPr id="3" name="TextBox 2">
            <a:extLst>
              <a:ext uri="{FF2B5EF4-FFF2-40B4-BE49-F238E27FC236}">
                <a16:creationId xmlns:a16="http://schemas.microsoft.com/office/drawing/2014/main" id="{F9521E9D-CC7F-2013-9558-8183772814AD}"/>
              </a:ext>
            </a:extLst>
          </p:cNvPr>
          <p:cNvSpPr txBox="1"/>
          <p:nvPr/>
        </p:nvSpPr>
        <p:spPr>
          <a:xfrm>
            <a:off x="8361680" y="1733193"/>
            <a:ext cx="3115725" cy="923330"/>
          </a:xfrm>
          <a:prstGeom prst="rect">
            <a:avLst/>
          </a:prstGeom>
          <a:noFill/>
          <a:ln>
            <a:solidFill>
              <a:schemeClr val="accent5">
                <a:lumMod val="75000"/>
              </a:schemeClr>
            </a:solidFill>
          </a:ln>
        </p:spPr>
        <p:txBody>
          <a:bodyPr wrap="none" rtlCol="0">
            <a:spAutoFit/>
          </a:bodyPr>
          <a:lstStyle/>
          <a:p>
            <a:r>
              <a:rPr lang="en-US" dirty="0">
                <a:solidFill>
                  <a:schemeClr val="accent5">
                    <a:lumMod val="75000"/>
                  </a:schemeClr>
                </a:solidFill>
              </a:rPr>
              <a:t>Questions:</a:t>
            </a:r>
          </a:p>
          <a:p>
            <a:pPr marL="342900" indent="-342900">
              <a:buFont typeface="+mj-lt"/>
              <a:buAutoNum type="arabicPeriod"/>
            </a:pPr>
            <a:r>
              <a:rPr lang="en-US" dirty="0">
                <a:solidFill>
                  <a:schemeClr val="accent5">
                    <a:lumMod val="75000"/>
                  </a:schemeClr>
                </a:solidFill>
              </a:rPr>
              <a:t>What is the critical section?</a:t>
            </a:r>
          </a:p>
          <a:p>
            <a:pPr marL="342900" indent="-342900">
              <a:buFont typeface="+mj-lt"/>
              <a:buAutoNum type="arabicPeriod"/>
            </a:pPr>
            <a:r>
              <a:rPr lang="en-US" dirty="0">
                <a:solidFill>
                  <a:schemeClr val="accent5">
                    <a:lumMod val="75000"/>
                  </a:schemeClr>
                </a:solidFill>
              </a:rPr>
              <a:t>What is the Error?</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3E6AF1FD-1D15-FE89-7695-F35E2605FA90}"/>
                  </a:ext>
                </a:extLst>
              </p14:cNvPr>
              <p14:cNvContentPartPr/>
              <p14:nvPr/>
            </p14:nvContentPartPr>
            <p14:xfrm>
              <a:off x="934200" y="1638000"/>
              <a:ext cx="7128720" cy="4206960"/>
            </p14:xfrm>
          </p:contentPart>
        </mc:Choice>
        <mc:Fallback>
          <p:pic>
            <p:nvPicPr>
              <p:cNvPr id="4" name="Ink 3">
                <a:extLst>
                  <a:ext uri="{FF2B5EF4-FFF2-40B4-BE49-F238E27FC236}">
                    <a16:creationId xmlns:a16="http://schemas.microsoft.com/office/drawing/2014/main" id="{3E6AF1FD-1D15-FE89-7695-F35E2605FA90}"/>
                  </a:ext>
                </a:extLst>
              </p:cNvPr>
              <p:cNvPicPr/>
              <p:nvPr/>
            </p:nvPicPr>
            <p:blipFill>
              <a:blip r:embed="rId3"/>
              <a:stretch>
                <a:fillRect/>
              </a:stretch>
            </p:blipFill>
            <p:spPr>
              <a:xfrm>
                <a:off x="924840" y="1628640"/>
                <a:ext cx="7147440" cy="4225680"/>
              </a:xfrm>
              <a:prstGeom prst="rect">
                <a:avLst/>
              </a:prstGeom>
            </p:spPr>
          </p:pic>
        </mc:Fallback>
      </mc:AlternateContent>
    </p:spTree>
    <p:extLst>
      <p:ext uri="{BB962C8B-B14F-4D97-AF65-F5344CB8AC3E}">
        <p14:creationId xmlns:p14="http://schemas.microsoft.com/office/powerpoint/2010/main" val="6773889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33AB2-3D5A-EB16-47FC-4AD3E7B760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10B8C1-27B5-CE1A-EAE5-9CAADA064486}"/>
              </a:ext>
            </a:extLst>
          </p:cNvPr>
          <p:cNvSpPr>
            <a:spLocks noGrp="1"/>
          </p:cNvSpPr>
          <p:nvPr>
            <p:ph type="title"/>
          </p:nvPr>
        </p:nvSpPr>
        <p:spPr/>
        <p:txBody>
          <a:bodyPr/>
          <a:lstStyle/>
          <a:p>
            <a:r>
              <a:rPr lang="en-US" dirty="0"/>
              <a:t>Exceptions Exit the Method Immediately</a:t>
            </a:r>
          </a:p>
        </p:txBody>
      </p:sp>
      <p:sp>
        <p:nvSpPr>
          <p:cNvPr id="7" name="Content Placeholder 2">
            <a:extLst>
              <a:ext uri="{FF2B5EF4-FFF2-40B4-BE49-F238E27FC236}">
                <a16:creationId xmlns:a16="http://schemas.microsoft.com/office/drawing/2014/main" id="{AE8E52FE-1490-C84A-188E-E5FE73DB25E7}"/>
              </a:ext>
            </a:extLst>
          </p:cNvPr>
          <p:cNvSpPr>
            <a:spLocks noGrp="1"/>
          </p:cNvSpPr>
          <p:nvPr>
            <p:ph idx="1"/>
          </p:nvPr>
        </p:nvSpPr>
        <p:spPr>
          <a:xfrm>
            <a:off x="274320" y="1330960"/>
            <a:ext cx="11917680" cy="5527039"/>
          </a:xfrm>
        </p:spPr>
        <p:txBody>
          <a:bodyPr>
            <a:normAutofit fontScale="775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a:t>
            </a:r>
            <a:r>
              <a:rPr lang="en-US" dirty="0">
                <a:solidFill>
                  <a:srgbClr val="FF0000"/>
                </a:solidFill>
              </a:rPr>
              <a:t>private Lock </a:t>
            </a:r>
            <a:r>
              <a:rPr lang="en-US" dirty="0" err="1">
                <a:solidFill>
                  <a:srgbClr val="FF0000"/>
                </a:solidFill>
              </a:rPr>
              <a:t>lk</a:t>
            </a:r>
            <a:r>
              <a:rPr lang="en-US" dirty="0">
                <a:solidFill>
                  <a:srgbClr val="FF0000"/>
                </a:solidFill>
              </a:rPr>
              <a:t> = new Lock();</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int withdraw(int amount) { </a:t>
            </a:r>
          </a:p>
          <a:p>
            <a:pPr marL="0" indent="0">
              <a:buNone/>
            </a:pPr>
            <a:r>
              <a:rPr lang="en-US" dirty="0"/>
              <a:t>		</a:t>
            </a:r>
            <a:r>
              <a:rPr lang="en-US" dirty="0" err="1">
                <a:solidFill>
                  <a:srgbClr val="FF0000"/>
                </a:solidFill>
              </a:rPr>
              <a:t>lk.acquire</a:t>
            </a:r>
            <a:r>
              <a:rPr lang="en-US" dirty="0">
                <a:solidFill>
                  <a:srgbClr val="FF0000"/>
                </a:solidFill>
              </a:rPr>
              <a:t>();</a:t>
            </a:r>
            <a:r>
              <a:rPr lang="en-US" dirty="0"/>
              <a:t> </a:t>
            </a:r>
          </a:p>
          <a:p>
            <a:pPr marL="0" indent="0">
              <a:buNone/>
            </a:pPr>
            <a:r>
              <a:rPr lang="en-US" dirty="0"/>
              <a:t>		int b = </a:t>
            </a:r>
            <a:r>
              <a:rPr lang="en-US" dirty="0" err="1"/>
              <a:t>getBalance</a:t>
            </a:r>
            <a:r>
              <a:rPr lang="en-US" dirty="0"/>
              <a:t>();</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p>
          <a:p>
            <a:pPr marL="0" indent="0">
              <a:buNone/>
            </a:pPr>
            <a:r>
              <a:rPr lang="en-US" dirty="0"/>
              <a:t>		</a:t>
            </a:r>
            <a:r>
              <a:rPr lang="en-US" dirty="0" err="1">
                <a:solidFill>
                  <a:srgbClr val="FF0000"/>
                </a:solidFill>
              </a:rPr>
              <a:t>lk.release</a:t>
            </a:r>
            <a:r>
              <a:rPr lang="en-US" dirty="0">
                <a:solidFill>
                  <a:srgbClr val="FF0000"/>
                </a:solidFill>
              </a:rPr>
              <a:t>();</a:t>
            </a:r>
          </a:p>
          <a:p>
            <a:pPr marL="0" indent="0">
              <a:buNone/>
            </a:pPr>
            <a:r>
              <a:rPr lang="en-US" dirty="0"/>
              <a:t>		return amount; } </a:t>
            </a:r>
          </a:p>
          <a:p>
            <a:pPr marL="0" indent="0">
              <a:buNone/>
            </a:pPr>
            <a:r>
              <a:rPr lang="en-US" dirty="0"/>
              <a:t>	// other operations like deposit, etc. </a:t>
            </a:r>
          </a:p>
          <a:p>
            <a:pPr marL="0" indent="0">
              <a:buNone/>
            </a:pPr>
            <a:r>
              <a:rPr lang="en-US" dirty="0"/>
              <a:t>} </a:t>
            </a:r>
          </a:p>
        </p:txBody>
      </p:sp>
      <p:sp>
        <p:nvSpPr>
          <p:cNvPr id="3" name="TextBox 2">
            <a:extLst>
              <a:ext uri="{FF2B5EF4-FFF2-40B4-BE49-F238E27FC236}">
                <a16:creationId xmlns:a16="http://schemas.microsoft.com/office/drawing/2014/main" id="{BE52A69B-ABDE-910C-4672-36C0A2175A2C}"/>
              </a:ext>
            </a:extLst>
          </p:cNvPr>
          <p:cNvSpPr txBox="1"/>
          <p:nvPr/>
        </p:nvSpPr>
        <p:spPr>
          <a:xfrm>
            <a:off x="7862917" y="1690688"/>
            <a:ext cx="3710248" cy="1200329"/>
          </a:xfrm>
          <a:prstGeom prst="rect">
            <a:avLst/>
          </a:prstGeom>
          <a:noFill/>
          <a:ln>
            <a:solidFill>
              <a:schemeClr val="accent5">
                <a:lumMod val="75000"/>
              </a:schemeClr>
            </a:solidFill>
          </a:ln>
        </p:spPr>
        <p:txBody>
          <a:bodyPr wrap="square" rtlCol="0">
            <a:spAutoFit/>
          </a:bodyPr>
          <a:lstStyle/>
          <a:p>
            <a:r>
              <a:rPr lang="en-US" dirty="0">
                <a:solidFill>
                  <a:schemeClr val="accent5">
                    <a:lumMod val="75000"/>
                  </a:schemeClr>
                </a:solidFill>
              </a:rPr>
              <a:t>If we throw an exception, we never finish the method!</a:t>
            </a:r>
          </a:p>
          <a:p>
            <a:endParaRPr lang="en-US" dirty="0">
              <a:solidFill>
                <a:schemeClr val="accent5">
                  <a:lumMod val="75000"/>
                </a:schemeClr>
              </a:solidFill>
            </a:endParaRPr>
          </a:p>
          <a:p>
            <a:r>
              <a:rPr lang="en-US" dirty="0">
                <a:solidFill>
                  <a:schemeClr val="accent5">
                    <a:lumMod val="75000"/>
                  </a:schemeClr>
                </a:solidFill>
              </a:rPr>
              <a:t>The lock would never get released!</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418A5192-AB25-5F4A-132D-06A911F3E72F}"/>
                  </a:ext>
                </a:extLst>
              </p14:cNvPr>
              <p14:cNvContentPartPr/>
              <p14:nvPr/>
            </p14:nvContentPartPr>
            <p14:xfrm>
              <a:off x="1192320" y="4304520"/>
              <a:ext cx="7014960" cy="1332360"/>
            </p14:xfrm>
          </p:contentPart>
        </mc:Choice>
        <mc:Fallback>
          <p:pic>
            <p:nvPicPr>
              <p:cNvPr id="4" name="Ink 3">
                <a:extLst>
                  <a:ext uri="{FF2B5EF4-FFF2-40B4-BE49-F238E27FC236}">
                    <a16:creationId xmlns:a16="http://schemas.microsoft.com/office/drawing/2014/main" id="{418A5192-AB25-5F4A-132D-06A911F3E72F}"/>
                  </a:ext>
                </a:extLst>
              </p:cNvPr>
              <p:cNvPicPr/>
              <p:nvPr/>
            </p:nvPicPr>
            <p:blipFill>
              <a:blip r:embed="rId3"/>
              <a:stretch>
                <a:fillRect/>
              </a:stretch>
            </p:blipFill>
            <p:spPr>
              <a:xfrm>
                <a:off x="1182960" y="4295160"/>
                <a:ext cx="7033680" cy="1351080"/>
              </a:xfrm>
              <a:prstGeom prst="rect">
                <a:avLst/>
              </a:prstGeom>
            </p:spPr>
          </p:pic>
        </mc:Fallback>
      </mc:AlternateContent>
    </p:spTree>
    <p:extLst>
      <p:ext uri="{BB962C8B-B14F-4D97-AF65-F5344CB8AC3E}">
        <p14:creationId xmlns:p14="http://schemas.microsoft.com/office/powerpoint/2010/main" val="33425283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57323-349F-EF3C-515F-012FCEA685C6}"/>
              </a:ext>
            </a:extLst>
          </p:cNvPr>
          <p:cNvSpPr>
            <a:spLocks noGrp="1"/>
          </p:cNvSpPr>
          <p:nvPr>
            <p:ph type="title"/>
          </p:nvPr>
        </p:nvSpPr>
        <p:spPr/>
        <p:txBody>
          <a:bodyPr/>
          <a:lstStyle/>
          <a:p>
            <a:r>
              <a:rPr lang="en-US" dirty="0"/>
              <a:t>Try…Finally</a:t>
            </a:r>
          </a:p>
        </p:txBody>
      </p:sp>
      <p:sp>
        <p:nvSpPr>
          <p:cNvPr id="3" name="Content Placeholder 2">
            <a:extLst>
              <a:ext uri="{FF2B5EF4-FFF2-40B4-BE49-F238E27FC236}">
                <a16:creationId xmlns:a16="http://schemas.microsoft.com/office/drawing/2014/main" id="{84785A17-F9C0-58D0-1F19-EE96DE3C8C13}"/>
              </a:ext>
            </a:extLst>
          </p:cNvPr>
          <p:cNvSpPr>
            <a:spLocks noGrp="1"/>
          </p:cNvSpPr>
          <p:nvPr>
            <p:ph idx="1"/>
          </p:nvPr>
        </p:nvSpPr>
        <p:spPr/>
        <p:txBody>
          <a:bodyPr/>
          <a:lstStyle/>
          <a:p>
            <a:r>
              <a:rPr lang="en-US" dirty="0"/>
              <a:t>Try Block:</a:t>
            </a:r>
          </a:p>
          <a:p>
            <a:pPr lvl="1"/>
            <a:r>
              <a:rPr lang="en-US" dirty="0"/>
              <a:t>Body of code that will be run</a:t>
            </a:r>
          </a:p>
          <a:p>
            <a:r>
              <a:rPr lang="en-US" dirty="0"/>
              <a:t>Finally Block:</a:t>
            </a:r>
          </a:p>
          <a:p>
            <a:pPr lvl="1"/>
            <a:r>
              <a:rPr lang="en-US" dirty="0"/>
              <a:t>Always runs once the program exits try block (whether due to a return, exception, anything!)</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72B4583-ADEC-D614-E23C-271ED6B8637E}"/>
                  </a:ext>
                </a:extLst>
              </p14:cNvPr>
              <p14:cNvContentPartPr/>
              <p14:nvPr/>
            </p14:nvContentPartPr>
            <p14:xfrm>
              <a:off x="1041480" y="2176920"/>
              <a:ext cx="5051880" cy="1537200"/>
            </p14:xfrm>
          </p:contentPart>
        </mc:Choice>
        <mc:Fallback>
          <p:pic>
            <p:nvPicPr>
              <p:cNvPr id="4" name="Ink 3">
                <a:extLst>
                  <a:ext uri="{FF2B5EF4-FFF2-40B4-BE49-F238E27FC236}">
                    <a16:creationId xmlns:a16="http://schemas.microsoft.com/office/drawing/2014/main" id="{F72B4583-ADEC-D614-E23C-271ED6B8637E}"/>
                  </a:ext>
                </a:extLst>
              </p:cNvPr>
              <p:cNvPicPr/>
              <p:nvPr/>
            </p:nvPicPr>
            <p:blipFill>
              <a:blip r:embed="rId3"/>
              <a:stretch>
                <a:fillRect/>
              </a:stretch>
            </p:blipFill>
            <p:spPr>
              <a:xfrm>
                <a:off x="1032120" y="2167560"/>
                <a:ext cx="5070600" cy="1555920"/>
              </a:xfrm>
              <a:prstGeom prst="rect">
                <a:avLst/>
              </a:prstGeom>
            </p:spPr>
          </p:pic>
        </mc:Fallback>
      </mc:AlternateContent>
    </p:spTree>
    <p:extLst>
      <p:ext uri="{BB962C8B-B14F-4D97-AF65-F5344CB8AC3E}">
        <p14:creationId xmlns:p14="http://schemas.microsoft.com/office/powerpoint/2010/main" val="39890482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471D8-BB83-76BB-E6F8-6835C329DB1F}"/>
              </a:ext>
            </a:extLst>
          </p:cNvPr>
          <p:cNvSpPr>
            <a:spLocks noGrp="1"/>
          </p:cNvSpPr>
          <p:nvPr>
            <p:ph type="title"/>
          </p:nvPr>
        </p:nvSpPr>
        <p:spPr>
          <a:xfrm>
            <a:off x="274319" y="-87722"/>
            <a:ext cx="11917679" cy="1325563"/>
          </a:xfrm>
        </p:spPr>
        <p:txBody>
          <a:bodyPr/>
          <a:lstStyle/>
          <a:p>
            <a:r>
              <a:rPr lang="en-US" dirty="0"/>
              <a:t>Correct (but not Java syntax) Bank Account Example</a:t>
            </a:r>
          </a:p>
        </p:txBody>
      </p:sp>
      <p:sp>
        <p:nvSpPr>
          <p:cNvPr id="7" name="Content Placeholder 2">
            <a:extLst>
              <a:ext uri="{FF2B5EF4-FFF2-40B4-BE49-F238E27FC236}">
                <a16:creationId xmlns:a16="http://schemas.microsoft.com/office/drawing/2014/main" id="{620E0194-851C-428D-58B7-7789AF790558}"/>
              </a:ext>
            </a:extLst>
          </p:cNvPr>
          <p:cNvSpPr>
            <a:spLocks noGrp="1"/>
          </p:cNvSpPr>
          <p:nvPr>
            <p:ph idx="1"/>
          </p:nvPr>
        </p:nvSpPr>
        <p:spPr>
          <a:xfrm>
            <a:off x="274320" y="1018903"/>
            <a:ext cx="11917680" cy="5839097"/>
          </a:xfrm>
        </p:spPr>
        <p:txBody>
          <a:bodyPr>
            <a:normAutofit fontScale="625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private Lock </a:t>
            </a:r>
            <a:r>
              <a:rPr lang="en-US" dirty="0" err="1"/>
              <a:t>lk</a:t>
            </a:r>
            <a:r>
              <a:rPr lang="en-US" dirty="0"/>
              <a:t> = new Lock();</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int </a:t>
            </a:r>
            <a:r>
              <a:rPr lang="en-US" dirty="0" err="1"/>
              <a:t>closeAccount</a:t>
            </a:r>
            <a:r>
              <a:rPr lang="en-US" dirty="0"/>
              <a:t>(){</a:t>
            </a:r>
          </a:p>
          <a:p>
            <a:pPr marL="0" indent="0">
              <a:buNone/>
            </a:pPr>
            <a:r>
              <a:rPr lang="en-US" dirty="0"/>
              <a:t>		int b = </a:t>
            </a:r>
            <a:r>
              <a:rPr lang="en-US" dirty="0" err="1"/>
              <a:t>getBalance</a:t>
            </a:r>
            <a:r>
              <a:rPr lang="en-US" dirty="0"/>
              <a:t>(); </a:t>
            </a:r>
          </a:p>
          <a:p>
            <a:pPr marL="0" indent="0">
              <a:buNone/>
            </a:pPr>
            <a:r>
              <a:rPr lang="en-US" dirty="0"/>
              <a:t>		</a:t>
            </a:r>
            <a:r>
              <a:rPr lang="en-US" dirty="0" err="1"/>
              <a:t>setBalance</a:t>
            </a:r>
            <a:r>
              <a:rPr lang="en-US" dirty="0"/>
              <a:t>(0); </a:t>
            </a:r>
          </a:p>
          <a:p>
            <a:pPr marL="0" indent="0">
              <a:buNone/>
            </a:pPr>
            <a:r>
              <a:rPr lang="en-US" dirty="0"/>
              <a:t>		return b; }</a:t>
            </a:r>
          </a:p>
          <a:p>
            <a:pPr marL="0" indent="0">
              <a:buNone/>
            </a:pPr>
            <a:r>
              <a:rPr lang="en-US" dirty="0"/>
              <a:t>	int withdraw(int amount) { </a:t>
            </a:r>
          </a:p>
          <a:p>
            <a:pPr marL="0" indent="0">
              <a:buNone/>
            </a:pPr>
            <a:r>
              <a:rPr lang="en-US" dirty="0"/>
              <a:t>		</a:t>
            </a:r>
            <a:r>
              <a:rPr lang="en-US" dirty="0">
                <a:solidFill>
                  <a:srgbClr val="FF0000"/>
                </a:solidFill>
              </a:rPr>
              <a:t>try{</a:t>
            </a:r>
          </a:p>
          <a:p>
            <a:pPr marL="0" indent="0">
              <a:buNone/>
            </a:pPr>
            <a:r>
              <a:rPr lang="en-US" dirty="0"/>
              <a:t>			</a:t>
            </a:r>
            <a:r>
              <a:rPr lang="en-US" dirty="0" err="1"/>
              <a:t>lk.acquire</a:t>
            </a:r>
            <a:r>
              <a:rPr lang="en-US" dirty="0"/>
              <a:t>(); </a:t>
            </a:r>
          </a:p>
          <a:p>
            <a:pPr marL="0" indent="0">
              <a:buNone/>
            </a:pPr>
            <a:r>
              <a:rPr lang="en-US" dirty="0"/>
              <a:t>			int b = </a:t>
            </a:r>
            <a:r>
              <a:rPr lang="en-US" dirty="0" err="1"/>
              <a:t>getBalance</a:t>
            </a:r>
            <a:r>
              <a:rPr lang="en-US" dirty="0"/>
              <a:t>();</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a:t>
            </a:r>
          </a:p>
          <a:p>
            <a:pPr marL="0" indent="0">
              <a:buNone/>
            </a:pPr>
            <a:r>
              <a:rPr lang="en-US" dirty="0"/>
              <a:t>			return amount; </a:t>
            </a:r>
            <a:r>
              <a:rPr lang="en-US" dirty="0">
                <a:solidFill>
                  <a:srgbClr val="FF0000"/>
                </a:solidFill>
              </a:rPr>
              <a:t>}</a:t>
            </a:r>
          </a:p>
          <a:p>
            <a:pPr marL="0" indent="0">
              <a:buNone/>
            </a:pPr>
            <a:r>
              <a:rPr lang="en-US" dirty="0"/>
              <a:t>		</a:t>
            </a:r>
            <a:r>
              <a:rPr lang="en-US" dirty="0">
                <a:solidFill>
                  <a:srgbClr val="FF0000"/>
                </a:solidFill>
              </a:rPr>
              <a:t>finally { </a:t>
            </a:r>
            <a:r>
              <a:rPr lang="en-US" dirty="0" err="1">
                <a:solidFill>
                  <a:srgbClr val="FF0000"/>
                </a:solidFill>
              </a:rPr>
              <a:t>lk.release</a:t>
            </a:r>
            <a:r>
              <a:rPr lang="en-US" dirty="0">
                <a:solidFill>
                  <a:srgbClr val="FF0000"/>
                </a:solidFill>
              </a:rPr>
              <a:t>(); } </a:t>
            </a:r>
            <a:r>
              <a:rPr lang="en-US" dirty="0"/>
              <a:t>} } </a:t>
            </a:r>
          </a:p>
        </p:txBody>
      </p:sp>
      <p:sp>
        <p:nvSpPr>
          <p:cNvPr id="4" name="TextBox 3">
            <a:extLst>
              <a:ext uri="{FF2B5EF4-FFF2-40B4-BE49-F238E27FC236}">
                <a16:creationId xmlns:a16="http://schemas.microsoft.com/office/drawing/2014/main" id="{C44441CF-8A8F-00EF-539B-A42DE40C58E9}"/>
              </a:ext>
            </a:extLst>
          </p:cNvPr>
          <p:cNvSpPr txBox="1"/>
          <p:nvPr/>
        </p:nvSpPr>
        <p:spPr>
          <a:xfrm>
            <a:off x="7881258" y="1690688"/>
            <a:ext cx="4188824" cy="1754326"/>
          </a:xfrm>
          <a:prstGeom prst="rect">
            <a:avLst/>
          </a:prstGeom>
          <a:noFill/>
          <a:ln>
            <a:solidFill>
              <a:schemeClr val="accent5">
                <a:lumMod val="75000"/>
              </a:schemeClr>
            </a:solidFill>
          </a:ln>
        </p:spPr>
        <p:txBody>
          <a:bodyPr wrap="square" rtlCol="0">
            <a:spAutoFit/>
          </a:bodyPr>
          <a:lstStyle/>
          <a:p>
            <a:r>
              <a:rPr lang="en-US" dirty="0">
                <a:solidFill>
                  <a:schemeClr val="accent5">
                    <a:lumMod val="75000"/>
                  </a:schemeClr>
                </a:solidFill>
              </a:rPr>
              <a:t>Questions:</a:t>
            </a:r>
          </a:p>
          <a:p>
            <a:pPr marL="342900" indent="-342900">
              <a:buFont typeface="+mj-lt"/>
              <a:buAutoNum type="arabicPeriod"/>
            </a:pPr>
            <a:r>
              <a:rPr lang="en-US" dirty="0">
                <a:solidFill>
                  <a:schemeClr val="accent5">
                    <a:lumMod val="75000"/>
                  </a:schemeClr>
                </a:solidFill>
              </a:rPr>
              <a:t>Should deposit have its own lock object?</a:t>
            </a:r>
          </a:p>
          <a:p>
            <a:pPr marL="342900" indent="-342900">
              <a:buFont typeface="+mj-lt"/>
              <a:buAutoNum type="arabicPeriod"/>
            </a:pPr>
            <a:r>
              <a:rPr lang="en-US" dirty="0">
                <a:solidFill>
                  <a:schemeClr val="accent5">
                    <a:lumMod val="75000"/>
                  </a:schemeClr>
                </a:solidFill>
              </a:rPr>
              <a:t>What about </a:t>
            </a:r>
            <a:r>
              <a:rPr lang="en-US" dirty="0" err="1">
                <a:solidFill>
                  <a:schemeClr val="accent5">
                    <a:lumMod val="75000"/>
                  </a:schemeClr>
                </a:solidFill>
              </a:rPr>
              <a:t>closeAccount</a:t>
            </a:r>
            <a:r>
              <a:rPr lang="en-US" dirty="0">
                <a:solidFill>
                  <a:schemeClr val="accent5">
                    <a:lumMod val="75000"/>
                  </a:schemeClr>
                </a:solidFill>
              </a:rPr>
              <a:t>?</a:t>
            </a:r>
          </a:p>
          <a:p>
            <a:pPr marL="342900" indent="-342900">
              <a:buFont typeface="+mj-lt"/>
              <a:buAutoNum type="arabicPeriod"/>
            </a:pPr>
            <a:r>
              <a:rPr lang="en-US" dirty="0">
                <a:solidFill>
                  <a:schemeClr val="accent5">
                    <a:lumMod val="75000"/>
                  </a:schemeClr>
                </a:solidFill>
              </a:rPr>
              <a:t>What about </a:t>
            </a:r>
            <a:r>
              <a:rPr lang="en-US" dirty="0" err="1">
                <a:solidFill>
                  <a:schemeClr val="accent5">
                    <a:lumMod val="75000"/>
                  </a:schemeClr>
                </a:solidFill>
              </a:rPr>
              <a:t>setBalance</a:t>
            </a:r>
            <a:r>
              <a:rPr lang="en-US" dirty="0">
                <a:solidFill>
                  <a:schemeClr val="accent5">
                    <a:lumMod val="75000"/>
                  </a:schemeClr>
                </a:solidFill>
              </a:rPr>
              <a:t>, </a:t>
            </a:r>
            <a:r>
              <a:rPr lang="en-US" dirty="0" err="1">
                <a:solidFill>
                  <a:schemeClr val="accent5">
                    <a:lumMod val="75000"/>
                  </a:schemeClr>
                </a:solidFill>
              </a:rPr>
              <a:t>getBalance</a:t>
            </a:r>
            <a:r>
              <a:rPr lang="en-US" dirty="0">
                <a:solidFill>
                  <a:schemeClr val="accent5">
                    <a:lumMod val="75000"/>
                  </a:schemeClr>
                </a:solidFill>
              </a:rPr>
              <a:t>?</a:t>
            </a:r>
          </a:p>
          <a:p>
            <a:pPr marL="342900" indent="-342900">
              <a:buFont typeface="+mj-lt"/>
              <a:buAutoNum type="arabicPeriod"/>
            </a:pPr>
            <a:r>
              <a:rPr lang="en-US" dirty="0">
                <a:solidFill>
                  <a:schemeClr val="accent5">
                    <a:lumMod val="75000"/>
                  </a:schemeClr>
                </a:solidFill>
              </a:rPr>
              <a:t>Should they all share one?</a:t>
            </a:r>
          </a:p>
        </p:txBody>
      </p:sp>
    </p:spTree>
    <p:extLst>
      <p:ext uri="{BB962C8B-B14F-4D97-AF65-F5344CB8AC3E}">
        <p14:creationId xmlns:p14="http://schemas.microsoft.com/office/powerpoint/2010/main" val="3464676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Both Threads Need the Lock for Exclusion</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a:bodyPr>
          <a:lstStyle/>
          <a:p>
            <a:r>
              <a:rPr lang="en-US" dirty="0"/>
              <a:t>Assume the initial balance is 150</a:t>
            </a:r>
          </a:p>
          <a:p>
            <a:endParaRPr lang="en-US" dirty="0"/>
          </a:p>
        </p:txBody>
      </p:sp>
      <p:sp>
        <p:nvSpPr>
          <p:cNvPr id="5" name="Rectangle 4">
            <a:extLst>
              <a:ext uri="{FF2B5EF4-FFF2-40B4-BE49-F238E27FC236}">
                <a16:creationId xmlns:a16="http://schemas.microsoft.com/office/drawing/2014/main" id="{DBEFDB0C-B099-09B5-232E-F0FD7B01BA79}"/>
              </a:ext>
            </a:extLst>
          </p:cNvPr>
          <p:cNvSpPr/>
          <p:nvPr/>
        </p:nvSpPr>
        <p:spPr>
          <a:xfrm>
            <a:off x="3478179" y="1920280"/>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6" name="TextBox 5">
            <a:extLst>
              <a:ext uri="{FF2B5EF4-FFF2-40B4-BE49-F238E27FC236}">
                <a16:creationId xmlns:a16="http://schemas.microsoft.com/office/drawing/2014/main" id="{32648739-9A4E-4DE9-3C34-1F967631D892}"/>
              </a:ext>
            </a:extLst>
          </p:cNvPr>
          <p:cNvSpPr txBox="1"/>
          <p:nvPr/>
        </p:nvSpPr>
        <p:spPr>
          <a:xfrm>
            <a:off x="3478180" y="1613099"/>
            <a:ext cx="1076128" cy="369332"/>
          </a:xfrm>
          <a:prstGeom prst="rect">
            <a:avLst/>
          </a:prstGeom>
          <a:noFill/>
        </p:spPr>
        <p:txBody>
          <a:bodyPr wrap="none" rtlCol="0">
            <a:spAutoFit/>
          </a:bodyPr>
          <a:lstStyle/>
          <a:p>
            <a:r>
              <a:rPr lang="en-US" dirty="0"/>
              <a:t>Thread 1:</a:t>
            </a:r>
          </a:p>
        </p:txBody>
      </p:sp>
      <p:sp>
        <p:nvSpPr>
          <p:cNvPr id="7" name="Rectangle 6">
            <a:extLst>
              <a:ext uri="{FF2B5EF4-FFF2-40B4-BE49-F238E27FC236}">
                <a16:creationId xmlns:a16="http://schemas.microsoft.com/office/drawing/2014/main" id="{E3D40A5B-D6FE-42EA-6F2F-1386F2603716}"/>
              </a:ext>
            </a:extLst>
          </p:cNvPr>
          <p:cNvSpPr/>
          <p:nvPr/>
        </p:nvSpPr>
        <p:spPr>
          <a:xfrm>
            <a:off x="6548167" y="1928989"/>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closeAccount</a:t>
            </a:r>
            <a:r>
              <a:rPr lang="en-US" dirty="0">
                <a:solidFill>
                  <a:schemeClr val="tx1"/>
                </a:solidFill>
              </a:rPr>
              <a:t>();</a:t>
            </a:r>
          </a:p>
        </p:txBody>
      </p:sp>
      <p:sp>
        <p:nvSpPr>
          <p:cNvPr id="8" name="TextBox 7">
            <a:extLst>
              <a:ext uri="{FF2B5EF4-FFF2-40B4-BE49-F238E27FC236}">
                <a16:creationId xmlns:a16="http://schemas.microsoft.com/office/drawing/2014/main" id="{A7ADF18B-F1F4-F324-5D1C-50A2842AC38D}"/>
              </a:ext>
            </a:extLst>
          </p:cNvPr>
          <p:cNvSpPr txBox="1"/>
          <p:nvPr/>
        </p:nvSpPr>
        <p:spPr>
          <a:xfrm>
            <a:off x="6746240" y="1613099"/>
            <a:ext cx="1076128" cy="369332"/>
          </a:xfrm>
          <a:prstGeom prst="rect">
            <a:avLst/>
          </a:prstGeom>
          <a:noFill/>
        </p:spPr>
        <p:txBody>
          <a:bodyPr wrap="none" rtlCol="0">
            <a:spAutoFit/>
          </a:bodyPr>
          <a:lstStyle/>
          <a:p>
            <a:r>
              <a:rPr lang="en-US" dirty="0"/>
              <a:t>Thread 2:</a:t>
            </a:r>
          </a:p>
        </p:txBody>
      </p:sp>
      <p:grpSp>
        <p:nvGrpSpPr>
          <p:cNvPr id="4" name="Group 3" descr="Consider the following interleaving:&#10;&#10;Thread 1 does the lines:&#10;try{&#10; lk.acquire(); &#10; int b = getBalance();&#10; if (amount &gt; b) &#10;  throw new Exception();&#10;&#10;&#10;Then Thread 2 does:&#10;int b = getBalance();&#10;setBalance(0);&#10;return b;&#10;&#10;Then thread 1 does:&#10;setBalance(b – amount); &#10; return amount;}&#10;finally { lk.release(); }">
            <a:extLst>
              <a:ext uri="{FF2B5EF4-FFF2-40B4-BE49-F238E27FC236}">
                <a16:creationId xmlns:a16="http://schemas.microsoft.com/office/drawing/2014/main" id="{5814510E-F976-D890-0A8E-A37C2574CC73}"/>
              </a:ext>
            </a:extLst>
          </p:cNvPr>
          <p:cNvGrpSpPr/>
          <p:nvPr/>
        </p:nvGrpSpPr>
        <p:grpSpPr>
          <a:xfrm>
            <a:off x="1932064" y="2915918"/>
            <a:ext cx="8327872" cy="3952243"/>
            <a:chOff x="1932064" y="2915918"/>
            <a:chExt cx="8327872" cy="3952243"/>
          </a:xfrm>
        </p:grpSpPr>
        <p:sp>
          <p:nvSpPr>
            <p:cNvPr id="9" name="Rectangle 8">
              <a:extLst>
                <a:ext uri="{FF2B5EF4-FFF2-40B4-BE49-F238E27FC236}">
                  <a16:creationId xmlns:a16="http://schemas.microsoft.com/office/drawing/2014/main" id="{153111F2-E0CB-EFB9-CDFE-114A83873431}"/>
                </a:ext>
              </a:extLst>
            </p:cNvPr>
            <p:cNvSpPr/>
            <p:nvPr/>
          </p:nvSpPr>
          <p:spPr>
            <a:xfrm>
              <a:off x="1932064" y="2926080"/>
              <a:ext cx="4325665" cy="3942081"/>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r>
                <a:rPr lang="en-US" dirty="0">
                  <a:solidFill>
                    <a:schemeClr val="tx1"/>
                  </a:solidFill>
                </a:rPr>
                <a:t>try{</a:t>
              </a:r>
            </a:p>
            <a:p>
              <a:pPr marL="0" indent="0">
                <a:buNone/>
              </a:pPr>
              <a:r>
                <a:rPr lang="en-US" dirty="0">
                  <a:solidFill>
                    <a:schemeClr val="tx1"/>
                  </a:solidFill>
                </a:rPr>
                <a:t>	</a:t>
              </a:r>
              <a:r>
                <a:rPr lang="en-US" dirty="0" err="1">
                  <a:solidFill>
                    <a:schemeClr val="tx1"/>
                  </a:solidFill>
                </a:rPr>
                <a:t>lk.acquire</a:t>
              </a:r>
              <a:r>
                <a:rPr lang="en-US" dirty="0">
                  <a:solidFill>
                    <a:schemeClr val="tx1"/>
                  </a:solidFill>
                </a:rPr>
                <a:t>(); </a:t>
              </a:r>
            </a:p>
            <a:p>
              <a:pPr marL="0" indent="0">
                <a:buNone/>
              </a:pPr>
              <a:r>
                <a:rPr lang="en-US" dirty="0">
                  <a:solidFill>
                    <a:schemeClr val="tx1"/>
                  </a:solidFill>
                </a:rPr>
                <a:t>	int b = </a:t>
              </a:r>
              <a:r>
                <a:rPr lang="en-US" dirty="0" err="1">
                  <a:solidFill>
                    <a:schemeClr val="tx1"/>
                  </a:solidFill>
                </a:rPr>
                <a:t>getBalance</a:t>
              </a:r>
              <a:r>
                <a:rPr lang="en-US" dirty="0">
                  <a:solidFill>
                    <a:schemeClr val="tx1"/>
                  </a:solidFill>
                </a:rPr>
                <a:t>();</a:t>
              </a:r>
            </a:p>
            <a:p>
              <a:pPr marL="0" indent="0">
                <a:buNone/>
              </a:pPr>
              <a:r>
                <a:rPr lang="en-US" dirty="0">
                  <a:solidFill>
                    <a:schemeClr val="tx1"/>
                  </a:solidFill>
                </a:rPr>
                <a:t>	if (amount &gt; b) </a:t>
              </a:r>
            </a:p>
            <a:p>
              <a:pPr marL="0" indent="0">
                <a:buNone/>
              </a:pPr>
              <a:r>
                <a:rPr lang="en-US" dirty="0">
                  <a:solidFill>
                    <a:schemeClr val="tx1"/>
                  </a:solidFill>
                </a:rPr>
                <a:t>		throw new Exception();</a:t>
              </a:r>
            </a:p>
            <a:p>
              <a:pPr marL="0" indent="0">
                <a:buNone/>
              </a:pPr>
              <a:r>
                <a:rPr lang="en-US" dirty="0">
                  <a:solidFill>
                    <a:schemeClr val="tx1"/>
                  </a:solidFill>
                </a:rPr>
                <a:t> </a:t>
              </a:r>
            </a:p>
            <a:p>
              <a:pPr marL="0" indent="0">
                <a:buNone/>
              </a:pPr>
              <a:r>
                <a:rPr lang="en-US" dirty="0">
                  <a:solidFill>
                    <a:schemeClr val="tx1"/>
                  </a:solidFill>
                </a:rPr>
                <a:t>	</a:t>
              </a:r>
            </a:p>
            <a:p>
              <a:pPr marL="0" indent="0">
                <a:buNone/>
              </a:pPr>
              <a:r>
                <a:rPr lang="en-US" dirty="0">
                  <a:solidFill>
                    <a:schemeClr val="tx1"/>
                  </a:solidFill>
                </a:rPr>
                <a:t>	</a:t>
              </a:r>
            </a:p>
            <a:p>
              <a:pPr marL="0" indent="0">
                <a:buNone/>
              </a:pPr>
              <a:r>
                <a:rPr lang="en-US" dirty="0">
                  <a:solidFill>
                    <a:schemeClr val="tx1"/>
                  </a:solidFill>
                </a:rPr>
                <a:t>	</a:t>
              </a:r>
              <a:r>
                <a:rPr lang="en-US" dirty="0" err="1">
                  <a:solidFill>
                    <a:schemeClr val="tx1"/>
                  </a:solidFill>
                </a:rPr>
                <a:t>setBalance</a:t>
              </a:r>
              <a:r>
                <a:rPr lang="en-US" dirty="0">
                  <a:solidFill>
                    <a:schemeClr val="tx1"/>
                  </a:solidFill>
                </a:rPr>
                <a:t>(b – amount); </a:t>
              </a:r>
            </a:p>
            <a:p>
              <a:pPr marL="0" indent="0">
                <a:buNone/>
              </a:pPr>
              <a:r>
                <a:rPr lang="en-US" dirty="0">
                  <a:solidFill>
                    <a:schemeClr val="tx1"/>
                  </a:solidFill>
                </a:rPr>
                <a:t>	return amount;}</a:t>
              </a:r>
            </a:p>
            <a:p>
              <a:pPr marL="0" indent="0">
                <a:buNone/>
              </a:pPr>
              <a:r>
                <a:rPr lang="en-US" dirty="0">
                  <a:solidFill>
                    <a:schemeClr val="tx1"/>
                  </a:solidFill>
                </a:rPr>
                <a:t>finally { </a:t>
              </a:r>
              <a:r>
                <a:rPr lang="en-US" dirty="0" err="1">
                  <a:solidFill>
                    <a:schemeClr val="tx1"/>
                  </a:solidFill>
                </a:rPr>
                <a:t>lk.release</a:t>
              </a:r>
              <a:r>
                <a:rPr lang="en-US" dirty="0">
                  <a:solidFill>
                    <a:schemeClr val="tx1"/>
                  </a:solidFill>
                </a:rPr>
                <a:t>(); }</a:t>
              </a:r>
            </a:p>
          </p:txBody>
        </p:sp>
        <p:sp>
          <p:nvSpPr>
            <p:cNvPr id="11" name="Rectangle 10">
              <a:extLst>
                <a:ext uri="{FF2B5EF4-FFF2-40B4-BE49-F238E27FC236}">
                  <a16:creationId xmlns:a16="http://schemas.microsoft.com/office/drawing/2014/main" id="{D99C9F9B-23B2-843A-E07D-0F90A5EC807E}"/>
                </a:ext>
              </a:extLst>
            </p:cNvPr>
            <p:cNvSpPr/>
            <p:nvPr/>
          </p:nvSpPr>
          <p:spPr>
            <a:xfrm>
              <a:off x="6257728" y="2915918"/>
              <a:ext cx="4002208" cy="3942081"/>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a:t>
              </a:r>
            </a:p>
            <a:p>
              <a:r>
                <a:rPr lang="en-US" dirty="0" err="1">
                  <a:solidFill>
                    <a:schemeClr val="tx1"/>
                  </a:solidFill>
                </a:rPr>
                <a:t>setBalance</a:t>
              </a:r>
              <a:r>
                <a:rPr lang="en-US" dirty="0">
                  <a:solidFill>
                    <a:schemeClr val="tx1"/>
                  </a:solidFill>
                </a:rPr>
                <a:t>(0);</a:t>
              </a:r>
            </a:p>
            <a:p>
              <a:r>
                <a:rPr lang="en-US" dirty="0">
                  <a:solidFill>
                    <a:schemeClr val="tx1"/>
                  </a:solidFill>
                </a:rPr>
                <a:t>return b;</a:t>
              </a:r>
            </a:p>
            <a:p>
              <a:endParaRPr lang="en-US" dirty="0">
                <a:solidFill>
                  <a:schemeClr val="tx1"/>
                </a:solidFill>
              </a:endParaRPr>
            </a:p>
          </p:txBody>
        </p:sp>
      </p:grpSp>
      <mc:AlternateContent xmlns:mc="http://schemas.openxmlformats.org/markup-compatibility/2006">
        <mc:Choice xmlns:p14="http://schemas.microsoft.com/office/powerpoint/2010/main" Requires="p14">
          <p:contentPart p14:bwMode="auto" r:id="rId2">
            <p14:nvContentPartPr>
              <p14:cNvPr id="10" name="Ink 9">
                <a:extLst>
                  <a:ext uri="{FF2B5EF4-FFF2-40B4-BE49-F238E27FC236}">
                    <a16:creationId xmlns:a16="http://schemas.microsoft.com/office/drawing/2014/main" id="{A6747859-6559-179D-D14F-D4B92B3262D8}"/>
                  </a:ext>
                </a:extLst>
              </p14:cNvPr>
              <p14:cNvContentPartPr/>
              <p14:nvPr/>
            </p14:nvContentPartPr>
            <p14:xfrm>
              <a:off x="4700880" y="3135240"/>
              <a:ext cx="4421880" cy="2311560"/>
            </p14:xfrm>
          </p:contentPart>
        </mc:Choice>
        <mc:Fallback>
          <p:pic>
            <p:nvPicPr>
              <p:cNvPr id="10" name="Ink 9">
                <a:extLst>
                  <a:ext uri="{FF2B5EF4-FFF2-40B4-BE49-F238E27FC236}">
                    <a16:creationId xmlns:a16="http://schemas.microsoft.com/office/drawing/2014/main" id="{A6747859-6559-179D-D14F-D4B92B3262D8}"/>
                  </a:ext>
                </a:extLst>
              </p:cNvPr>
              <p:cNvPicPr/>
              <p:nvPr/>
            </p:nvPicPr>
            <p:blipFill>
              <a:blip r:embed="rId3"/>
              <a:stretch>
                <a:fillRect/>
              </a:stretch>
            </p:blipFill>
            <p:spPr>
              <a:xfrm>
                <a:off x="4691520" y="3125880"/>
                <a:ext cx="4440600" cy="2330280"/>
              </a:xfrm>
              <a:prstGeom prst="rect">
                <a:avLst/>
              </a:prstGeom>
            </p:spPr>
          </p:pic>
        </mc:Fallback>
      </mc:AlternateContent>
    </p:spTree>
    <p:extLst>
      <p:ext uri="{BB962C8B-B14F-4D97-AF65-F5344CB8AC3E}">
        <p14:creationId xmlns:p14="http://schemas.microsoft.com/office/powerpoint/2010/main" val="21932914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471D8-BB83-76BB-E6F8-6835C329DB1F}"/>
              </a:ext>
            </a:extLst>
          </p:cNvPr>
          <p:cNvSpPr>
            <a:spLocks noGrp="1"/>
          </p:cNvSpPr>
          <p:nvPr>
            <p:ph type="title"/>
          </p:nvPr>
        </p:nvSpPr>
        <p:spPr>
          <a:xfrm>
            <a:off x="274320" y="365125"/>
            <a:ext cx="11643360" cy="1325563"/>
          </a:xfrm>
        </p:spPr>
        <p:txBody>
          <a:bodyPr/>
          <a:lstStyle/>
          <a:p>
            <a:r>
              <a:rPr lang="en-US" dirty="0"/>
              <a:t>Solution: All methods using balance need the lock</a:t>
            </a:r>
          </a:p>
        </p:txBody>
      </p:sp>
      <p:sp>
        <p:nvSpPr>
          <p:cNvPr id="7" name="Content Placeholder 2">
            <a:extLst>
              <a:ext uri="{FF2B5EF4-FFF2-40B4-BE49-F238E27FC236}">
                <a16:creationId xmlns:a16="http://schemas.microsoft.com/office/drawing/2014/main" id="{620E0194-851C-428D-58B7-7789AF790558}"/>
              </a:ext>
            </a:extLst>
          </p:cNvPr>
          <p:cNvSpPr>
            <a:spLocks noGrp="1"/>
          </p:cNvSpPr>
          <p:nvPr>
            <p:ph idx="1"/>
          </p:nvPr>
        </p:nvSpPr>
        <p:spPr>
          <a:xfrm>
            <a:off x="274320" y="1330960"/>
            <a:ext cx="11917680" cy="5527039"/>
          </a:xfrm>
        </p:spPr>
        <p:txBody>
          <a:bodyPr>
            <a:normAutofit fontScale="700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private Lock </a:t>
            </a:r>
            <a:r>
              <a:rPr lang="en-US" dirty="0" err="1"/>
              <a:t>lck</a:t>
            </a:r>
            <a:r>
              <a:rPr lang="en-US" dirty="0"/>
              <a:t> = new Lock();</a:t>
            </a:r>
          </a:p>
          <a:p>
            <a:pPr marL="0" indent="0">
              <a:buNone/>
            </a:pPr>
            <a:r>
              <a:rPr lang="en-US" dirty="0"/>
              <a:t>	</a:t>
            </a:r>
            <a:r>
              <a:rPr lang="en-US" dirty="0">
                <a:solidFill>
                  <a:srgbClr val="FF0000"/>
                </a:solidFill>
              </a:rPr>
              <a:t>int </a:t>
            </a:r>
            <a:r>
              <a:rPr lang="en-US" dirty="0" err="1">
                <a:solidFill>
                  <a:srgbClr val="FF0000"/>
                </a:solidFill>
              </a:rPr>
              <a:t>getBalance</a:t>
            </a:r>
            <a:r>
              <a:rPr lang="en-US" dirty="0">
                <a:solidFill>
                  <a:srgbClr val="FF0000"/>
                </a:solidFill>
              </a:rPr>
              <a:t>(int x) { </a:t>
            </a:r>
          </a:p>
          <a:p>
            <a:pPr marL="0" indent="0">
              <a:buNone/>
            </a:pPr>
            <a:r>
              <a:rPr lang="en-US" dirty="0">
                <a:solidFill>
                  <a:srgbClr val="FF0000"/>
                </a:solidFill>
              </a:rPr>
              <a:t>		try{</a:t>
            </a:r>
          </a:p>
          <a:p>
            <a:pPr marL="0" indent="0">
              <a:buNone/>
            </a:pPr>
            <a:r>
              <a:rPr lang="en-US" dirty="0">
                <a:solidFill>
                  <a:srgbClr val="FF0000"/>
                </a:solidFill>
              </a:rPr>
              <a:t>			</a:t>
            </a:r>
            <a:r>
              <a:rPr lang="en-US" dirty="0" err="1">
                <a:solidFill>
                  <a:srgbClr val="FF0000"/>
                </a:solidFill>
              </a:rPr>
              <a:t>lk.acquire</a:t>
            </a:r>
            <a:r>
              <a:rPr lang="en-US" dirty="0">
                <a:solidFill>
                  <a:srgbClr val="FF0000"/>
                </a:solidFill>
              </a:rPr>
              <a:t>();</a:t>
            </a:r>
          </a:p>
          <a:p>
            <a:pPr marL="0" indent="0">
              <a:buNone/>
            </a:pPr>
            <a:r>
              <a:rPr lang="en-US" dirty="0">
                <a:solidFill>
                  <a:srgbClr val="FF0000"/>
                </a:solidFill>
              </a:rPr>
              <a:t>			return balance; }</a:t>
            </a:r>
          </a:p>
          <a:p>
            <a:pPr marL="0" indent="0">
              <a:buNone/>
            </a:pPr>
            <a:r>
              <a:rPr lang="en-US" dirty="0">
                <a:solidFill>
                  <a:srgbClr val="FF0000"/>
                </a:solidFill>
              </a:rPr>
              <a:t>		finally{ </a:t>
            </a:r>
            <a:r>
              <a:rPr lang="en-US" dirty="0" err="1">
                <a:solidFill>
                  <a:srgbClr val="FF0000"/>
                </a:solidFill>
              </a:rPr>
              <a:t>lk.release</a:t>
            </a:r>
            <a:r>
              <a:rPr lang="en-US" dirty="0">
                <a:solidFill>
                  <a:srgbClr val="FF0000"/>
                </a:solidFill>
              </a:rPr>
              <a:t>(); } }</a:t>
            </a:r>
            <a:r>
              <a:rPr lang="en-US" dirty="0"/>
              <a:t> </a:t>
            </a:r>
          </a:p>
          <a:p>
            <a:pPr marL="0" indent="0">
              <a:buNone/>
            </a:pPr>
            <a:r>
              <a:rPr lang="en-US" dirty="0"/>
              <a:t>	void withdraw(int amount) { </a:t>
            </a:r>
          </a:p>
          <a:p>
            <a:pPr marL="0" indent="0">
              <a:buNone/>
            </a:pPr>
            <a:r>
              <a:rPr lang="en-US" dirty="0"/>
              <a:t>		try{</a:t>
            </a:r>
          </a:p>
          <a:p>
            <a:pPr marL="0" indent="0">
              <a:buNone/>
            </a:pPr>
            <a:r>
              <a:rPr lang="en-US" dirty="0"/>
              <a:t>			</a:t>
            </a:r>
            <a:r>
              <a:rPr lang="en-US" dirty="0" err="1"/>
              <a:t>lk.acquire</a:t>
            </a:r>
            <a:r>
              <a:rPr lang="en-US" dirty="0"/>
              <a:t>(); </a:t>
            </a:r>
          </a:p>
          <a:p>
            <a:pPr marL="0" indent="0">
              <a:buNone/>
            </a:pPr>
            <a:r>
              <a:rPr lang="en-US" dirty="0"/>
              <a:t>			int b = </a:t>
            </a:r>
            <a:r>
              <a:rPr lang="en-US" dirty="0" err="1"/>
              <a:t>getBalance</a:t>
            </a:r>
            <a:r>
              <a:rPr lang="en-US" dirty="0"/>
              <a:t>();</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p>
          <a:p>
            <a:pPr marL="0" indent="0">
              <a:buNone/>
            </a:pPr>
            <a:r>
              <a:rPr lang="en-US" dirty="0"/>
              <a:t>		finally { </a:t>
            </a:r>
            <a:r>
              <a:rPr lang="en-US" dirty="0" err="1"/>
              <a:t>lk.release</a:t>
            </a:r>
            <a:r>
              <a:rPr lang="en-US" dirty="0"/>
              <a:t>(); }</a:t>
            </a:r>
            <a:r>
              <a:rPr lang="en-US" dirty="0">
                <a:solidFill>
                  <a:srgbClr val="FF0000"/>
                </a:solidFill>
              </a:rPr>
              <a:t> </a:t>
            </a:r>
            <a:r>
              <a:rPr lang="en-US" dirty="0"/>
              <a:t>}} </a:t>
            </a:r>
          </a:p>
        </p:txBody>
      </p:sp>
      <p:sp>
        <p:nvSpPr>
          <p:cNvPr id="3" name="TextBox 2">
            <a:extLst>
              <a:ext uri="{FF2B5EF4-FFF2-40B4-BE49-F238E27FC236}">
                <a16:creationId xmlns:a16="http://schemas.microsoft.com/office/drawing/2014/main" id="{C32A89A4-2E43-E9E9-22B3-678B76A05715}"/>
              </a:ext>
            </a:extLst>
          </p:cNvPr>
          <p:cNvSpPr txBox="1"/>
          <p:nvPr/>
        </p:nvSpPr>
        <p:spPr>
          <a:xfrm>
            <a:off x="7416800" y="1690688"/>
            <a:ext cx="4500880" cy="1754326"/>
          </a:xfrm>
          <a:prstGeom prst="rect">
            <a:avLst/>
          </a:prstGeom>
          <a:noFill/>
          <a:ln>
            <a:solidFill>
              <a:schemeClr val="accent5">
                <a:lumMod val="75000"/>
              </a:schemeClr>
            </a:solidFill>
          </a:ln>
        </p:spPr>
        <p:txBody>
          <a:bodyPr wrap="square" rtlCol="0">
            <a:spAutoFit/>
          </a:bodyPr>
          <a:lstStyle/>
          <a:p>
            <a:r>
              <a:rPr lang="en-US" dirty="0">
                <a:solidFill>
                  <a:schemeClr val="accent5">
                    <a:lumMod val="75000"/>
                  </a:schemeClr>
                </a:solidFill>
              </a:rPr>
              <a:t>One more issue!</a:t>
            </a:r>
          </a:p>
          <a:p>
            <a:endParaRPr lang="en-US" dirty="0">
              <a:solidFill>
                <a:schemeClr val="accent5">
                  <a:lumMod val="75000"/>
                </a:schemeClr>
              </a:solidFill>
            </a:endParaRPr>
          </a:p>
          <a:p>
            <a:r>
              <a:rPr lang="en-US" dirty="0">
                <a:solidFill>
                  <a:schemeClr val="accent5">
                    <a:lumMod val="75000"/>
                  </a:schemeClr>
                </a:solidFill>
              </a:rPr>
              <a:t>Withdraw calls </a:t>
            </a:r>
            <a:r>
              <a:rPr lang="en-US" dirty="0" err="1">
                <a:solidFill>
                  <a:schemeClr val="accent5">
                    <a:lumMod val="75000"/>
                  </a:schemeClr>
                </a:solidFill>
              </a:rPr>
              <a:t>getBalance</a:t>
            </a:r>
            <a:r>
              <a:rPr lang="en-US" dirty="0">
                <a:solidFill>
                  <a:schemeClr val="accent5">
                    <a:lumMod val="75000"/>
                  </a:schemeClr>
                </a:solidFill>
              </a:rPr>
              <a:t>!</a:t>
            </a:r>
          </a:p>
          <a:p>
            <a:endParaRPr lang="en-US" dirty="0">
              <a:solidFill>
                <a:schemeClr val="accent5">
                  <a:lumMod val="75000"/>
                </a:schemeClr>
              </a:solidFill>
            </a:endParaRPr>
          </a:p>
          <a:p>
            <a:r>
              <a:rPr lang="en-US" dirty="0">
                <a:solidFill>
                  <a:schemeClr val="accent5">
                    <a:lumMod val="75000"/>
                  </a:schemeClr>
                </a:solidFill>
              </a:rPr>
              <a:t>Withdraw can never finish because in </a:t>
            </a:r>
            <a:r>
              <a:rPr lang="en-US" dirty="0" err="1">
                <a:solidFill>
                  <a:schemeClr val="accent5">
                    <a:lumMod val="75000"/>
                  </a:schemeClr>
                </a:solidFill>
              </a:rPr>
              <a:t>getBalance</a:t>
            </a:r>
            <a:r>
              <a:rPr lang="en-US" dirty="0">
                <a:solidFill>
                  <a:schemeClr val="accent5">
                    <a:lumMod val="75000"/>
                  </a:schemeClr>
                </a:solidFill>
              </a:rPr>
              <a:t> the lock will always be held!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6BCD6AB2-6677-3FFE-2921-4D5FBC613B3B}"/>
                  </a:ext>
                </a:extLst>
              </p14:cNvPr>
              <p14:cNvContentPartPr/>
              <p14:nvPr/>
            </p14:nvContentPartPr>
            <p14:xfrm>
              <a:off x="1521000" y="2305440"/>
              <a:ext cx="3917880" cy="3101760"/>
            </p14:xfrm>
          </p:contentPart>
        </mc:Choice>
        <mc:Fallback>
          <p:pic>
            <p:nvPicPr>
              <p:cNvPr id="4" name="Ink 3">
                <a:extLst>
                  <a:ext uri="{FF2B5EF4-FFF2-40B4-BE49-F238E27FC236}">
                    <a16:creationId xmlns:a16="http://schemas.microsoft.com/office/drawing/2014/main" id="{6BCD6AB2-6677-3FFE-2921-4D5FBC613B3B}"/>
                  </a:ext>
                </a:extLst>
              </p:cNvPr>
              <p:cNvPicPr/>
              <p:nvPr/>
            </p:nvPicPr>
            <p:blipFill>
              <a:blip r:embed="rId3"/>
              <a:stretch>
                <a:fillRect/>
              </a:stretch>
            </p:blipFill>
            <p:spPr>
              <a:xfrm>
                <a:off x="1511640" y="2296080"/>
                <a:ext cx="3936600" cy="3120480"/>
              </a:xfrm>
              <a:prstGeom prst="rect">
                <a:avLst/>
              </a:prstGeom>
            </p:spPr>
          </p:pic>
        </mc:Fallback>
      </mc:AlternateContent>
    </p:spTree>
    <p:extLst>
      <p:ext uri="{BB962C8B-B14F-4D97-AF65-F5344CB8AC3E}">
        <p14:creationId xmlns:p14="http://schemas.microsoft.com/office/powerpoint/2010/main" val="3567581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AF5F7-665A-9FC5-2A1E-EF711A9C3891}"/>
              </a:ext>
            </a:extLst>
          </p:cNvPr>
          <p:cNvSpPr>
            <a:spLocks noGrp="1"/>
          </p:cNvSpPr>
          <p:nvPr>
            <p:ph type="title"/>
          </p:nvPr>
        </p:nvSpPr>
        <p:spPr/>
        <p:txBody>
          <a:bodyPr/>
          <a:lstStyle/>
          <a:p>
            <a:r>
              <a:rPr lang="en-US" dirty="0"/>
              <a:t>Re-entrant Lock Details</a:t>
            </a:r>
          </a:p>
        </p:txBody>
      </p:sp>
      <p:sp>
        <p:nvSpPr>
          <p:cNvPr id="3" name="Content Placeholder 2">
            <a:extLst>
              <a:ext uri="{FF2B5EF4-FFF2-40B4-BE49-F238E27FC236}">
                <a16:creationId xmlns:a16="http://schemas.microsoft.com/office/drawing/2014/main" id="{FDFA8F06-605F-B023-345D-50BEED1A066C}"/>
              </a:ext>
            </a:extLst>
          </p:cNvPr>
          <p:cNvSpPr>
            <a:spLocks noGrp="1"/>
          </p:cNvSpPr>
          <p:nvPr>
            <p:ph idx="1"/>
          </p:nvPr>
        </p:nvSpPr>
        <p:spPr/>
        <p:txBody>
          <a:bodyPr>
            <a:normAutofit fontScale="92500" lnSpcReduction="10000"/>
          </a:bodyPr>
          <a:lstStyle/>
          <a:p>
            <a:r>
              <a:rPr lang="en-US" dirty="0"/>
              <a:t>A re-entrant lock (a.k.a. recursive lock)</a:t>
            </a:r>
          </a:p>
          <a:p>
            <a:r>
              <a:rPr lang="en-US" dirty="0"/>
              <a:t>“Remembers” </a:t>
            </a:r>
          </a:p>
          <a:p>
            <a:pPr lvl="1"/>
            <a:r>
              <a:rPr lang="en-US" dirty="0"/>
              <a:t>the thread (if any) that currently holds it </a:t>
            </a:r>
          </a:p>
          <a:p>
            <a:pPr lvl="1"/>
            <a:r>
              <a:rPr lang="en-US" dirty="0"/>
              <a:t>a count of “layers” that the thread holds it</a:t>
            </a:r>
          </a:p>
          <a:p>
            <a:r>
              <a:rPr lang="en-US" dirty="0"/>
              <a:t>When the lock goes from not-held to held, the count is set to 0 </a:t>
            </a:r>
          </a:p>
          <a:p>
            <a:r>
              <a:rPr lang="en-US" dirty="0"/>
              <a:t>If (code running in) the current holder calls acquire: </a:t>
            </a:r>
          </a:p>
          <a:p>
            <a:pPr lvl="1"/>
            <a:r>
              <a:rPr lang="en-US" dirty="0"/>
              <a:t>it does not block </a:t>
            </a:r>
          </a:p>
          <a:p>
            <a:pPr lvl="1"/>
            <a:r>
              <a:rPr lang="en-US" dirty="0"/>
              <a:t>it increments the count </a:t>
            </a:r>
          </a:p>
          <a:p>
            <a:r>
              <a:rPr lang="en-US" dirty="0"/>
              <a:t>On release: </a:t>
            </a:r>
          </a:p>
          <a:p>
            <a:pPr lvl="1"/>
            <a:r>
              <a:rPr lang="en-US" dirty="0"/>
              <a:t>if the count is &gt; 0, the count is decremented </a:t>
            </a:r>
          </a:p>
          <a:p>
            <a:pPr lvl="1"/>
            <a:r>
              <a:rPr lang="en-US" dirty="0"/>
              <a:t>if the count is 0, the lock becomes not-held</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8F2FC47B-08EF-67A7-7586-1A8AAADE12ED}"/>
                  </a:ext>
                </a:extLst>
              </p14:cNvPr>
              <p14:cNvContentPartPr/>
              <p14:nvPr/>
            </p14:nvContentPartPr>
            <p14:xfrm>
              <a:off x="768240" y="624600"/>
              <a:ext cx="4440240" cy="2578320"/>
            </p14:xfrm>
          </p:contentPart>
        </mc:Choice>
        <mc:Fallback>
          <p:pic>
            <p:nvPicPr>
              <p:cNvPr id="4" name="Ink 3">
                <a:extLst>
                  <a:ext uri="{FF2B5EF4-FFF2-40B4-BE49-F238E27FC236}">
                    <a16:creationId xmlns:a16="http://schemas.microsoft.com/office/drawing/2014/main" id="{8F2FC47B-08EF-67A7-7586-1A8AAADE12ED}"/>
                  </a:ext>
                </a:extLst>
              </p:cNvPr>
              <p:cNvPicPr/>
              <p:nvPr/>
            </p:nvPicPr>
            <p:blipFill>
              <a:blip r:embed="rId3"/>
              <a:stretch>
                <a:fillRect/>
              </a:stretch>
            </p:blipFill>
            <p:spPr>
              <a:xfrm>
                <a:off x="758880" y="615240"/>
                <a:ext cx="4458960" cy="2597040"/>
              </a:xfrm>
              <a:prstGeom prst="rect">
                <a:avLst/>
              </a:prstGeom>
            </p:spPr>
          </p:pic>
        </mc:Fallback>
      </mc:AlternateContent>
    </p:spTree>
    <p:extLst>
      <p:ext uri="{BB962C8B-B14F-4D97-AF65-F5344CB8AC3E}">
        <p14:creationId xmlns:p14="http://schemas.microsoft.com/office/powerpoint/2010/main" val="33311084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0C8CE-76D5-72C9-751C-2441A085E224}"/>
              </a:ext>
            </a:extLst>
          </p:cNvPr>
          <p:cNvSpPr>
            <a:spLocks noGrp="1"/>
          </p:cNvSpPr>
          <p:nvPr>
            <p:ph type="title"/>
          </p:nvPr>
        </p:nvSpPr>
        <p:spPr/>
        <p:txBody>
          <a:bodyPr/>
          <a:lstStyle/>
          <a:p>
            <a:r>
              <a:rPr lang="en-US" dirty="0"/>
              <a:t>Java’s Re-entrant Lock Class</a:t>
            </a:r>
          </a:p>
        </p:txBody>
      </p:sp>
      <p:sp>
        <p:nvSpPr>
          <p:cNvPr id="3" name="Content Placeholder 2">
            <a:extLst>
              <a:ext uri="{FF2B5EF4-FFF2-40B4-BE49-F238E27FC236}">
                <a16:creationId xmlns:a16="http://schemas.microsoft.com/office/drawing/2014/main" id="{65921571-7770-8F19-F192-B62EF32D6038}"/>
              </a:ext>
            </a:extLst>
          </p:cNvPr>
          <p:cNvSpPr>
            <a:spLocks noGrp="1"/>
          </p:cNvSpPr>
          <p:nvPr>
            <p:ph idx="1"/>
          </p:nvPr>
        </p:nvSpPr>
        <p:spPr/>
        <p:txBody>
          <a:bodyPr>
            <a:normAutofit/>
          </a:bodyPr>
          <a:lstStyle/>
          <a:p>
            <a:r>
              <a:rPr lang="en-US" dirty="0" err="1"/>
              <a:t>java.util.concurrent.locks.ReentrantLock</a:t>
            </a:r>
            <a:r>
              <a:rPr lang="en-US" dirty="0"/>
              <a:t> </a:t>
            </a:r>
          </a:p>
          <a:p>
            <a:r>
              <a:rPr lang="en-US" dirty="0"/>
              <a:t>Has methods lock() and unlock() </a:t>
            </a:r>
          </a:p>
          <a:p>
            <a:r>
              <a:rPr lang="en-US" dirty="0"/>
              <a:t>Important to guarantee that lock is always released!!! </a:t>
            </a:r>
          </a:p>
          <a:p>
            <a:r>
              <a:rPr lang="en-US" dirty="0"/>
              <a:t>Recommend something like this: </a:t>
            </a:r>
          </a:p>
          <a:p>
            <a:pPr marL="457200" lvl="1" indent="0">
              <a:buNone/>
            </a:pPr>
            <a:r>
              <a:rPr lang="en-US" dirty="0" err="1"/>
              <a:t>myLock.lock</a:t>
            </a:r>
            <a:r>
              <a:rPr lang="en-US" dirty="0"/>
              <a:t>(); </a:t>
            </a:r>
          </a:p>
          <a:p>
            <a:pPr marL="457200" lvl="1" indent="0">
              <a:buNone/>
            </a:pPr>
            <a:r>
              <a:rPr lang="en-US" dirty="0"/>
              <a:t>try { // method body }</a:t>
            </a:r>
          </a:p>
          <a:p>
            <a:pPr marL="457200" lvl="1" indent="0">
              <a:buNone/>
            </a:pPr>
            <a:r>
              <a:rPr lang="en-US" dirty="0"/>
              <a:t>finally { </a:t>
            </a:r>
            <a:r>
              <a:rPr lang="en-US" dirty="0" err="1"/>
              <a:t>myLock.unlock</a:t>
            </a:r>
            <a:r>
              <a:rPr lang="en-US" dirty="0"/>
              <a:t>(); }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119862D7-02FF-4844-4EEC-DEDD6D5DCE81}"/>
                  </a:ext>
                </a:extLst>
              </p14:cNvPr>
              <p14:cNvContentPartPr/>
              <p14:nvPr/>
            </p14:nvContentPartPr>
            <p14:xfrm>
              <a:off x="1010880" y="2201400"/>
              <a:ext cx="6041160" cy="3058920"/>
            </p14:xfrm>
          </p:contentPart>
        </mc:Choice>
        <mc:Fallback>
          <p:pic>
            <p:nvPicPr>
              <p:cNvPr id="4" name="Ink 3">
                <a:extLst>
                  <a:ext uri="{FF2B5EF4-FFF2-40B4-BE49-F238E27FC236}">
                    <a16:creationId xmlns:a16="http://schemas.microsoft.com/office/drawing/2014/main" id="{119862D7-02FF-4844-4EEC-DEDD6D5DCE81}"/>
                  </a:ext>
                </a:extLst>
              </p:cNvPr>
              <p:cNvPicPr/>
              <p:nvPr/>
            </p:nvPicPr>
            <p:blipFill>
              <a:blip r:embed="rId3"/>
              <a:stretch>
                <a:fillRect/>
              </a:stretch>
            </p:blipFill>
            <p:spPr>
              <a:xfrm>
                <a:off x="1001520" y="2192040"/>
                <a:ext cx="6059880" cy="3077640"/>
              </a:xfrm>
              <a:prstGeom prst="rect">
                <a:avLst/>
              </a:prstGeom>
            </p:spPr>
          </p:pic>
        </mc:Fallback>
      </mc:AlternateContent>
    </p:spTree>
    <p:extLst>
      <p:ext uri="{BB962C8B-B14F-4D97-AF65-F5344CB8AC3E}">
        <p14:creationId xmlns:p14="http://schemas.microsoft.com/office/powerpoint/2010/main" val="30311012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471D8-BB83-76BB-E6F8-6835C329DB1F}"/>
              </a:ext>
            </a:extLst>
          </p:cNvPr>
          <p:cNvSpPr>
            <a:spLocks noGrp="1"/>
          </p:cNvSpPr>
          <p:nvPr>
            <p:ph type="title"/>
          </p:nvPr>
        </p:nvSpPr>
        <p:spPr/>
        <p:txBody>
          <a:bodyPr/>
          <a:lstStyle/>
          <a:p>
            <a:r>
              <a:rPr lang="en-US" dirty="0"/>
              <a:t>How this looks in Java</a:t>
            </a:r>
          </a:p>
        </p:txBody>
      </p:sp>
      <p:sp>
        <p:nvSpPr>
          <p:cNvPr id="7" name="Content Placeholder 2">
            <a:extLst>
              <a:ext uri="{FF2B5EF4-FFF2-40B4-BE49-F238E27FC236}">
                <a16:creationId xmlns:a16="http://schemas.microsoft.com/office/drawing/2014/main" id="{620E0194-851C-428D-58B7-7789AF790558}"/>
              </a:ext>
            </a:extLst>
          </p:cNvPr>
          <p:cNvSpPr>
            <a:spLocks noGrp="1"/>
          </p:cNvSpPr>
          <p:nvPr>
            <p:ph idx="1"/>
          </p:nvPr>
        </p:nvSpPr>
        <p:spPr>
          <a:xfrm>
            <a:off x="274320" y="1330960"/>
            <a:ext cx="11917680" cy="5527039"/>
          </a:xfrm>
        </p:spPr>
        <p:txBody>
          <a:bodyPr>
            <a:normAutofit fontScale="62500" lnSpcReduction="20000"/>
          </a:bodyPr>
          <a:lstStyle/>
          <a:p>
            <a:pPr marL="0" indent="0">
              <a:buNone/>
            </a:pPr>
            <a:r>
              <a:rPr lang="en-US" dirty="0" err="1">
                <a:solidFill>
                  <a:srgbClr val="FF0000"/>
                </a:solidFill>
              </a:rPr>
              <a:t>java.util.concurrent.locks.ReentrantLock</a:t>
            </a:r>
            <a:r>
              <a:rPr lang="en-US" dirty="0">
                <a:solidFill>
                  <a:srgbClr val="FF0000"/>
                </a:solidFill>
              </a:rPr>
              <a:t>; </a:t>
            </a:r>
          </a:p>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a:t>
            </a:r>
            <a:r>
              <a:rPr lang="en-US" dirty="0">
                <a:solidFill>
                  <a:srgbClr val="FF0000"/>
                </a:solidFill>
              </a:rPr>
              <a:t>private </a:t>
            </a:r>
            <a:r>
              <a:rPr lang="en-US" dirty="0" err="1">
                <a:solidFill>
                  <a:srgbClr val="FF0000"/>
                </a:solidFill>
              </a:rPr>
              <a:t>ReentrantLock</a:t>
            </a:r>
            <a:r>
              <a:rPr lang="en-US" dirty="0">
                <a:solidFill>
                  <a:srgbClr val="FF0000"/>
                </a:solidFill>
              </a:rPr>
              <a:t> </a:t>
            </a:r>
            <a:r>
              <a:rPr lang="en-US" dirty="0" err="1">
                <a:solidFill>
                  <a:srgbClr val="FF0000"/>
                </a:solidFill>
              </a:rPr>
              <a:t>lck</a:t>
            </a:r>
            <a:r>
              <a:rPr lang="en-US" dirty="0">
                <a:solidFill>
                  <a:srgbClr val="FF0000"/>
                </a:solidFill>
              </a:rPr>
              <a:t> = new </a:t>
            </a:r>
            <a:r>
              <a:rPr lang="en-US" dirty="0" err="1">
                <a:solidFill>
                  <a:srgbClr val="FF0000"/>
                </a:solidFill>
              </a:rPr>
              <a:t>ReentrantLock</a:t>
            </a:r>
            <a:r>
              <a:rPr lang="en-US" dirty="0">
                <a:solidFill>
                  <a:srgbClr val="FF0000"/>
                </a:solidFill>
              </a:rPr>
              <a:t>();</a:t>
            </a:r>
          </a:p>
          <a:p>
            <a:pPr marL="0" indent="0">
              <a:buNone/>
            </a:pPr>
            <a:r>
              <a:rPr lang="en-US" dirty="0"/>
              <a:t>	int </a:t>
            </a:r>
            <a:r>
              <a:rPr lang="en-US" dirty="0" err="1"/>
              <a:t>setBalance</a:t>
            </a:r>
            <a:r>
              <a:rPr lang="en-US" dirty="0"/>
              <a:t>(int x) { </a:t>
            </a:r>
          </a:p>
          <a:p>
            <a:pPr marL="0" indent="0">
              <a:buNone/>
            </a:pPr>
            <a:r>
              <a:rPr lang="en-US" dirty="0"/>
              <a:t>		try{</a:t>
            </a:r>
          </a:p>
          <a:p>
            <a:pPr marL="0" indent="0">
              <a:buNone/>
            </a:pPr>
            <a:r>
              <a:rPr lang="en-US" dirty="0"/>
              <a:t>			</a:t>
            </a:r>
            <a:r>
              <a:rPr lang="en-US" dirty="0" err="1">
                <a:solidFill>
                  <a:srgbClr val="FF0000"/>
                </a:solidFill>
              </a:rPr>
              <a:t>lk.lock</a:t>
            </a:r>
            <a:r>
              <a:rPr lang="en-US" dirty="0">
                <a:solidFill>
                  <a:srgbClr val="FF0000"/>
                </a:solidFill>
              </a:rPr>
              <a:t>();</a:t>
            </a:r>
          </a:p>
          <a:p>
            <a:pPr marL="0" indent="0">
              <a:buNone/>
            </a:pPr>
            <a:r>
              <a:rPr lang="en-US" dirty="0"/>
              <a:t>			balance = x; }</a:t>
            </a:r>
          </a:p>
          <a:p>
            <a:pPr marL="0" indent="0">
              <a:buNone/>
            </a:pPr>
            <a:r>
              <a:rPr lang="en-US" dirty="0"/>
              <a:t>		finally{ </a:t>
            </a:r>
            <a:r>
              <a:rPr lang="en-US" dirty="0" err="1">
                <a:solidFill>
                  <a:srgbClr val="FF0000"/>
                </a:solidFill>
              </a:rPr>
              <a:t>lk.unlock</a:t>
            </a:r>
            <a:r>
              <a:rPr lang="en-US" dirty="0">
                <a:solidFill>
                  <a:srgbClr val="FF0000"/>
                </a:solidFill>
              </a:rPr>
              <a:t>(); </a:t>
            </a:r>
            <a:r>
              <a:rPr lang="en-US" dirty="0"/>
              <a:t>} } </a:t>
            </a:r>
          </a:p>
          <a:p>
            <a:pPr marL="0" indent="0">
              <a:buNone/>
            </a:pPr>
            <a:r>
              <a:rPr lang="en-US" dirty="0"/>
              <a:t>	void withdraw(int amount) { </a:t>
            </a:r>
          </a:p>
          <a:p>
            <a:pPr marL="0" indent="0">
              <a:buNone/>
            </a:pPr>
            <a:r>
              <a:rPr lang="en-US" dirty="0"/>
              <a:t>		try{</a:t>
            </a:r>
          </a:p>
          <a:p>
            <a:pPr marL="0" indent="0">
              <a:buNone/>
            </a:pPr>
            <a:r>
              <a:rPr lang="en-US" dirty="0"/>
              <a:t>			</a:t>
            </a:r>
            <a:r>
              <a:rPr lang="en-US" dirty="0" err="1">
                <a:solidFill>
                  <a:srgbClr val="FF0000"/>
                </a:solidFill>
              </a:rPr>
              <a:t>lk.lock</a:t>
            </a:r>
            <a:r>
              <a:rPr lang="en-US" dirty="0">
                <a:solidFill>
                  <a:srgbClr val="FF0000"/>
                </a:solidFill>
              </a:rPr>
              <a:t>(); </a:t>
            </a:r>
          </a:p>
          <a:p>
            <a:pPr marL="0" indent="0">
              <a:buNone/>
            </a:pPr>
            <a:r>
              <a:rPr lang="en-US" dirty="0"/>
              <a:t>			int b = </a:t>
            </a:r>
            <a:r>
              <a:rPr lang="en-US" dirty="0" err="1"/>
              <a:t>getBalance</a:t>
            </a:r>
            <a:r>
              <a:rPr lang="en-US" dirty="0"/>
              <a:t>();</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p>
          <a:p>
            <a:pPr marL="0" indent="0">
              <a:buNone/>
            </a:pPr>
            <a:r>
              <a:rPr lang="en-US" dirty="0"/>
              <a:t>		finally {</a:t>
            </a:r>
            <a:r>
              <a:rPr lang="en-US" dirty="0">
                <a:solidFill>
                  <a:srgbClr val="FF0000"/>
                </a:solidFill>
              </a:rPr>
              <a:t> </a:t>
            </a:r>
            <a:r>
              <a:rPr lang="en-US" dirty="0" err="1">
                <a:solidFill>
                  <a:srgbClr val="FF0000"/>
                </a:solidFill>
              </a:rPr>
              <a:t>lk.unlock</a:t>
            </a:r>
            <a:r>
              <a:rPr lang="en-US" dirty="0">
                <a:solidFill>
                  <a:srgbClr val="FF0000"/>
                </a:solidFill>
              </a:rPr>
              <a:t>(); </a:t>
            </a:r>
            <a:r>
              <a:rPr lang="en-US" dirty="0"/>
              <a:t>}</a:t>
            </a:r>
            <a:r>
              <a:rPr lang="en-US" dirty="0">
                <a:solidFill>
                  <a:srgbClr val="FF0000"/>
                </a:solidFill>
              </a:rPr>
              <a:t> </a:t>
            </a:r>
            <a:r>
              <a:rPr lang="en-US" dirty="0"/>
              <a:t>}} </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68EAFD18-1622-66DC-72FB-2EC737FE4EC1}"/>
                  </a:ext>
                </a:extLst>
              </p14:cNvPr>
              <p14:cNvContentPartPr/>
              <p14:nvPr/>
            </p14:nvContentPartPr>
            <p14:xfrm>
              <a:off x="239760" y="1506240"/>
              <a:ext cx="5048640" cy="5220360"/>
            </p14:xfrm>
          </p:contentPart>
        </mc:Choice>
        <mc:Fallback>
          <p:pic>
            <p:nvPicPr>
              <p:cNvPr id="3" name="Ink 2">
                <a:extLst>
                  <a:ext uri="{FF2B5EF4-FFF2-40B4-BE49-F238E27FC236}">
                    <a16:creationId xmlns:a16="http://schemas.microsoft.com/office/drawing/2014/main" id="{68EAFD18-1622-66DC-72FB-2EC737FE4EC1}"/>
                  </a:ext>
                </a:extLst>
              </p:cNvPr>
              <p:cNvPicPr/>
              <p:nvPr/>
            </p:nvPicPr>
            <p:blipFill>
              <a:blip r:embed="rId3"/>
              <a:stretch>
                <a:fillRect/>
              </a:stretch>
            </p:blipFill>
            <p:spPr>
              <a:xfrm>
                <a:off x="230400" y="1496880"/>
                <a:ext cx="5067360" cy="5239080"/>
              </a:xfrm>
              <a:prstGeom prst="rect">
                <a:avLst/>
              </a:prstGeom>
            </p:spPr>
          </p:pic>
        </mc:Fallback>
      </mc:AlternateContent>
    </p:spTree>
    <p:extLst>
      <p:ext uri="{BB962C8B-B14F-4D97-AF65-F5344CB8AC3E}">
        <p14:creationId xmlns:p14="http://schemas.microsoft.com/office/powerpoint/2010/main" val="20583399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26545-F6D7-FF86-2C4F-2973D3D61E4D}"/>
              </a:ext>
            </a:extLst>
          </p:cNvPr>
          <p:cNvSpPr>
            <a:spLocks noGrp="1"/>
          </p:cNvSpPr>
          <p:nvPr>
            <p:ph type="title"/>
          </p:nvPr>
        </p:nvSpPr>
        <p:spPr/>
        <p:txBody>
          <a:bodyPr/>
          <a:lstStyle/>
          <a:p>
            <a:r>
              <a:rPr lang="en-US" dirty="0"/>
              <a:t>Java Synchronized Keyword</a:t>
            </a:r>
          </a:p>
        </p:txBody>
      </p:sp>
      <p:sp>
        <p:nvSpPr>
          <p:cNvPr id="3" name="Content Placeholder 2">
            <a:extLst>
              <a:ext uri="{FF2B5EF4-FFF2-40B4-BE49-F238E27FC236}">
                <a16:creationId xmlns:a16="http://schemas.microsoft.com/office/drawing/2014/main" id="{C3977616-0B51-EF39-FDB9-C13F0827A49E}"/>
              </a:ext>
            </a:extLst>
          </p:cNvPr>
          <p:cNvSpPr>
            <a:spLocks noGrp="1"/>
          </p:cNvSpPr>
          <p:nvPr>
            <p:ph idx="1"/>
          </p:nvPr>
        </p:nvSpPr>
        <p:spPr>
          <a:xfrm>
            <a:off x="838200" y="1825625"/>
            <a:ext cx="11083834" cy="4351338"/>
          </a:xfrm>
        </p:spPr>
        <p:txBody>
          <a:bodyPr>
            <a:normAutofit fontScale="92500" lnSpcReduction="10000"/>
          </a:bodyPr>
          <a:lstStyle/>
          <a:p>
            <a:r>
              <a:rPr lang="en-US" dirty="0"/>
              <a:t>Syntactic sugar for re-entrant locks</a:t>
            </a:r>
          </a:p>
          <a:p>
            <a:r>
              <a:rPr lang="en-US" dirty="0"/>
              <a:t>You can use the synchronized statement as an alternative to declaring a </a:t>
            </a:r>
            <a:r>
              <a:rPr lang="en-US" dirty="0" err="1"/>
              <a:t>ReentrantLock</a:t>
            </a:r>
            <a:endParaRPr lang="en-US" dirty="0"/>
          </a:p>
          <a:p>
            <a:r>
              <a:rPr lang="en-US" dirty="0"/>
              <a:t>Syntax: </a:t>
            </a:r>
            <a:r>
              <a:rPr lang="en-US" sz="2600" dirty="0">
                <a:solidFill>
                  <a:schemeClr val="accent1">
                    <a:lumMod val="75000"/>
                  </a:schemeClr>
                </a:solidFill>
                <a:latin typeface="Consolas" panose="020B0609020204030204" pitchFamily="49" charset="0"/>
              </a:rPr>
              <a:t>synchronized(/*expression returning an Object*/) {…}</a:t>
            </a:r>
            <a:endParaRPr lang="en-US" dirty="0">
              <a:solidFill>
                <a:schemeClr val="accent1">
                  <a:lumMod val="75000"/>
                </a:schemeClr>
              </a:solidFill>
              <a:latin typeface="Consolas" panose="020B0609020204030204" pitchFamily="49" charset="0"/>
            </a:endParaRPr>
          </a:p>
          <a:p>
            <a:r>
              <a:rPr lang="en-US" dirty="0"/>
              <a:t>Any Object can serve as a “lock”</a:t>
            </a:r>
          </a:p>
          <a:p>
            <a:pPr lvl="1"/>
            <a:r>
              <a:rPr lang="en-US" dirty="0"/>
              <a:t>Primitive types (e.g. int) cannot serve as a lock</a:t>
            </a:r>
          </a:p>
          <a:p>
            <a:r>
              <a:rPr lang="en-US" dirty="0"/>
              <a:t>Acquires a lock and blocks if necessary</a:t>
            </a:r>
          </a:p>
          <a:p>
            <a:pPr lvl="1"/>
            <a:r>
              <a:rPr lang="en-US" dirty="0"/>
              <a:t>Once you get past the “{“, you have the lock</a:t>
            </a:r>
          </a:p>
          <a:p>
            <a:r>
              <a:rPr lang="en-US" dirty="0"/>
              <a:t>Released the lock when you pass “}”</a:t>
            </a:r>
          </a:p>
          <a:p>
            <a:pPr lvl="1"/>
            <a:r>
              <a:rPr lang="en-US" dirty="0"/>
              <a:t>Even in the cases of returning, exceptions, anything!</a:t>
            </a:r>
          </a:p>
          <a:p>
            <a:pPr lvl="1"/>
            <a:r>
              <a:rPr lang="en-US" dirty="0"/>
              <a:t>Impossible to forget to release the lock</a:t>
            </a:r>
          </a:p>
          <a:p>
            <a:endParaRPr lang="en-US" dirty="0"/>
          </a:p>
          <a:p>
            <a:endParaRPr lang="en-US" dirty="0"/>
          </a:p>
          <a:p>
            <a:endParaRPr lang="en-US" dirty="0"/>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0C136780-CCCF-85F4-2286-404B23BDE47A}"/>
                  </a:ext>
                </a:extLst>
              </p14:cNvPr>
              <p14:cNvContentPartPr/>
              <p14:nvPr/>
            </p14:nvContentPartPr>
            <p14:xfrm>
              <a:off x="1133640" y="2045160"/>
              <a:ext cx="10014120" cy="2094480"/>
            </p14:xfrm>
          </p:contentPart>
        </mc:Choice>
        <mc:Fallback>
          <p:pic>
            <p:nvPicPr>
              <p:cNvPr id="5" name="Ink 4">
                <a:extLst>
                  <a:ext uri="{FF2B5EF4-FFF2-40B4-BE49-F238E27FC236}">
                    <a16:creationId xmlns:a16="http://schemas.microsoft.com/office/drawing/2014/main" id="{0C136780-CCCF-85F4-2286-404B23BDE47A}"/>
                  </a:ext>
                </a:extLst>
              </p:cNvPr>
              <p:cNvPicPr/>
              <p:nvPr/>
            </p:nvPicPr>
            <p:blipFill>
              <a:blip r:embed="rId3"/>
              <a:stretch>
                <a:fillRect/>
              </a:stretch>
            </p:blipFill>
            <p:spPr>
              <a:xfrm>
                <a:off x="1124280" y="2035800"/>
                <a:ext cx="10032840" cy="2113200"/>
              </a:xfrm>
              <a:prstGeom prst="rect">
                <a:avLst/>
              </a:prstGeom>
            </p:spPr>
          </p:pic>
        </mc:Fallback>
      </mc:AlternateContent>
    </p:spTree>
    <p:extLst>
      <p:ext uri="{BB962C8B-B14F-4D97-AF65-F5344CB8AC3E}">
        <p14:creationId xmlns:p14="http://schemas.microsoft.com/office/powerpoint/2010/main" val="37450496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7D58-1DA9-784D-0759-EB28C46B759D}"/>
              </a:ext>
            </a:extLst>
          </p:cNvPr>
          <p:cNvSpPr>
            <a:spLocks noGrp="1"/>
          </p:cNvSpPr>
          <p:nvPr>
            <p:ph type="title"/>
          </p:nvPr>
        </p:nvSpPr>
        <p:spPr/>
        <p:txBody>
          <a:bodyPr/>
          <a:lstStyle/>
          <a:p>
            <a:r>
              <a:rPr lang="en-US" dirty="0"/>
              <a:t>Back Account Using Synchronize (version 1)</a:t>
            </a:r>
          </a:p>
        </p:txBody>
      </p:sp>
      <p:sp>
        <p:nvSpPr>
          <p:cNvPr id="3" name="Content Placeholder 2">
            <a:extLst>
              <a:ext uri="{FF2B5EF4-FFF2-40B4-BE49-F238E27FC236}">
                <a16:creationId xmlns:a16="http://schemas.microsoft.com/office/drawing/2014/main" id="{B88121EE-3382-3078-E980-D1DD61192F34}"/>
              </a:ext>
            </a:extLst>
          </p:cNvPr>
          <p:cNvSpPr>
            <a:spLocks noGrp="1"/>
          </p:cNvSpPr>
          <p:nvPr>
            <p:ph idx="1"/>
          </p:nvPr>
        </p:nvSpPr>
        <p:spPr>
          <a:xfrm>
            <a:off x="838200" y="1249680"/>
            <a:ext cx="10515600" cy="5537200"/>
          </a:xfrm>
        </p:spPr>
        <p:txBody>
          <a:bodyPr>
            <a:normAutofit fontScale="700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a:t>
            </a:r>
            <a:r>
              <a:rPr lang="en-US" dirty="0">
                <a:solidFill>
                  <a:srgbClr val="FF0000"/>
                </a:solidFill>
              </a:rPr>
              <a:t>private Object </a:t>
            </a:r>
            <a:r>
              <a:rPr lang="en-US" dirty="0" err="1">
                <a:solidFill>
                  <a:srgbClr val="FF0000"/>
                </a:solidFill>
              </a:rPr>
              <a:t>lk</a:t>
            </a:r>
            <a:r>
              <a:rPr lang="en-US" dirty="0">
                <a:solidFill>
                  <a:srgbClr val="FF0000"/>
                </a:solidFill>
              </a:rPr>
              <a:t> = new Object(); </a:t>
            </a:r>
          </a:p>
          <a:p>
            <a:pPr marL="0" indent="0">
              <a:buNone/>
            </a:pPr>
            <a:r>
              <a:rPr lang="en-US" dirty="0"/>
              <a:t>	int </a:t>
            </a:r>
            <a:r>
              <a:rPr lang="en-US" dirty="0" err="1"/>
              <a:t>getBalance</a:t>
            </a:r>
            <a:r>
              <a:rPr lang="en-US" dirty="0"/>
              <a:t>() { </a:t>
            </a:r>
          </a:p>
          <a:p>
            <a:pPr marL="0" indent="0">
              <a:buNone/>
            </a:pPr>
            <a:r>
              <a:rPr lang="en-US" dirty="0"/>
              <a:t>		</a:t>
            </a:r>
            <a:r>
              <a:rPr lang="en-US" dirty="0">
                <a:solidFill>
                  <a:srgbClr val="FF0000"/>
                </a:solidFill>
              </a:rPr>
              <a:t>synchronized (</a:t>
            </a:r>
            <a:r>
              <a:rPr lang="en-US" dirty="0" err="1">
                <a:solidFill>
                  <a:srgbClr val="FF0000"/>
                </a:solidFill>
              </a:rPr>
              <a:t>lk</a:t>
            </a:r>
            <a:r>
              <a:rPr lang="en-US" dirty="0">
                <a:solidFill>
                  <a:srgbClr val="FF0000"/>
                </a:solidFill>
              </a:rPr>
              <a:t>) { return balance; } </a:t>
            </a:r>
          </a:p>
          <a:p>
            <a:pPr marL="0" indent="0">
              <a:buNone/>
            </a:pPr>
            <a:r>
              <a:rPr lang="en-US" dirty="0"/>
              <a:t>	} </a:t>
            </a:r>
          </a:p>
          <a:p>
            <a:pPr marL="0" indent="0">
              <a:buNone/>
            </a:pPr>
            <a:r>
              <a:rPr lang="en-US" dirty="0"/>
              <a:t>	void </a:t>
            </a:r>
            <a:r>
              <a:rPr lang="en-US" dirty="0" err="1"/>
              <a:t>setBalance</a:t>
            </a:r>
            <a:r>
              <a:rPr lang="en-US" dirty="0"/>
              <a:t>(int x) { </a:t>
            </a:r>
          </a:p>
          <a:p>
            <a:pPr marL="0" indent="0">
              <a:buNone/>
            </a:pPr>
            <a:r>
              <a:rPr lang="en-US" dirty="0"/>
              <a:t>		</a:t>
            </a:r>
            <a:r>
              <a:rPr lang="en-US" dirty="0">
                <a:solidFill>
                  <a:srgbClr val="FF0000"/>
                </a:solidFill>
              </a:rPr>
              <a:t>synchronized (</a:t>
            </a:r>
            <a:r>
              <a:rPr lang="en-US" dirty="0" err="1">
                <a:solidFill>
                  <a:srgbClr val="FF0000"/>
                </a:solidFill>
              </a:rPr>
              <a:t>lk</a:t>
            </a:r>
            <a:r>
              <a:rPr lang="en-US" dirty="0">
                <a:solidFill>
                  <a:srgbClr val="FF0000"/>
                </a:solidFill>
              </a:rPr>
              <a:t>) { balance = x; } </a:t>
            </a:r>
          </a:p>
          <a:p>
            <a:pPr marL="0" indent="0">
              <a:buNone/>
            </a:pPr>
            <a:r>
              <a:rPr lang="en-US" dirty="0"/>
              <a:t>	} </a:t>
            </a:r>
          </a:p>
          <a:p>
            <a:pPr marL="0" indent="0">
              <a:buNone/>
            </a:pPr>
            <a:r>
              <a:rPr lang="en-US" dirty="0"/>
              <a:t>	void withdraw(int amount) { </a:t>
            </a:r>
          </a:p>
          <a:p>
            <a:pPr marL="0" indent="0">
              <a:buNone/>
            </a:pPr>
            <a:r>
              <a:rPr lang="en-US" dirty="0"/>
              <a:t>		</a:t>
            </a:r>
            <a:r>
              <a:rPr lang="en-US" dirty="0">
                <a:solidFill>
                  <a:srgbClr val="FF0000"/>
                </a:solidFill>
              </a:rPr>
              <a:t>synchronized (</a:t>
            </a:r>
            <a:r>
              <a:rPr lang="en-US" dirty="0" err="1">
                <a:solidFill>
                  <a:srgbClr val="FF0000"/>
                </a:solidFill>
              </a:rPr>
              <a:t>lk</a:t>
            </a:r>
            <a:r>
              <a:rPr lang="en-US" dirty="0">
                <a:solidFill>
                  <a:srgbClr val="FF0000"/>
                </a:solidFill>
              </a:rPr>
              <a:t>) { </a:t>
            </a:r>
          </a:p>
          <a:p>
            <a:pPr marL="0" indent="0">
              <a:buNone/>
            </a:pPr>
            <a:r>
              <a:rPr lang="en-US" dirty="0"/>
              <a:t>			int b = </a:t>
            </a:r>
            <a:r>
              <a:rPr lang="en-US" dirty="0" err="1"/>
              <a:t>getBalance</a:t>
            </a:r>
            <a:r>
              <a:rPr lang="en-US" dirty="0"/>
              <a:t>(); </a:t>
            </a:r>
          </a:p>
          <a:p>
            <a:pPr marL="0" indent="0">
              <a:buNone/>
            </a:pPr>
            <a:r>
              <a:rPr lang="en-US" dirty="0"/>
              <a:t>			if (amount &gt; b) </a:t>
            </a:r>
          </a:p>
          <a:p>
            <a:pPr marL="0" indent="0">
              <a:buNone/>
            </a:pPr>
            <a:r>
              <a:rPr lang="en-US" dirty="0"/>
              <a:t>				throw new Exception(); </a:t>
            </a:r>
          </a:p>
          <a:p>
            <a:pPr marL="0" indent="0">
              <a:buNone/>
            </a:pPr>
            <a:r>
              <a:rPr lang="en-US" dirty="0"/>
              <a:t>			</a:t>
            </a:r>
            <a:r>
              <a:rPr lang="en-US" dirty="0" err="1"/>
              <a:t>setBalance</a:t>
            </a:r>
            <a:r>
              <a:rPr lang="en-US" dirty="0"/>
              <a:t>(b – amount); } }</a:t>
            </a:r>
          </a:p>
          <a:p>
            <a:pPr marL="0" indent="0">
              <a:buNone/>
            </a:pPr>
            <a:r>
              <a:rPr lang="en-US" dirty="0"/>
              <a:t>}</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1CE53893-D29F-F5E3-2519-33AFAB7F5EDC}"/>
                  </a:ext>
                </a:extLst>
              </p14:cNvPr>
              <p14:cNvContentPartPr/>
              <p14:nvPr/>
            </p14:nvContentPartPr>
            <p14:xfrm>
              <a:off x="4126320" y="1285920"/>
              <a:ext cx="2563200" cy="3698640"/>
            </p14:xfrm>
          </p:contentPart>
        </mc:Choice>
        <mc:Fallback>
          <p:pic>
            <p:nvPicPr>
              <p:cNvPr id="4" name="Ink 3">
                <a:extLst>
                  <a:ext uri="{FF2B5EF4-FFF2-40B4-BE49-F238E27FC236}">
                    <a16:creationId xmlns:a16="http://schemas.microsoft.com/office/drawing/2014/main" id="{1CE53893-D29F-F5E3-2519-33AFAB7F5EDC}"/>
                  </a:ext>
                </a:extLst>
              </p:cNvPr>
              <p:cNvPicPr/>
              <p:nvPr/>
            </p:nvPicPr>
            <p:blipFill>
              <a:blip r:embed="rId3"/>
              <a:stretch>
                <a:fillRect/>
              </a:stretch>
            </p:blipFill>
            <p:spPr>
              <a:xfrm>
                <a:off x="4116960" y="1276560"/>
                <a:ext cx="2581920" cy="3717360"/>
              </a:xfrm>
              <a:prstGeom prst="rect">
                <a:avLst/>
              </a:prstGeom>
            </p:spPr>
          </p:pic>
        </mc:Fallback>
      </mc:AlternateContent>
    </p:spTree>
    <p:extLst>
      <p:ext uri="{BB962C8B-B14F-4D97-AF65-F5344CB8AC3E}">
        <p14:creationId xmlns:p14="http://schemas.microsoft.com/office/powerpoint/2010/main" val="20479239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7D58-1DA9-784D-0759-EB28C46B759D}"/>
              </a:ext>
            </a:extLst>
          </p:cNvPr>
          <p:cNvSpPr>
            <a:spLocks noGrp="1"/>
          </p:cNvSpPr>
          <p:nvPr>
            <p:ph type="title"/>
          </p:nvPr>
        </p:nvSpPr>
        <p:spPr/>
        <p:txBody>
          <a:bodyPr/>
          <a:lstStyle/>
          <a:p>
            <a:r>
              <a:rPr lang="en-US" dirty="0"/>
              <a:t>Back Account Using Synchronize (version 2)</a:t>
            </a:r>
          </a:p>
        </p:txBody>
      </p:sp>
      <p:sp>
        <p:nvSpPr>
          <p:cNvPr id="3" name="Content Placeholder 2">
            <a:extLst>
              <a:ext uri="{FF2B5EF4-FFF2-40B4-BE49-F238E27FC236}">
                <a16:creationId xmlns:a16="http://schemas.microsoft.com/office/drawing/2014/main" id="{B88121EE-3382-3078-E980-D1DD61192F34}"/>
              </a:ext>
            </a:extLst>
          </p:cNvPr>
          <p:cNvSpPr>
            <a:spLocks noGrp="1"/>
          </p:cNvSpPr>
          <p:nvPr>
            <p:ph idx="1"/>
          </p:nvPr>
        </p:nvSpPr>
        <p:spPr>
          <a:xfrm>
            <a:off x="838200" y="1249680"/>
            <a:ext cx="10515600" cy="5537200"/>
          </a:xfrm>
        </p:spPr>
        <p:txBody>
          <a:bodyPr>
            <a:normAutofit fontScale="700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int </a:t>
            </a:r>
            <a:r>
              <a:rPr lang="en-US" dirty="0" err="1"/>
              <a:t>getBalance</a:t>
            </a:r>
            <a:r>
              <a:rPr lang="en-US" dirty="0"/>
              <a:t>() { </a:t>
            </a:r>
          </a:p>
          <a:p>
            <a:pPr marL="0" indent="0">
              <a:buNone/>
            </a:pPr>
            <a:r>
              <a:rPr lang="en-US" dirty="0"/>
              <a:t>		synchronized (</a:t>
            </a:r>
            <a:r>
              <a:rPr lang="en-US" dirty="0">
                <a:solidFill>
                  <a:srgbClr val="FF0000"/>
                </a:solidFill>
              </a:rPr>
              <a:t>this</a:t>
            </a:r>
            <a:r>
              <a:rPr lang="en-US" dirty="0"/>
              <a:t>) { return balance; } </a:t>
            </a:r>
          </a:p>
          <a:p>
            <a:pPr marL="0" indent="0">
              <a:buNone/>
            </a:pPr>
            <a:r>
              <a:rPr lang="en-US" dirty="0"/>
              <a:t>	} </a:t>
            </a:r>
          </a:p>
          <a:p>
            <a:pPr marL="0" indent="0">
              <a:buNone/>
            </a:pPr>
            <a:r>
              <a:rPr lang="en-US" dirty="0"/>
              <a:t>	void </a:t>
            </a:r>
            <a:r>
              <a:rPr lang="en-US" dirty="0" err="1"/>
              <a:t>setBalance</a:t>
            </a:r>
            <a:r>
              <a:rPr lang="en-US" dirty="0"/>
              <a:t>(int x) { </a:t>
            </a:r>
          </a:p>
          <a:p>
            <a:pPr marL="0" indent="0">
              <a:buNone/>
            </a:pPr>
            <a:r>
              <a:rPr lang="en-US" dirty="0"/>
              <a:t>		synchronized (</a:t>
            </a:r>
            <a:r>
              <a:rPr lang="en-US" dirty="0">
                <a:solidFill>
                  <a:srgbClr val="FF0000"/>
                </a:solidFill>
              </a:rPr>
              <a:t>this</a:t>
            </a:r>
            <a:r>
              <a:rPr lang="en-US" dirty="0"/>
              <a:t>) { balance = x; } </a:t>
            </a:r>
          </a:p>
          <a:p>
            <a:pPr marL="0" indent="0">
              <a:buNone/>
            </a:pPr>
            <a:r>
              <a:rPr lang="en-US" dirty="0"/>
              <a:t>	} </a:t>
            </a:r>
          </a:p>
          <a:p>
            <a:pPr marL="0" indent="0">
              <a:buNone/>
            </a:pPr>
            <a:r>
              <a:rPr lang="en-US" dirty="0"/>
              <a:t>	void withdraw(int amount) { </a:t>
            </a:r>
          </a:p>
          <a:p>
            <a:pPr marL="0" indent="0">
              <a:buNone/>
            </a:pPr>
            <a:r>
              <a:rPr lang="en-US" dirty="0"/>
              <a:t>		synchronized (</a:t>
            </a:r>
            <a:r>
              <a:rPr lang="en-US" dirty="0">
                <a:solidFill>
                  <a:srgbClr val="FF0000"/>
                </a:solidFill>
              </a:rPr>
              <a:t>this</a:t>
            </a:r>
            <a:r>
              <a:rPr lang="en-US" dirty="0"/>
              <a:t>) { </a:t>
            </a:r>
          </a:p>
          <a:p>
            <a:pPr marL="0" indent="0">
              <a:buNone/>
            </a:pPr>
            <a:r>
              <a:rPr lang="en-US" dirty="0"/>
              <a:t>			int b = </a:t>
            </a:r>
            <a:r>
              <a:rPr lang="en-US" dirty="0" err="1"/>
              <a:t>getBalance</a:t>
            </a:r>
            <a:r>
              <a:rPr lang="en-US" dirty="0"/>
              <a:t>(); </a:t>
            </a:r>
          </a:p>
          <a:p>
            <a:pPr marL="0" indent="0">
              <a:buNone/>
            </a:pPr>
            <a:r>
              <a:rPr lang="en-US" dirty="0"/>
              <a:t>			if (amount &gt; b) </a:t>
            </a:r>
          </a:p>
          <a:p>
            <a:pPr marL="0" indent="0">
              <a:buNone/>
            </a:pPr>
            <a:r>
              <a:rPr lang="en-US" dirty="0"/>
              <a:t>				throw new Exception(); </a:t>
            </a:r>
          </a:p>
          <a:p>
            <a:pPr marL="0" indent="0">
              <a:buNone/>
            </a:pPr>
            <a:r>
              <a:rPr lang="en-US" dirty="0"/>
              <a:t>			</a:t>
            </a:r>
            <a:r>
              <a:rPr lang="en-US" dirty="0" err="1"/>
              <a:t>setBalance</a:t>
            </a:r>
            <a:r>
              <a:rPr lang="en-US" dirty="0"/>
              <a:t>(b – amount); } } // deposit would also use synchronized(</a:t>
            </a:r>
            <a:r>
              <a:rPr lang="en-US" dirty="0" err="1"/>
              <a:t>lk</a:t>
            </a:r>
            <a:r>
              <a:rPr lang="en-US" dirty="0"/>
              <a:t>) </a:t>
            </a:r>
          </a:p>
          <a:p>
            <a:pPr marL="0" indent="0">
              <a:buNone/>
            </a:pPr>
            <a:r>
              <a:rPr lang="en-US" dirty="0"/>
              <a:t>}</a:t>
            </a:r>
          </a:p>
        </p:txBody>
      </p:sp>
      <p:sp>
        <p:nvSpPr>
          <p:cNvPr id="4" name="TextBox 3">
            <a:extLst>
              <a:ext uri="{FF2B5EF4-FFF2-40B4-BE49-F238E27FC236}">
                <a16:creationId xmlns:a16="http://schemas.microsoft.com/office/drawing/2014/main" id="{8F1EFB39-E530-049D-8D9C-B920D9F62D15}"/>
              </a:ext>
            </a:extLst>
          </p:cNvPr>
          <p:cNvSpPr txBox="1"/>
          <p:nvPr/>
        </p:nvSpPr>
        <p:spPr>
          <a:xfrm>
            <a:off x="7416800" y="1690688"/>
            <a:ext cx="4500880" cy="923330"/>
          </a:xfrm>
          <a:prstGeom prst="rect">
            <a:avLst/>
          </a:prstGeom>
          <a:noFill/>
          <a:ln>
            <a:solidFill>
              <a:schemeClr val="accent5">
                <a:lumMod val="75000"/>
              </a:schemeClr>
            </a:solidFill>
          </a:ln>
        </p:spPr>
        <p:txBody>
          <a:bodyPr wrap="square" rtlCol="0">
            <a:spAutoFit/>
          </a:bodyPr>
          <a:lstStyle/>
          <a:p>
            <a:r>
              <a:rPr lang="en-US" dirty="0">
                <a:solidFill>
                  <a:schemeClr val="accent5">
                    <a:lumMod val="75000"/>
                  </a:schemeClr>
                </a:solidFill>
              </a:rPr>
              <a:t>Since we have one lock per account regardless of operation, it’s more intuitive to use the account object itself as the lock!</a:t>
            </a:r>
          </a:p>
        </p:txBody>
      </p:sp>
    </p:spTree>
    <p:extLst>
      <p:ext uri="{BB962C8B-B14F-4D97-AF65-F5344CB8AC3E}">
        <p14:creationId xmlns:p14="http://schemas.microsoft.com/office/powerpoint/2010/main" val="2784805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0C4A2-54C4-FDD2-E365-2A9EFFFF7008}"/>
              </a:ext>
            </a:extLst>
          </p:cNvPr>
          <p:cNvSpPr>
            <a:spLocks noGrp="1"/>
          </p:cNvSpPr>
          <p:nvPr>
            <p:ph type="title"/>
          </p:nvPr>
        </p:nvSpPr>
        <p:spPr/>
        <p:txBody>
          <a:bodyPr/>
          <a:lstStyle/>
          <a:p>
            <a:r>
              <a:rPr lang="en-US" dirty="0"/>
              <a:t>More Syntactic Sugar!</a:t>
            </a:r>
          </a:p>
        </p:txBody>
      </p:sp>
      <p:sp>
        <p:nvSpPr>
          <p:cNvPr id="3" name="Content Placeholder 2">
            <a:extLst>
              <a:ext uri="{FF2B5EF4-FFF2-40B4-BE49-F238E27FC236}">
                <a16:creationId xmlns:a16="http://schemas.microsoft.com/office/drawing/2014/main" id="{EAE63A75-790A-FBFC-D455-485A246C22AE}"/>
              </a:ext>
            </a:extLst>
          </p:cNvPr>
          <p:cNvSpPr>
            <a:spLocks noGrp="1"/>
          </p:cNvSpPr>
          <p:nvPr>
            <p:ph idx="1"/>
          </p:nvPr>
        </p:nvSpPr>
        <p:spPr/>
        <p:txBody>
          <a:bodyPr/>
          <a:lstStyle/>
          <a:p>
            <a:r>
              <a:rPr lang="en-US" dirty="0"/>
              <a:t>Using the object itself as a lock is common enough that Java has convenient syntax for that as well!</a:t>
            </a:r>
          </a:p>
          <a:p>
            <a:r>
              <a:rPr lang="en-US" dirty="0"/>
              <a:t>Declaring a method as “</a:t>
            </a:r>
            <a:r>
              <a:rPr lang="en-US" b="1" dirty="0"/>
              <a:t>synchronized</a:t>
            </a:r>
            <a:r>
              <a:rPr lang="en-US" dirty="0"/>
              <a:t>” puts its body into a synchronized block with “this” as the lock</a:t>
            </a:r>
          </a:p>
          <a:p>
            <a:endParaRPr lang="en-US" dirty="0"/>
          </a:p>
        </p:txBody>
      </p:sp>
    </p:spTree>
    <p:extLst>
      <p:ext uri="{BB962C8B-B14F-4D97-AF65-F5344CB8AC3E}">
        <p14:creationId xmlns:p14="http://schemas.microsoft.com/office/powerpoint/2010/main" val="30499438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7D58-1DA9-784D-0759-EB28C46B759D}"/>
              </a:ext>
            </a:extLst>
          </p:cNvPr>
          <p:cNvSpPr>
            <a:spLocks noGrp="1"/>
          </p:cNvSpPr>
          <p:nvPr>
            <p:ph type="title"/>
          </p:nvPr>
        </p:nvSpPr>
        <p:spPr/>
        <p:txBody>
          <a:bodyPr/>
          <a:lstStyle/>
          <a:p>
            <a:r>
              <a:rPr lang="en-US" dirty="0"/>
              <a:t>Back Account Using Synchronize (Final)</a:t>
            </a:r>
          </a:p>
        </p:txBody>
      </p:sp>
      <p:sp>
        <p:nvSpPr>
          <p:cNvPr id="3" name="Content Placeholder 2">
            <a:extLst>
              <a:ext uri="{FF2B5EF4-FFF2-40B4-BE49-F238E27FC236}">
                <a16:creationId xmlns:a16="http://schemas.microsoft.com/office/drawing/2014/main" id="{B88121EE-3382-3078-E980-D1DD61192F34}"/>
              </a:ext>
            </a:extLst>
          </p:cNvPr>
          <p:cNvSpPr>
            <a:spLocks noGrp="1"/>
          </p:cNvSpPr>
          <p:nvPr>
            <p:ph idx="1"/>
          </p:nvPr>
        </p:nvSpPr>
        <p:spPr>
          <a:xfrm>
            <a:off x="838200" y="1249680"/>
            <a:ext cx="10515600" cy="5537200"/>
          </a:xfrm>
        </p:spPr>
        <p:txBody>
          <a:bodyPr>
            <a:normAutofit lnSpcReduction="1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a:t>
            </a:r>
            <a:r>
              <a:rPr lang="en-US" dirty="0">
                <a:solidFill>
                  <a:srgbClr val="FF0000"/>
                </a:solidFill>
              </a:rPr>
              <a:t>synchronized</a:t>
            </a:r>
            <a:r>
              <a:rPr lang="en-US" dirty="0"/>
              <a:t> int </a:t>
            </a:r>
            <a:r>
              <a:rPr lang="en-US" dirty="0" err="1"/>
              <a:t>getBalance</a:t>
            </a:r>
            <a:r>
              <a:rPr lang="en-US" dirty="0"/>
              <a:t>() { return balance; } </a:t>
            </a:r>
          </a:p>
          <a:p>
            <a:pPr marL="0" indent="0">
              <a:buNone/>
            </a:pPr>
            <a:r>
              <a:rPr lang="en-US" dirty="0"/>
              <a:t>	</a:t>
            </a:r>
            <a:r>
              <a:rPr lang="en-US" dirty="0">
                <a:solidFill>
                  <a:srgbClr val="FF0000"/>
                </a:solidFill>
              </a:rPr>
              <a:t>synchronized </a:t>
            </a:r>
            <a:r>
              <a:rPr lang="en-US" dirty="0"/>
              <a:t>void </a:t>
            </a:r>
            <a:r>
              <a:rPr lang="en-US" dirty="0" err="1"/>
              <a:t>setBalance</a:t>
            </a:r>
            <a:r>
              <a:rPr lang="en-US" dirty="0"/>
              <a:t>(int x) { balance = x; } </a:t>
            </a:r>
          </a:p>
          <a:p>
            <a:pPr marL="0" indent="0">
              <a:buNone/>
            </a:pPr>
            <a:r>
              <a:rPr lang="en-US" dirty="0"/>
              <a:t>	</a:t>
            </a:r>
            <a:r>
              <a:rPr lang="en-US" dirty="0">
                <a:solidFill>
                  <a:srgbClr val="FF0000"/>
                </a:solidFill>
              </a:rPr>
              <a:t>synchronized </a:t>
            </a:r>
            <a:r>
              <a:rPr lang="en-US" dirty="0"/>
              <a:t>void withdraw(int amount) { </a:t>
            </a:r>
          </a:p>
          <a:p>
            <a:pPr marL="0" indent="0">
              <a:buNone/>
            </a:pPr>
            <a:r>
              <a:rPr lang="en-US" dirty="0"/>
              <a:t>		int b = </a:t>
            </a:r>
            <a:r>
              <a:rPr lang="en-US" dirty="0" err="1"/>
              <a:t>getBalance</a:t>
            </a:r>
            <a:r>
              <a:rPr lang="en-US" dirty="0"/>
              <a:t>(); </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 </a:t>
            </a:r>
          </a:p>
          <a:p>
            <a:pPr marL="0" indent="0">
              <a:buNone/>
            </a:pPr>
            <a:r>
              <a:rPr lang="en-US" dirty="0"/>
              <a:t>	// other operations like deposit (which would use synchronized) </a:t>
            </a:r>
          </a:p>
          <a:p>
            <a:pPr marL="0" indent="0">
              <a:buNone/>
            </a:pPr>
            <a:r>
              <a:rPr lang="en-US" dirty="0"/>
              <a:t>}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EB41E885-EAD2-28C1-5083-BB67A39EE267}"/>
                  </a:ext>
                </a:extLst>
              </p14:cNvPr>
              <p14:cNvContentPartPr/>
              <p14:nvPr/>
            </p14:nvContentPartPr>
            <p14:xfrm>
              <a:off x="540720" y="1986840"/>
              <a:ext cx="3389400" cy="980280"/>
            </p14:xfrm>
          </p:contentPart>
        </mc:Choice>
        <mc:Fallback>
          <p:pic>
            <p:nvPicPr>
              <p:cNvPr id="4" name="Ink 3">
                <a:extLst>
                  <a:ext uri="{FF2B5EF4-FFF2-40B4-BE49-F238E27FC236}">
                    <a16:creationId xmlns:a16="http://schemas.microsoft.com/office/drawing/2014/main" id="{EB41E885-EAD2-28C1-5083-BB67A39EE267}"/>
                  </a:ext>
                </a:extLst>
              </p:cNvPr>
              <p:cNvPicPr/>
              <p:nvPr/>
            </p:nvPicPr>
            <p:blipFill>
              <a:blip r:embed="rId3"/>
              <a:stretch>
                <a:fillRect/>
              </a:stretch>
            </p:blipFill>
            <p:spPr>
              <a:xfrm>
                <a:off x="531360" y="1977480"/>
                <a:ext cx="3408120" cy="999000"/>
              </a:xfrm>
              <a:prstGeom prst="rect">
                <a:avLst/>
              </a:prstGeom>
            </p:spPr>
          </p:pic>
        </mc:Fallback>
      </mc:AlternateContent>
    </p:spTree>
    <p:extLst>
      <p:ext uri="{BB962C8B-B14F-4D97-AF65-F5344CB8AC3E}">
        <p14:creationId xmlns:p14="http://schemas.microsoft.com/office/powerpoint/2010/main" val="23151893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49750-07AF-D17F-1CB4-5096EA793B6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A24462C-2D9E-DCC6-A82E-3DC45F63945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679118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32920</TotalTime>
  <Words>3562</Words>
  <Application>Microsoft Office PowerPoint</Application>
  <PresentationFormat>Widescreen</PresentationFormat>
  <Paragraphs>604</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Consolas</vt:lpstr>
      <vt:lpstr>Calibri</vt:lpstr>
      <vt:lpstr>Aptos</vt:lpstr>
      <vt:lpstr>Calibri Light</vt:lpstr>
      <vt:lpstr>Office Theme</vt:lpstr>
      <vt:lpstr>CSE 332 Spring 2026 Lecture 22: Concurrency 1 Mutual Exclusion</vt:lpstr>
      <vt:lpstr>Interleaving</vt:lpstr>
      <vt:lpstr>Example: Shared Queue</vt:lpstr>
      <vt:lpstr>Shared Queue Interleaving</vt:lpstr>
      <vt:lpstr>Empty Shared Queue</vt:lpstr>
      <vt:lpstr>Thread 1 – first two lines</vt:lpstr>
      <vt:lpstr>Thread 2 – all lines</vt:lpstr>
      <vt:lpstr>Thread 1 – remaining lines</vt:lpstr>
      <vt:lpstr>Concurrent Programming</vt:lpstr>
      <vt:lpstr>Analogue Example – Data Race</vt:lpstr>
      <vt:lpstr>Analogue Example – With “Mutual Exclusion”</vt:lpstr>
      <vt:lpstr>Bank Account Example</vt:lpstr>
      <vt:lpstr>Bank Account Example - Parallel</vt:lpstr>
      <vt:lpstr>An “OK” Interleaving</vt:lpstr>
      <vt:lpstr>A “Bad” Interleaving</vt:lpstr>
      <vt:lpstr>What If We Avoid the Variable b?</vt:lpstr>
      <vt:lpstr>Avoiding Variables Doesn’t Work</vt:lpstr>
      <vt:lpstr>What we want – Mutual Exclusion</vt:lpstr>
      <vt:lpstr>Attempt at Mutual Exclusion with Basic Java</vt:lpstr>
      <vt:lpstr>The “Busy Signal” Doesn’t Work</vt:lpstr>
      <vt:lpstr>Solution</vt:lpstr>
      <vt:lpstr>Almost Correct Bank Account Example</vt:lpstr>
      <vt:lpstr>Exceptions Exit the Method Immediately</vt:lpstr>
      <vt:lpstr>Try…Finally</vt:lpstr>
      <vt:lpstr>Correct (but not Java syntax) Bank Account Example</vt:lpstr>
      <vt:lpstr>Both Threads Need the Lock for Exclusion</vt:lpstr>
      <vt:lpstr>Solution: All methods using balance need the lock</vt:lpstr>
      <vt:lpstr>Re-entrant Lock Details</vt:lpstr>
      <vt:lpstr>Java’s Re-entrant Lock Class</vt:lpstr>
      <vt:lpstr>How this looks in Java</vt:lpstr>
      <vt:lpstr>Java Synchronized Keyword</vt:lpstr>
      <vt:lpstr>Back Account Using Synchronize (version 1)</vt:lpstr>
      <vt:lpstr>Back Account Using Synchronize (version 2)</vt:lpstr>
      <vt:lpstr>More Syntactic Sugar!</vt:lpstr>
      <vt:lpstr>Back Account Using Synchronize (Final)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367</cp:revision>
  <dcterms:created xsi:type="dcterms:W3CDTF">2023-10-13T16:06:42Z</dcterms:created>
  <dcterms:modified xsi:type="dcterms:W3CDTF">2026-05-20T22:01:31Z</dcterms:modified>
</cp:coreProperties>
</file>