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5"/>
  </p:notesMasterIdLst>
  <p:sldIdLst>
    <p:sldId id="256" r:id="rId2"/>
    <p:sldId id="358" r:id="rId3"/>
    <p:sldId id="357" r:id="rId4"/>
    <p:sldId id="267" r:id="rId5"/>
    <p:sldId id="412" r:id="rId6"/>
    <p:sldId id="413" r:id="rId7"/>
    <p:sldId id="414" r:id="rId8"/>
    <p:sldId id="415" r:id="rId9"/>
    <p:sldId id="416" r:id="rId10"/>
    <p:sldId id="453" r:id="rId11"/>
    <p:sldId id="417" r:id="rId12"/>
    <p:sldId id="421" r:id="rId13"/>
    <p:sldId id="418" r:id="rId14"/>
    <p:sldId id="420" r:id="rId15"/>
    <p:sldId id="423" r:id="rId16"/>
    <p:sldId id="424" r:id="rId17"/>
    <p:sldId id="425" r:id="rId18"/>
    <p:sldId id="426" r:id="rId19"/>
    <p:sldId id="427" r:id="rId20"/>
    <p:sldId id="428" r:id="rId21"/>
    <p:sldId id="429" r:id="rId22"/>
    <p:sldId id="430" r:id="rId23"/>
    <p:sldId id="431" r:id="rId24"/>
    <p:sldId id="432" r:id="rId25"/>
    <p:sldId id="433" r:id="rId26"/>
    <p:sldId id="434" r:id="rId27"/>
    <p:sldId id="435" r:id="rId28"/>
    <p:sldId id="436" r:id="rId29"/>
    <p:sldId id="437" r:id="rId30"/>
    <p:sldId id="438" r:id="rId31"/>
    <p:sldId id="439" r:id="rId32"/>
    <p:sldId id="440" r:id="rId33"/>
    <p:sldId id="441" r:id="rId34"/>
    <p:sldId id="442" r:id="rId35"/>
    <p:sldId id="443" r:id="rId36"/>
    <p:sldId id="444" r:id="rId37"/>
    <p:sldId id="445" r:id="rId38"/>
    <p:sldId id="446" r:id="rId39"/>
    <p:sldId id="447" r:id="rId40"/>
    <p:sldId id="448" r:id="rId41"/>
    <p:sldId id="449" r:id="rId42"/>
    <p:sldId id="450" r:id="rId43"/>
    <p:sldId id="451" r:id="rId44"/>
  </p:sldIdLst>
  <p:sldSz cx="12192000" cy="6858000"/>
  <p:notesSz cx="6858000" cy="9144000"/>
  <p:embeddedFontLst>
    <p:embeddedFont>
      <p:font typeface="Cambria Math" panose="02040503050406030204" pitchFamily="18" charset="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6:41:45.4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31007 4865 0,'0'0'0,"0"0"0,0-9 16,0-8-16,0-25 15,0-35 1,0-17-16,-8 35 16,-9-26-1,-43-60 1,-34-33-16,9 50 15,0 43-15,16-8 16,27 7 0,16-7-16,9-1 15,0 18 1,17 25 0,0 8-16,0 9 15,0 26-15</inkml:trace>
  <inkml:trace contextRef="#ctx0" brushRef="#br0" timeOffset="725.7">29924 3691 0,'0'0'0,"0"0"0,0 0 15,0 0 1,0-9-16,0-16 15,0-26 1,0-17-16,0 0 16,0-17-1,0-9-15,0 1 16,0 16 0,0 18-16,0 16 15,0 9 1,0 9-16,17-1 15,68 9 1,60 26-16,-34 25 16,-60 0-1,26 34-15,60 34 16,25 0 0,-43-43-16,-33-25 15,-35-25 1</inkml:trace>
  <inkml:trace contextRef="#ctx0" brushRef="#br0" timeOffset="19953.99">13050 13862 0,'-9'0'0,"-8"26"0,-8 8 16,-1 8-16,1 26 16,7 26-1,1 8 1,9 9-16,-1-18 15,1-8 1,-9-8-16,0-9 16,17-9-1,0-16-15,0-1 16,8-16-16,9-1 16,0 1-1,17-1 1,18-8-16,7 0 15,35-8 1,34-18-16,34-8 16,26-8-1,-9-9-15,9 8 16,0 26 0,8 0-16,-8 9 15,8 16 1,1 1-16,-1-9 15,-25-9 1,-26 1-16,-9-9 16,-33 0-1,-35 0-15,-17 8 16,-17-8 0,-8 9-16,-17-9 15,-1 0 1,1 0-16,-1 0 15,-8 0 1,0-9-16,9-25 16,-1-25-1,-8-35-15,9-59 16,8-59 0,25-112-16</inkml:trace>
  <inkml:trace contextRef="#ctx0" brushRef="#br0" timeOffset="51242.55">6085 14015 0,'0'0'0,"0"0"0,0 0 16,0 0-1,0 0-15,0 0 16,0 0-1,0 0-15,0 0 16,0 0-16,0 0 16,0 0-1,0 0 1,0 0-16,0 26 16,0 16-1,-8 18-15,8 16 16,0-25-1,0-8-15,0-17 16,0-18 0,0 1-16,8-1 15,-8-8 1,9 0-16,-1 0 16,1 0-1,0 0-15,-1 0 16,9 0-1,0 0-15,0 0 16,0 0 0,0 0-16,9 0 15,0 0 1,8 9-16,0-1 16,0 1-1,17-9-15,-8-9 16,-9 9-1,-8 0-15,-9 0 16,-9 0 0,1 0-16,-1-8 15,1-1 1,-9 1-16,0-9 16,0-9-1,8 18-15</inkml:trace>
  <inkml:trace contextRef="#ctx0" brushRef="#br0" timeOffset="54340.44">8509 14168 0,'0'0'0,"0"0"16,0 0-16,0 0 16,0 0-1,0 0 1,0 0-16,0 0 16,0 0-1,0 0-15,0 0 16,0 0-1,0 0-15,-8 9 16,8 8 0,0 0-16,0 17 15,0 0 1,0 0-16,8 9 16,1-1-1,-1-16-15,1-1 16,8 1-1,0-1-15,0 1 16,26-18 0,8 1-16,0-1 15,0 1 1,1-9-16,-1 0 16,17 0-1,0-9-15,-8 9 16,0-8-1,0-1-15,-18 9 16,1 0 0,-17 0-16,-1 0 15,-8 0 1,-8 0-16,-1 0 16,1 0-1,-9 0-15,0 0 16,0 0-1,0-8-15,0-9 16,0-26 0,26-25-16,16-34 15,26-9 1,-25 60-16</inkml:trace>
  <inkml:trace contextRef="#ctx0" brushRef="#br0" timeOffset="84407.27">8612 3912 0,'0'0'0,"0"9"16,-9 25-1,1 34-15,-1 34 16,1-17 0,-1 8-16,-8 35 15,0 16 1,0-16-16,8-26 16,-8 51-1,0 26-15,-8-18 16,-1 69-1,9 8-15,-9-8 16,1 8 0,-9-34-16,8 51 15,17-8 1,1 8-16,-1-9 16,1 10-1,-1 7-15,1-8 16,8 9-1,0 17-15,8-35 16,-8-25 0,9 17-16,-1-16 15,9 24 1,9-33-16,0-9 16,16 0-1,-8-51-15,1 34 16,-10 9-1,9-18-15,0 69 16,1-9 0,-1 26-16,0-26 15,-8-25 1,8 16-16,-9-42 16,1 51-1,-9-16-15,-17 24 16,0 1-1,0-69-15,0 35 16,0-60 0,0-59-16,0 8 15,17 17 1,9 0-16,25-9 16,0-42-1,0-25-15,9-18 16,8 1-1,-8-18-15,-9-25 16,26-59 0,25-60-16,-8 0 15,0-26 1,9-33-16,-35 41 16,-17 1-1,-17-34-15,0 26 16,1-60-1,16-35-15,17-58 16,-17 8 0,-8-1-16,8 1 15,-8 43 1,-1-26-16,-16 25 16,-9 9-1,-8-17-15,8-43 16,0 9-1,-9-17-15,-8-1 16,0 18 0,-17-8-16,9 33 15,-9-59 1,8 25-16,9-17 16,9-25-1,-1 68-15,-16-68 16,-1 51-1,1 25-15,-1 0 16,-8 43 0,-17 9-1,-9 42-15,-8 0 16,0 16-16,-18 18 16,1 0-1,-9 9-15,-8 16 16,0 35-1,-1 16-15,1-8 16,17 17 0,17 17-16,-9 8 15,0 18 1,0 8-16,-25 25 16,-9 35-1,-25 33-15,-18 69 16,-34 93-1,-42 77-15</inkml:trace>
  <inkml:trace contextRef="#ctx0" brushRef="#br0" timeOffset="87341.2">13673 13216 0,'0'0'0,"0"0"0,0 0 16,0 0-1,0 0-15,0 0 16,0 0 0,-9 0-16,-8-9 15,-25 1 1,-18-1-16,-17 9 16,-17 9-1,-8 16-15,8 35 16,9 8-1,8-8-15,26-1 16,-1 18 0,1 8-16,17 8 15,17-8 1,17 0-16,0 9 16,26-1-1,25 18-15,17-17 16,9-18-1,8-8-15,-8-25 16,8-18 0,1-8-16,-1-17 15,-17-8 1,-8-18-16,-9-16 16,9-26-1,0-26-15,0-25 16,-1-9-1,-16 1-15,-17 33 16,-18 26 0,-34 0-16,-84 26 15,-189 50 1,-85 43-16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01:44.9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14885 6412 0,'0'0'0,"0"0"0,0 0 15,0 0-15,8 17 16,1 0 0,0 17-16,-9 0 15,-9 9 1,0 33-16,1 1 16,-1 8-1,9-34-15</inkml:trace>
  <inkml:trace contextRef="#ctx0" brushRef="#br0" timeOffset="10450.07">24333 6421 0,'0'0'0,"0"0"0,0 0 15,0 0 1,0 0-16,0 0 16,-8 0-1,-1 8 1,1 1-16,-1 8 15,0 8-15,1 9 16,-1 9 0,-8 8-1,0 0-15,9 0 16,-1-8 0,9-1-16,0-16 15,0-1-15,0-16 16,0-1-1,0 1-15,0-26 16,17-17 0,0-17-16,17 0 15,9 0 1,8 16-16,9 1 16,0 17-1,-9 17 1,9 9-16,8 33 15,17 27 1,-8 7-16,-17-8 16,-26-34-1,-8-8-15,-9 8 16,-9-9 0</inkml:trace>
  <inkml:trace contextRef="#ctx0" brushRef="#br0" timeOffset="40497.66">15115 7611 0,'0'0'0,"0"0"16,0 0-16,0 9 16,-8 17-1,-1 16-15,1 18 16,-1-1 0,1-16-16,8-1 15,0-8 1,0 17-16,0-17 15</inkml:trace>
  <inkml:trace contextRef="#ctx0" brushRef="#br0" timeOffset="57530.34">24640 7637 0,'0'0'15,"0"0"-15,0 0 16,0 0-16,0 0 16,0 0-1,0 0-15,0 0 16,0 0 0,9 9-16,-9 8 15,0 25 1,-9 26-16,1 34 15,-18 0 1,9-8-16,0-43 16,9-17-1,8-9-15,-9 1 16,9-18 0,0 1-16,0-9 15,0-9 1,9-8-16,8-34 15,17-25 1,8-9 0,-7 17-16,-1 17 15,17 17 1,9 17-16,8 25 16,9 26-16,0 26 15,-18 16 1,-25 9-16,-16 9 15,-27 8 1,-8-17-16,8-43 16</inkml:trace>
  <inkml:trace contextRef="#ctx0" brushRef="#br0" timeOffset="74553.64">2304 5843 0,'0'0'0,"0"0"0,0 0 15,0 0 1,0 0-16,0 0 16,0 0-1,0 0 1,0 0-16,-8 8 16,-35 26-1,-34 17-15,-34 17 16,9 0-1,34-17-15,17 0 16,16 0 0,-7-8-16,-1-1 15,9 1-15,0-9 16,25 0 0,9 0-1,0 0-15,17 0 16,9 8-1,0 18-15,8 17 16,0-9 0,-9-9-16,-16 1 15,-18-1 1,-8 1-16,9-9 16,-9 0-1,-43-9-15,0-8 16,18-8-1,7-18-15,18 1 16,0-9-16,17 0 16,0 0-1,0 0 1,0 0-16,0 0 16,9 0-1,16 17-15,10 0 16,-10 8-1,1 1-15,-9 8 16,0 0 0,0 8-16,-8 26 15,-1 17 1,1-8-16,-18 0 16,1-9-1,-10-26-15,10-16 16,-18-1-1,9-8-15,17-8 16,0 8 0,0 17-16,43-9 15,-9-8 1</inkml:trace>
  <inkml:trace contextRef="#ctx0" brushRef="#br0" timeOffset="99547.66">768 9202 0,'0'0'0,"0"0"0,0 0 15,0 0 1,0 0-16,0 0 16,0 0-1,0 0-15,26 0 16,33 0 0,35-9-16,-17 9 15,-17 0 1,25 0-16,35 9 15,16-1 1,-25 1-16,-51-1 16,17-8-1,-26 9-15</inkml:trace>
  <inkml:trace contextRef="#ctx0" brushRef="#br0" timeOffset="100094.69">1980 8760 0,'0'0'0,"0"0"15,0 0 1,0 0-16,0 0 15,0 8 1,0 9-16,9-8 16,-1 8-1,9 0-15,17 17 16,-8 0 0,17 8-16,-9 1 15,0 8 1,-8 0-16,-1-9 15,-16 1 1,-1-18-16,1 1 16,-9-9-1,-17 0-15,-43 25 16,-77 9 0,-8 0-1,86-25-15</inkml:trace>
  <inkml:trace contextRef="#ctx0" brushRef="#br0" timeOffset="107110.29">25101 8777 0,'0'0'0,"0"0"15,0 0-15,-8 0 16,-9 17-1,0 0-15,0 0 16,-1 17 0,1 0-16,17 8 15,0 9 1,9-8-16,-9-1 16,-9 18-1,-8 8-15,9-26 16</inkml:trace>
  <inkml:trace contextRef="#ctx0" brushRef="#br0" timeOffset="163465.19">15124 8734 0,'0'0'0,"0"0"15,0 0-15,0 0 16,0 0 0,0 0-16,0 0 15,0 0 1,0 0-16,0 0 15,-9 9 1,1 16-16,-18 35 16,-16 33-1,7 18-15,1-26 16,17-17 0,0-17-16,0-17 15,9-9 1,8-8-16,0-8 15,0-1 1,0 1-16,0-9 16,8-17-1,26-51-15,26-60 16,8 1 0,1 25-16,16 17 15,-25 34 1,-18 17-16,-8 17 15,9 25 1,8 18-16,1 16 16,-1 18-1,-9 16-15,-16 9 16,-17-25 0,-9 8-16,0-34 15</inkml:trace>
  <inkml:trace contextRef="#ctx0" brushRef="#br0" timeOffset="172432.5">25007 10214 0,'0'0'0,"0"0"0,0 0 16,0 0 0,0 0-16,0 0 15,0 0 1,0 0-16,0 0 16,0 0-1,0 0-15,-8 8 16,-9 18-1,-9 25-15,1 34 16,-1 26 0,9-18-1,25-25-15,1-34 16</inkml:trace>
  <inkml:trace contextRef="#ctx0" brushRef="#br0" timeOffset="189991.75">14979 10188 0,'0'0'0,"0"0"0,0 0 16,0 0-16,0 0 16,0 0-1,0 0-15,0 0 16,0 0 0,-9 9-16,1 42 15,-1 34 1,-8 25-16,0 1 15,9-34 1,8-26-16,0-26 16,0-8-1,0-8-15,8-18 16,43-42 0,43-51-16,26-26 15,-1 18 1,-8 8-16,-8 25 15,-10 18 1,-7 25 0,-1 25-16,-8 18 15,-9 33-15,-8 60 16,-17 68 0,-18 1-16,-8-35 15,0-43 1,-8-50-16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07:22.2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 12731 0,'0'0'0,"0"0"0,0 0 16,0 0 0,0 0-16,0 0 15,-17 0 1,9 0-16,8 0 16,0 0-1,0 0-15,-9 0 16,1 26-1,-18 33-15,9 9 16,8 0 0,1-8-16,-1-1 15,9 1 1,0-9 0,0-9-16,9 1 15,8-18-15,0 1 16,17-18-1,0 1-15,26-9 16,17 0 0,59 0-16,44 0 15,-1 0 1,17 0-16,-8 9 16,-34-9-1,25 8-15,0 9 16,-42-8-1,-35-9-15,-17 8 16,-25-8 0,-9 0-16,-8 0 15,-17 0 1,-1 0 0,-8-8-16,9-1 15,0-8-15,-1-9 16,-8 1-1,0-18 1,0-16-16,-8 33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08:04.59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1" timeString="2024-06-28T17:34:53.258"/>
    </inkml:context>
  </inkml:definitions>
  <inkml:trace contextRef="#ctx0" brushRef="#br0">3329 6489 0,'0'0'0,"0"0"0,0 0 0,879-145 0,-504 94 16,26 9-16</inkml:trace>
  <inkml:trace contextRef="#ctx0" brushRef="#br0" timeOffset="30114.51">9730 8581 0,'0'0'0,"0"0"15,0 0-15,0 0 16,0 0-16,25 0 16,35 0-1,77 9-15,59-1 16,9 1 0,0-18-1,8 9-15,-25 0 16,119 0-1</inkml:trace>
  <inkml:trace contextRef="#ctx1" brushRef="#br0">11271 8608 0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11:43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3918 8632 0,'0'0'0,"0"-8"0,0-1 15,0 1-15,0-1 16,0 1 0,0 8-16,0 0 15,0 0 1,0 0-16,0 17 15,-9 17 1,0 0-16,-8 17 16,0 0-1,0-9-15,0 1 16,0-9 0,17-9-16,0-8 15,17 0 1,9 0-16,8-8 15,17-1 1,17 1-16,18-9 16,8-9-1,17 9-15,8-8 16,18 8 0,-1 0-16,9 0 15,0 8 1,-8 9-16,25 0 15,9 17 1,-18-8-16,1-1 16,0-16-1,-18-1-15,-16 1 16,-18-9 0,-16 0-16,-10 0 15,-24 8 1,-18-8-16,-9 0 15,-16 0 1,-1 0-16,1 0 16,-1 0-1,-8-8-15,-8-9 16,-1-26 0,-8-50-16,17 33 15</inkml:trace>
  <inkml:trace contextRef="#ctx0" brushRef="#br0" timeOffset="13528.83">14783 8972 0,'0'0'0,"-9"0"0,-8 0 16,-17-8-1,-17-1-15,-9-16 16,-17-18 0,-17-16-16,0-9 15,0 8-15,9 9 16,-9 0-1,9 17 1,-9 8-16,-17 9 16,17 17-1,17 0-15,9 17 16,17-8 0,17 8-16,-9 17 15,-8 60 1,-18 67-16,-33 128 15,0 34 1,50-25-16,18 42 16,17 52-1,9-18-15,-1-34 16,1-8-16,-1 8 16,1 0-1,-18-25 1,-8 42-16,0 17 15,-9-42 1,-8-9-16,-9-17 16,0-8-1,-8-18-15,0-25 16,8 1 0,0-44-16,0-25 15,9-8 1,0-60-16,17-43 15,17-25 1,0-25-16,17-1 16,0-16-1,0 8-15,0-8 16,0 8 0,0 8-16,0 18 15,0-1 1,17 1-16,0-1 15,17-16 1,9 8-16,25 0 16,26-9-1,17 9 1,25-8-16,44-9 16,42-17-1,34 8-15,-9 9 16,69 17-1</inkml:trace>
  <inkml:trace contextRef="#ctx0" brushRef="#br0" timeOffset="15521.4">8723 11932 0,'0'0'0,"-9"8"16,1 26-16,-1 43 15,-16 50 1,-1 26-16,-8 43 15,0-9 1,17-76-16,-1-60 16,1-17-1,9-9-15,8-16 16,0-9 0,8-26-16,27-84 15,33-43 1,34-17-16,9-1 15,0 35 1,-17 43-16,0 50 16,0 18-1,-9 42-15,1 93 16,-18 120 0,-34 76-16,-51 34 15,-34 35 1</inkml:trace>
  <inkml:trace contextRef="#ctx0" brushRef="#br0" timeOffset="18639.43">3226 11566 0,'0'0'0,"0"0"0,0-8 16,9-9-1,-1-9-15,1 9 16,-1 0 0,1 0-16,-9 9 15,0-1-15,0 9 16,0 0-1,17 26-15,0 50 16,0 35 0,-8 16-16,-9 9 15,-9 9 1,-8-18 0,0-33-16,0-9 15,8-8-15,9-35 16</inkml:trace>
  <inkml:trace contextRef="#ctx0" brushRef="#br0" timeOffset="19071.82">4771 12017 0,'0'0'0,"0"0"16,0 0-1,0 0-15,-9 0 16,-16 25 0,-26 26-16,-35 26 15,-8 8 1,26 0-16,25-17 15,18-8 1,25-9-16,8-9 16,35-16-1,34-26-15,25-17 16,1-34 0,-9-26-16,-18-25 15,-24-17 1,-35 8-16,-17 26 15,-26 26 1,-25 33-16,-69 18 16,-170-1-1</inkml:trace>
  <inkml:trace contextRef="#ctx0" brushRef="#br0" timeOffset="19635.4">5582 12161 0,'0'0'0,"-9"0"0,-8 17 16,-25 26-16,-18 16 15,0 35 1,-8 8-16,25-17 16,18-34-1,16-8-15,18-18 16,8 1 0,34-18-16,17-16 15,17-26 1,-16 0-16,-18 0 15,-17 0 1,-8 8-16,-9 9 16,-9 0-1,1 9-15,-1-1 16,-8 9 0,-8 0-16,-9 34 15,-43 68 1,-34 51-16,9 9 15,8-9 1,34-43-16,18-33 16,8-26-1,8-25-15,1-1 16,-1-16 0,-25-9-16,-60-17 15,34 0 1</inkml:trace>
  <inkml:trace contextRef="#ctx0" brushRef="#br0" timeOffset="20472.73">6102 12731 0,'0'0'0,"0"0"0,0 0 16,0 0 0,18 9-16,-1 8 15,8 8 1,-8 9-16,-8 9 16,-26 16-1,-34 26-15,-18 9 16,-8-18-1,1-8-15,16-25 16,26-18 0,0-16-16,17-18 15,17-8 1,8-17-16,18-8 16,8 8-1,17 8-15,0 9 16,18 26-1,7 16-15,27 9 16,42-17 0,162 0-16</inkml:trace>
  <inkml:trace contextRef="#ctx0" brushRef="#br0" timeOffset="35438.99">24427 7322 0,'-34'43'0,"-77"50"16,-17 9-16,43 26 15,-26 51 1,-26-1-16,9-16 16,9 25-1,50-34-15,35-17 16,34 17 0,43-8-16,59-26 15,35-43 1,161-33-16,52-35 15,-59-84 1,41-52-16,-67 1 16,-9-1-1,9-33-15,-78-10 16,-50 10 0,-35-1-16,-42-8 15,-51 9 1,-78-10-16,-170-33 15,-221 26 1,-155 110-16,197 68 16</inkml:trace>
  <inkml:trace contextRef="#ctx0" brushRef="#br0" timeOffset="36094.22">19511 10027 0,'-9'0'0,"-50"8"0,-61 18 16,-25 33-1,-26 52-15,-16 25 16,33 9 0,43 8-16,17 25 15,34 9 1,52-17-16,59 51 15,26 18 1,85-18-16,60-9 16,94-67-1,-18-69 1,-59-101-16,0-43 16,-42-60-16,25-42 15,-52-51 1,-67-60-16,-35-33 15,-42-1 1,-61 1-16,-50 58 16,-94 27-1,-69 76 1,-76 59-16</inkml:trace>
  <inkml:trace contextRef="#ctx0" brushRef="#br0" timeOffset="36876.29">17070 12442 0,'-17'0'0,"-77"9"16,-128 50-1,-25 43-15,42 43 16,-9 16 0,27 86-16,41 8 15,61 0 1,68-51-16,77-76 16,59 50-1,103-41-15,68-86 16,-25-94-1,128-76-15,-35-9 16,-68-50 0,-8-52-16,-94-8 15,-43 0 1,-94 51-16,-60 0 16,-102 34-1,-136-68-15</inkml:trace>
  <inkml:trace contextRef="#ctx0" brushRef="#br0" timeOffset="37539.24">19298 15104 0,'0'0'0,"0"-9"16,-9-33 0,-17-26-16,-25-17 15,-26 0 1,-34 0-16,-34 34 16,-42 34-1,-18 34-15,-9 51 16,-16 42-1,-18 43-15,26 43 16,35 42 0,16 51-16,51-34 15,52-33 1,60 7 0,50-42-16,61 0 15,67-25-15,87-52 16,58-67-1,27-69 1,25-76-16,-26-34 16,-25-34-16,-17-42 15,-60-35 1,-77-17-16,-85 1 16,-94-1-1,-94-8-15,-180 0 16,-161 59-1,59 120-15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10:52.1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24495 11149 0,'0'0'0,"154"-17"0,136-8 16,0 8-1,35-17-15,42-9 16</inkml:trace>
  <inkml:trace contextRef="#ctx0" brushRef="#br0" timeOffset="576.91">18828 13522 0,'0'0'0,"0"0"15,43 0-15,76 9 16,137-1 0,26 9-16,-9 0 15,86 0 1</inkml:trace>
  <inkml:trace contextRef="#ctx0" brushRef="#br0" timeOffset="1173.2">29309 13607 0,'0'0'0,"0"0"0,0 0 15,0-8 1,17-1-16,103-16 15,67-9 1,69 25-16,120 26 16</inkml:trace>
  <inkml:trace contextRef="#ctx0" brushRef="#br0" timeOffset="1786.6">16379 15512 0,'0'0'0,"42"17"16,197 60-16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13:04.4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5821 7144 0,'0'0'15,"0"0"-15,8 0 0,1324-34 0</inkml:trace>
  <inkml:trace contextRef="#ctx0" brushRef="#br0" timeOffset="3050.26">5206 9942 0,'0'0'0,"43"-17"0,145-43 15,179-67 1,85-60-16,35-1 16,-86 69-1</inkml:trace>
  <inkml:trace contextRef="#ctx0" brushRef="#br0" timeOffset="6922.41">30154 1352 0,'0'0'0,"-9"-8"16,-8-9-16,-17-9 16,0 1-1,0-9-15,0 8 16,-86-16-1,-59-1 1,34 35-16,-17 25 16,-60 34-1,68 8-15,103 1 16,25 8 0,52 17-16,102 8 15,60-33-15,76-26 16,-25-34-1,-42-43-15,8-25 16,-86 0 0,-68 9-1,-25-1-15,-18 18 16,-8 33 0</inkml:trace>
  <inkml:trace contextRef="#ctx0" brushRef="#br0" timeOffset="7348.92">29155 1879 0,'0'0'0,"-8"17"15,-26 43-15,-26 42 16,-34 34 0,-25 0-16,-44 0 15,18-34 1,69-51-16,33-8 15,26-18 1</inkml:trace>
  <inkml:trace contextRef="#ctx0" brushRef="#br0" timeOffset="7649.88">29804 2152 0,'0'0'0,"0"8"0,26 35 16,33 50-16,52 43 15,17 0 1,0-8-16,-8-9 16,-1-25-1,9-1-15,-59-50 16</inkml:trace>
  <inkml:trace contextRef="#ctx0" brushRef="#br0" timeOffset="8150.07">28063 2823 0,'-9'0'0,"-50"26"0,-44 34 16,9 8-16,18 0 15,24-26 1,18 1-16,17 8 16,26 8-1,33 1-15,52-9 16,68 0 0,9-43-16,0-33 15,17-35 1,-52-8-16,-59 0 15,-34-8 1,-26-26-16,-34-9 16,-69 26-1,-25 25-15,60 52 16</inkml:trace>
  <inkml:trace contextRef="#ctx0" brushRef="#br0" timeOffset="8573.14">31443 3648 0,'-9'0'0,"-51"9"16,-50 16 0,-27 1-16,9-1 15,8-8-15,18 9 16,42-1 0,26-7-16,17-1 15,34 17 1,51 17-1,112 0-15,42-17 16,-52-34-16,-42-17 16,-42-9-1,-44-8 1,-33-8-16,-120-9 16,-205 16-1,-111 61-15,43 17 16</inkml:trace>
  <inkml:trace contextRef="#ctx0" brushRef="#br0" timeOffset="8945.32">27226 3648 0,'-17'9'0,"-59"42"15,-52 51-15,0 0 16,34-34 0,34-25-16,17-1 15,18-8 1,8-25-16,17-1 16,0-8-1</inkml:trace>
  <inkml:trace contextRef="#ctx0" brushRef="#br0" timeOffset="9447.59">28353 3776 0,'0'0'0,"0"0"0,0 0 16,-8 8-1,-1 18-15,0 8 16,1 9-1,-1 16-15,1 18 16,-9 8 0,17 8-16,0-8 15,17-25 1,17-26-16,9-17 16,-18-9-1</inkml:trace>
  <inkml:trace contextRef="#ctx0" brushRef="#br0" timeOffset="9962.89">31093 4235 0,'0'0'0,"-17"0"0,-34 26 16,-43 33 0,-26 9-1,9-8-15,0-9 16,-8-9-16,8 1 16,25-18-1,27 1 1,25-9-16,25-9 15</inkml:trace>
  <inkml:trace contextRef="#ctx0" brushRef="#br0" timeOffset="10208.1">31374 4329 0,'0'8'0,"18"52"0,7 59 15,26 59 1,9 1-16,17-26 16,59 9-1,112 76 1</inkml:trace>
  <inkml:trace contextRef="#ctx0" brushRef="#br0" timeOffset="11920.03">6111 10971 0,'0'0'0,"0"0"15,9 0-15,42 8 16,77-8-16,77-34 16,51-25-1,0 8 1,34 34-16,77 17 16</inkml:trace>
  <inkml:trace contextRef="#ctx0" brushRef="#br0" timeOffset="13728.46">5070 12680 0,'77'-42'0,"221"-111"15,129-69 1,-68 44-16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13:27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6623 3580 0,'0'0'0,"0"0"15,111 9-15,60 8 16,59 8 0,35 9-16,76 17 15,-25-8 1,8 8-16,86 17 16</inkml:trace>
  <inkml:trace contextRef="#ctx0" brushRef="#br0" timeOffset="4451.7">3371 3742 0,'0'0'15,"17"8"-15,146 43 16,84-8-16,35-34 15,221-18 1,52-34-16,-154-16 16</inkml:trace>
  <inkml:trace contextRef="#ctx0" brushRef="#br0" timeOffset="26676.27">13127 6438 0,'0'0'0,"17"0"0,154 0 16,50 8 0,61 18-16,170 16 15,-50 9 1</inkml:trace>
  <inkml:trace contextRef="#ctx0" brushRef="#br0" timeOffset="47676.96">11659 7799 0,'0'0'0,"0"0"0,0 0 16,17 0-16,34 0 15,34-9 1,-25-8-1,25-17-15,69-8 16,25 8-16,-17 0 16,95 8-1,33 9 1,8 25-16,180 1 16,9-9-1,-86 17-15,60 0 16,77 0-1,-129-8-15</inkml:trace>
  <inkml:trace contextRef="#ctx0" brushRef="#br0" timeOffset="53434.76">6965 8683 0,'0'0'0,"0"0"16,0 0-16,0 0 15,0 0 1,0 0-16,0 0 16,25 0-1,26-8-15,35 8 16,42 8 0,34 9-16,60 0 15,59 0 1,61 0-16,-9-34 15,25-25 1</inkml:trace>
  <inkml:trace contextRef="#ctx0" brushRef="#br0" timeOffset="56605.52">12026 8896 0,'0'0'0,"0"0"0,0 0 16,8 0 0,52 17-16,77 8 15,33 1 1,61-1-16,42-8 15,68-25 1,52-9-16,-9-9 16,17-8-1</inkml:trace>
  <inkml:trace contextRef="#ctx0" brushRef="#br0" timeOffset="65324.63">23932 10018 0,'0'0'0,"0"0"0,0 0 15,0 0-15,17 9 16,94 33-1,111 1 1,145-35-16,34-16 16</inkml:trace>
  <inkml:trace contextRef="#ctx0" brushRef="#br0" timeOffset="67643.91">18820 12723 0,'0'0'0,"0"0"0,0 0 16,0 0 0,0 0-16,17 8 15,34 9 1,77 17-16,119-8 16,163-26-1,-9 0-15</inkml:trace>
  <inkml:trace contextRef="#ctx0" brushRef="#br0" timeOffset="68174.92">29941 12765 0,'8'9'0,"69"33"0,111 52 16,145 8-1,51-9-15</inkml:trace>
  <inkml:trace contextRef="#ctx0" brushRef="#br0" timeOffset="77311.52">18777 12408 0,'0'0'0,"0"0"0,0 0 15,0 0 1,0 0 0,17 9-16,34 8 15,69-9-15,93 1 16,35-26 0,-9 0-1,-26 0-15,0 17 16,120 8-1</inkml:trace>
  <inkml:trace contextRef="#ctx0" brushRef="#br0" timeOffset="78625.84">15952 14305 0,'0'0'0,"0"0"0,17 0 16,85 0-16,43 0 15,43 0 1,26 0-16,93-9 16</inkml:trace>
  <inkml:trace contextRef="#ctx0" brushRef="#br0" timeOffset="79123.3">21909 14560 0,'0'0'0,"0"0"0,0 0 15,0 0 1,26 0-16,59-9 16,60-16-1,111-9-15,77 0 16,0 0-16,43 8 16</inkml:trace>
  <inkml:trace contextRef="#ctx0" brushRef="#br0" timeOffset="142156.95">11223 10061 0,'0'0'0,"0"0"0,0 0 15,0 8-15,0 35 16,0 16 0,-8 52-16,-9 33 15,0 1 1,-9-51 0,1-9-16,-18 0 15,9 0-15,8-34 16,9-26-1,9-8-15,8-17 16,0-25 0,17-35-1,17-84-15,17-26 16,17 34-16,9 16 16,8 1-1,9 17 1,0 17-16,9 9 15,8 16 1,0 1-16,-1 16 16,-33 26-16,-26 9 15,-8 8 1,-17 17 0,-18 42-16,-8 43 15,-51 26 1,-17-18-16,0-25 15,-1-17 1,18-25-16,8-26 16,1-17-1,-1-9-15,0-8 16,-8 0 0,17 0-16,17 0 15,0 9 1,0 8-16,17 0 15,0 0 1,0 25-16,8 26 16,9 18-1,9 16-15,8 8 16,17 18 0,1-18-16,7-8 15,10-17 1,-27-34-16</inkml:trace>
  <inkml:trace contextRef="#ctx0" brushRef="#br0" timeOffset="142699.49">13212 10265 0,'0'0'0,"0"0"16,0 0-16,-8 0 15,-18 8 1,-8 9-16,-9 0 0,0 9 31,-8 8-31,0 8 16,17 9 0,8 1-16,18-1 15,16 0 1,18 0-16,42-17 15,26-9 1,17-33-16,9-35 16,-18-25-16,-25 0 15,-26 9 1,-17 7 0,-34 1-16,-17 9 15,-17-18 1,-17 1-16,-18 16 15,-16 9 1,17 0-16,42 26 16</inkml:trace>
  <inkml:trace contextRef="#ctx0" brushRef="#br0" timeOffset="143147.62">14339 10197 0,'0'0'0,"0"0"0,0 0 16,-17-9-16,-26 9 15,-42 9 1,-18 33-16,-8 26 16,17 17-1,35 9-15,33-9 16,35-8 0,25-18-16,51 1 15,52-26 1,-1-17-16,-25-34 15,-8-26 1,-10-33-16,-24-26 16,-27 8-1,-25-17-15,-17 18 16,-17 8 0,9 42-16</inkml:trace>
  <inkml:trace contextRef="#ctx0" brushRef="#br0" timeOffset="143496.37">15380 10061 0,'0'0'0,"0"0"15,0 0-15,0 0 16,0 0 0,0 0-16,0 8 15,-17 26 1,-17 51-16,-17 17 15,-1 26 1,18 0-16,0-9 16,17-9-1,0-8 1,0 9-16,17-60 16</inkml:trace>
  <inkml:trace contextRef="#ctx0" brushRef="#br0" timeOffset="143816.81">14979 10486 0,'0'0'0,"0"0"16,0 0-16,0 0 15,25 17 1,35 0-16,51-8 16,34-26-1,9-9-15,25-25 16,128-60-1</inkml:trace>
  <inkml:trace contextRef="#ctx0" brushRef="#br0" timeOffset="196152.35">21798 15648 0,'0'-8'0,"0"-1"0,17-8 15,-8 9 1,-1-1-16,1 9 15,-18-8 1,-16 8-16,-43 8 16,-26 18-1,-17 8 1,0 17-16,17-9 16,8 9-1,1 0-15,8 9 16,1 25-16,-10 8 15,9 18 1,35 0 0,33-9-16,26-9 15,34 1 1,26-1-16,34-25 16,26-25-16,25-18 15,26-50 1,-1-26-1,-24-26-15,-18-25 16,-34-17 0,-35 9-16,-33-1 15,-51-8 1,-61 0-16,-101-17 16,-95 17-1,-25 68-15,-69 42 16</inkml:trace>
  <inkml:trace contextRef="#ctx0" brushRef="#br0" timeOffset="198317.36">22242 15146 0,'0'0'0,"0"0"0,0 0 15,0 0 1</inkml:trace>
  <inkml:trace contextRef="#ctx0" brushRef="#br0" timeOffset="199557.13">22327 14373 0,'0'0'0,"0"0"0,0 0 16,0 0-1,0 0-15,0 0 16,0 0 0,0 0-16,0 0 15,0 0 1,0 0-16,-8 0 16,-1 8-1,-16 18-15,-18 25 16,-25 42-1,0 26-15,-1 0 16,-16 26 0,0-1-16,8-42 15,26-16 1,8-1-16,9 8 16,0 18-1,-1 8-15,18 0 16,9-60-1</inkml:trace>
  <inkml:trace contextRef="#ctx0" brushRef="#br0" timeOffset="-214291.68">7169 12714 0,'0'0'0,"0"0"0,34 0 16,52 0-16,50-8 15,78 8 1,102-17-16,59-17 16</inkml:trace>
  <inkml:trace contextRef="#ctx0" brushRef="#br0" timeOffset="-210600.75">7622 14177 0,'0'0'0,"0"0"15,0 0-15,0 0 16,25 0-16,35 17 16,85 0-1,60 8 1,94-25-16,68-17 16,-43-17-1,35-8-15</inkml:trace>
  <inkml:trace contextRef="#ctx0" brushRef="#br0" timeOffset="-208679.17">9107 15512 0,'8'0'0,"69"26"15,119 8 1,163 0-16,127-26 15,86-42 1,-154 0-16</inkml:trace>
  <inkml:trace contextRef="#ctx0" brushRef="#br0" timeOffset="-201845.53">2834 11558 0,'0'0'0,"0"0"0,0-9 15,0 1-15,0-1 16,0 1 0,0-1-1,-9 1-15,1-1 16,-1 1 0,-17-9-16,-25-9 15,-17 9-15,-35 8 16,10 18-1,41 8 1,-24 0-16,-27 26 16,1 16-1,16 1-15,1-9 16,25 0 0,18 0-16,7-9 15,18 1 1,0-1-16,17 9 15,17 9 1,0 16-16,52-8 16,33 9-1,1-18-15,-52-16 16,-17-9 0,0 0-16,-8 17 15,-1 0 1,-8 9-16,-17 25 15,-25 8 1,-26 1-16,-35-9 16,-16 0-1,8-26-15,51-25 16,18-17 0,8-8-16,-1-1 15,18-8 1,9-8-16,17-1 15,42 1 1,17-9-16,-16 0 16,-18 0-1,-17 17-15,-17 0 16,-9 0 0,1 0-16,0 0 15,-1 25 1,-16 52-16,-35 42 15,-34 17 1,-8 9-16,8-18 16,34-42-1,43-8-15,26-1 16,68 9 0,42-17-16,154-59 15,112-26 1</inkml:trace>
  <inkml:trace contextRef="#ctx0" brushRef="#br0" timeOffset="-199077.36">2791 15674 0,'0'0'0,"0"0"0,0 0 16,8-9 0,52 9-16,85 0 15,94-8 1,69 16-16,59 9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17:34.6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10541 4014 0,'34'-8'0,"68"8"15,146 25-15,25 35 16,119 59 0,10 8-16</inkml:trace>
  <inkml:trace contextRef="#ctx0" brushRef="#br0" timeOffset="16537.16">22165 6897 0,'0'0'0,"0"0"15,0 0-15,0 0 16,0 0 0,0 0-16,0 0 15,0 0 1,0 0-16,0 0 15,-8 0 1,-9 17-16,-17 34 16,-35 26-1,-8 8 1,18 8-16,7-8 16,18 0-16,0-25 15,0-18 1,17 1-16,0-18 15,17-16 1,0-9-16</inkml:trace>
  <inkml:trace contextRef="#ctx0" brushRef="#br0" timeOffset="17374.73">21619 7850 0,'0'0'0,"0"0"0,0 0 16,0 0 0,0 0-16,-9 0 15,-25 0-15,-34 0 16,-34 17 0,-26 17-1,-26 25-15,-17 43 16,26 9-16,9 8 15,25 8 1,42-16 0,27-9-16,25-8 15,25-1 1,43-8-16,35-17 16,50-17-1,61-42-15,25-35 16,-1-33-1,1-35-15,-34 1 16,-34-18 0,-35 0-16,-50 9 15,-44 0 1,-42-17-16,-85 0 16,-95 9-1,-67 42-15,-86 25 16</inkml:trace>
  <inkml:trace contextRef="#ctx0" brushRef="#br0" timeOffset="25514.9">21022 8173 0,'0'0'0,"0"0"15,0 0-15,0 8 16,0 1 0,0-1-16,0 1 15,8-1 1,1 9-16,-1 0 15,1 17 1,-1 0-16,-8 0 16,-8 0-1,-1 0-15,1-8 16,-1-1 0,1 1-16,8-1 15,0-8 1,8-8-16,9-1 15</inkml:trace>
  <inkml:trace contextRef="#ctx0" brushRef="#br0" timeOffset="25668.47">21397 8173 0,'0'0'0</inkml:trace>
  <inkml:trace contextRef="#ctx0" brushRef="#br0" timeOffset="26408.22">21337 8555 0,'0'0'0,"0"0"0,0 0 16,0 0-16,0 0 15,0 0 1,0 0-16,0 0 16,0 0-1,0 0-15,0 0 16,0 0 0,0 0-16,0 0 15,0 0 1,0 0-16,0 9 15,9-1 1</inkml:trace>
  <inkml:trace contextRef="#ctx0" brushRef="#br0" timeOffset="27017.1">21713 8062 0,'0'0'0,"0"0"0,0 0 16,0 0-1,0 9-15,-9 8 16,1 8 0,-1 1-16,1 8 15,-1 0 1,-8 8-1,0-8-15,0-8 16,0-1-16,8-8 16,9-8-1,0-1 1,9-8-16,17 9 16,8-18-1,25 1-15,10-1 16,-18 9-16,-8 0 15,-18 0 1,-8 17-16,-8 9 16,-18 8-1,-16 17-15,-18 0 16,9 9 0,0-18-16,17-16 15,0-18 1,17-8-16,0 0 15</inkml:trace>
  <inkml:trace contextRef="#ctx0" brushRef="#br0" timeOffset="27278.01">21687 8113 0,'0'0'0,"9"9"0,25 8 16,43 8-1,8-16-15,9-1 16,17-16-1,0-9-15,-51 8 16</inkml:trace>
  <inkml:trace contextRef="#ctx0" brushRef="#br0" timeOffset="53454.33">23966 4856 0,'0'0'0,"0"0"0,0 0 15,0 0 1,0 0-16,0 0 16,0 0-1,0 0-15,17 17 16,34 9 0,52 8-1,16 8-15,-25-16 16,17 8-16,34 8 15,9 18 1,-43 8-16,-60-17 16,-8 25-1,-18 26-15,-33 26 16,-60 16 0,-61 18-16,10-26 15,51 0 1,17-17-1,-1 0-15,27-8 16,16-1 0,26-7-16,34-1 15,77 0 1,18-34-16,-18-51 16,8-9-1,-16 1-15,-44-9 16,-33 0-1,-17 0-15,-18 0 16,-16 0 0,-18-9-16,-34 1 15,-16 8 1,-44 25-16,18 9 16,16 17-1,18 17-15,25 0 16,18 17-1,16 17-15,18 17 16,33 26 0,35 25-16,9 9 15,7 8 1,10-9-16,-9 1 16,-17 25-1,-52-8-15,-59 16 16,-103 9-1,-170-8-15,-171-43 16,-68-85 0,145-59-16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21:41.3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20049 10367 0,'0'0'0,"0"0"0,59 0 16,155-26 0,127-25-16,43-25 15,17-9 1,77-9-16,-68 35 15</inkml:trace>
  <inkml:trace contextRef="#ctx0" brushRef="#br0" timeOffset="10459.36">22336 10316 0,'0'0'0,"8"0"0,44-9 15,67-8 1,18-17-16,-26-17 15,94-85 1,-1-8-16,-24 16 16,67-93-1,-68 17-15,-59-9 16,16-42 0,10-94-16,-10-67 15,-34 50 1,9-34-16,26-50 15,8-52 1,-17 0-16,-60 60 16,9 42-1,9 43-15,-35-43 16,-43 86 0,-25 41-16,0 27 15,-26 33 1,1 1-16,25 76 15,0 33 1,0 35-16,8 26 16,1 16-1,-10 18-15,-41 25 16,-78 59 0,-8 35-16,34-9 15,26-8 1,42-43-16,17-26 15,9-16 1,9-1-16,8 1 16,0-9-1,8-26-15,44-50 16,24-35 0,1-17-16,-8 1 15,-10 8 1,-25 34-16,-8 42 15,-17 26 1,8 0-16,8 17 16,61 51-1,42 51-15,42 34 16,35 9 0,77 51-16</inkml:trace>
  <inkml:trace contextRef="#ctx0" brushRef="#br0" timeOffset="18435.79">14211 604 0,'0'0'0,"0"0"16,0 0-16,0 0 16,0 0-1,0 0-15,-26-9 16,-34 1-1,-34-43-15,-34-9 16,17-25 0,35 26-16,-27-26 15,-25 42 1,-8 35-16,16 8 16,18 8-1,-1-8-15,35 0 16,25 26-1,1-9-15,-10 51 16,-7 59 0,-1 1-16,9 42 15,25 42 1,9 52-16,0 51 16,9 68-1,-10 33-15,-7 52 16,-18 0-1,-17-26-15,1 0 16,16 0 0,9 9-16,-9 8 15,-17-42 1,-8-68-16,8 33 16,18 1-1,-18-34-15,-34 0 16,0-26-1,26-60-15,8-25 16,18-8 0,24-34-16,18-43 15,26-26 1,8-33-16,26-18 16,34-16-1,42-9-15,61-17 16,16-8-1,52 8-15,8 25 16,43 18 0,76 8-16</inkml:trace>
  <inkml:trace contextRef="#ctx0" brushRef="#br0" timeOffset="19239.83">9397 4040 0,'0'8'0,"0"26"0,-9 77 16,-16 42-1,-1 8 1,-16 9-16,-10-8 16,10-26-1,-10 0-15,18-34 16,0-25 0,17-18-16,9-16 15,8-18 1,0-16-16,25-1 15,18-16 1,25-18-16,0-8 16,1 17-1,-10 9-15,1 16 16,0 26 0,0 26-16,-9 25 15,-26 8 1,-7-50-16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19:18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23966 6021 0,'0'0'0,"0"0"0,0 0 16,0 0-1,0 0-15,0-8 16,0-9-1,0-17-15,0-43 16,0-33 0,0 7-16,0 1 15,-17-34 1,-51-51-16,-77 26 16,17 42-1,42 8-15,-110-59 16,-26 34-1,60 59-15,-103-16 16,52 16 0,-43 9-16,43 26 15,127 16 1,-84-8-16,-27 9 16,95 8-1,59 8-15,9 1 16,17-1-1,0 1-15,8-1 16,9-8 0,26-8-16,59 8 15,26 0 1,-34 8-16,-43 1 16,0-1-1,-8 1-15,0-1 16,-18 1-1,1-1-15,-9 9 16,0 0 0,-26-8-16,-25-1 15,-9 9 1,9 0-16,17 0 16,17 0-1,0 0-15,-1 9 16,-7 8-1,-1 8-15,9 26 16,17 34 0,43 34-16,76 43 15,-8-18 1,-68-76-16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19:29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20774 4074 0,'0'0'0,"17"0"0,51 0 15,35 8 1,-18 9-16,-34 0 15,-25-8 1,0-18-16,-9 1 16,25-43-1,86-26-15,52-8 16,-10-17 0,86-26-16,-25 18 15,50 8 1,10 0-16,-27 8 15,-25-8 1,-34-25-16,43-26 16,-95 42-1,-8-8-15,-17 0 16,-51 51 0,-43 17-16,-17 17 15,-25 0 1,-18 0-16,-34 8 15,18 18 1,-9 25-16,-43 25 16,-17 26-1,-9 17-15,18-8 16,25 8 0,34-17-16,18-17 15,8-26 1,0 1-16,17-18 15,0 1 1,25-26-16,78-34 16,33-43-1,43-16-15,35-1 16,-52 9 0,-60 17-16,-25 43 15,-17 16 1,-9 18-16,-17 25 15,-8 42 1,-9 60-16,-26 34 16,1 128-1</inkml:trace>
  <inkml:trace contextRef="#ctx0" brushRef="#br0" timeOffset="57449.96">23616 16065 0,'0'0'0,"0"0"0,0 0 16,0 0-16,0-9 15,0 1 1,0-1-1,0 1-15,26-1 16,51 1 0,85-9-16,60 0 15,76 8 1,44 9-16,59-8 16,85-52-1,-76 1-15</inkml:trace>
  <inkml:trace contextRef="#ctx0" brushRef="#br0" timeOffset="85266.8">26586 16201 0,'0'0'0,"0"0"0,26-9 16,119-33-1,145-35-15,69-16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23:05.0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20714 10205 0,'0'0'0,"0"0"15,0 0-15,0 0 16,0 0 0,0 0-16,9-8 15,42-9 1,145-9-16,188-8 16,163 34-1,67 43-15,-196-1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24:45.1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23155 595 0,'0'0'0,"0"0"16,17-8-16,9-9 15,17 17 1,8 17-16,34 0 15,26 42 1,34 1-16,-8 8 16,8 8-1,85 18-15,-16-9 16,16 9 0,35 25-16,25 25 15,-8-16 1,-35-9-16,-34-26 15,-84-50 1,-19-9-16,-33-9 16,-17-16-1,-9-1-15,-25-8 16</inkml:trace>
  <inkml:trace contextRef="#ctx0" brushRef="#br0" timeOffset="561.12">26134 1157 0,'0'0'0,"-9"0"0,-8 0 16,-17-9-1,0-8-15,9-17 16,7 0 0,1-25-16,17 25 15,0-1 1,0 1-16,0 17 15,0 17 1,0-17-16,-8 9 16,-9-1-1,-34 9-15,-60 9 16,-103 67 0,-110 78-16,-77 58 15,-103 35 1,26-35-16,111-58 15</inkml:trace>
  <inkml:trace contextRef="#ctx0" brushRef="#br0" timeOffset="4167.7">21039 7127 0,'0'0'0,"0"0"16,0 0-16,0 0 16,0 0-1,-9 0-15,-8 17 16,-26 8 0,-33 26-16,-44 51 15,-25 68 1,8 52-16,9 16 15,26-17 1,17 8-16,25 27 16,17-18-1,35-43-15,16 1 16,26-35 0,18-41-16,33-18 15,51-9 1,10-25-16,24-25 15,52-26 1,26-43-16,25-42 16,-17-34-1,0-34-15,-9-17 16,-25 0 0,-17 0-16,-68 17 15,-52 8 1,-25-42-16,-26-17 15,-43-26 1,-42-8-16,-85-34 16,-69-26-1,-43 35-15,-50 16 16,-69 60 0,-103 111-16,-153 186 15,222 26 1</inkml:trace>
  <inkml:trace contextRef="#ctx0" brushRef="#br0" timeOffset="5458.32">23138 8666 0,'9'0'0,"42"0"16,26-8 0,34-1-16,77-33 15,-18-44 1,-16-50-16,34-25 16,-9-26-1,-43-9-15,-16-16 16,-1-35-1,1-42-15,-9 0 16,-34-52 0,-18-41-16,-16 16 15,17-42 1,-26 8-16,-34 51 16,-26-8-1,-8 43-15,-8 50 16,-10 9-1,-7 34-15,-10 34 16,10 42 0,16 43-16,9 34 15,17 34 1,-9 25-16,-8 26 16,-34 60-1,8 76-15,26 51 16,25 26-1,18-18-15,-1 9 16,-8-50 0,0-61-1,9-33-15,-1-43 16,-8-9-16,-8-16 16,-9-9-1,-17-43-15,-1-67 16,18-86-1,43-59-15,42 8 16,9 18 0,0 33-16,-9 60 15,-8 42 1,-17 35 0,8 25-16,17 17 15,35 25 1,59 43-16,145 68 15,0-17-15,18-33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25:27.2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23241 1914 0,'0'0'16,"0"0"-16,0 0 16,0 0-16,0 0 15,0 0 1,-9 0-16,1 17 16,-1 17-1,9 8-15,0 18 16,9 8-1,25 0-15,8-9 16,-16-8 0,34-8-16,76 16 15,26-16 1,-16-1-16,75-8 16,-16-8-1,-25 8-15,84 8 16,-93-16-1,-52 8-15,9 25 16,-34-16 0,-43-18-16,-25-8 15,-17-8 1,-1 0-16,9-1 16,34-25-1,9-26-15,-9-25 16,52-51-1,25-59-15,0-60 16,34-77 0</inkml:trace>
  <inkml:trace contextRef="#ctx0" brushRef="#br0" timeOffset="42787.66">22882 1582 0,'0'0'0,"0"0"0,0 0 16,0 0-16,0 0 15,0 0 1,0 0 0,0 25-16,17 26 15,0 26-15,9 33 16,0 1 0,-18 0-1,1-9-15,-1-17 16,1-17-1,-1-26-15,9 1 16,17-1 0,26-8-16,17-17 15,25-17 1,35-17-16,34-8 16,-26 8-1,8 0-15,61 0 16,-61 8-1,1 9-15,68 17 16,-60 0 0,-8 17-16,59 26 15,-51-18 1,-59 1-16,-9-1 16,-35-16-1,-25-9-15,-8-9 16,-17 1-1,8-9-15,17-26 16,26-59 0,25-68-16,17-59 15,-16-60 1,-1-77-16</inkml:trace>
  <inkml:trace contextRef="#ctx0" brushRef="#br0" timeOffset="131484.82">24504 2628 0,'0'0'0,"0"0"0,0 0 15,0 0 1,0 0-16,0 0 16,0 0-1,0 0-15,0 0 16,0 0 0,-34 25-16,-60 43 15,-68 34 1,-69 35-16,-25-1 15,43-17 1,-1 8-16,27-16 16,-27-9-1,-8 0-15,43-26 16,34-25 0,17-16-16,26-18 15,25-9 1,17-8-16,17-8 15,26 8 1</inkml:trace>
  <inkml:trace contextRef="#ctx0" brushRef="#br0" timeOffset="131798.87">22336 3138 0,'0'0'0,"0"0"16,0 0-16,0 0 15,-17 9 1,-26 8-16,1 17 16,-18 8-1,-8 35-15,-26 16 16,17 1 0,26 16-1,16 1-15,18 8 16,26 0-16,34 9 15,68-9 1,8-51 0,35-26-16,93-25 15,112-8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28:06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19084 5502 0,'0'0'0,"9"0"16,50 34-16,95 34 15,-26 0 1,-34-8-16,85 25 16,17 9-1,-42-1-15,51-8 16,-9-8-1,-34-18 1,43 1-16,-43-26 16,-68-9-16,0-8 15,-17-8 1,-51-1 0</inkml:trace>
  <inkml:trace contextRef="#ctx0" brushRef="#br0" timeOffset="299.27">21107 6217 0,'0'0'0,"0"0"0,0 0 16,8 0 0,10 0-16,33 0 15,60 0 1,42-9-16,-33 9 15,-60 9 1,-26 8-16,-9 0 16,1 25-1,-9 43-15,-60 26 16,-85 25 0,0-34-16,34-34 15,-34-8 1,-17-18-16,26-33 15,50-9 1,52 8-16</inkml:trace>
  <inkml:trace contextRef="#ctx0" brushRef="#br0" timeOffset="837.29">19323 6089 0,'0'0'0,"0"0"16,0 0-16,-8-8 15,-1-18 1,-17-25-16,-16-42 15,8-35 1,8 9-16,17 17 16,1 25-1,8 18-15,0 16 16,0 9 0,0 17-16,0 0 15,8 0 1,10 17-16,-1 9 15,25 25 1,61 51-16,16 17 16,26 8-1,77 1-15,111 0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28:18.5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20689 15053 0,'0'0'15,"0"0"-15,0 0 16,0 0-16,8-9 16,35-8-1,59-8-15,78-9 16,127 8-1,77 18-15,51 25 16,103 17 0,102-17-16,-213-9 15</inkml:trace>
  <inkml:trace contextRef="#ctx0" brushRef="#br0" timeOffset="30448.21">23684 714 0,'0'0'0,"-8"9"0,-1 25 16,-8 34-1,-17 34-15,-8 0 16,-10-34-1,18 17-15,17 17 16,-9 9 0,9-1-16,0-16 15,0-9 1,9-9-16,8 9 16,8-8-1,1-17-15,-1-9 16,26 0-1,52 8-15,50-16 16,52-26 0,51 0-16,-25-17 15,25 0 1,-9 8-16,-34 1 16,18 16-1,-61 9-15,-67 9 16,-44-9-1,-16-9-15,-9 1 16,-9-9 0,1-9-16,0 1 15,-1-1 1,-8-33-16,26-103 16,76-161-1,43-68-15</inkml:trace>
  <inkml:trace contextRef="#ctx0" brushRef="#br0" timeOffset="35245.05">25195 2211 0,'0'0'0,"0"0"16,0 0-16,-8 26 15,-1 25 1,9 17-16,0 25 16,0 43-1,9 34-15,-1 35 16,1 67 0,-18 76-16,-42 35 15,-69 51 1,10 17-16,33-43 15,0 0 1,17-68-16,26-76 16,17-26-1,0-51-15,0-42 16,0-35 0,-9-16-16,1-26 15,7-34 1,10-26-16,8 1 15,0-9 1,-9-17-16,1-43 16,-1-42-1,1 17-15,-1 34 16,1 17 0,-9 9-16,0 8 15,-1 17 1,-7 17-16,-9 51 15,8 42 1,9 43-16,0 51 16,-9 0-1,-8 69-15,-8-69 16,16-111 0,17 1-16,9-26 15,18-17 1,33-34-16,68-51 15,52-60 1,34-84-16,-43-18 16,34-34-1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29:19.9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2834 2994 0,'0'0'0,"0"0"0,0 0 16,0 17-1,0 25-15,-9 9 16,1 17 0,-1 9-16,9 8 15,0 25 1,9 9-16,-1-17 15,1-25 1,33 0-16,52 8 16,26-26-1,-9-16-15,42-35 16,78-8 0,16-17-16,26-8 15,77-18 1,9 9-16,-18 0 15,137 17 1,-77 9-16,-51-9 16,60-1-1,25 53-15,-51-18 16,-94-17 0,120 17-16,-51 25 15,-86 1 1,0 8-16,-26 0 15,-68-17 1,-50-9-16,7-8 16,-42-8-1,-17-18-15,-17 1 16,-18-1 0,-16-8-16,8-17 15,0-42 1,-8-26-16,-9-26 15,-17 9 1,-26 17 0,18 68-16</inkml:trace>
  <inkml:trace contextRef="#ctx0" brushRef="#br0" timeOffset="830.63">13656 3028 0,'0'0'0,"0"0"0,0 0 15,0 0 1,0 0-16,0 0 16,0 17-1,-9 42-15,-25 26 16,-34 43-1,-17 8-15,8-26 16,17-16 0,9-18-16,34 10 15,34 7 1,43 1-16,42-9 16,35-17-1,102-34-15,0-26 16,-18-33-1,1-9-15,9-9 16,25 18 0,0 8-16,8 25 15,-25 9 1,26 17-16,-26 17 16,-34-8-1,-9-1-15,-93-8 16,-44-8-1,-16-9-15,-17-9 16,-9 1 0,0-9-16,0-17 15,25-34 1,10-85-16,-1-51 16,-8-18-1,-26-41-15,0-94 16</inkml:trace>
  <inkml:trace contextRef="#ctx0" brushRef="#br0" timeOffset="10392.87">13246 8445 0,'0'0'0,"0"0"0,60 25 16,85 9-1,162-17-15,60-25 16,-25-26 0,93-68-16,-42-26 15</inkml:trace>
  <inkml:trace contextRef="#ctx0" brushRef="#br0" timeOffset="12466.28">24034 9244 0,'17'0'0,"60"9"16,26 16-1,-1 1-15,94-18 16,129-16 0,102-9-16,144-9 15,104 26 1,50 9-16,-298-18 15</inkml:trace>
  <inkml:trace contextRef="#ctx0" brushRef="#br0" timeOffset="14307.22">12623 9959 0,'0'0'0,"17"17"0,111 42 16,103 18-16,119-18 15,111-25 1,68-34-16,43-17 16,-163 0-1</inkml:trace>
  <inkml:trace contextRef="#ctx0" brushRef="#br0" timeOffset="18589.47">19511 12417 0,'0'0'0,"8"0"15,18-9-15,102 1 16,77-18 0,85-17-16,9 1 15,8 8 1</inkml:trace>
  <inkml:trace contextRef="#ctx0" brushRef="#br0" timeOffset="20864.78">27670 12672 0,'0'0'0,"0"0"0,26 0 16,145 34-1,161 25-15,104 18 16,59 8-1,-103-17-15</inkml:trace>
  <inkml:trace contextRef="#ctx0" brushRef="#br0" timeOffset="23140.18">16763 13641 0,'0'0'0,"17"0"0,68-8 15,128-1-15,69-8 16,0 0 0,136-8-16,-8-1 15</inkml:trace>
  <inkml:trace contextRef="#ctx0" brushRef="#br0" timeOffset="25502">5206 15895 0,'0'0'0,"34"8"0,77 18 15,188 42 1,102 0-16,-25 0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4-06-28T17:30:20.2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19451 4167 0,'0'0'0,"9"26"0,-1 8 0,-25 399 0,0-373 16,0 0-1,17-9-15,0-9 0,17-8 16,0 0-16,34-8 31,35-1-15,33-8-16,18-17 15,8-8 1,34-9-16,9 8 16,34-16-1,8 8-15,18 17 16,25 17-1,8 8-15,10 9 16,16 0 0,26 9-16,17 16 15,42 1 1,-8-9-16,35-17 16,16-9-1,-8 1-15,25-1 16,9-16-1,8 8-15,-8-9 16,9 9 0,-9 9-16,8 8 15,0 0 1,9 0-16,-34-17 16,0-9-1,-9 18-15,-51-9 16,-42 0-1,-44 0-15,-33-17 16,-35 8 0,-33-8-16,-44 0 15,-25-8 1,-8 8-16,-18 0 16,-33 0-1,-18 0-15,-26 0 16,1 0-1,-17 0-15,-1-9 16,9-16 0,0-43-1,-8-34-15,-1-34 16,-8-34 0,-17-17-16,-34-103 15</inkml:trace>
  <inkml:trace contextRef="#ctx0" brushRef="#br0" timeOffset="11047.93">19169 7441 0,'0'0'0,"0"0"16,9 0-16,-9 0 16,0 0-1,0 0-15,9 0 16,-1 0 0,9 0-16,9 17 15,42 9 1,34 33-16,-16 1 15,85 34 1,42-1-16,9-8 16,51 0-1,-17-17 1,17-8-16,-51-18 16,-17-8-16,-9-8 15,-102-26 1,-68 0-1</inkml:trace>
  <inkml:trace contextRef="#ctx0" brushRef="#br0" timeOffset="11312.85">21269 7441 0,'0'0'0,"34"26"16,26 33-16,34 18 16,17 8-1,-26-17-15,-42-8 16,-18-9 0,1 8-1,0 18-15,-18-1 16,1-16-16,-18-18 15,-85 26 1,-119-8-16,-128-9 16</inkml:trace>
  <inkml:trace contextRef="#ctx0" brushRef="#br0" timeOffset="23279.36">7750 9670 0,'0'0'15,"0"0"-15,0 0 16,0-9-16,8 1 15,9-9 1,9-17-16,8-9 16,0-17-1,9 1-15,0 8 16,-18 17 0,1 17-16,-18 8 15,1 1 1,-9 8-16,-9 34 15,-25 51 1,-34 60-16,-26 42 16,0 8-1,17-25-15,9-34 16,17 0 0,25-33-16,9-35 15,17-26 1,0 1-16,9-26 15</inkml:trace>
  <inkml:trace contextRef="#ctx0" brushRef="#br0" timeOffset="23605.22">6956 10571 0,'0'0'0,"0"0"0,0 9 16,9 8-16,33 8 16,61 1-1,42-18-15,51-42 16,120-42 0</inkml:trace>
  <inkml:trace contextRef="#ctx0" brushRef="#br0" timeOffset="31283.66">23070 11889 0,'0'0'0,"0"0"0,0 0 15,0 0 1,-9 0-1,1-8-15,-1-1 16,-16 1-16,8-1 16,0 1-1,-9-1-15,-25 1 16,-26 8 0,-8 0-1,-18 17-15,-8 0 16,17 17-1,-25 25-15,-26 35 16,8 25-16,35-17 16,-9 17-1,-43 77 1,18-9-16,25-34 16,25 51-1,27-17-15,7 34 16,-7 26-16,-1-18 15,17 26 1,18-33 0,42 16-16,25-34 15,18-34 1,8 43-16,9-60 16,68-34-1,0-9-15,18-8 16,76-17-1,-18-59-15,61-77 16,17-34 0,-26-17-16,-8-43 15,-52-25 1,-8-26-16,-52-42 16,-16 9-1,-9-26-15,-17-18 16,-34 1-1,-26-42-15,-43 41 16,-50-16 0,-35 17-16,-34 51 15,-34 17 1,-43 25-16,-68 43 16,-68 60-1,-60 50-15,-17 94 16,-18 111-1,78 25-15</inkml:trace>
  <inkml:trace contextRef="#ctx0" brushRef="#br0" timeOffset="73778.34">22319 12374 0,'0'0'0,"-9"-9"0,-25-16 0,-375-332 0,315 246 15,8 9 1,35 26-16,25 25 16,9 8-1,0 9-15,17 17 16,0 17-1,9 0-15,-1 9 16,1 16 0,-1 18-16,-8 8 15,-8 17 1,-18-9-16,1 1 16,-9-9-1,-1 0-15,1-9 16,0-8-1,9-8-15,-1-18 16,9 1 0,0-1-16,-9-16 15,-25-26 1,-9-9-16,1-8 16,16 0-1,9-8-15,8-18 16,18 9-1,8 0-15,17 9 16,0 8 0,8 8-16,9 18 15,1 16 1,50 26-16,77 34 16,0 9-1,52 16 1,33-8-16,77-8 15</inkml:trace>
  <inkml:trace contextRef="#ctx0" brushRef="#br0" timeOffset="75938.44">17625 12621 0,'0'0'0,"0"0"0,8-9 16,35-8-16,34-8 16,-9-1-1,0-8-15,35-8 16,25-9 0,8-26-16,-33 9 15,-44-9 1,-16 1-16,-17 8 15,-9 8 1,-9 9-16,1 0 16,-26 17-1,-43-8-15,-34-1 16,17 26 0,35 0-16,16 9 15,9-1 1,0 9-16,17 0 15,0 0 1,8 0-16,27 9 16,41 8-1,1 8-15,0-8 16,8 9 0,-16-9-16,-10 0 15,-16 8 1,-17 9-16,-18 17 15,-50 68 1,-35 34-16,43-85 16</inkml:trace>
  <inkml:trace contextRef="#ctx0" brushRef="#br0" timeOffset="78369.84">15124 15010 0,'-17'0'15,"-34"17"-15,-26 9 16,0 33-16,-17 43 15,-42 69 1,-27 16-16,27 17 16,42-9-1,43-8-15,17 26 16,25-60 0,9-34-16,43 68 15,85 9 1,25-68-16,35-35 15,68 9 1,-17-42-16,17-35 16,-25-42-1,25-34-15,-17-25 16,-60-69 0,17-34-16,-34-8 15,-51-17 1,-68 34-16,-51-17 15,-95-43 1,-76 18-16,-86 25 16,-76 17-1,-60 34-15,-69 50 16,69 35 0</inkml:trace>
  <inkml:trace contextRef="#ctx0" brushRef="#br0" timeOffset="82659.92">9704 10375 0,'0'0'0,"0"0"16,-8 17-16,-1 26 15,1 17 1,-9 33-16,-9 1 15,0 16 1,-16 35 0,8-9-16,8-43 15,0-25 1,1-8-16,8-18 16,0 1-16,0-18 15,8 1 1,9-9-16,0-8 15,0-1 1,0 1-16,9-1 16,25 1-1,34-1 1,34-8-16,1 0 16,-1 0-1,-16 9-15,-18-1 16,9-16-1,-35-1-15</inkml:trace>
  <inkml:trace contextRef="#ctx0" brushRef="#br0" timeOffset="83641.57">10976 10248 0,'0'0'0,"0"0"0,0 0 16,-9 17-1,-8 17-15,-8 8 16,-9 26 0,-1 9-16,-7 8 15,8-8 1,-1-18-16,10-16 16,8-18-1,8-16-15,1-1 16,8 1-1,0-18-15,17-8 16,17-34 0,17-25-16,0-1 15,1 9 1,7 8-16,-7 18 16,-1 8-1,0 17-15,0 8 16,-8 9-1,0 0-15,-18 17 16,1 0 0,-9 17-16,-9 17 15,-8-8 1,-8-9-16,-1 0 16,1 0-1,-9 9-15,8-18 16</inkml:trace>
  <inkml:trace contextRef="#ctx0" brushRef="#br0" timeOffset="84028.31">10302 11047 0,'0'0'0,"0"0"15,51 9-15,51-1 16,43 1 0,9-18-16,-9 1 15,-8-1 1,-9-8-16,-26 0 16,-8 0-1,-9 9-15,-8-26 16,-34 17-1</inkml:trace>
  <inkml:trace contextRef="#ctx0" brushRef="#br0" timeOffset="84717.17">10908 11311 0,'0'0'0,"0"0"16,0 0 0,25 0-16,9 8 15,9 1 1,-9-1-16,-8 1 15,-1-1 1,1 9-16,-9 0 16,-8 26-1,-35 25-15,-17 9 16,1-9 0,-10-9-16,1-16 15,17-26 1,0-9-16,8-8 15,9-8 1,0-1-16,0-8 16,9 0-1,-1 9-15,9 8 16,0 0 0,0 0-16,9 0 15,25 8 1,8 9-16,27 0 15,-10 9 1,1-9-16,8-9 16,-8 1-1,17-9-15,-34 8 16</inkml:trace>
  <inkml:trace contextRef="#ctx0" brushRef="#br0" timeOffset="85341.1">12154 10333 0,'0'0'0,"0"0"0,0 8 16,-9 18-16,1 16 15,-1 9 1,-8 9-16,-17 42 16,0 9-1,17-18-15,17 1 16,0 8 0,0 0-16,-9 8 15,9-8 1,0 1-16,0-10 15,-8 1 1,-1-26-16,1-26 16,-1 1-1,9-18-15,-8 1 16,8-18 0,0 1-16,0-1 15,0 1 1,0-1-16,-9 1 15,0-9 1,-16-9-16,-26 1 16,-9-9-1,-51 17-15,-171 17 16</inkml:trace>
  <inkml:trace contextRef="#ctx0" brushRef="#br0" timeOffset="165829.34">11693 14500 0,'0'0'0,"0"0"0,0 0 15,0 0-15,-9 9 16,1 8-1,-18 34-15,1 42 16,-10 18 0,1-9-16,0-34 15,17-17 1,0-26-16,9-8 16,8-8-1,0-1-15,25-25 16,35-42-1,34-69-15,25-8 16,1 26 0,-1-1-16,1 26 15,-26 26 1,-9 33-16,-17 26 16,-8 26-1,-9 33-15,-17 35 16,-8 42-1,-18 25-15,-8-42 16,0-51 0,0-34-16,0-25 15</inkml:trace>
  <inkml:trace contextRef="#ctx0" brushRef="#br0" timeOffset="166267.47">11130 15674 0,'0'0'0,"0"0"0,25 0 16,52-9-1,60-8-15,-1 0 16,18 0 0,34 9-1,-9-18-15,17 9 16,-17 9-16,-25-1 16,25 9-1,-34 9-15,-94-1 16</inkml:trace>
  <inkml:trace contextRef="#ctx0" brushRef="#br0" timeOffset="166810.85">12179 16124 0,'0'0'0,"0"0"16,9-8-16,17-1 16,8 9-1,8 0-15,-16 17 16,0 0 0,-18 43-16,-34 51 15,-25 25 1,-17-34-16,-9-26 15,9-25 1,17-8-16,17-18 16,-1-16-1,18-1-15,0-8 16,17 0 0,0 0-16,9-8 15,42-1 1,43-8-16,68-8 15,60-1 1,102-8-16</inkml:trace>
  <inkml:trace contextRef="#ctx0" brushRef="#br0" timeOffset="182687.05">10686 14611 0,'0'0'0,"0"0"16,0 0-16,0 0 15,0 0 1,-9-9-16,1 9 16</inkml:trace>
  <inkml:trace contextRef="#ctx0" brushRef="#br0" timeOffset="183228.34">10677 14398 0,'0'0'0,"0"0"0,0 0 15,0 0 1,0 0-16,0 0 15,0 0 1,0 0-16,0 0 16,0 0-1,0 17-15,0 43 16,0 59 0,-17 51-16,0 34 15,0 8 1,8-16-16,9-26 15,0 9 1,0-18-16,0-25 16,-8-8-1,-1 8-15,1-17 16,-1-34 0,1-8-16,-1-18 15,9-8 1,0-8-16,0-1 15,0-8 1,0-8-16,0-1 16,0 1-1,0-18-15,0 1 16,0 8 0,17 0-16,9 0 15,8-9 1,34 9-16,26 0 15,9 0 1,8 0-16,-9 9 16,18 16-1,-52-8-15</inkml:trace>
  <inkml:trace contextRef="#ctx0" brushRef="#br0" timeOffset="183985.88">13417 14407 0,'0'0'0,"0"0"15,0 0 1,0 0-16,0 0 15,0 34 1,0 42-16,-9 35 16,1 33-1,-9 18-15,17 16 16,0 10 0,0-1-16,8-9 15,1 1 1,-1-9-16,1 8 15,-18 1 1,9-26-16,-8-17 16,-1-25-1,1-18-15,-1-25 16,9-17 0,0-25-1,0-1-15,0-8 16,0-8-1,-8-1-15,-1 1 16,-8-1 0,-17 1-16,-26-18 15,-34 1 1,-42-18-16,-146-42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0.png"/><Relationship Id="rId13" Type="http://schemas.openxmlformats.org/officeDocument/2006/relationships/image" Target="../media/image2.png"/><Relationship Id="rId3" Type="http://schemas.openxmlformats.org/officeDocument/2006/relationships/image" Target="../media/image910.png"/><Relationship Id="rId7" Type="http://schemas.openxmlformats.org/officeDocument/2006/relationships/image" Target="../media/image1110.png"/><Relationship Id="rId12" Type="http://schemas.openxmlformats.org/officeDocument/2006/relationships/customXml" Target="../ink/ink1.xml"/><Relationship Id="rId2" Type="http://schemas.openxmlformats.org/officeDocument/2006/relationships/image" Target="../media/image8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11" Type="http://schemas.openxmlformats.org/officeDocument/2006/relationships/image" Target="../media/image1.png"/><Relationship Id="rId5" Type="http://schemas.openxmlformats.org/officeDocument/2006/relationships/image" Target="../media/image1700.png"/><Relationship Id="rId10" Type="http://schemas.openxmlformats.org/officeDocument/2006/relationships/image" Target="../media/image1410.png"/><Relationship Id="rId4" Type="http://schemas.openxmlformats.org/officeDocument/2006/relationships/image" Target="../media/image1010.png"/><Relationship Id="rId9" Type="http://schemas.openxmlformats.org/officeDocument/2006/relationships/image" Target="../media/image13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3" Type="http://schemas.openxmlformats.org/officeDocument/2006/relationships/image" Target="../media/image811.png"/><Relationship Id="rId7" Type="http://schemas.openxmlformats.org/officeDocument/2006/relationships/image" Target="../media/image121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0.png"/><Relationship Id="rId11" Type="http://schemas.openxmlformats.org/officeDocument/2006/relationships/image" Target="../media/image1.png"/><Relationship Id="rId5" Type="http://schemas.openxmlformats.org/officeDocument/2006/relationships/image" Target="../media/image1010.png"/><Relationship Id="rId10" Type="http://schemas.openxmlformats.org/officeDocument/2006/relationships/image" Target="../media/image155.png"/><Relationship Id="rId4" Type="http://schemas.openxmlformats.org/officeDocument/2006/relationships/image" Target="../media/image910.png"/><Relationship Id="rId9" Type="http://schemas.openxmlformats.org/officeDocument/2006/relationships/image" Target="../media/image14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Summer 2024</a:t>
            </a:r>
            <a:br>
              <a:rPr lang="en-US" dirty="0"/>
            </a:br>
            <a:r>
              <a:rPr lang="en-US"/>
              <a:t>Lecture 5: </a:t>
            </a:r>
            <a:r>
              <a:rPr lang="en-US" dirty="0"/>
              <a:t>Priority Queues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4759872" y="3301829"/>
            <a:ext cx="918341" cy="1828800"/>
            <a:chOff x="2434459" y="1295400"/>
            <a:chExt cx="918341" cy="3657600"/>
          </a:xfrm>
        </p:grpSpPr>
        <p:sp>
          <p:nvSpPr>
            <p:cNvPr id="39" name="Rectangle 38"/>
            <p:cNvSpPr/>
            <p:nvPr/>
          </p:nvSpPr>
          <p:spPr>
            <a:xfrm>
              <a:off x="2434459" y="4495800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476500" y="1473029"/>
            <a:ext cx="914400" cy="3657600"/>
            <a:chOff x="2667000" y="-2362200"/>
            <a:chExt cx="914400" cy="7315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4" name="Rectangle 33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352800" y="-2362200"/>
              <a:ext cx="228600" cy="73152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7316513" y="1473029"/>
            <a:ext cx="228600" cy="3657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Geometric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BADE50-950A-4D58-BFB2-FA2C6A8B38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759872" y="3301829"/>
            <a:ext cx="918341" cy="1828800"/>
            <a:chOff x="2434459" y="1295400"/>
            <a:chExt cx="918341" cy="3657600"/>
          </a:xfrm>
        </p:grpSpPr>
        <p:sp>
          <p:nvSpPr>
            <p:cNvPr id="24" name="Rectangle 23"/>
            <p:cNvSpPr/>
            <p:nvPr/>
          </p:nvSpPr>
          <p:spPr>
            <a:xfrm>
              <a:off x="2434459" y="4495800"/>
              <a:ext cx="228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476500" y="1473029"/>
            <a:ext cx="914400" cy="3657600"/>
            <a:chOff x="2667000" y="-2362200"/>
            <a:chExt cx="914400" cy="7315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2" name="Rectangle 41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352800" y="-2362200"/>
              <a:ext cx="228600" cy="73152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9373913" y="4978229"/>
            <a:ext cx="228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79733" y="1463695"/>
                <a:ext cx="14998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&gt;1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33" y="1463695"/>
                <a:ext cx="1499898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10569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series multiplied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blipFill>
                <a:blip r:embed="rId6"/>
                <a:stretch>
                  <a:fillRect l="-2516" t="-192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4616448" y="5345328"/>
            <a:ext cx="201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series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86537" y="5359229"/>
            <a:ext cx="157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first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/>
          <p:cNvSpPr txBox="1"/>
          <p:nvPr/>
        </p:nvSpPr>
        <p:spPr>
          <a:xfrm>
            <a:off x="6783114" y="5283030"/>
            <a:ext cx="1522686" cy="66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next term in the series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9801218" y="168761"/>
                <a:ext cx="1126590" cy="1304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1218" y="168761"/>
                <a:ext cx="1126590" cy="13042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A3B1AE-621E-422A-26D8-1E9207A9FBAA}"/>
                  </a:ext>
                </a:extLst>
              </p14:cNvPr>
              <p14:cNvContentPartPr/>
              <p14:nvPr/>
            </p14:nvContentPartPr>
            <p14:xfrm>
              <a:off x="2187720" y="1050120"/>
              <a:ext cx="8975160" cy="4384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A3B1AE-621E-422A-26D8-1E9207A9FB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78360" y="1040760"/>
                <a:ext cx="8993880" cy="440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166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6" grpId="0" animBg="1"/>
      <p:bldP spid="20" grpId="0"/>
      <p:bldP spid="55" grpId="0"/>
      <p:bldP spid="58" grpId="0"/>
      <p:bldP spid="59" grpId="0"/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4630082" y="1438616"/>
            <a:ext cx="1143000" cy="3657600"/>
            <a:chOff x="533400" y="1473029"/>
            <a:chExt cx="1143000" cy="3657600"/>
          </a:xfrm>
        </p:grpSpPr>
        <p:sp>
          <p:nvSpPr>
            <p:cNvPr id="46" name="Rectangle 45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33400" y="1473029"/>
              <a:ext cx="228600" cy="3657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057400" y="3279706"/>
            <a:ext cx="1143000" cy="1828800"/>
            <a:chOff x="762000" y="3301829"/>
            <a:chExt cx="1143000" cy="1828800"/>
          </a:xfrm>
        </p:grpSpPr>
        <p:sp>
          <p:nvSpPr>
            <p:cNvPr id="40" name="Rectangle 39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676400" y="5009033"/>
              <a:ext cx="228600" cy="1188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Geometric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BADE50-950A-4D58-BFB2-FA2C6A8B38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series multiplied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blipFill>
                <a:blip r:embed="rId2"/>
                <a:stretch>
                  <a:fillRect l="-2516" t="-192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4616448" y="5345328"/>
            <a:ext cx="201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series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6537" y="5359229"/>
            <a:ext cx="157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first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2057400" y="3276600"/>
            <a:ext cx="1143000" cy="1828800"/>
            <a:chOff x="762000" y="3301829"/>
            <a:chExt cx="1143000" cy="1828800"/>
          </a:xfrm>
        </p:grpSpPr>
        <p:sp>
          <p:nvSpPr>
            <p:cNvPr id="34" name="Rectangle 33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676400" y="5009033"/>
              <a:ext cx="228600" cy="1188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630082" y="1438616"/>
            <a:ext cx="1143000" cy="3657600"/>
            <a:chOff x="533400" y="1473029"/>
            <a:chExt cx="1143000" cy="3657600"/>
          </a:xfrm>
        </p:grpSpPr>
        <p:sp>
          <p:nvSpPr>
            <p:cNvPr id="52" name="Rectangle 51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33400" y="1473029"/>
              <a:ext cx="228600" cy="36576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8" name="Rectangle 57"/>
          <p:cNvSpPr/>
          <p:nvPr/>
        </p:nvSpPr>
        <p:spPr>
          <a:xfrm>
            <a:off x="7391400" y="5011757"/>
            <a:ext cx="228600" cy="1188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372600" y="1447800"/>
            <a:ext cx="228600" cy="36576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783114" y="5283030"/>
            <a:ext cx="1522686" cy="66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next term in the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679733" y="1463695"/>
                <a:ext cx="150951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1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33" y="1463695"/>
                <a:ext cx="1509516" cy="584775"/>
              </a:xfrm>
              <a:prstGeom prst="rect">
                <a:avLst/>
              </a:prstGeom>
              <a:blipFill rotWithShape="1">
                <a:blip r:embed="rId10"/>
                <a:stretch>
                  <a:fillRect l="-10526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/>
          <p:cNvSpPr/>
          <p:nvPr/>
        </p:nvSpPr>
        <p:spPr>
          <a:xfrm rot="16200000">
            <a:off x="5329359" y="2124934"/>
            <a:ext cx="437983" cy="82277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586700" y="6488668"/>
            <a:ext cx="196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 for the series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F8B2AC-BA39-9198-CCA8-C9C5C74A50F5}"/>
                  </a:ext>
                </a:extLst>
              </p:cNvPr>
              <p:cNvSpPr txBox="1"/>
              <p:nvPr/>
            </p:nvSpPr>
            <p:spPr>
              <a:xfrm>
                <a:off x="9801218" y="168761"/>
                <a:ext cx="1126590" cy="1304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F8B2AC-BA39-9198-CCA8-C9C5C74A5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1218" y="168761"/>
                <a:ext cx="1126590" cy="13042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85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20" grpId="0"/>
      <p:bldP spid="30" grpId="0"/>
      <p:bldP spid="31" grpId="0"/>
      <p:bldP spid="58" grpId="0" animBg="1"/>
      <p:bldP spid="59" grpId="0" animBg="1"/>
      <p:bldP spid="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41E5-465C-EBB5-E9CD-029376B8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048E-DA88-5227-7793-0EE138E73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  <a:p>
            <a:pPr lvl="1"/>
            <a:r>
              <a:rPr lang="en-US" dirty="0"/>
              <a:t>A “First In First Out” (FIFO) collection of items</a:t>
            </a:r>
          </a:p>
          <a:p>
            <a:r>
              <a:rPr lang="en-US" dirty="0"/>
              <a:t>What Operations do we need?</a:t>
            </a:r>
          </a:p>
          <a:p>
            <a:pPr lvl="1"/>
            <a:r>
              <a:rPr lang="en-US" dirty="0"/>
              <a:t>Enqueue</a:t>
            </a:r>
          </a:p>
          <a:p>
            <a:pPr lvl="2"/>
            <a:r>
              <a:rPr lang="en-US" dirty="0"/>
              <a:t>Add a new item to the queue</a:t>
            </a:r>
          </a:p>
          <a:p>
            <a:pPr lvl="1"/>
            <a:r>
              <a:rPr lang="en-US" dirty="0"/>
              <a:t>Dequeue</a:t>
            </a:r>
          </a:p>
          <a:p>
            <a:pPr lvl="2"/>
            <a:r>
              <a:rPr lang="en-US" dirty="0"/>
              <a:t>Remove the “oldest” item from the queue</a:t>
            </a:r>
          </a:p>
          <a:p>
            <a:pPr lvl="1"/>
            <a:r>
              <a:rPr lang="en-US" dirty="0" err="1"/>
              <a:t>IsEmpty</a:t>
            </a:r>
            <a:endParaRPr lang="en-US" dirty="0"/>
          </a:p>
          <a:p>
            <a:pPr lvl="2"/>
            <a:r>
              <a:rPr lang="en-US" dirty="0"/>
              <a:t>Indicate whether or not there are items still on the queue</a:t>
            </a:r>
          </a:p>
        </p:txBody>
      </p:sp>
    </p:spTree>
    <p:extLst>
      <p:ext uri="{BB962C8B-B14F-4D97-AF65-F5344CB8AC3E}">
        <p14:creationId xmlns:p14="http://schemas.microsoft.com/office/powerpoint/2010/main" val="438875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41E5-465C-EBB5-E9CD-029376B8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048E-DA88-5227-7793-0EE138E73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What is it?</a:t>
            </a:r>
          </a:p>
          <a:p>
            <a:pPr lvl="1"/>
            <a:r>
              <a:rPr lang="en-US" dirty="0"/>
              <a:t>A collection of items and their “priorities”</a:t>
            </a:r>
          </a:p>
          <a:p>
            <a:pPr lvl="1"/>
            <a:r>
              <a:rPr lang="en-US" dirty="0"/>
              <a:t>Allows quick access/removal to the “top priority” thing</a:t>
            </a:r>
          </a:p>
          <a:p>
            <a:pPr lvl="2"/>
            <a:r>
              <a:rPr lang="en-US" dirty="0"/>
              <a:t>Usually a smaller priority value means the item is “more important”</a:t>
            </a:r>
          </a:p>
          <a:p>
            <a:r>
              <a:rPr lang="en-US" dirty="0"/>
              <a:t>What Operations do we need?</a:t>
            </a:r>
          </a:p>
          <a:p>
            <a:pPr lvl="1"/>
            <a:r>
              <a:rPr lang="en-US" dirty="0"/>
              <a:t>insert(item, priority)</a:t>
            </a:r>
          </a:p>
          <a:p>
            <a:pPr lvl="2"/>
            <a:r>
              <a:rPr lang="en-US" dirty="0"/>
              <a:t>Add a new item to the PQ with indicated priority</a:t>
            </a:r>
          </a:p>
          <a:p>
            <a:pPr lvl="1"/>
            <a:r>
              <a:rPr lang="en-US" dirty="0"/>
              <a:t>extract</a:t>
            </a:r>
          </a:p>
          <a:p>
            <a:pPr lvl="2"/>
            <a:r>
              <a:rPr lang="en-US" dirty="0"/>
              <a:t>Remove and return the “top priority” item from the queue</a:t>
            </a:r>
          </a:p>
          <a:p>
            <a:pPr lvl="3"/>
            <a:r>
              <a:rPr lang="en-US" dirty="0"/>
              <a:t>Usually the item with the smallest priority value</a:t>
            </a:r>
          </a:p>
          <a:p>
            <a:pPr lvl="1"/>
            <a:r>
              <a:rPr lang="en-US" dirty="0" err="1"/>
              <a:t>IsEmpty</a:t>
            </a:r>
            <a:endParaRPr lang="en-US" dirty="0"/>
          </a:p>
          <a:p>
            <a:pPr lvl="2"/>
            <a:r>
              <a:rPr lang="en-US" dirty="0"/>
              <a:t>Indicate whether or not there are items still on the queue</a:t>
            </a:r>
          </a:p>
          <a:p>
            <a:r>
              <a:rPr lang="en-US" dirty="0"/>
              <a:t>Note: the “priority” value can be any type/class so long as it’s comparable (i.e. you can use “&lt;“ or “</a:t>
            </a:r>
            <a:r>
              <a:rPr lang="en-US" dirty="0" err="1"/>
              <a:t>compareTo</a:t>
            </a:r>
            <a:r>
              <a:rPr lang="en-US" dirty="0"/>
              <a:t>” with it)</a:t>
            </a:r>
          </a:p>
        </p:txBody>
      </p:sp>
    </p:spTree>
    <p:extLst>
      <p:ext uri="{BB962C8B-B14F-4D97-AF65-F5344CB8AC3E}">
        <p14:creationId xmlns:p14="http://schemas.microsoft.com/office/powerpoint/2010/main" val="284699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50DF-811B-A9CC-41FE-BB616356E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Queue,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0527-8F8A-97C7-EE9B-44727DD0B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51612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PriorityQueue</a:t>
            </a:r>
            <a:r>
              <a:rPr lang="en-US" dirty="0"/>
              <a:t> PQ = new </a:t>
            </a:r>
            <a:r>
              <a:rPr lang="en-US" dirty="0" err="1"/>
              <a:t>PriorityQueue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(5,5)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(6,6)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(1,1)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(3,3)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(8,8) // PQ has 5, 6, 3, and 8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PQ.extract</a:t>
            </a:r>
            <a:r>
              <a:rPr lang="en-US" dirty="0"/>
              <a:t>()) // 1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PQ.extract</a:t>
            </a:r>
            <a:r>
              <a:rPr lang="en-US" dirty="0"/>
              <a:t>()) // 3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PQ.extract</a:t>
            </a:r>
            <a:r>
              <a:rPr lang="en-US" dirty="0"/>
              <a:t>()) // 5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PQ.extract</a:t>
            </a:r>
            <a:r>
              <a:rPr lang="en-US" dirty="0"/>
              <a:t>()) // 6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PQ.extract</a:t>
            </a:r>
            <a:r>
              <a:rPr lang="en-US" dirty="0"/>
              <a:t>()) // 8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05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50DF-811B-A9CC-41FE-BB616356E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Queue,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0527-8F8A-97C7-EE9B-44727DD0B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51612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PriorityQueue</a:t>
            </a:r>
            <a:r>
              <a:rPr lang="en-US" dirty="0"/>
              <a:t> PQ = new </a:t>
            </a:r>
            <a:r>
              <a:rPr lang="en-US" dirty="0" err="1"/>
              <a:t>PriorityQueue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(5,5)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(6,6)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(1,1) // 5, 6, 1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PQ.extract</a:t>
            </a:r>
            <a:r>
              <a:rPr lang="en-US" dirty="0"/>
              <a:t>()) // 1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(3,3) // 5, 6, 3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PQ.extract</a:t>
            </a:r>
            <a:r>
              <a:rPr lang="en-US" dirty="0"/>
              <a:t>()) // 3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PQ.extract</a:t>
            </a:r>
            <a:r>
              <a:rPr lang="en-US" dirty="0"/>
              <a:t>()) // 5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(8,8) // 6, 8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PQ.extract</a:t>
            </a:r>
            <a:r>
              <a:rPr lang="en-US" dirty="0"/>
              <a:t>()) // 6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PQ.extract</a:t>
            </a:r>
            <a:r>
              <a:rPr lang="en-US" dirty="0"/>
              <a:t>()) // 8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15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CA63-A283-2B9A-141D-40EDAC37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5ED34-AF75-C4E8-5894-C0401FAAB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ER</a:t>
            </a:r>
          </a:p>
          <a:p>
            <a:r>
              <a:rPr lang="en-US" dirty="0"/>
              <a:t>Sorting</a:t>
            </a:r>
          </a:p>
          <a:p>
            <a:r>
              <a:rPr lang="en-US" dirty="0"/>
              <a:t>Corrupt restaurant</a:t>
            </a:r>
          </a:p>
          <a:p>
            <a:r>
              <a:rPr lang="en-US" dirty="0"/>
              <a:t>Restaurants with reservations</a:t>
            </a:r>
          </a:p>
          <a:p>
            <a:r>
              <a:rPr lang="en-US" dirty="0"/>
              <a:t>Presales – priority registration</a:t>
            </a:r>
          </a:p>
          <a:p>
            <a:r>
              <a:rPr lang="en-US" dirty="0"/>
              <a:t>Operating systems – managing tasks</a:t>
            </a:r>
          </a:p>
          <a:p>
            <a:r>
              <a:rPr lang="en-US" dirty="0"/>
              <a:t>Airline boarding</a:t>
            </a:r>
          </a:p>
          <a:p>
            <a:r>
              <a:rPr lang="en-US" dirty="0"/>
              <a:t>Distributing tasks</a:t>
            </a:r>
          </a:p>
          <a:p>
            <a:r>
              <a:rPr lang="en-US" dirty="0"/>
              <a:t>Huffman</a:t>
            </a:r>
          </a:p>
        </p:txBody>
      </p:sp>
    </p:spTree>
    <p:extLst>
      <p:ext uri="{BB962C8B-B14F-4D97-AF65-F5344CB8AC3E}">
        <p14:creationId xmlns:p14="http://schemas.microsoft.com/office/powerpoint/2010/main" val="1590562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6CB2-21FD-58F8-0744-75D5A27E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implementations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DE81BF-64A3-93DD-75E1-1B8B7ADAA4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17307"/>
              </p:ext>
            </p:extLst>
          </p:nvPr>
        </p:nvGraphicFramePr>
        <p:xfrm>
          <a:off x="838200" y="1825625"/>
          <a:ext cx="1051559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6360">
                  <a:extLst>
                    <a:ext uri="{9D8B030D-6E8A-4147-A177-3AD203B41FA5}">
                      <a16:colId xmlns:a16="http://schemas.microsoft.com/office/drawing/2014/main" val="3859037791"/>
                    </a:ext>
                  </a:extLst>
                </a:gridCol>
                <a:gridCol w="3789680">
                  <a:extLst>
                    <a:ext uri="{9D8B030D-6E8A-4147-A177-3AD203B41FA5}">
                      <a16:colId xmlns:a16="http://schemas.microsoft.com/office/drawing/2014/main" val="1986166423"/>
                    </a:ext>
                  </a:extLst>
                </a:gridCol>
                <a:gridCol w="4099557">
                  <a:extLst>
                    <a:ext uri="{9D8B030D-6E8A-4147-A177-3AD203B41FA5}">
                      <a16:colId xmlns:a16="http://schemas.microsoft.com/office/drawing/2014/main" val="3667104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100" dirty="0"/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Worst case time to 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/>
                        <a:t>Worst case time to extract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940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/>
                        <a:t>Unsorted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21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/>
                        <a:t>Unsorted Linked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532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/>
                        <a:t>Sorted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548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/>
                        <a:t>Sorted Linked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37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/>
                        <a:t>Binary Search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9590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5DC9A6B-441D-32AF-47B4-F4888F339B90}"/>
              </a:ext>
            </a:extLst>
          </p:cNvPr>
          <p:cNvSpPr txBox="1"/>
          <p:nvPr/>
        </p:nvSpPr>
        <p:spPr>
          <a:xfrm>
            <a:off x="838200" y="5852160"/>
            <a:ext cx="9707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simplicity,  Assume we know the maximum size of the PQ in advance (otherwise we’d do an amortized analysis, but get the same answers…)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A2E10A4-C178-417D-073E-4546FB964FB1}"/>
                  </a:ext>
                </a:extLst>
              </p14:cNvPr>
              <p14:cNvContentPartPr/>
              <p14:nvPr/>
            </p14:nvContentPartPr>
            <p14:xfrm>
              <a:off x="276480" y="2103480"/>
              <a:ext cx="8785080" cy="1791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A2E10A4-C178-417D-073E-4546FB964F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7120" y="2094120"/>
                <a:ext cx="8803800" cy="181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2505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6CB2-21FD-58F8-0744-75D5A27E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implementations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5DE81BF-64A3-93DD-75E1-1B8B7ADAA4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99397783"/>
                  </p:ext>
                </p:extLst>
              </p:nvPr>
            </p:nvGraphicFramePr>
            <p:xfrm>
              <a:off x="838200" y="1825625"/>
              <a:ext cx="10515597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636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378968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4099557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Worst case 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Worst case time to extract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9590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5DE81BF-64A3-93DD-75E1-1B8B7ADAA4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99397783"/>
                  </p:ext>
                </p:extLst>
              </p:nvPr>
            </p:nvGraphicFramePr>
            <p:xfrm>
              <a:off x="838200" y="1825625"/>
              <a:ext cx="10515597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636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378968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4099557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Worst case 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Worst case time to extract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110448" r="-108842" b="-4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110448" r="-594" b="-4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207353" r="-108842" b="-3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207353" r="-594" b="-3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307353" r="-108842" b="-2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307353" r="-594" b="-2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413433" r="-108842" b="-129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413433" r="-594" b="-129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505882" r="-108842" b="-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505882" r="-594" b="-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9590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C7AD587-59D0-A1C8-89A2-1EC8852362D7}"/>
              </a:ext>
            </a:extLst>
          </p:cNvPr>
          <p:cNvSpPr txBox="1"/>
          <p:nvPr/>
        </p:nvSpPr>
        <p:spPr>
          <a:xfrm>
            <a:off x="838200" y="5852160"/>
            <a:ext cx="9707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simplicity,  Assume we know the maximum size of the PQ in advance (otherwise we’d do an amortized analysis, but get the same answers…)</a:t>
            </a:r>
          </a:p>
        </p:txBody>
      </p:sp>
    </p:spTree>
    <p:extLst>
      <p:ext uri="{BB962C8B-B14F-4D97-AF65-F5344CB8AC3E}">
        <p14:creationId xmlns:p14="http://schemas.microsoft.com/office/powerpoint/2010/main" val="2414215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6CB2-21FD-58F8-0744-75D5A27E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implementations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5DE81BF-64A3-93DD-75E1-1B8B7ADAA4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43768867"/>
                  </p:ext>
                </p:extLst>
              </p:nvPr>
            </p:nvGraphicFramePr>
            <p:xfrm>
              <a:off x="838200" y="1825625"/>
              <a:ext cx="10515597" cy="2880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636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378968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4099557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Worst case 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Worst case time to extract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959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Heap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1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1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1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1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76517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5DE81BF-64A3-93DD-75E1-1B8B7ADAA4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43768867"/>
                  </p:ext>
                </p:extLst>
              </p:nvPr>
            </p:nvGraphicFramePr>
            <p:xfrm>
              <a:off x="838200" y="1825625"/>
              <a:ext cx="10515597" cy="2880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636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378968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4099557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Worst case 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Worst case time to extract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110448" r="-108842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110448" r="-594" b="-53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207353" r="-108842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207353" r="-594" b="-4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311940" r="-108842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311940" r="-594" b="-3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405882" r="-108842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405882" r="-594" b="-2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513433" r="-108842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513433" r="-594" b="-1313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959055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Heap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604412" r="-108842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604412" r="-594" b="-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76517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5A04C30-28A0-45BD-0DCC-6FE722E39D48}"/>
              </a:ext>
            </a:extLst>
          </p:cNvPr>
          <p:cNvSpPr txBox="1"/>
          <p:nvPr/>
        </p:nvSpPr>
        <p:spPr>
          <a:xfrm>
            <a:off x="838200" y="5852160"/>
            <a:ext cx="9707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simplicity,  Assume we know the maximum size of the PQ in advance (otherwise we’d do an amortized analysis, but get the same answers…)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0509B51-D559-CF4F-AA12-7DB15FD45BC2}"/>
                  </a:ext>
                </a:extLst>
              </p14:cNvPr>
              <p14:cNvContentPartPr/>
              <p14:nvPr/>
            </p14:nvContentPartPr>
            <p14:xfrm>
              <a:off x="783360" y="4583160"/>
              <a:ext cx="836280" cy="236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0509B51-D559-CF4F-AA12-7DB15FD45B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4000" y="4573800"/>
                <a:ext cx="855000" cy="25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4709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7FF0-73B3-18E1-1353-1FC326B0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for Heaps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FACA28-A63F-17B5-D7E2-8052BDD1DC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Trees:</a:t>
                </a:r>
              </a:p>
              <a:p>
                <a:pPr lvl="1"/>
                <a:r>
                  <a:rPr lang="en-US" dirty="0"/>
                  <a:t>The branching factor is 2</a:t>
                </a:r>
              </a:p>
              <a:p>
                <a:pPr lvl="1"/>
                <a:r>
                  <a:rPr lang="en-US" dirty="0"/>
                  <a:t>Every node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2 children</a:t>
                </a:r>
              </a:p>
              <a:p>
                <a:r>
                  <a:rPr lang="en-US" dirty="0"/>
                  <a:t>Complete Tree:</a:t>
                </a:r>
              </a:p>
              <a:p>
                <a:pPr lvl="1"/>
                <a:r>
                  <a:rPr lang="en-US" dirty="0"/>
                  <a:t>All “layers” are full, except the bottom</a:t>
                </a:r>
              </a:p>
              <a:p>
                <a:pPr lvl="1"/>
                <a:r>
                  <a:rPr lang="en-US" dirty="0"/>
                  <a:t>Bottom layer filled left-to-right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FACA28-A63F-17B5-D7E2-8052BDD1D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745763F0-6769-2287-CC78-BCD511A25F3D}"/>
              </a:ext>
            </a:extLst>
          </p:cNvPr>
          <p:cNvGrpSpPr/>
          <p:nvPr/>
        </p:nvGrpSpPr>
        <p:grpSpPr>
          <a:xfrm>
            <a:off x="5161281" y="2808212"/>
            <a:ext cx="6934200" cy="3368751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F7E31A0-3D28-578F-5A14-F09AA762C56B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8E57D9C-90AC-1E4D-B4B2-6035E42D446F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B69181F-C6C8-0F25-3774-618748080A5E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4E7A57F-281D-14D1-8FD1-B7676D989C3C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69DA9B6-1EB5-447B-ED91-6211BEDDA0F2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65DDE04-CC29-E791-DD6A-810566C87691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C1B6C2F-9FFB-4EEB-3096-46005109CDE9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F5AC253-EE0F-A59C-CD48-00D35FA98918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694BE88-313B-BF69-CC7B-CDB41993619D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5BEC51-2B81-F5B1-3172-D2C934522EE8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76CC7CC-AE23-0FD3-CE5F-8504F07C64B7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E5647F1-AB09-5E14-4D54-F9A40B1E0C28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7D23AFF-4086-7B95-E87D-F527D08A1AD3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D427BB4-6F03-67AA-C1CC-7E6FCA3D63F4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B0041F5-7180-BE30-B46A-30863B150E6E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952D87F-314D-CE71-4735-6CB05C141444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B2EEED4-A26A-7898-FCF1-C0AA68E4D5B5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49B1CA2-1089-C04E-DC81-B7DB4AA5AF49}"/>
                  </a:ext>
                </a:extLst>
              </p14:cNvPr>
              <p14:cNvContentPartPr/>
              <p14:nvPr/>
            </p14:nvContentPartPr>
            <p14:xfrm>
              <a:off x="1198440" y="2250360"/>
              <a:ext cx="2859480" cy="8488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49B1CA2-1089-C04E-DC81-B7DB4AA5AF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9080" y="2241000"/>
                <a:ext cx="2878200" cy="86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6353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A069-E0AF-EBEE-3120-4318DF25C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– Priority Queue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CD4E4A-D376-CCD8-BF06-19D9E2D50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Idea: We need to keep some ordering, but it doesn’t need to be entirely sorted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worst case for extract and insert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CD4E4A-D376-CCD8-BF06-19D9E2D50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60A17D2-D1DC-EB90-0F1F-B576ACAA6D5B}"/>
              </a:ext>
            </a:extLst>
          </p:cNvPr>
          <p:cNvGrpSpPr/>
          <p:nvPr/>
        </p:nvGrpSpPr>
        <p:grpSpPr>
          <a:xfrm>
            <a:off x="5161281" y="2808212"/>
            <a:ext cx="6934200" cy="3368751"/>
            <a:chOff x="2590801" y="2672070"/>
            <a:chExt cx="6934200" cy="33687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0E16EF1-E0DE-F370-E581-946E72846104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45C3EBE-556C-5377-E6B8-DD961CEA7DFD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B45233-474B-D142-219F-3E2B3AC692B9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202AD5-FD55-ED1F-2E5A-AA6DE5FB534F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55CF38E-7DC0-6240-8663-B411669B6536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F4CC478-74A8-998F-9A93-3856DF9C77C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0E3CC96-BBE6-289E-ED25-7D583BF06E09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4DD672-6BA5-032B-AF77-D37A27D159F3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01B6D2E-E2AA-4C8C-1EAD-8C12D7FF3633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48F384-51C8-527F-7FB4-5BBB372B6677}"/>
                </a:ext>
              </a:extLst>
            </p:cNvPr>
            <p:cNvCxnSpPr>
              <a:cxnSpLocks/>
              <a:stCxn id="4" idx="3"/>
              <a:endCxn id="5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002DF07-0E13-B858-3BA7-5900F9516216}"/>
                </a:ext>
              </a:extLst>
            </p:cNvPr>
            <p:cNvCxnSpPr>
              <a:cxnSpLocks/>
              <a:stCxn id="4" idx="5"/>
              <a:endCxn id="6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184EDD4-811C-EDDD-E685-8BB995834CA3}"/>
                </a:ext>
              </a:extLst>
            </p:cNvPr>
            <p:cNvCxnSpPr>
              <a:stCxn id="8" idx="1"/>
              <a:endCxn id="5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D010E68-C147-D53D-76FA-0AC012CD9A6F}"/>
                </a:ext>
              </a:extLst>
            </p:cNvPr>
            <p:cNvCxnSpPr>
              <a:stCxn id="7" idx="7"/>
              <a:endCxn id="5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C35A445-FC36-61C2-4F6B-88DF180C943C}"/>
                </a:ext>
              </a:extLst>
            </p:cNvPr>
            <p:cNvCxnSpPr>
              <a:stCxn id="12" idx="0"/>
              <a:endCxn id="7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6173BE8-0C63-61AC-C82D-DA0736EC7C33}"/>
                </a:ext>
              </a:extLst>
            </p:cNvPr>
            <p:cNvCxnSpPr>
              <a:stCxn id="11" idx="0"/>
              <a:endCxn id="7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59FA23-DDB5-C437-52D4-C8687D34BF71}"/>
                </a:ext>
              </a:extLst>
            </p:cNvPr>
            <p:cNvCxnSpPr>
              <a:stCxn id="9" idx="7"/>
              <a:endCxn id="6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F0309B5-D192-7F29-3E8C-A9BE86027085}"/>
                </a:ext>
              </a:extLst>
            </p:cNvPr>
            <p:cNvCxnSpPr>
              <a:stCxn id="10" idx="1"/>
              <a:endCxn id="6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12587DF-688F-3A8B-3B71-7916DF5A347B}"/>
                  </a:ext>
                </a:extLst>
              </p14:cNvPr>
              <p14:cNvContentPartPr/>
              <p14:nvPr/>
            </p14:nvContentPartPr>
            <p14:xfrm>
              <a:off x="1161360" y="2577960"/>
              <a:ext cx="8308800" cy="3588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12587DF-688F-3A8B-3B71-7916DF5A34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2000" y="2568600"/>
                <a:ext cx="8327520" cy="360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072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A069-E0AF-EBEE-3120-4318DF25C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– Priority Queue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CD4E4A-D376-CCD8-BF06-19D9E2D50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Idea: We need to keep some ordering, but it doesn’t need to be entirely sorted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worst case for extract and insert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CD4E4A-D376-CCD8-BF06-19D9E2D50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60A17D2-D1DC-EB90-0F1F-B576ACAA6D5B}"/>
              </a:ext>
            </a:extLst>
          </p:cNvPr>
          <p:cNvGrpSpPr/>
          <p:nvPr/>
        </p:nvGrpSpPr>
        <p:grpSpPr>
          <a:xfrm>
            <a:off x="5161281" y="2830993"/>
            <a:ext cx="6934200" cy="3661882"/>
            <a:chOff x="2590801" y="2672070"/>
            <a:chExt cx="6934200" cy="366188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0E16EF1-E0DE-F370-E581-946E72846104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45C3EBE-556C-5377-E6B8-DD961CEA7DFD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B45233-474B-D142-219F-3E2B3AC692B9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202AD5-FD55-ED1F-2E5A-AA6DE5FB534F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55CF38E-7DC0-6240-8663-B411669B6536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F4CC478-74A8-998F-9A93-3856DF9C77C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0E3CC96-BBE6-289E-ED25-7D583BF06E09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4DD672-6BA5-032B-AF77-D37A27D159F3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01B6D2E-E2AA-4C8C-1EAD-8C12D7FF3633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48F384-51C8-527F-7FB4-5BBB372B6677}"/>
                </a:ext>
              </a:extLst>
            </p:cNvPr>
            <p:cNvCxnSpPr>
              <a:cxnSpLocks/>
              <a:stCxn id="4" idx="3"/>
              <a:endCxn id="5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002DF07-0E13-B858-3BA7-5900F9516216}"/>
                </a:ext>
              </a:extLst>
            </p:cNvPr>
            <p:cNvCxnSpPr>
              <a:cxnSpLocks/>
              <a:stCxn id="4" idx="5"/>
              <a:endCxn id="6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184EDD4-811C-EDDD-E685-8BB995834CA3}"/>
                </a:ext>
              </a:extLst>
            </p:cNvPr>
            <p:cNvCxnSpPr>
              <a:stCxn id="8" idx="1"/>
              <a:endCxn id="5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D010E68-C147-D53D-76FA-0AC012CD9A6F}"/>
                </a:ext>
              </a:extLst>
            </p:cNvPr>
            <p:cNvCxnSpPr>
              <a:stCxn id="7" idx="7"/>
              <a:endCxn id="5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C35A445-FC36-61C2-4F6B-88DF180C943C}"/>
                </a:ext>
              </a:extLst>
            </p:cNvPr>
            <p:cNvCxnSpPr>
              <a:stCxn id="12" idx="0"/>
              <a:endCxn id="7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6173BE8-0C63-61AC-C82D-DA0736EC7C33}"/>
                </a:ext>
              </a:extLst>
            </p:cNvPr>
            <p:cNvCxnSpPr>
              <a:stCxn id="11" idx="0"/>
              <a:endCxn id="7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59FA23-DDB5-C437-52D4-C8687D34BF71}"/>
                </a:ext>
              </a:extLst>
            </p:cNvPr>
            <p:cNvCxnSpPr>
              <a:stCxn id="9" idx="7"/>
              <a:endCxn id="6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F0309B5-D192-7F29-3E8C-A9BE86027085}"/>
                </a:ext>
              </a:extLst>
            </p:cNvPr>
            <p:cNvCxnSpPr>
              <a:stCxn id="10" idx="1"/>
              <a:endCxn id="6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0A1E5C5-FE3E-3837-A400-EDD1180798EE}"/>
                </a:ext>
              </a:extLst>
            </p:cNvPr>
            <p:cNvSpPr txBox="1"/>
            <p:nvPr/>
          </p:nvSpPr>
          <p:spPr>
            <a:xfrm>
              <a:off x="6190049" y="33712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072A56-BB76-64EE-AA55-B0C0AAAAE0F0}"/>
                </a:ext>
              </a:extLst>
            </p:cNvPr>
            <p:cNvSpPr txBox="1"/>
            <p:nvPr/>
          </p:nvSpPr>
          <p:spPr>
            <a:xfrm>
              <a:off x="4384195" y="437709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B72FD9-D516-7B60-38F9-5A60DDD667CF}"/>
                </a:ext>
              </a:extLst>
            </p:cNvPr>
            <p:cNvSpPr txBox="1"/>
            <p:nvPr/>
          </p:nvSpPr>
          <p:spPr>
            <a:xfrm>
              <a:off x="8051693" y="43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07146A6-09EE-669E-CAE9-E5870BEA6B4B}"/>
                </a:ext>
              </a:extLst>
            </p:cNvPr>
            <p:cNvSpPr txBox="1"/>
            <p:nvPr/>
          </p:nvSpPr>
          <p:spPr>
            <a:xfrm>
              <a:off x="3352081" y="50715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18CFD0E-B361-7654-43E5-3351750EFDA2}"/>
                </a:ext>
              </a:extLst>
            </p:cNvPr>
            <p:cNvSpPr txBox="1"/>
            <p:nvPr/>
          </p:nvSpPr>
          <p:spPr>
            <a:xfrm>
              <a:off x="7122005" y="50126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6F9792-C108-987E-92D6-692460A8FA7A}"/>
                </a:ext>
              </a:extLst>
            </p:cNvPr>
            <p:cNvSpPr txBox="1"/>
            <p:nvPr/>
          </p:nvSpPr>
          <p:spPr>
            <a:xfrm>
              <a:off x="5404400" y="51089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447EA02-4AEF-AD39-4C20-AAFE81249FFE}"/>
                </a:ext>
              </a:extLst>
            </p:cNvPr>
            <p:cNvSpPr txBox="1"/>
            <p:nvPr/>
          </p:nvSpPr>
          <p:spPr>
            <a:xfrm>
              <a:off x="9030118" y="503006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1B3F467-768F-E74D-FDE0-C031AB68DF49}"/>
                </a:ext>
              </a:extLst>
            </p:cNvPr>
            <p:cNvSpPr txBox="1"/>
            <p:nvPr/>
          </p:nvSpPr>
          <p:spPr>
            <a:xfrm>
              <a:off x="2783996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91939BE-D44A-6B91-F264-505B9FEB6EDB}"/>
                </a:ext>
              </a:extLst>
            </p:cNvPr>
            <p:cNvSpPr txBox="1"/>
            <p:nvPr/>
          </p:nvSpPr>
          <p:spPr>
            <a:xfrm>
              <a:off x="3920467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60FDF88-1464-7269-5814-460B7031BF38}"/>
                  </a:ext>
                </a:extLst>
              </p14:cNvPr>
              <p14:cNvContentPartPr/>
              <p14:nvPr/>
            </p14:nvContentPartPr>
            <p14:xfrm>
              <a:off x="5896440" y="3964680"/>
              <a:ext cx="4999320" cy="16538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60FDF88-1464-7269-5814-460B7031BF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87080" y="3955320"/>
                <a:ext cx="5018040" cy="167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1371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A206E-E4F0-F25D-7FB9-EC12CCD0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8C1EDC-77CF-F245-8CDE-E3968F223C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is the maximum number of total nodes in a binary tree of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If I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in a binary tree, what is its minimum height?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Heap Idea: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values are inserted into a complete tree, the height will be roughly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Ensure each insert and extract requires just one “trip” from root to leaf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8C1EDC-77CF-F245-8CDE-E3968F223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832218-EA6C-8930-A04D-A0BE4FDCBEF8}"/>
                  </a:ext>
                </a:extLst>
              </p14:cNvPr>
              <p14:cNvContentPartPr/>
              <p14:nvPr/>
            </p14:nvContentPartPr>
            <p14:xfrm>
              <a:off x="1825200" y="404280"/>
              <a:ext cx="9691200" cy="4160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832218-EA6C-8930-A04D-A0BE4FDCBE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5840" y="394920"/>
                <a:ext cx="9709920" cy="417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890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0BF59-083A-CA08-93EA-90DDC967B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(Min) Heap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97669B-CBB0-4757-983B-3F44485761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Keep items in a complete binary tree</a:t>
                </a:r>
              </a:p>
              <a:p>
                <a:r>
                  <a:rPr lang="en-US" dirty="0"/>
                  <a:t>Maintain the “(Min) Heap Property” of the tree</a:t>
                </a:r>
              </a:p>
              <a:p>
                <a:pPr lvl="1"/>
                <a:r>
                  <a:rPr lang="en-US" dirty="0"/>
                  <a:t>Every node’s priority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its children’s priority</a:t>
                </a:r>
              </a:p>
              <a:p>
                <a:pPr lvl="1"/>
                <a:r>
                  <a:rPr lang="en-US" sz="2000" dirty="0"/>
                  <a:t>Max Heap Property: every node’s priority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/>
                  <a:t> its children</a:t>
                </a:r>
                <a:endParaRPr lang="en-US" dirty="0"/>
              </a:p>
              <a:p>
                <a:r>
                  <a:rPr lang="en-US" dirty="0"/>
                  <a:t>Where is the min?</a:t>
                </a:r>
              </a:p>
              <a:p>
                <a:r>
                  <a:rPr lang="en-US" dirty="0"/>
                  <a:t>How do I insert?</a:t>
                </a:r>
              </a:p>
              <a:p>
                <a:r>
                  <a:rPr lang="en-US" dirty="0"/>
                  <a:t>How do I extract?</a:t>
                </a:r>
              </a:p>
              <a:p>
                <a:r>
                  <a:rPr lang="en-US" dirty="0"/>
                  <a:t>How to do it in Java?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97669B-CBB0-4757-983B-3F4448576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8AE6CBA-AB2F-80B2-02B0-F3E0F80B5682}"/>
              </a:ext>
            </a:extLst>
          </p:cNvPr>
          <p:cNvGrpSpPr/>
          <p:nvPr/>
        </p:nvGrpSpPr>
        <p:grpSpPr>
          <a:xfrm>
            <a:off x="5161281" y="2808212"/>
            <a:ext cx="6934200" cy="3368751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C35D44B-7628-E1CA-355C-F1502458AAFF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06D75F0-1F90-45CD-3466-F0D3151331C2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5428839-BA2F-B30D-94E5-826514CC6F90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AAF1CD9-D7B0-1F23-5F0D-1AE7356B4063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A3A9B3C-DD7B-FA7F-8066-BF8EDE5C6C0E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4A5175A-FD0A-6371-2F1B-DB3E686ECC8D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A33B652-75C8-B0DA-13BD-38B23E9E57B2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36E5ACF-446B-CD24-C4B1-D4CCCBEFC8B9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28E15AD-EBCB-3F3E-9454-F62DC58673EF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474545E-8779-A2D5-CC1E-916D83DAFEC0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832117-1D91-EA54-AA48-D42D50B6E77D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216AEFE-FACF-94D3-2B06-267CC376A70D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F51E84C-C241-3587-EEAA-D44DCC6EB670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2F6055D-B72C-64B7-C5B6-16DED3B88937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20EC72-600D-B503-2BA3-2F770786B564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E5B7A2E-C48F-13F0-EC5F-40C151CCB2C5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A696EE-72D9-D0B0-C82B-CF1F4D5D6426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3608C62-F88F-F3A4-B94F-F64672E232EB}"/>
                  </a:ext>
                </a:extLst>
              </p14:cNvPr>
              <p14:cNvContentPartPr/>
              <p14:nvPr/>
            </p14:nvContentPartPr>
            <p14:xfrm>
              <a:off x="645120" y="1288800"/>
              <a:ext cx="10490400" cy="4770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3608C62-F88F-F3A4-B94F-F64672E232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5760" y="1279440"/>
                <a:ext cx="10509120" cy="47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8341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7BEE-83FC-6A92-8C72-922983C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F168B-C22F-1B48-82E7-F81CD4DCA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79" y="37228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insert(item, priority){</a:t>
            </a:r>
          </a:p>
          <a:p>
            <a:pPr marL="0" indent="0">
              <a:buNone/>
            </a:pPr>
            <a:r>
              <a:rPr lang="en-US" dirty="0"/>
              <a:t>    put item in the “next open” spot (keep tree complete)</a:t>
            </a:r>
          </a:p>
          <a:p>
            <a:pPr marL="0" indent="0">
              <a:buNone/>
            </a:pPr>
            <a:r>
              <a:rPr lang="en-US" dirty="0"/>
              <a:t>    while (priority &lt; parent’s priority){</a:t>
            </a:r>
          </a:p>
          <a:p>
            <a:pPr marL="0" indent="0">
              <a:buNone/>
            </a:pPr>
            <a:r>
              <a:rPr lang="en-US" dirty="0"/>
              <a:t>        swap item with parent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FEEAE4-5947-43BB-33F3-0E2F7A27D58C}"/>
              </a:ext>
            </a:extLst>
          </p:cNvPr>
          <p:cNvGrpSpPr/>
          <p:nvPr/>
        </p:nvGrpSpPr>
        <p:grpSpPr>
          <a:xfrm>
            <a:off x="5161281" y="73781"/>
            <a:ext cx="6934200" cy="3368751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33A0E13-4996-116D-FFBB-C9C47C84D55C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2A72B8-1FD3-516D-A021-E2075712D6CB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2D9E01-B220-E093-6B95-A68C0266A5BC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620859-F5B3-EB2D-7626-028B1D551DC8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B63C5-2978-A1A0-5B7C-21B3C85ED8F3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46EA45-DB59-3189-5133-E09D0AC67BE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F96E3-806B-71A4-4206-D4D7C31A2F2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4F5CF9-E0BE-AD30-CAF0-6FB68446C0CD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7C9AA5-DB9B-1AFC-012D-B3D8743427A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9925F6-573D-F6E3-2D20-9939C39C8CC4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90E6CF-81A5-AEED-23C1-2A785442C5F3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18949D-E91F-514C-8942-A55A0B1C1B96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EC8F07-B67E-32B1-8194-36206CBAE1C1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B303E5-4C0F-E3C1-6C40-D63CB81862DA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69F648-6942-5A93-5A23-499C2EB8C9E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3FFFFF-CF30-2E14-4603-BCEC3E407EB6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D9F7F4-FC58-103B-8500-D893D1F68143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BDE845EB-2C74-AFA6-612A-2B277A969486}"/>
              </a:ext>
            </a:extLst>
          </p:cNvPr>
          <p:cNvSpPr/>
          <p:nvPr/>
        </p:nvSpPr>
        <p:spPr>
          <a:xfrm>
            <a:off x="3782060" y="661091"/>
            <a:ext cx="688077" cy="68807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1.5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FBA4D2C-7096-E071-852D-85F69E3DB45D}"/>
                  </a:ext>
                </a:extLst>
              </p14:cNvPr>
              <p14:cNvContentPartPr/>
              <p14:nvPr/>
            </p14:nvContentPartPr>
            <p14:xfrm>
              <a:off x="3794760" y="1442160"/>
              <a:ext cx="5328000" cy="21250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FBA4D2C-7096-E071-852D-85F69E3DB4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5400" y="1432800"/>
                <a:ext cx="5346720" cy="214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5223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7BEE-83FC-6A92-8C72-922983C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F168B-C22F-1B48-82E7-F81CD4DCA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79" y="37228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insert(item, priority){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put item in the “next open” spot (keep tree complete)</a:t>
            </a:r>
          </a:p>
          <a:p>
            <a:pPr marL="0" indent="0">
              <a:buNone/>
            </a:pPr>
            <a:r>
              <a:rPr lang="en-US" dirty="0"/>
              <a:t>    while (priority &lt; parent’s priority){</a:t>
            </a:r>
          </a:p>
          <a:p>
            <a:pPr marL="0" indent="0">
              <a:buNone/>
            </a:pPr>
            <a:r>
              <a:rPr lang="en-US" dirty="0"/>
              <a:t>        swap item with parent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FEEAE4-5947-43BB-33F3-0E2F7A27D58C}"/>
              </a:ext>
            </a:extLst>
          </p:cNvPr>
          <p:cNvGrpSpPr/>
          <p:nvPr/>
        </p:nvGrpSpPr>
        <p:grpSpPr>
          <a:xfrm>
            <a:off x="5161281" y="73781"/>
            <a:ext cx="6934200" cy="3368751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33A0E13-4996-116D-FFBB-C9C47C84D55C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2A72B8-1FD3-516D-A021-E2075712D6CB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2D9E01-B220-E093-6B95-A68C0266A5BC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620859-F5B3-EB2D-7626-028B1D551DC8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B63C5-2978-A1A0-5B7C-21B3C85ED8F3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46EA45-DB59-3189-5133-E09D0AC67BE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F96E3-806B-71A4-4206-D4D7C31A2F2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4F5CF9-E0BE-AD30-CAF0-6FB68446C0CD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7C9AA5-DB9B-1AFC-012D-B3D8743427A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9925F6-573D-F6E3-2D20-9939C39C8CC4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90E6CF-81A5-AEED-23C1-2A785442C5F3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18949D-E91F-514C-8942-A55A0B1C1B96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EC8F07-B67E-32B1-8194-36206CBAE1C1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B303E5-4C0F-E3C1-6C40-D63CB81862DA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69F648-6942-5A93-5A23-499C2EB8C9E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3FFFFF-CF30-2E14-4603-BCEC3E407EB6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D9F7F4-FC58-103B-8500-D893D1F68143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BDE845EB-2C74-AFA6-612A-2B277A969486}"/>
              </a:ext>
            </a:extLst>
          </p:cNvPr>
          <p:cNvSpPr/>
          <p:nvPr/>
        </p:nvSpPr>
        <p:spPr>
          <a:xfrm>
            <a:off x="7332895" y="2754017"/>
            <a:ext cx="688077" cy="68807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1.5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8EB998-8774-511E-D2B0-C8A8B01CF9C0}"/>
              </a:ext>
            </a:extLst>
          </p:cNvPr>
          <p:cNvCxnSpPr>
            <a:cxnSpLocks/>
            <a:stCxn id="24" idx="0"/>
            <a:endCxn id="9" idx="3"/>
          </p:cNvCxnSpPr>
          <p:nvPr/>
        </p:nvCxnSpPr>
        <p:spPr>
          <a:xfrm flipV="1">
            <a:off x="7676934" y="2414389"/>
            <a:ext cx="205519" cy="3396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EBB5118-AD08-0325-E12B-3C7D827E0520}"/>
                  </a:ext>
                </a:extLst>
              </p14:cNvPr>
              <p14:cNvContentPartPr/>
              <p14:nvPr/>
            </p14:nvContentPartPr>
            <p14:xfrm>
              <a:off x="3260160" y="70560"/>
              <a:ext cx="5997960" cy="36619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EBB5118-AD08-0325-E12B-3C7D827E05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50800" y="61200"/>
                <a:ext cx="6016680" cy="368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8237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7BEE-83FC-6A92-8C72-922983C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F168B-C22F-1B48-82E7-F81CD4DCA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79" y="37228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insert(item, priority){</a:t>
            </a:r>
          </a:p>
          <a:p>
            <a:pPr marL="0" indent="0">
              <a:buNone/>
            </a:pPr>
            <a:r>
              <a:rPr lang="en-US" dirty="0"/>
              <a:t>    put item in the “next open” spot (keep tree complete)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while (priority &lt; parent’s priority){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swap item with parent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FEEAE4-5947-43BB-33F3-0E2F7A27D58C}"/>
              </a:ext>
            </a:extLst>
          </p:cNvPr>
          <p:cNvGrpSpPr/>
          <p:nvPr/>
        </p:nvGrpSpPr>
        <p:grpSpPr>
          <a:xfrm>
            <a:off x="5161281" y="73781"/>
            <a:ext cx="6934200" cy="3368751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33A0E13-4996-116D-FFBB-C9C47C84D55C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2A72B8-1FD3-516D-A021-E2075712D6CB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2D9E01-B220-E093-6B95-A68C0266A5BC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620859-F5B3-EB2D-7626-028B1D551DC8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B63C5-2978-A1A0-5B7C-21B3C85ED8F3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1.5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46EA45-DB59-3189-5133-E09D0AC67BE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F96E3-806B-71A4-4206-D4D7C31A2F2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4F5CF9-E0BE-AD30-CAF0-6FB68446C0CD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7C9AA5-DB9B-1AFC-012D-B3D8743427A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9925F6-573D-F6E3-2D20-9939C39C8CC4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90E6CF-81A5-AEED-23C1-2A785442C5F3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18949D-E91F-514C-8942-A55A0B1C1B96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EC8F07-B67E-32B1-8194-36206CBAE1C1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B303E5-4C0F-E3C1-6C40-D63CB81862DA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69F648-6942-5A93-5A23-499C2EB8C9E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3FFFFF-CF30-2E14-4603-BCEC3E407EB6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D9F7F4-FC58-103B-8500-D893D1F68143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BDE845EB-2C74-AFA6-612A-2B277A969486}"/>
              </a:ext>
            </a:extLst>
          </p:cNvPr>
          <p:cNvSpPr/>
          <p:nvPr/>
        </p:nvSpPr>
        <p:spPr>
          <a:xfrm>
            <a:off x="7332895" y="2754017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8EB998-8774-511E-D2B0-C8A8B01CF9C0}"/>
              </a:ext>
            </a:extLst>
          </p:cNvPr>
          <p:cNvCxnSpPr>
            <a:cxnSpLocks/>
            <a:stCxn id="24" idx="0"/>
            <a:endCxn id="9" idx="3"/>
          </p:cNvCxnSpPr>
          <p:nvPr/>
        </p:nvCxnSpPr>
        <p:spPr>
          <a:xfrm flipV="1">
            <a:off x="7676934" y="2414389"/>
            <a:ext cx="205519" cy="3396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Brace 22">
            <a:extLst>
              <a:ext uri="{FF2B5EF4-FFF2-40B4-BE49-F238E27FC236}">
                <a16:creationId xmlns:a16="http://schemas.microsoft.com/office/drawing/2014/main" id="{10EC7529-FAB5-F76E-AB09-333DBBED8344}"/>
              </a:ext>
            </a:extLst>
          </p:cNvPr>
          <p:cNvSpPr/>
          <p:nvPr/>
        </p:nvSpPr>
        <p:spPr>
          <a:xfrm>
            <a:off x="7676934" y="4754880"/>
            <a:ext cx="603466" cy="144202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A71E33-531C-6794-787C-EEC71906132F}"/>
              </a:ext>
            </a:extLst>
          </p:cNvPr>
          <p:cNvSpPr txBox="1"/>
          <p:nvPr/>
        </p:nvSpPr>
        <p:spPr>
          <a:xfrm>
            <a:off x="8264914" y="5245061"/>
            <a:ext cx="17794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Percolate Up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4572E39-F0EC-9F98-6608-4B50E3577E12}"/>
                  </a:ext>
                </a:extLst>
              </p14:cNvPr>
              <p14:cNvContentPartPr/>
              <p14:nvPr/>
            </p14:nvContentPartPr>
            <p14:xfrm>
              <a:off x="7675200" y="1402200"/>
              <a:ext cx="952920" cy="7657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4572E39-F0EC-9F98-6608-4B50E3577E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65840" y="1392840"/>
                <a:ext cx="971640" cy="78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3457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7BEE-83FC-6A92-8C72-922983C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F168B-C22F-1B48-82E7-F81CD4DCA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79" y="37228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insert(item, priority){</a:t>
            </a:r>
          </a:p>
          <a:p>
            <a:pPr marL="0" indent="0">
              <a:buNone/>
            </a:pPr>
            <a:r>
              <a:rPr lang="en-US" dirty="0"/>
              <a:t>    put item in the “next open” spot (keep tree complete)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while (priority &lt; parent’s priority){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    swap item with parent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FEEAE4-5947-43BB-33F3-0E2F7A27D58C}"/>
              </a:ext>
            </a:extLst>
          </p:cNvPr>
          <p:cNvGrpSpPr/>
          <p:nvPr/>
        </p:nvGrpSpPr>
        <p:grpSpPr>
          <a:xfrm>
            <a:off x="5161281" y="73781"/>
            <a:ext cx="6934200" cy="3368751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33A0E13-4996-116D-FFBB-C9C47C84D55C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2A72B8-1FD3-516D-A021-E2075712D6CB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1.5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2D9E01-B220-E093-6B95-A68C0266A5BC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620859-F5B3-EB2D-7626-028B1D551DC8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B63C5-2978-A1A0-5B7C-21B3C85ED8F3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46EA45-DB59-3189-5133-E09D0AC67BE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F96E3-806B-71A4-4206-D4D7C31A2F2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4F5CF9-E0BE-AD30-CAF0-6FB68446C0CD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7C9AA5-DB9B-1AFC-012D-B3D8743427A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9925F6-573D-F6E3-2D20-9939C39C8CC4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90E6CF-81A5-AEED-23C1-2A785442C5F3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18949D-E91F-514C-8942-A55A0B1C1B96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EC8F07-B67E-32B1-8194-36206CBAE1C1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B303E5-4C0F-E3C1-6C40-D63CB81862DA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69F648-6942-5A93-5A23-499C2EB8C9E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3FFFFF-CF30-2E14-4603-BCEC3E407EB6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D9F7F4-FC58-103B-8500-D893D1F68143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BDE845EB-2C74-AFA6-612A-2B277A969486}"/>
              </a:ext>
            </a:extLst>
          </p:cNvPr>
          <p:cNvSpPr/>
          <p:nvPr/>
        </p:nvSpPr>
        <p:spPr>
          <a:xfrm>
            <a:off x="7332895" y="2754017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8EB998-8774-511E-D2B0-C8A8B01CF9C0}"/>
              </a:ext>
            </a:extLst>
          </p:cNvPr>
          <p:cNvCxnSpPr>
            <a:cxnSpLocks/>
            <a:stCxn id="24" idx="0"/>
            <a:endCxn id="9" idx="3"/>
          </p:cNvCxnSpPr>
          <p:nvPr/>
        </p:nvCxnSpPr>
        <p:spPr>
          <a:xfrm flipV="1">
            <a:off x="7676934" y="2414389"/>
            <a:ext cx="205519" cy="3396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Brace 22">
            <a:extLst>
              <a:ext uri="{FF2B5EF4-FFF2-40B4-BE49-F238E27FC236}">
                <a16:creationId xmlns:a16="http://schemas.microsoft.com/office/drawing/2014/main" id="{113E0DB5-8485-A62A-6719-A1A384A9B517}"/>
              </a:ext>
            </a:extLst>
          </p:cNvPr>
          <p:cNvSpPr/>
          <p:nvPr/>
        </p:nvSpPr>
        <p:spPr>
          <a:xfrm>
            <a:off x="7676934" y="4754880"/>
            <a:ext cx="603466" cy="144202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429527-753E-8035-F681-3E6BDB01C6DE}"/>
              </a:ext>
            </a:extLst>
          </p:cNvPr>
          <p:cNvSpPr txBox="1"/>
          <p:nvPr/>
        </p:nvSpPr>
        <p:spPr>
          <a:xfrm>
            <a:off x="8264914" y="5245061"/>
            <a:ext cx="17794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Percolate Up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6BE420C-2A55-2A7F-65F8-B382E471C59C}"/>
                  </a:ext>
                </a:extLst>
              </p14:cNvPr>
              <p14:cNvContentPartPr/>
              <p14:nvPr/>
            </p14:nvContentPartPr>
            <p14:xfrm>
              <a:off x="7478640" y="786960"/>
              <a:ext cx="2387880" cy="5045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6BE420C-2A55-2A7F-65F8-B382E471C5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69280" y="777600"/>
                <a:ext cx="2406600" cy="506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8218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7BEE-83FC-6A92-8C72-922983C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F168B-C22F-1B48-82E7-F81CD4DCA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79" y="37228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insert(item, priority){</a:t>
            </a:r>
          </a:p>
          <a:p>
            <a:pPr marL="0" indent="0">
              <a:buNone/>
            </a:pPr>
            <a:r>
              <a:rPr lang="en-US" dirty="0"/>
              <a:t>    put item in the “next open” spot (keep tree complete)</a:t>
            </a:r>
          </a:p>
          <a:p>
            <a:pPr marL="0" indent="0">
              <a:buNone/>
            </a:pPr>
            <a:r>
              <a:rPr lang="en-US" dirty="0"/>
              <a:t>    while (priority &lt; parent’s priority){</a:t>
            </a:r>
          </a:p>
          <a:p>
            <a:pPr marL="0" indent="0">
              <a:buNone/>
            </a:pPr>
            <a:r>
              <a:rPr lang="en-US" dirty="0"/>
              <a:t>        swap item with parent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FEEAE4-5947-43BB-33F3-0E2F7A27D58C}"/>
              </a:ext>
            </a:extLst>
          </p:cNvPr>
          <p:cNvGrpSpPr/>
          <p:nvPr/>
        </p:nvGrpSpPr>
        <p:grpSpPr>
          <a:xfrm>
            <a:off x="5161281" y="73781"/>
            <a:ext cx="6934200" cy="3368751"/>
            <a:chOff x="2590801" y="2672070"/>
            <a:chExt cx="6934200" cy="3368751"/>
          </a:xfrm>
          <a:solidFill>
            <a:schemeClr val="bg1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33A0E13-4996-116D-FFBB-C9C47C84D55C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2A72B8-1FD3-516D-A021-E2075712D6CB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1.5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2D9E01-B220-E093-6B95-A68C0266A5BC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620859-F5B3-EB2D-7626-028B1D551DC8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B63C5-2978-A1A0-5B7C-21B3C85ED8F3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46EA45-DB59-3189-5133-E09D0AC67BE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F96E3-806B-71A4-4206-D4D7C31A2F2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4F5CF9-E0BE-AD30-CAF0-6FB68446C0CD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7C9AA5-DB9B-1AFC-012D-B3D8743427A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9925F6-573D-F6E3-2D20-9939C39C8CC4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90E6CF-81A5-AEED-23C1-2A785442C5F3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18949D-E91F-514C-8942-A55A0B1C1B96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EC8F07-B67E-32B1-8194-36206CBAE1C1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B303E5-4C0F-E3C1-6C40-D63CB81862DA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69F648-6942-5A93-5A23-499C2EB8C9E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3FFFFF-CF30-2E14-4603-BCEC3E407EB6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D9F7F4-FC58-103B-8500-D893D1F68143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BDE845EB-2C74-AFA6-612A-2B277A969486}"/>
              </a:ext>
            </a:extLst>
          </p:cNvPr>
          <p:cNvSpPr/>
          <p:nvPr/>
        </p:nvSpPr>
        <p:spPr>
          <a:xfrm>
            <a:off x="7332895" y="2754017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8EB998-8774-511E-D2B0-C8A8B01CF9C0}"/>
              </a:ext>
            </a:extLst>
          </p:cNvPr>
          <p:cNvCxnSpPr>
            <a:cxnSpLocks/>
            <a:stCxn id="24" idx="0"/>
            <a:endCxn id="9" idx="3"/>
          </p:cNvCxnSpPr>
          <p:nvPr/>
        </p:nvCxnSpPr>
        <p:spPr>
          <a:xfrm flipV="1">
            <a:off x="7676934" y="2414389"/>
            <a:ext cx="205519" cy="3396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12825EB-CEBA-B729-3EE1-145CD1D842B2}"/>
                  </a:ext>
                </a:extLst>
              </p14:cNvPr>
              <p14:cNvContentPartPr/>
              <p14:nvPr/>
            </p14:nvContentPartPr>
            <p14:xfrm>
              <a:off x="7457040" y="3643200"/>
              <a:ext cx="799200" cy="309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12825EB-CEBA-B729-3EE1-145CD1D842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47680" y="3633840"/>
                <a:ext cx="817920" cy="4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8173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7BEE-83FC-6A92-8C72-922983C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extract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F168B-C22F-1B48-82E7-F81CD4DCA5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6079" y="2452818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extract(){</a:t>
                </a:r>
              </a:p>
              <a:p>
                <a:pPr marL="0" indent="0">
                  <a:buNone/>
                </a:pPr>
                <a:r>
                  <a:rPr lang="en-US" dirty="0"/>
                  <a:t>    min = root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 err="1"/>
                  <a:t>curr</a:t>
                </a:r>
                <a:r>
                  <a:rPr lang="en-US" dirty="0"/>
                  <a:t> = bottom-right item</a:t>
                </a:r>
              </a:p>
              <a:p>
                <a:pPr marL="0" indent="0">
                  <a:buNone/>
                </a:pPr>
                <a:r>
                  <a:rPr lang="en-US" dirty="0"/>
                  <a:t>    move </a:t>
                </a:r>
                <a:r>
                  <a:rPr lang="en-US" dirty="0" err="1"/>
                  <a:t>curr</a:t>
                </a:r>
                <a:r>
                  <a:rPr lang="en-US" dirty="0"/>
                  <a:t> to the root</a:t>
                </a:r>
              </a:p>
              <a:p>
                <a:pPr marL="0" indent="0">
                  <a:buNone/>
                </a:pPr>
                <a:r>
                  <a:rPr lang="en-US" dirty="0"/>
                  <a:t>    while(</a:t>
                </a:r>
                <a:r>
                  <a:rPr lang="en-US" dirty="0" err="1"/>
                  <a:t>curr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curr.left</a:t>
                </a:r>
                <a:r>
                  <a:rPr lang="en-US" dirty="0"/>
                  <a:t> || </a:t>
                </a:r>
                <a:r>
                  <a:rPr lang="en-US" dirty="0" err="1"/>
                  <a:t>curr</a:t>
                </a:r>
                <a:r>
                  <a:rPr lang="en-US" dirty="0"/>
                  <a:t> &gt; </a:t>
                </a:r>
                <a:r>
                  <a:rPr lang="en-US" dirty="0" err="1"/>
                  <a:t>curr.right</a:t>
                </a:r>
                <a:r>
                  <a:rPr lang="en-US" dirty="0"/>
                  <a:t>){</a:t>
                </a:r>
              </a:p>
              <a:p>
                <a:pPr marL="0" indent="0">
                  <a:buNone/>
                </a:pPr>
                <a:r>
                  <a:rPr lang="en-US" dirty="0"/>
                  <a:t>        swap </a:t>
                </a:r>
                <a:r>
                  <a:rPr lang="en-US" dirty="0" err="1"/>
                  <a:t>curr</a:t>
                </a:r>
                <a:r>
                  <a:rPr lang="en-US" dirty="0"/>
                  <a:t> with its smallest child</a:t>
                </a:r>
              </a:p>
              <a:p>
                <a:pPr marL="0" indent="0">
                  <a:buNone/>
                </a:pPr>
                <a:r>
                  <a:rPr lang="en-US" dirty="0"/>
                  <a:t>    }</a:t>
                </a:r>
              </a:p>
              <a:p>
                <a:pPr marL="0" indent="0">
                  <a:buNone/>
                </a:pPr>
                <a:r>
                  <a:rPr lang="en-US" dirty="0"/>
                  <a:t>    return min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F168B-C22F-1B48-82E7-F81CD4DCA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079" y="2452818"/>
                <a:ext cx="10515600" cy="4351338"/>
              </a:xfrm>
              <a:blipFill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5FEEAE4-5947-43BB-33F3-0E2F7A27D58C}"/>
              </a:ext>
            </a:extLst>
          </p:cNvPr>
          <p:cNvGrpSpPr/>
          <p:nvPr/>
        </p:nvGrpSpPr>
        <p:grpSpPr>
          <a:xfrm>
            <a:off x="5161281" y="73781"/>
            <a:ext cx="6934200" cy="3368751"/>
            <a:chOff x="2590801" y="2672070"/>
            <a:chExt cx="6934200" cy="3368751"/>
          </a:xfrm>
          <a:solidFill>
            <a:schemeClr val="bg1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33A0E13-4996-116D-FFBB-C9C47C84D55C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2A72B8-1FD3-516D-A021-E2075712D6CB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1.5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2D9E01-B220-E093-6B95-A68C0266A5BC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620859-F5B3-EB2D-7626-028B1D551DC8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B63C5-2978-A1A0-5B7C-21B3C85ED8F3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46EA45-DB59-3189-5133-E09D0AC67BE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F96E3-806B-71A4-4206-D4D7C31A2F2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4F5CF9-E0BE-AD30-CAF0-6FB68446C0CD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7C9AA5-DB9B-1AFC-012D-B3D8743427A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9925F6-573D-F6E3-2D20-9939C39C8CC4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90E6CF-81A5-AEED-23C1-2A785442C5F3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18949D-E91F-514C-8942-A55A0B1C1B96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EC8F07-B67E-32B1-8194-36206CBAE1C1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B303E5-4C0F-E3C1-6C40-D63CB81862DA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69F648-6942-5A93-5A23-499C2EB8C9E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3FFFFF-CF30-2E14-4603-BCEC3E407EB6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D9F7F4-FC58-103B-8500-D893D1F68143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BDE845EB-2C74-AFA6-612A-2B277A969486}"/>
              </a:ext>
            </a:extLst>
          </p:cNvPr>
          <p:cNvSpPr/>
          <p:nvPr/>
        </p:nvSpPr>
        <p:spPr>
          <a:xfrm>
            <a:off x="7332895" y="2754017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8EB998-8774-511E-D2B0-C8A8B01CF9C0}"/>
              </a:ext>
            </a:extLst>
          </p:cNvPr>
          <p:cNvCxnSpPr>
            <a:cxnSpLocks/>
            <a:stCxn id="24" idx="0"/>
            <a:endCxn id="9" idx="3"/>
          </p:cNvCxnSpPr>
          <p:nvPr/>
        </p:nvCxnSpPr>
        <p:spPr>
          <a:xfrm flipV="1">
            <a:off x="7676934" y="2414389"/>
            <a:ext cx="205519" cy="3396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36F390C-5884-CCE6-8F62-D44AD74D5F20}"/>
                  </a:ext>
                </a:extLst>
              </p14:cNvPr>
              <p14:cNvContentPartPr/>
              <p14:nvPr/>
            </p14:nvContentPartPr>
            <p14:xfrm>
              <a:off x="7223760" y="205200"/>
              <a:ext cx="2258640" cy="33559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36F390C-5884-CCE6-8F62-D44AD74D5F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4400" y="195840"/>
                <a:ext cx="2277360" cy="337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5628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7BEE-83FC-6A92-8C72-922983C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extract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F168B-C22F-1B48-82E7-F81CD4DCA5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6079" y="2452818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extract(){</a:t>
                </a:r>
              </a:p>
              <a:p>
                <a:pPr marL="0" indent="0">
                  <a:buNone/>
                </a:pPr>
                <a:r>
                  <a:rPr lang="en-US" dirty="0"/>
                  <a:t>    min = root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 err="1"/>
                  <a:t>curr</a:t>
                </a:r>
                <a:r>
                  <a:rPr lang="en-US" dirty="0"/>
                  <a:t> = bottom-right item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>
                    <a:solidFill>
                      <a:srgbClr val="FF0000"/>
                    </a:solidFill>
                  </a:rPr>
                  <a:t>move </a:t>
                </a:r>
                <a:r>
                  <a:rPr lang="en-US" dirty="0" err="1">
                    <a:solidFill>
                      <a:srgbClr val="FF0000"/>
                    </a:solidFill>
                  </a:rPr>
                  <a:t>curr</a:t>
                </a:r>
                <a:r>
                  <a:rPr lang="en-US" dirty="0">
                    <a:solidFill>
                      <a:srgbClr val="FF0000"/>
                    </a:solidFill>
                  </a:rPr>
                  <a:t> to the root</a:t>
                </a:r>
              </a:p>
              <a:p>
                <a:pPr marL="0" indent="0">
                  <a:buNone/>
                </a:pPr>
                <a:r>
                  <a:rPr lang="en-US" dirty="0"/>
                  <a:t>    while(</a:t>
                </a:r>
                <a:r>
                  <a:rPr lang="en-US" dirty="0" err="1"/>
                  <a:t>curr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curr.left</a:t>
                </a:r>
                <a:r>
                  <a:rPr lang="en-US" dirty="0"/>
                  <a:t> || </a:t>
                </a:r>
                <a:r>
                  <a:rPr lang="en-US" dirty="0" err="1"/>
                  <a:t>curr</a:t>
                </a:r>
                <a:r>
                  <a:rPr lang="en-US" dirty="0"/>
                  <a:t> &gt; </a:t>
                </a:r>
                <a:r>
                  <a:rPr lang="en-US" dirty="0" err="1"/>
                  <a:t>curr.right</a:t>
                </a:r>
                <a:r>
                  <a:rPr lang="en-US" dirty="0"/>
                  <a:t>){</a:t>
                </a:r>
              </a:p>
              <a:p>
                <a:pPr marL="0" indent="0">
                  <a:buNone/>
                </a:pPr>
                <a:r>
                  <a:rPr lang="en-US" dirty="0"/>
                  <a:t>        swap </a:t>
                </a:r>
                <a:r>
                  <a:rPr lang="en-US" dirty="0" err="1"/>
                  <a:t>curr</a:t>
                </a:r>
                <a:r>
                  <a:rPr lang="en-US" dirty="0"/>
                  <a:t> with its smallest child</a:t>
                </a:r>
              </a:p>
              <a:p>
                <a:pPr marL="0" indent="0">
                  <a:buNone/>
                </a:pPr>
                <a:r>
                  <a:rPr lang="en-US" dirty="0"/>
                  <a:t>    }</a:t>
                </a:r>
              </a:p>
              <a:p>
                <a:pPr marL="0" indent="0">
                  <a:buNone/>
                </a:pPr>
                <a:r>
                  <a:rPr lang="en-US" dirty="0"/>
                  <a:t>    return min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F168B-C22F-1B48-82E7-F81CD4DCA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079" y="2452818"/>
                <a:ext cx="10515600" cy="4351338"/>
              </a:xfrm>
              <a:blipFill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5FEEAE4-5947-43BB-33F3-0E2F7A27D58C}"/>
              </a:ext>
            </a:extLst>
          </p:cNvPr>
          <p:cNvGrpSpPr/>
          <p:nvPr/>
        </p:nvGrpSpPr>
        <p:grpSpPr>
          <a:xfrm>
            <a:off x="5161281" y="73781"/>
            <a:ext cx="6934200" cy="3368751"/>
            <a:chOff x="2590801" y="2672070"/>
            <a:chExt cx="6934200" cy="3368751"/>
          </a:xfrm>
          <a:solidFill>
            <a:schemeClr val="bg1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33A0E13-4996-116D-FFBB-C9C47C84D55C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2A72B8-1FD3-516D-A021-E2075712D6CB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1.5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2D9E01-B220-E093-6B95-A68C0266A5BC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620859-F5B3-EB2D-7626-028B1D551DC8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B63C5-2978-A1A0-5B7C-21B3C85ED8F3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46EA45-DB59-3189-5133-E09D0AC67BE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F96E3-806B-71A4-4206-D4D7C31A2F2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4F5CF9-E0BE-AD30-CAF0-6FB68446C0CD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7C9AA5-DB9B-1AFC-012D-B3D8743427A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9925F6-573D-F6E3-2D20-9939C39C8CC4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90E6CF-81A5-AEED-23C1-2A785442C5F3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18949D-E91F-514C-8942-A55A0B1C1B96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EC8F07-B67E-32B1-8194-36206CBAE1C1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B303E5-4C0F-E3C1-6C40-D63CB81862DA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69F648-6942-5A93-5A23-499C2EB8C9E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3FFFFF-CF30-2E14-4603-BCEC3E407EB6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D9F7F4-FC58-103B-8500-D893D1F68143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BDE845EB-2C74-AFA6-612A-2B277A969486}"/>
              </a:ext>
            </a:extLst>
          </p:cNvPr>
          <p:cNvSpPr/>
          <p:nvPr/>
        </p:nvSpPr>
        <p:spPr>
          <a:xfrm>
            <a:off x="7332895" y="2754017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7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8EB998-8774-511E-D2B0-C8A8B01CF9C0}"/>
              </a:ext>
            </a:extLst>
          </p:cNvPr>
          <p:cNvCxnSpPr>
            <a:cxnSpLocks/>
            <a:stCxn id="24" idx="0"/>
            <a:endCxn id="9" idx="3"/>
          </p:cNvCxnSpPr>
          <p:nvPr/>
        </p:nvCxnSpPr>
        <p:spPr>
          <a:xfrm flipV="1">
            <a:off x="7676934" y="2414389"/>
            <a:ext cx="205519" cy="339628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96CB515-206A-85F6-219F-678FF0029421}"/>
                  </a:ext>
                </a:extLst>
              </p14:cNvPr>
              <p14:cNvContentPartPr/>
              <p14:nvPr/>
            </p14:nvContentPartPr>
            <p14:xfrm>
              <a:off x="7859520" y="569520"/>
              <a:ext cx="1549080" cy="995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96CB515-206A-85F6-219F-678FF00294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50160" y="560160"/>
                <a:ext cx="1567800" cy="101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2601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7BEE-83FC-6A92-8C72-922983C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extract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F168B-C22F-1B48-82E7-F81CD4DCA5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6079" y="2452818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extract(){</a:t>
                </a:r>
              </a:p>
              <a:p>
                <a:pPr marL="0" indent="0">
                  <a:buNone/>
                </a:pPr>
                <a:r>
                  <a:rPr lang="en-US" dirty="0"/>
                  <a:t>    min = root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 err="1"/>
                  <a:t>curr</a:t>
                </a:r>
                <a:r>
                  <a:rPr lang="en-US" dirty="0"/>
                  <a:t> = bottom-right item</a:t>
                </a:r>
              </a:p>
              <a:p>
                <a:pPr marL="0" indent="0">
                  <a:buNone/>
                </a:pPr>
                <a:r>
                  <a:rPr lang="en-US" dirty="0"/>
                  <a:t>    move </a:t>
                </a:r>
                <a:r>
                  <a:rPr lang="en-US" dirty="0" err="1"/>
                  <a:t>curr</a:t>
                </a:r>
                <a:r>
                  <a:rPr lang="en-US" dirty="0"/>
                  <a:t> to the root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>
                    <a:solidFill>
                      <a:srgbClr val="FF0000"/>
                    </a:solidFill>
                  </a:rPr>
                  <a:t>while(</a:t>
                </a:r>
                <a:r>
                  <a:rPr lang="en-US" dirty="0" err="1">
                    <a:solidFill>
                      <a:srgbClr val="FF0000"/>
                    </a:solidFill>
                  </a:rPr>
                  <a:t>curr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curr.left</a:t>
                </a:r>
                <a:r>
                  <a:rPr lang="en-US" dirty="0">
                    <a:solidFill>
                      <a:srgbClr val="FF0000"/>
                    </a:solidFill>
                  </a:rPr>
                  <a:t> || </a:t>
                </a:r>
                <a:r>
                  <a:rPr lang="en-US" dirty="0" err="1">
                    <a:solidFill>
                      <a:srgbClr val="FF0000"/>
                    </a:solidFill>
                  </a:rPr>
                  <a:t>curr</a:t>
                </a:r>
                <a:r>
                  <a:rPr lang="en-US" dirty="0">
                    <a:solidFill>
                      <a:srgbClr val="FF0000"/>
                    </a:solidFill>
                  </a:rPr>
                  <a:t> &gt; </a:t>
                </a:r>
                <a:r>
                  <a:rPr lang="en-US" dirty="0" err="1">
                    <a:solidFill>
                      <a:srgbClr val="FF0000"/>
                    </a:solidFill>
                  </a:rPr>
                  <a:t>curr.right</a:t>
                </a:r>
                <a:r>
                  <a:rPr lang="en-US" dirty="0">
                    <a:solidFill>
                      <a:srgbClr val="FF0000"/>
                    </a:solidFill>
                  </a:rPr>
                  <a:t>){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     swap </a:t>
                </a:r>
                <a:r>
                  <a:rPr lang="en-US" dirty="0" err="1">
                    <a:solidFill>
                      <a:srgbClr val="FF0000"/>
                    </a:solidFill>
                  </a:rPr>
                  <a:t>curr</a:t>
                </a:r>
                <a:r>
                  <a:rPr lang="en-US" dirty="0">
                    <a:solidFill>
                      <a:srgbClr val="FF0000"/>
                    </a:solidFill>
                  </a:rPr>
                  <a:t> with its smallest child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 }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return min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F168B-C22F-1B48-82E7-F81CD4DCA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079" y="2452818"/>
                <a:ext cx="10515600" cy="4351338"/>
              </a:xfrm>
              <a:blipFill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5FEEAE4-5947-43BB-33F3-0E2F7A27D58C}"/>
              </a:ext>
            </a:extLst>
          </p:cNvPr>
          <p:cNvGrpSpPr/>
          <p:nvPr/>
        </p:nvGrpSpPr>
        <p:grpSpPr>
          <a:xfrm>
            <a:off x="5161281" y="73781"/>
            <a:ext cx="6934200" cy="3368751"/>
            <a:chOff x="2590801" y="2672070"/>
            <a:chExt cx="6934200" cy="3368751"/>
          </a:xfrm>
          <a:solidFill>
            <a:schemeClr val="bg1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33A0E13-4996-116D-FFBB-C9C47C84D55C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1.5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2A72B8-1FD3-516D-A021-E2075712D6CB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2D9E01-B220-E093-6B95-A68C0266A5BC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620859-F5B3-EB2D-7626-028B1D551DC8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B63C5-2978-A1A0-5B7C-21B3C85ED8F3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46EA45-DB59-3189-5133-E09D0AC67BE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F96E3-806B-71A4-4206-D4D7C31A2F2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4F5CF9-E0BE-AD30-CAF0-6FB68446C0CD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7C9AA5-DB9B-1AFC-012D-B3D8743427A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9925F6-573D-F6E3-2D20-9939C39C8CC4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90E6CF-81A5-AEED-23C1-2A785442C5F3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18949D-E91F-514C-8942-A55A0B1C1B96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EC8F07-B67E-32B1-8194-36206CBAE1C1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B303E5-4C0F-E3C1-6C40-D63CB81862DA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69F648-6942-5A93-5A23-499C2EB8C9E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3FFFFF-CF30-2E14-4603-BCEC3E407EB6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D9F7F4-FC58-103B-8500-D893D1F68143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ight Brace 22">
            <a:extLst>
              <a:ext uri="{FF2B5EF4-FFF2-40B4-BE49-F238E27FC236}">
                <a16:creationId xmlns:a16="http://schemas.microsoft.com/office/drawing/2014/main" id="{C1092552-4B03-D299-B7EC-307EEA28C766}"/>
              </a:ext>
            </a:extLst>
          </p:cNvPr>
          <p:cNvSpPr/>
          <p:nvPr/>
        </p:nvSpPr>
        <p:spPr>
          <a:xfrm>
            <a:off x="6473436" y="4342845"/>
            <a:ext cx="603466" cy="133659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F50038-C91B-579B-E5E2-7D3A87CAD21E}"/>
              </a:ext>
            </a:extLst>
          </p:cNvPr>
          <p:cNvSpPr txBox="1"/>
          <p:nvPr/>
        </p:nvSpPr>
        <p:spPr>
          <a:xfrm>
            <a:off x="7061416" y="4833026"/>
            <a:ext cx="2151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Percolate Down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BFE55BB-FB01-78B8-E01E-2CAE6C65A3DE}"/>
                  </a:ext>
                </a:extLst>
              </p14:cNvPr>
              <p14:cNvContentPartPr/>
              <p14:nvPr/>
            </p14:nvContentPartPr>
            <p14:xfrm>
              <a:off x="6870240" y="1907280"/>
              <a:ext cx="952920" cy="582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BFE55BB-FB01-78B8-E01E-2CAE6C65A3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0880" y="1897920"/>
                <a:ext cx="971640" cy="60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41182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7BEE-83FC-6A92-8C72-922983C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extract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FEEAE4-5947-43BB-33F3-0E2F7A27D58C}"/>
              </a:ext>
            </a:extLst>
          </p:cNvPr>
          <p:cNvGrpSpPr/>
          <p:nvPr/>
        </p:nvGrpSpPr>
        <p:grpSpPr>
          <a:xfrm>
            <a:off x="5161281" y="73781"/>
            <a:ext cx="6934200" cy="3368751"/>
            <a:chOff x="2590801" y="2672070"/>
            <a:chExt cx="6934200" cy="3368751"/>
          </a:xfrm>
          <a:solidFill>
            <a:schemeClr val="bg1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33A0E13-4996-116D-FFBB-C9C47C84D55C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1.5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2A72B8-1FD3-516D-A021-E2075712D6CB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2D9E01-B220-E093-6B95-A68C0266A5BC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620859-F5B3-EB2D-7626-028B1D551DC8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B63C5-2978-A1A0-5B7C-21B3C85ED8F3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46EA45-DB59-3189-5133-E09D0AC67BE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F96E3-806B-71A4-4206-D4D7C31A2F2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4F5CF9-E0BE-AD30-CAF0-6FB68446C0CD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7C9AA5-DB9B-1AFC-012D-B3D8743427A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9925F6-573D-F6E3-2D20-9939C39C8CC4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90E6CF-81A5-AEED-23C1-2A785442C5F3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18949D-E91F-514C-8942-A55A0B1C1B96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EC8F07-B67E-32B1-8194-36206CBAE1C1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B303E5-4C0F-E3C1-6C40-D63CB81862DA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69F648-6942-5A93-5A23-499C2EB8C9E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3FFFFF-CF30-2E14-4603-BCEC3E407EB6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D9F7F4-FC58-103B-8500-D893D1F68143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E2D8F465-972E-702A-2E2F-AEE91909A5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6079" y="2452818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extract(){</a:t>
                </a:r>
              </a:p>
              <a:p>
                <a:pPr marL="0" indent="0">
                  <a:buNone/>
                </a:pPr>
                <a:r>
                  <a:rPr lang="en-US" dirty="0"/>
                  <a:t>    min = root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 err="1"/>
                  <a:t>curr</a:t>
                </a:r>
                <a:r>
                  <a:rPr lang="en-US" dirty="0"/>
                  <a:t> = bottom-right item</a:t>
                </a:r>
              </a:p>
              <a:p>
                <a:pPr marL="0" indent="0">
                  <a:buNone/>
                </a:pPr>
                <a:r>
                  <a:rPr lang="en-US" dirty="0"/>
                  <a:t>    move </a:t>
                </a:r>
                <a:r>
                  <a:rPr lang="en-US" dirty="0" err="1"/>
                  <a:t>curr</a:t>
                </a:r>
                <a:r>
                  <a:rPr lang="en-US" dirty="0"/>
                  <a:t> to the root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>
                    <a:solidFill>
                      <a:srgbClr val="FF0000"/>
                    </a:solidFill>
                  </a:rPr>
                  <a:t>while(</a:t>
                </a:r>
                <a:r>
                  <a:rPr lang="en-US" dirty="0" err="1">
                    <a:solidFill>
                      <a:srgbClr val="FF0000"/>
                    </a:solidFill>
                  </a:rPr>
                  <a:t>curr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curr.left</a:t>
                </a:r>
                <a:r>
                  <a:rPr lang="en-US" dirty="0">
                    <a:solidFill>
                      <a:srgbClr val="FF0000"/>
                    </a:solidFill>
                  </a:rPr>
                  <a:t> || </a:t>
                </a:r>
                <a:r>
                  <a:rPr lang="en-US" dirty="0" err="1">
                    <a:solidFill>
                      <a:srgbClr val="FF0000"/>
                    </a:solidFill>
                  </a:rPr>
                  <a:t>curr</a:t>
                </a:r>
                <a:r>
                  <a:rPr lang="en-US" dirty="0">
                    <a:solidFill>
                      <a:srgbClr val="FF0000"/>
                    </a:solidFill>
                  </a:rPr>
                  <a:t> &gt; </a:t>
                </a:r>
                <a:r>
                  <a:rPr lang="en-US" dirty="0" err="1">
                    <a:solidFill>
                      <a:srgbClr val="FF0000"/>
                    </a:solidFill>
                  </a:rPr>
                  <a:t>curr.right</a:t>
                </a:r>
                <a:r>
                  <a:rPr lang="en-US" dirty="0">
                    <a:solidFill>
                      <a:srgbClr val="FF0000"/>
                    </a:solidFill>
                  </a:rPr>
                  <a:t>){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     swap </a:t>
                </a:r>
                <a:r>
                  <a:rPr lang="en-US" dirty="0" err="1">
                    <a:solidFill>
                      <a:srgbClr val="FF0000"/>
                    </a:solidFill>
                  </a:rPr>
                  <a:t>curr</a:t>
                </a:r>
                <a:r>
                  <a:rPr lang="en-US" dirty="0">
                    <a:solidFill>
                      <a:srgbClr val="FF0000"/>
                    </a:solidFill>
                  </a:rPr>
                  <a:t> with its smallest child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   }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return min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E2D8F465-972E-702A-2E2F-AEE91909A5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079" y="2452818"/>
                <a:ext cx="10515600" cy="4351338"/>
              </a:xfrm>
              <a:blipFill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Brace 26">
            <a:extLst>
              <a:ext uri="{FF2B5EF4-FFF2-40B4-BE49-F238E27FC236}">
                <a16:creationId xmlns:a16="http://schemas.microsoft.com/office/drawing/2014/main" id="{D392640E-64EB-51D5-7734-940383DCEF8D}"/>
              </a:ext>
            </a:extLst>
          </p:cNvPr>
          <p:cNvSpPr/>
          <p:nvPr/>
        </p:nvSpPr>
        <p:spPr>
          <a:xfrm>
            <a:off x="6473436" y="4342845"/>
            <a:ext cx="603466" cy="133659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F1793D-52B4-CE4C-028B-F4AE995EEB55}"/>
              </a:ext>
            </a:extLst>
          </p:cNvPr>
          <p:cNvSpPr txBox="1"/>
          <p:nvPr/>
        </p:nvSpPr>
        <p:spPr>
          <a:xfrm>
            <a:off x="7061416" y="4833026"/>
            <a:ext cx="2151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Percolate Down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21B1F78-3A21-BE27-3E02-29BBF62AC072}"/>
                  </a:ext>
                </a:extLst>
              </p14:cNvPr>
              <p14:cNvContentPartPr/>
              <p14:nvPr/>
            </p14:nvContentPartPr>
            <p14:xfrm>
              <a:off x="7448040" y="257040"/>
              <a:ext cx="1846800" cy="5162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21B1F78-3A21-BE27-3E02-29BBF62AC0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38680" y="247680"/>
                <a:ext cx="1865520" cy="518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7934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7BEE-83FC-6A92-8C72-922983C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extract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F168B-C22F-1B48-82E7-F81CD4DCA5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6079" y="2452818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extract(){</a:t>
                </a:r>
              </a:p>
              <a:p>
                <a:pPr marL="0" indent="0">
                  <a:buNone/>
                </a:pPr>
                <a:r>
                  <a:rPr lang="en-US" dirty="0"/>
                  <a:t>    min = root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 err="1"/>
                  <a:t>curr</a:t>
                </a:r>
                <a:r>
                  <a:rPr lang="en-US" dirty="0"/>
                  <a:t> = bottom-right item</a:t>
                </a:r>
              </a:p>
              <a:p>
                <a:pPr marL="0" indent="0">
                  <a:buNone/>
                </a:pPr>
                <a:r>
                  <a:rPr lang="en-US" dirty="0"/>
                  <a:t>    move </a:t>
                </a:r>
                <a:r>
                  <a:rPr lang="en-US" dirty="0" err="1"/>
                  <a:t>curr</a:t>
                </a:r>
                <a:r>
                  <a:rPr lang="en-US" dirty="0"/>
                  <a:t> to the root</a:t>
                </a:r>
              </a:p>
              <a:p>
                <a:pPr marL="0" indent="0">
                  <a:buNone/>
                </a:pPr>
                <a:r>
                  <a:rPr lang="en-US" dirty="0"/>
                  <a:t>    while(</a:t>
                </a:r>
                <a:r>
                  <a:rPr lang="en-US" dirty="0" err="1"/>
                  <a:t>curr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curr.left</a:t>
                </a:r>
                <a:r>
                  <a:rPr lang="en-US" dirty="0"/>
                  <a:t> || </a:t>
                </a:r>
                <a:r>
                  <a:rPr lang="en-US" dirty="0" err="1"/>
                  <a:t>curr</a:t>
                </a:r>
                <a:r>
                  <a:rPr lang="en-US" dirty="0"/>
                  <a:t> &gt; </a:t>
                </a:r>
                <a:r>
                  <a:rPr lang="en-US" dirty="0" err="1"/>
                  <a:t>curr.right</a:t>
                </a:r>
                <a:r>
                  <a:rPr lang="en-US" dirty="0"/>
                  <a:t>){</a:t>
                </a:r>
              </a:p>
              <a:p>
                <a:pPr marL="0" indent="0">
                  <a:buNone/>
                </a:pPr>
                <a:r>
                  <a:rPr lang="en-US" dirty="0"/>
                  <a:t>        swap </a:t>
                </a:r>
                <a:r>
                  <a:rPr lang="en-US" dirty="0" err="1"/>
                  <a:t>curr</a:t>
                </a:r>
                <a:r>
                  <a:rPr lang="en-US" dirty="0"/>
                  <a:t> with its smallest child</a:t>
                </a:r>
              </a:p>
              <a:p>
                <a:pPr marL="0" indent="0">
                  <a:buNone/>
                </a:pPr>
                <a:r>
                  <a:rPr lang="en-US" dirty="0"/>
                  <a:t>    }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>
                    <a:solidFill>
                      <a:srgbClr val="FF0000"/>
                    </a:solidFill>
                  </a:rPr>
                  <a:t>return min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F168B-C22F-1B48-82E7-F81CD4DCA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079" y="2452818"/>
                <a:ext cx="10515600" cy="4351338"/>
              </a:xfrm>
              <a:blipFill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5FEEAE4-5947-43BB-33F3-0E2F7A27D58C}"/>
              </a:ext>
            </a:extLst>
          </p:cNvPr>
          <p:cNvGrpSpPr/>
          <p:nvPr/>
        </p:nvGrpSpPr>
        <p:grpSpPr>
          <a:xfrm>
            <a:off x="5161281" y="73781"/>
            <a:ext cx="6934200" cy="3368751"/>
            <a:chOff x="2590801" y="2672070"/>
            <a:chExt cx="6934200" cy="3368751"/>
          </a:xfrm>
          <a:solidFill>
            <a:schemeClr val="bg1"/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33A0E13-4996-116D-FFBB-C9C47C84D55C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1.5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2A72B8-1FD3-516D-A021-E2075712D6CB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2D9E01-B220-E093-6B95-A68C0266A5BC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620859-F5B3-EB2D-7626-028B1D551DC8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DDB63C5-2978-A1A0-5B7C-21B3C85ED8F3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46EA45-DB59-3189-5133-E09D0AC67BE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CF96E3-806B-71A4-4206-D4D7C31A2F2D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4F5CF9-E0BE-AD30-CAF0-6FB68446C0CD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7C9AA5-DB9B-1AFC-012D-B3D8743427A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9925F6-573D-F6E3-2D20-9939C39C8CC4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90E6CF-81A5-AEED-23C1-2A785442C5F3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918949D-E91F-514C-8942-A55A0B1C1B96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EC8F07-B67E-32B1-8194-36206CBAE1C1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B303E5-4C0F-E3C1-6C40-D63CB81862DA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F69F648-6942-5A93-5A23-499C2EB8C9E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3FFFFF-CF30-2E14-4603-BCEC3E407EB6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DD9F7F4-FC58-103B-8500-D893D1F68143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9428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5775-ECF5-263D-D86C-2666D0E60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Percolate Up and Down (for a Min Heap)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00E82E-8B91-3DBC-BE69-2D72AD7E85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Goal: restore the “Heap Property”</a:t>
                </a:r>
              </a:p>
              <a:p>
                <a:r>
                  <a:rPr lang="en-US" dirty="0"/>
                  <a:t>Percolate Up:</a:t>
                </a:r>
              </a:p>
              <a:p>
                <a:pPr lvl="1"/>
                <a:r>
                  <a:rPr lang="en-US" dirty="0"/>
                  <a:t>Take a node that may be smaller than a parent, repeatedly swap with a parent until it is larger than its parent</a:t>
                </a:r>
              </a:p>
              <a:p>
                <a:r>
                  <a:rPr lang="en-US" dirty="0"/>
                  <a:t>Percolate Down:</a:t>
                </a:r>
              </a:p>
              <a:p>
                <a:pPr lvl="1"/>
                <a:r>
                  <a:rPr lang="en-US" dirty="0"/>
                  <a:t>Take a node that may be larger than one of its children, repeatedly swap with smallest child until both children are larger</a:t>
                </a:r>
              </a:p>
              <a:p>
                <a:r>
                  <a:rPr lang="en-US" dirty="0"/>
                  <a:t>Worst case running time of each: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00E82E-8B91-3DBC-BE69-2D72AD7E85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9A819C-0AFD-E55F-32E5-DFD1DAB41F96}"/>
                  </a:ext>
                </a:extLst>
              </p14:cNvPr>
              <p14:cNvContentPartPr/>
              <p14:nvPr/>
            </p14:nvContentPartPr>
            <p14:xfrm>
              <a:off x="1010880" y="1077840"/>
              <a:ext cx="9617400" cy="4730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9A819C-0AFD-E55F-32E5-DFD1DAB41F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1520" y="1068480"/>
                <a:ext cx="9636120" cy="474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1582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0A239-AB83-588B-7F8C-A378F624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a Heap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9323D-7A04-F49B-C2B4-877B56453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6282" y="1570438"/>
                <a:ext cx="6938093" cy="4351338"/>
              </a:xfrm>
            </p:spPr>
            <p:txBody>
              <a:bodyPr/>
              <a:lstStyle/>
              <a:p>
                <a:r>
                  <a:rPr lang="en-US" dirty="0"/>
                  <a:t>Every complete binary tree with the same number of nodes uses the same positions and edges</a:t>
                </a:r>
              </a:p>
              <a:p>
                <a:r>
                  <a:rPr lang="en-US" dirty="0"/>
                  <a:t>Use an array to represent the heap</a:t>
                </a:r>
              </a:p>
              <a:p>
                <a:r>
                  <a:rPr lang="en-US" dirty="0"/>
                  <a:t>Index of root: </a:t>
                </a:r>
              </a:p>
              <a:p>
                <a:r>
                  <a:rPr lang="en-US" dirty="0"/>
                  <a:t>Parent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:r>
                  <a:rPr lang="en-US" dirty="0"/>
                  <a:t>Left child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:r>
                  <a:rPr lang="en-US" dirty="0"/>
                  <a:t>Right child of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:r>
                  <a:rPr lang="en-US" dirty="0"/>
                  <a:t>Location of the leaves: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9323D-7A04-F49B-C2B4-877B56453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282" y="1570438"/>
                <a:ext cx="6938093" cy="4351338"/>
              </a:xfrm>
              <a:blipFill>
                <a:blip r:embed="rId2"/>
                <a:stretch>
                  <a:fillRect l="-1582" t="-2384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F432A6F-3B38-F5E7-01DD-DAEA463B2720}"/>
              </a:ext>
            </a:extLst>
          </p:cNvPr>
          <p:cNvGrpSpPr/>
          <p:nvPr/>
        </p:nvGrpSpPr>
        <p:grpSpPr>
          <a:xfrm>
            <a:off x="5161281" y="2830993"/>
            <a:ext cx="6934200" cy="3661882"/>
            <a:chOff x="2590801" y="2672070"/>
            <a:chExt cx="6934200" cy="366188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CCDFAF7-D087-A729-16FC-1A4A848DC165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66556C7-28BB-27CE-2453-438EB9B5729C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F22AA6-3A2C-0E0F-6770-5E4814A3A9BA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3EFC98-7E2D-1466-6EEA-85788B9C4879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754F5A3-A2CA-ABC5-C1BD-653DE632FCB2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395B23C-4819-8F19-E006-45A28A32E0F3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1FD7AE4-5789-4301-9D43-66F98E658620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577DA87-3AA4-A9F6-0603-B50AB8AA521F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5D83AD-A4F9-DDA6-7C9B-D5E2FB999159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4C678B9-8376-E641-03A3-B9B5AC01DD5A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73A3D15-A765-6F5D-FF62-8AFF371E1C9F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A8FFAB-D84B-85B8-58B8-1B00F7CCA551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5B82966-89E3-2B46-3D38-374AFBCC160F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158B6C-4AAC-11E8-A5FA-CBD2F7589363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16B0B2-C57D-A089-16C8-D9A40F63D872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CD70709-CC17-AFBD-F517-918800E04B01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EC3F72F-4633-2DB2-15C6-8744989B9052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2D58420-FDF0-2F8C-6D16-5DCE4CECFFFE}"/>
                </a:ext>
              </a:extLst>
            </p:cNvPr>
            <p:cNvSpPr txBox="1"/>
            <p:nvPr/>
          </p:nvSpPr>
          <p:spPr>
            <a:xfrm>
              <a:off x="6190049" y="33712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3FC88C-CCA1-260D-94E2-E82E0014B50F}"/>
                </a:ext>
              </a:extLst>
            </p:cNvPr>
            <p:cNvSpPr txBox="1"/>
            <p:nvPr/>
          </p:nvSpPr>
          <p:spPr>
            <a:xfrm>
              <a:off x="4384195" y="437709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23466E-9014-5708-3F67-1E2739A939F2}"/>
                </a:ext>
              </a:extLst>
            </p:cNvPr>
            <p:cNvSpPr txBox="1"/>
            <p:nvPr/>
          </p:nvSpPr>
          <p:spPr>
            <a:xfrm>
              <a:off x="8051693" y="43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9F29237-8A0E-5878-6C02-03A9050EA055}"/>
                </a:ext>
              </a:extLst>
            </p:cNvPr>
            <p:cNvSpPr txBox="1"/>
            <p:nvPr/>
          </p:nvSpPr>
          <p:spPr>
            <a:xfrm>
              <a:off x="3352081" y="50715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9F9AA81-2F4E-7699-571D-B616367A4776}"/>
                </a:ext>
              </a:extLst>
            </p:cNvPr>
            <p:cNvSpPr txBox="1"/>
            <p:nvPr/>
          </p:nvSpPr>
          <p:spPr>
            <a:xfrm>
              <a:off x="7122005" y="50126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7FA733E-267C-B6B7-35AE-6CB4C124A4C6}"/>
                </a:ext>
              </a:extLst>
            </p:cNvPr>
            <p:cNvSpPr txBox="1"/>
            <p:nvPr/>
          </p:nvSpPr>
          <p:spPr>
            <a:xfrm>
              <a:off x="5404400" y="51089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2074F7B-90C0-2766-0C59-F8D7C3963C3B}"/>
                </a:ext>
              </a:extLst>
            </p:cNvPr>
            <p:cNvSpPr txBox="1"/>
            <p:nvPr/>
          </p:nvSpPr>
          <p:spPr>
            <a:xfrm>
              <a:off x="9030118" y="503006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81AE260-19E9-58C5-CE3F-E1C5B23C297D}"/>
                </a:ext>
              </a:extLst>
            </p:cNvPr>
            <p:cNvSpPr txBox="1"/>
            <p:nvPr/>
          </p:nvSpPr>
          <p:spPr>
            <a:xfrm>
              <a:off x="2783996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DD3AF9-8C64-BB8A-8916-179191C830E1}"/>
                </a:ext>
              </a:extLst>
            </p:cNvPr>
            <p:cNvSpPr txBox="1"/>
            <p:nvPr/>
          </p:nvSpPr>
          <p:spPr>
            <a:xfrm>
              <a:off x="3920467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034A460-2586-8D84-2404-1DC6F3C7CF2C}"/>
              </a:ext>
            </a:extLst>
          </p:cNvPr>
          <p:cNvGrpSpPr/>
          <p:nvPr/>
        </p:nvGrpSpPr>
        <p:grpSpPr>
          <a:xfrm>
            <a:off x="6415734" y="754688"/>
            <a:ext cx="5335707" cy="942725"/>
            <a:chOff x="2969525" y="2137541"/>
            <a:chExt cx="5335707" cy="94272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12067B8-0F65-635F-EB27-A65C8C91F307}"/>
                </a:ext>
              </a:extLst>
            </p:cNvPr>
            <p:cNvGrpSpPr/>
            <p:nvPr/>
          </p:nvGrpSpPr>
          <p:grpSpPr>
            <a:xfrm>
              <a:off x="2969525" y="2137541"/>
              <a:ext cx="5335707" cy="533400"/>
              <a:chOff x="1445524" y="2971800"/>
              <a:chExt cx="5335707" cy="5334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6CF93A6-5138-3AA8-571B-124F87F53452}"/>
                  </a:ext>
                </a:extLst>
              </p:cNvPr>
              <p:cNvSpPr/>
              <p:nvPr/>
            </p:nvSpPr>
            <p:spPr>
              <a:xfrm>
                <a:off x="14455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1D61B2B-B935-40A6-9785-DC28D35F85B1}"/>
                  </a:ext>
                </a:extLst>
              </p:cNvPr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5E4A36F-69C2-8FEF-04C8-448BCBC24C3A}"/>
                  </a:ext>
                </a:extLst>
              </p:cNvPr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8311943-7B02-92AD-C0E0-1A1570965454}"/>
                  </a:ext>
                </a:extLst>
              </p:cNvPr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446B978-1048-2DFC-8915-A3E1343D6252}"/>
                  </a:ext>
                </a:extLst>
              </p:cNvPr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08363A7-7B23-DEEC-7E4C-07E98FC32C12}"/>
                  </a:ext>
                </a:extLst>
              </p:cNvPr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6D8F0EE-99AB-9979-A652-B1E990B6B685}"/>
                  </a:ext>
                </a:extLst>
              </p:cNvPr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E298803-4CF9-44C4-65A9-22FA36AE083F}"/>
                  </a:ext>
                </a:extLst>
              </p:cNvPr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4E192E8-3C35-79F3-9BEF-6DBE322A6E6B}"/>
                  </a:ext>
                </a:extLst>
              </p:cNvPr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76A0CF5-494E-36C1-2E0E-37D540346774}"/>
                  </a:ext>
                </a:extLst>
              </p:cNvPr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F94BD7F-DFB9-3F7B-F409-F969572D5CFC}"/>
                </a:ext>
              </a:extLst>
            </p:cNvPr>
            <p:cNvSpPr txBox="1"/>
            <p:nvPr/>
          </p:nvSpPr>
          <p:spPr>
            <a:xfrm>
              <a:off x="3085381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B9141C7-12C6-27DA-EA35-667DF41CF456}"/>
                </a:ext>
              </a:extLst>
            </p:cNvPr>
            <p:cNvSpPr txBox="1"/>
            <p:nvPr/>
          </p:nvSpPr>
          <p:spPr>
            <a:xfrm>
              <a:off x="3618781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9345D1E-2ECC-D61F-6990-8586D482B42B}"/>
                </a:ext>
              </a:extLst>
            </p:cNvPr>
            <p:cNvSpPr txBox="1"/>
            <p:nvPr/>
          </p:nvSpPr>
          <p:spPr>
            <a:xfrm>
              <a:off x="4152750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BA1BA49-7BD4-1661-2F4D-774C17D9A52D}"/>
                </a:ext>
              </a:extLst>
            </p:cNvPr>
            <p:cNvSpPr txBox="1"/>
            <p:nvPr/>
          </p:nvSpPr>
          <p:spPr>
            <a:xfrm>
              <a:off x="4686150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2E61923-18C0-5991-9ED1-C98F41FC6780}"/>
                </a:ext>
              </a:extLst>
            </p:cNvPr>
            <p:cNvSpPr txBox="1"/>
            <p:nvPr/>
          </p:nvSpPr>
          <p:spPr>
            <a:xfrm>
              <a:off x="5217138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B578BBA-E437-9237-E1A7-A7A9590EF9B9}"/>
                </a:ext>
              </a:extLst>
            </p:cNvPr>
            <p:cNvSpPr txBox="1"/>
            <p:nvPr/>
          </p:nvSpPr>
          <p:spPr>
            <a:xfrm>
              <a:off x="5695168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113EA20-51DB-7222-044F-DA2A93E26892}"/>
                </a:ext>
              </a:extLst>
            </p:cNvPr>
            <p:cNvSpPr txBox="1"/>
            <p:nvPr/>
          </p:nvSpPr>
          <p:spPr>
            <a:xfrm>
              <a:off x="6286919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116FF36-472F-232B-3424-BF9419CED2B9}"/>
                </a:ext>
              </a:extLst>
            </p:cNvPr>
            <p:cNvSpPr txBox="1"/>
            <p:nvPr/>
          </p:nvSpPr>
          <p:spPr>
            <a:xfrm>
              <a:off x="6820319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D02C096-1D8C-C0F5-9993-B189511233E0}"/>
                </a:ext>
              </a:extLst>
            </p:cNvPr>
            <p:cNvSpPr txBox="1"/>
            <p:nvPr/>
          </p:nvSpPr>
          <p:spPr>
            <a:xfrm>
              <a:off x="7354288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58A9836-1411-4CA9-818E-52538A1A8A8A}"/>
                </a:ext>
              </a:extLst>
            </p:cNvPr>
            <p:cNvSpPr txBox="1"/>
            <p:nvPr/>
          </p:nvSpPr>
          <p:spPr>
            <a:xfrm>
              <a:off x="7887688" y="2710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0556D3C-C74B-7D02-3DD6-8C6E84959E64}"/>
                  </a:ext>
                </a:extLst>
              </p14:cNvPr>
              <p14:cNvContentPartPr/>
              <p14:nvPr/>
            </p14:nvContentPartPr>
            <p14:xfrm>
              <a:off x="2504160" y="1500120"/>
              <a:ext cx="9347040" cy="47764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0556D3C-C74B-7D02-3DD6-8C6E84959E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4800" y="1490760"/>
                <a:ext cx="9365760" cy="479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5004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0ABD-0BFF-6D08-9E5A-671AB107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</a:t>
            </a:r>
            <a:r>
              <a:rPr lang="en-US" dirty="0" err="1"/>
              <a:t>Psuedocode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F30F0-7D06-DAC8-8BF6-ECA17E7C2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insert(item){</a:t>
            </a:r>
          </a:p>
          <a:p>
            <a:pPr marL="0" indent="0">
              <a:buNone/>
            </a:pPr>
            <a:r>
              <a:rPr lang="en-US" dirty="0"/>
              <a:t>    if(size == </a:t>
            </a:r>
            <a:r>
              <a:rPr lang="en-US" dirty="0" err="1"/>
              <a:t>arr.length</a:t>
            </a:r>
            <a:r>
              <a:rPr lang="en-US" dirty="0"/>
              <a:t> – 1){resize();}</a:t>
            </a:r>
          </a:p>
          <a:p>
            <a:pPr marL="0" indent="0">
              <a:buNone/>
            </a:pPr>
            <a:r>
              <a:rPr lang="en-US" dirty="0"/>
              <a:t>    size++;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[size] = item;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percolateUp</a:t>
            </a:r>
            <a:r>
              <a:rPr lang="en-US" dirty="0"/>
              <a:t>(size)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319A78C-22E0-1504-C121-1B9D7CECEFDF}"/>
              </a:ext>
            </a:extLst>
          </p:cNvPr>
          <p:cNvGrpSpPr/>
          <p:nvPr/>
        </p:nvGrpSpPr>
        <p:grpSpPr>
          <a:xfrm>
            <a:off x="5161281" y="2830993"/>
            <a:ext cx="6934200" cy="3661882"/>
            <a:chOff x="2590801" y="2672070"/>
            <a:chExt cx="6934200" cy="366188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590ADCF-AC3A-F95D-CBD8-5376AE545FD0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1E97F45-62B0-D1B7-9478-3853F3867812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905ACCE-BD79-240B-004A-8E9C40E8A095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1F9406B-F77B-C36E-6D36-B2CA52C44840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A610A05-C4E9-EA78-7DBB-9B3058A4457C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0782E2-E251-676C-C175-94BF04C51411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24958CB-DB1A-72DF-AB74-2753C9B5A9E3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883FC59-010C-A8A3-DF98-478714DA6CCE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DFF37CC-26F4-FA47-D06F-86E490A2F288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43FA3B6-3BD2-A7AB-C429-AB41FC4511D4}"/>
                </a:ext>
              </a:extLst>
            </p:cNvPr>
            <p:cNvCxnSpPr>
              <a:cxnSpLocks/>
              <a:stCxn id="6" idx="3"/>
              <a:endCxn id="7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3769978-E2E6-C543-4006-EFD7629B66F7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653713A-EB3B-E7B8-A0B4-48560F9BE3CE}"/>
                </a:ext>
              </a:extLst>
            </p:cNvPr>
            <p:cNvCxnSpPr>
              <a:stCxn id="10" idx="1"/>
              <a:endCxn id="7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17F5819-1CC3-EB41-1FFB-34B13CCEFBC1}"/>
                </a:ext>
              </a:extLst>
            </p:cNvPr>
            <p:cNvCxnSpPr>
              <a:stCxn id="9" idx="7"/>
              <a:endCxn id="7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B9071A-8BC7-66B8-2E17-2202CA6B0047}"/>
                </a:ext>
              </a:extLst>
            </p:cNvPr>
            <p:cNvCxnSpPr>
              <a:stCxn id="14" idx="0"/>
              <a:endCxn id="9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B7D0980-39AE-718B-21E2-93900C211F03}"/>
                </a:ext>
              </a:extLst>
            </p:cNvPr>
            <p:cNvCxnSpPr>
              <a:stCxn id="13" idx="0"/>
              <a:endCxn id="9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8A6BC9B-98E6-4549-68DC-74993F27E78E}"/>
                </a:ext>
              </a:extLst>
            </p:cNvPr>
            <p:cNvCxnSpPr>
              <a:stCxn id="11" idx="7"/>
              <a:endCxn id="8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0C276A-5518-CAF0-2255-23E1EA71F0C1}"/>
                </a:ext>
              </a:extLst>
            </p:cNvPr>
            <p:cNvCxnSpPr>
              <a:stCxn id="12" idx="1"/>
              <a:endCxn id="8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51D7BE4-7EA4-E083-F005-CE9963087A2B}"/>
                </a:ext>
              </a:extLst>
            </p:cNvPr>
            <p:cNvSpPr txBox="1"/>
            <p:nvPr/>
          </p:nvSpPr>
          <p:spPr>
            <a:xfrm>
              <a:off x="6190049" y="33712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6E1B287-9D58-24EC-9873-34BFBBB18C57}"/>
                </a:ext>
              </a:extLst>
            </p:cNvPr>
            <p:cNvSpPr txBox="1"/>
            <p:nvPr/>
          </p:nvSpPr>
          <p:spPr>
            <a:xfrm>
              <a:off x="4384195" y="437709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491371E-FDDF-D0C4-E6A0-11EDAAB30245}"/>
                </a:ext>
              </a:extLst>
            </p:cNvPr>
            <p:cNvSpPr txBox="1"/>
            <p:nvPr/>
          </p:nvSpPr>
          <p:spPr>
            <a:xfrm>
              <a:off x="8051693" y="43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CA9699D-BA8A-95B9-A774-2888803EBC9F}"/>
                </a:ext>
              </a:extLst>
            </p:cNvPr>
            <p:cNvSpPr txBox="1"/>
            <p:nvPr/>
          </p:nvSpPr>
          <p:spPr>
            <a:xfrm>
              <a:off x="3352081" y="50715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A574D4-083A-517E-4C86-1FEF9B1A6C08}"/>
                </a:ext>
              </a:extLst>
            </p:cNvPr>
            <p:cNvSpPr txBox="1"/>
            <p:nvPr/>
          </p:nvSpPr>
          <p:spPr>
            <a:xfrm>
              <a:off x="7122005" y="50126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AEFDE8B-297C-1A55-C4E3-B82E367B2752}"/>
                </a:ext>
              </a:extLst>
            </p:cNvPr>
            <p:cNvSpPr txBox="1"/>
            <p:nvPr/>
          </p:nvSpPr>
          <p:spPr>
            <a:xfrm>
              <a:off x="5404400" y="51089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843CF5E-C3F7-016F-5E48-33651CE0FF16}"/>
                </a:ext>
              </a:extLst>
            </p:cNvPr>
            <p:cNvSpPr txBox="1"/>
            <p:nvPr/>
          </p:nvSpPr>
          <p:spPr>
            <a:xfrm>
              <a:off x="9030118" y="503006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9256FD-7565-FC3E-4FDA-FCF03080D865}"/>
                </a:ext>
              </a:extLst>
            </p:cNvPr>
            <p:cNvSpPr txBox="1"/>
            <p:nvPr/>
          </p:nvSpPr>
          <p:spPr>
            <a:xfrm>
              <a:off x="2783996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66614E-09F9-82F3-F526-EF3A6F76C787}"/>
                </a:ext>
              </a:extLst>
            </p:cNvPr>
            <p:cNvSpPr txBox="1"/>
            <p:nvPr/>
          </p:nvSpPr>
          <p:spPr>
            <a:xfrm>
              <a:off x="3920467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B1A065-9350-217A-B493-454658FE629D}"/>
              </a:ext>
            </a:extLst>
          </p:cNvPr>
          <p:cNvGrpSpPr/>
          <p:nvPr/>
        </p:nvGrpSpPr>
        <p:grpSpPr>
          <a:xfrm>
            <a:off x="5470854" y="754688"/>
            <a:ext cx="5875588" cy="945155"/>
            <a:chOff x="5470854" y="754688"/>
            <a:chExt cx="5875588" cy="94515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A40C5FE-FF71-4588-5DB9-DF23F0FDA931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2A2D341-FB1D-4333-7CED-54A40C9BB4E0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392EF2A-6098-94F4-6005-5D7250B81AB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C86C3DC-CE40-8CB9-3473-5B7233F6DE0E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AF36252-F9A8-394F-F3CC-807624F242F6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B1F7E70-42FC-5380-8C7C-2146C94F1608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F47E445-8B00-89E8-4940-1CAC7A5093B8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7DE3360-978B-A3E9-697F-41E8CD20E2E1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68B70C2-AE66-8203-31E9-FED7E58E8459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08599E5-5D1A-B619-4E19-AACF281B23A6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9CB592-07B7-04BF-FDFE-FFDBEC5ECDBC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E4C5343-84DC-C3B4-5703-C1FF2273F7F5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EA6E396-54AF-A03F-599B-9F83A1F40E9C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5DAB305-7AB4-AD50-E5D2-42EDCC6C85E6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AA6B46B-8F65-E3F3-9830-172821999172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316B99E-962F-FD7B-C9BE-33114FB14B10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80FC8E8-AD8A-D9BE-9027-BCCBE9FFB927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67EDEA1-0EB4-92E9-59D5-91799BB4F256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0015438-2400-B96A-D9A3-0A2A4D4BA19D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28FE685-0398-8AAD-2600-2C0F3F748DC9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F433D48-F47F-C4D3-4EC9-18E5D40F42B4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91D0DA6-82FF-840B-E23C-A34E92F6C00C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98E7CE2-4D86-D71A-4271-B238C78C2B3D}"/>
              </a:ext>
            </a:extLst>
          </p:cNvPr>
          <p:cNvSpPr txBox="1"/>
          <p:nvPr/>
        </p:nvSpPr>
        <p:spPr>
          <a:xfrm>
            <a:off x="82024" y="1332747"/>
            <a:ext cx="434728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 simplicity, assume is the same as priority</a:t>
            </a:r>
          </a:p>
        </p:txBody>
      </p:sp>
    </p:spTree>
    <p:extLst>
      <p:ext uri="{BB962C8B-B14F-4D97-AF65-F5344CB8AC3E}">
        <p14:creationId xmlns:p14="http://schemas.microsoft.com/office/powerpoint/2010/main" val="19778828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483F-F26E-8B20-8083-CCF4901F7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Percolate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5A154-B79D-608E-BDA4-B50687714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5625"/>
            <a:ext cx="118872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err="1"/>
              <a:t>percolateUp</a:t>
            </a:r>
            <a:r>
              <a:rPr lang="en-US" sz="2400" dirty="0"/>
              <a:t>(int </a:t>
            </a:r>
            <a:r>
              <a:rPr lang="en-US" sz="2400" dirty="0" err="1"/>
              <a:t>i</a:t>
            </a:r>
            <a:r>
              <a:rPr lang="en-US" sz="2400" dirty="0"/>
              <a:t>){</a:t>
            </a:r>
          </a:p>
          <a:p>
            <a:pPr marL="0" indent="0">
              <a:buNone/>
            </a:pPr>
            <a:r>
              <a:rPr lang="en-US" sz="2400" dirty="0"/>
              <a:t>    int parent = </a:t>
            </a:r>
            <a:r>
              <a:rPr lang="en-US" sz="2400" dirty="0" err="1"/>
              <a:t>i</a:t>
            </a:r>
            <a:r>
              <a:rPr lang="en-US" sz="2400" dirty="0"/>
              <a:t>/2;  </a:t>
            </a:r>
            <a:r>
              <a:rPr lang="en-US" sz="2400" dirty="0">
                <a:solidFill>
                  <a:srgbClr val="00B0F0"/>
                </a:solidFill>
              </a:rPr>
              <a:t>\\ index of parent</a:t>
            </a:r>
          </a:p>
          <a:p>
            <a:pPr marL="0" indent="0">
              <a:buNone/>
            </a:pPr>
            <a:r>
              <a:rPr lang="en-US" sz="2400" dirty="0"/>
              <a:t>    Item </a:t>
            </a:r>
            <a:r>
              <a:rPr lang="en-US" sz="2400" dirty="0" err="1"/>
              <a:t>val</a:t>
            </a:r>
            <a:r>
              <a:rPr lang="en-US" sz="2400" dirty="0"/>
              <a:t> = </a:t>
            </a:r>
            <a:r>
              <a:rPr lang="en-US" sz="2400" dirty="0" err="1"/>
              <a:t>arr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];  </a:t>
            </a:r>
            <a:r>
              <a:rPr lang="en-US" sz="2400" dirty="0">
                <a:solidFill>
                  <a:srgbClr val="00B0F0"/>
                </a:solidFill>
              </a:rPr>
              <a:t>\\ value at current location</a:t>
            </a:r>
          </a:p>
          <a:p>
            <a:pPr marL="0" indent="0">
              <a:buNone/>
            </a:pPr>
            <a:r>
              <a:rPr lang="en-US" sz="2400" dirty="0"/>
              <a:t>    while(</a:t>
            </a:r>
            <a:r>
              <a:rPr lang="en-US" sz="2400" dirty="0" err="1"/>
              <a:t>i</a:t>
            </a:r>
            <a:r>
              <a:rPr lang="en-US" sz="2400" dirty="0"/>
              <a:t> &gt; 1 &amp;&amp; </a:t>
            </a:r>
            <a:r>
              <a:rPr lang="en-US" sz="2400" dirty="0" err="1"/>
              <a:t>arr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 &lt; </a:t>
            </a:r>
            <a:r>
              <a:rPr lang="en-US" sz="2400" dirty="0" err="1"/>
              <a:t>arr</a:t>
            </a:r>
            <a:r>
              <a:rPr lang="en-US" sz="2400" dirty="0"/>
              <a:t>[parent]){  </a:t>
            </a:r>
            <a:r>
              <a:rPr lang="en-US" sz="2400" dirty="0">
                <a:solidFill>
                  <a:srgbClr val="00B0F0"/>
                </a:solidFill>
              </a:rPr>
              <a:t>\\ until location is root or heap property holds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arr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 = </a:t>
            </a:r>
            <a:r>
              <a:rPr lang="en-US" sz="2400" dirty="0" err="1"/>
              <a:t>arr</a:t>
            </a:r>
            <a:r>
              <a:rPr lang="en-US" sz="2400" dirty="0"/>
              <a:t>[parent];  </a:t>
            </a:r>
            <a:r>
              <a:rPr lang="en-US" sz="2400" dirty="0">
                <a:solidFill>
                  <a:srgbClr val="00B0F0"/>
                </a:solidFill>
              </a:rPr>
              <a:t>\\ move parent value to this location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arr</a:t>
            </a:r>
            <a:r>
              <a:rPr lang="en-US" sz="2400" dirty="0"/>
              <a:t>[parent] = </a:t>
            </a:r>
            <a:r>
              <a:rPr lang="en-US" sz="2400" dirty="0" err="1"/>
              <a:t>val</a:t>
            </a:r>
            <a:r>
              <a:rPr lang="en-US" sz="2400" dirty="0"/>
              <a:t>; </a:t>
            </a:r>
            <a:r>
              <a:rPr lang="en-US" sz="2400" dirty="0">
                <a:solidFill>
                  <a:srgbClr val="00B0F0"/>
                </a:solidFill>
              </a:rPr>
              <a:t>\\ put current value into parent’s location 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i</a:t>
            </a:r>
            <a:r>
              <a:rPr lang="en-US" sz="2400" dirty="0"/>
              <a:t> = parent;  </a:t>
            </a:r>
            <a:r>
              <a:rPr lang="en-US" sz="2400" dirty="0">
                <a:solidFill>
                  <a:srgbClr val="00B0F0"/>
                </a:solidFill>
              </a:rPr>
              <a:t>\\ make current location the parent</a:t>
            </a:r>
          </a:p>
          <a:p>
            <a:pPr marL="0" indent="0">
              <a:buNone/>
            </a:pPr>
            <a:r>
              <a:rPr lang="en-US" sz="2400" dirty="0"/>
              <a:t>        parent = </a:t>
            </a:r>
            <a:r>
              <a:rPr lang="en-US" sz="2400" dirty="0" err="1"/>
              <a:t>i</a:t>
            </a:r>
            <a:r>
              <a:rPr lang="en-US" sz="2400" dirty="0"/>
              <a:t>/2;  </a:t>
            </a:r>
            <a:r>
              <a:rPr lang="en-US" sz="2400" dirty="0">
                <a:solidFill>
                  <a:srgbClr val="00B0F0"/>
                </a:solidFill>
              </a:rPr>
              <a:t>\\ update new parent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64011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0ABD-0BFF-6D08-9E5A-671AB107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 </a:t>
            </a:r>
            <a:r>
              <a:rPr lang="en-US" dirty="0" err="1"/>
              <a:t>Psuedocode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F30F0-7D06-DAC8-8BF6-ECA17E7C2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extract(){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theMin</a:t>
            </a:r>
            <a:r>
              <a:rPr lang="en-US" dirty="0"/>
              <a:t> = </a:t>
            </a:r>
            <a:r>
              <a:rPr lang="en-US" dirty="0" err="1"/>
              <a:t>arr</a:t>
            </a:r>
            <a:r>
              <a:rPr lang="en-US" dirty="0"/>
              <a:t>[1];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[1] = </a:t>
            </a:r>
            <a:r>
              <a:rPr lang="en-US" dirty="0" err="1"/>
              <a:t>arr</a:t>
            </a:r>
            <a:r>
              <a:rPr lang="en-US" dirty="0"/>
              <a:t>[size];</a:t>
            </a:r>
          </a:p>
          <a:p>
            <a:pPr marL="0" indent="0">
              <a:buNone/>
            </a:pPr>
            <a:r>
              <a:rPr lang="en-US" dirty="0"/>
              <a:t>    size--;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percolateDown</a:t>
            </a:r>
            <a:r>
              <a:rPr lang="en-US" dirty="0"/>
              <a:t>(1);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theMin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562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F483F-F26E-8B20-8083-CCF4901F7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Percolate 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5A154-B79D-608E-BDA4-B50687714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09600"/>
            <a:ext cx="11887200" cy="62484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/>
              <a:t>percolateDown</a:t>
            </a:r>
            <a:r>
              <a:rPr lang="en-US" dirty="0"/>
              <a:t>(int </a:t>
            </a:r>
            <a:r>
              <a:rPr lang="en-US" dirty="0" err="1"/>
              <a:t>i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    int left = </a:t>
            </a:r>
            <a:r>
              <a:rPr lang="en-US" dirty="0" err="1"/>
              <a:t>i</a:t>
            </a:r>
            <a:r>
              <a:rPr lang="en-US" dirty="0"/>
              <a:t>*2;  </a:t>
            </a:r>
            <a:r>
              <a:rPr lang="en-US" dirty="0">
                <a:solidFill>
                  <a:srgbClr val="00B0F0"/>
                </a:solidFill>
              </a:rPr>
              <a:t>\\ index of left child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    </a:t>
            </a:r>
            <a:r>
              <a:rPr lang="en-US" dirty="0"/>
              <a:t>int right = </a:t>
            </a:r>
            <a:r>
              <a:rPr lang="en-US" dirty="0" err="1"/>
              <a:t>i</a:t>
            </a:r>
            <a:r>
              <a:rPr lang="en-US" dirty="0"/>
              <a:t>*2+1;  </a:t>
            </a:r>
            <a:r>
              <a:rPr lang="en-US" dirty="0">
                <a:solidFill>
                  <a:srgbClr val="00B0F0"/>
                </a:solidFill>
              </a:rPr>
              <a:t>\\ index of right child</a:t>
            </a:r>
          </a:p>
          <a:p>
            <a:pPr marL="0" indent="0">
              <a:buNone/>
            </a:pPr>
            <a:r>
              <a:rPr lang="en-US" dirty="0"/>
              <a:t>    Item </a:t>
            </a:r>
            <a:r>
              <a:rPr lang="en-US" dirty="0" err="1"/>
              <a:t>val</a:t>
            </a:r>
            <a:r>
              <a:rPr lang="en-US" dirty="0"/>
              <a:t>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 </a:t>
            </a:r>
            <a:r>
              <a:rPr lang="en-US" dirty="0">
                <a:solidFill>
                  <a:srgbClr val="00B0F0"/>
                </a:solidFill>
              </a:rPr>
              <a:t>\\ value at location</a:t>
            </a:r>
          </a:p>
          <a:p>
            <a:pPr marL="0" indent="0">
              <a:buNone/>
            </a:pPr>
            <a:r>
              <a:rPr lang="en-US" dirty="0"/>
              <a:t>    while(left &lt;= size){  </a:t>
            </a:r>
            <a:r>
              <a:rPr lang="en-US" dirty="0">
                <a:solidFill>
                  <a:srgbClr val="00B0F0"/>
                </a:solidFill>
              </a:rPr>
              <a:t>\\ until location is leaf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        </a:t>
            </a:r>
            <a:r>
              <a:rPr lang="en-US" dirty="0"/>
              <a:t>int </a:t>
            </a:r>
            <a:r>
              <a:rPr lang="en-US" dirty="0" err="1"/>
              <a:t>toSwap</a:t>
            </a:r>
            <a:r>
              <a:rPr lang="en-US" dirty="0"/>
              <a:t> = right;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        </a:t>
            </a:r>
            <a:r>
              <a:rPr lang="en-US" dirty="0"/>
              <a:t>if(right &gt; size || </a:t>
            </a:r>
            <a:r>
              <a:rPr lang="en-US" dirty="0" err="1"/>
              <a:t>arr</a:t>
            </a:r>
            <a:r>
              <a:rPr lang="en-US" dirty="0"/>
              <a:t>[left] &lt; </a:t>
            </a:r>
            <a:r>
              <a:rPr lang="en-US" dirty="0" err="1"/>
              <a:t>arr</a:t>
            </a:r>
            <a:r>
              <a:rPr lang="en-US" dirty="0"/>
              <a:t>[right]){  </a:t>
            </a:r>
            <a:r>
              <a:rPr lang="en-US" dirty="0">
                <a:solidFill>
                  <a:srgbClr val="00B0F0"/>
                </a:solidFill>
              </a:rPr>
              <a:t>\\ if there is no right child or if left child is smaller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            </a:t>
            </a:r>
            <a:r>
              <a:rPr lang="en-US" dirty="0" err="1"/>
              <a:t>toSwap</a:t>
            </a:r>
            <a:r>
              <a:rPr lang="en-US" dirty="0"/>
              <a:t> = left;  </a:t>
            </a:r>
            <a:r>
              <a:rPr lang="en-US" dirty="0">
                <a:solidFill>
                  <a:srgbClr val="00B0F0"/>
                </a:solidFill>
              </a:rPr>
              <a:t>\\ swap with left</a:t>
            </a:r>
          </a:p>
          <a:p>
            <a:pPr marL="0" indent="0">
              <a:buNone/>
            </a:pPr>
            <a:r>
              <a:rPr lang="en-US" dirty="0"/>
              <a:t>        } </a:t>
            </a:r>
            <a:r>
              <a:rPr lang="en-US" dirty="0">
                <a:solidFill>
                  <a:srgbClr val="00B0F0"/>
                </a:solidFill>
              </a:rPr>
              <a:t>\\ now </a:t>
            </a:r>
            <a:r>
              <a:rPr lang="en-US" dirty="0" err="1">
                <a:solidFill>
                  <a:srgbClr val="00B0F0"/>
                </a:solidFill>
              </a:rPr>
              <a:t>toSwap</a:t>
            </a:r>
            <a:r>
              <a:rPr lang="en-US" dirty="0">
                <a:solidFill>
                  <a:srgbClr val="00B0F0"/>
                </a:solidFill>
              </a:rPr>
              <a:t> has the smaller of left/right, or left if right does not exist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toSwap</a:t>
            </a:r>
            <a:r>
              <a:rPr lang="en-US" dirty="0"/>
              <a:t>] &lt; </a:t>
            </a:r>
            <a:r>
              <a:rPr lang="en-US" dirty="0" err="1"/>
              <a:t>val</a:t>
            </a:r>
            <a:r>
              <a:rPr lang="en-US" dirty="0"/>
              <a:t>){  </a:t>
            </a:r>
            <a:r>
              <a:rPr lang="en-US" dirty="0">
                <a:solidFill>
                  <a:srgbClr val="00B0F0"/>
                </a:solidFill>
              </a:rPr>
              <a:t>\\ if the smaller child is less than the current value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toSwap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toSwap</a:t>
            </a:r>
            <a:r>
              <a:rPr lang="en-US" dirty="0"/>
              <a:t>] = </a:t>
            </a:r>
            <a:r>
              <a:rPr lang="en-US" dirty="0" err="1"/>
              <a:t>val</a:t>
            </a:r>
            <a:r>
              <a:rPr lang="en-US" dirty="0"/>
              <a:t>; </a:t>
            </a:r>
            <a:r>
              <a:rPr lang="en-US" dirty="0">
                <a:solidFill>
                  <a:srgbClr val="00B0F0"/>
                </a:solidFill>
              </a:rPr>
              <a:t>\\ swap parent with smaller child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toSwap</a:t>
            </a:r>
            <a:r>
              <a:rPr lang="en-US" dirty="0"/>
              <a:t>; </a:t>
            </a:r>
            <a:r>
              <a:rPr lang="en-US" dirty="0">
                <a:solidFill>
                  <a:srgbClr val="00B0F0"/>
                </a:solidFill>
              </a:rPr>
              <a:t>\\ update current node to be smaller child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left = </a:t>
            </a:r>
            <a:r>
              <a:rPr lang="en-US" dirty="0" err="1"/>
              <a:t>i</a:t>
            </a:r>
            <a:r>
              <a:rPr lang="en-US" dirty="0"/>
              <a:t>*2;</a:t>
            </a:r>
          </a:p>
          <a:p>
            <a:pPr marL="0" indent="0">
              <a:buNone/>
            </a:pPr>
            <a:r>
              <a:rPr lang="en-US" dirty="0"/>
              <a:t>            right = </a:t>
            </a:r>
            <a:r>
              <a:rPr lang="en-US" dirty="0" err="1"/>
              <a:t>i</a:t>
            </a:r>
            <a:r>
              <a:rPr lang="en-US" dirty="0"/>
              <a:t>*2+1;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else{ return;} </a:t>
            </a:r>
            <a:r>
              <a:rPr lang="en-US" dirty="0">
                <a:solidFill>
                  <a:srgbClr val="00B0F0"/>
                </a:solidFill>
              </a:rPr>
              <a:t>\\ if we don’t swap, then heap property holds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1833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6229-ED81-992D-D556-83FFFB644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08C9-D1CE-6668-4633-5375FE66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Key</a:t>
            </a:r>
          </a:p>
          <a:p>
            <a:pPr lvl="1"/>
            <a:r>
              <a:rPr lang="en-US" dirty="0"/>
              <a:t>Given the index of an item in the PQ, make its priority value larger</a:t>
            </a:r>
          </a:p>
          <a:p>
            <a:pPr lvl="2"/>
            <a:r>
              <a:rPr lang="en-US" dirty="0"/>
              <a:t>Min Heap: Then percolate Down</a:t>
            </a:r>
          </a:p>
          <a:p>
            <a:pPr lvl="2"/>
            <a:r>
              <a:rPr lang="en-US" dirty="0"/>
              <a:t>Max Heap: Then percolate Up</a:t>
            </a:r>
          </a:p>
          <a:p>
            <a:r>
              <a:rPr lang="en-US" dirty="0"/>
              <a:t>Decrease Key</a:t>
            </a:r>
          </a:p>
          <a:p>
            <a:pPr lvl="1"/>
            <a:r>
              <a:rPr lang="en-US" dirty="0"/>
              <a:t>Given the index of an item in the PQ, make its priority value smaller</a:t>
            </a:r>
          </a:p>
          <a:p>
            <a:pPr lvl="2"/>
            <a:r>
              <a:rPr lang="en-US" dirty="0"/>
              <a:t>Min Heap: Then percolate Up</a:t>
            </a:r>
          </a:p>
          <a:p>
            <a:pPr lvl="2"/>
            <a:r>
              <a:rPr lang="en-US" dirty="0"/>
              <a:t>Max Heap: Then percolate Down</a:t>
            </a:r>
          </a:p>
          <a:p>
            <a:r>
              <a:rPr lang="en-US" dirty="0"/>
              <a:t>Remove</a:t>
            </a:r>
          </a:p>
          <a:p>
            <a:pPr lvl="1"/>
            <a:r>
              <a:rPr lang="en-US" dirty="0"/>
              <a:t>Given the item at the given index from the PQ</a:t>
            </a:r>
          </a:p>
        </p:txBody>
      </p:sp>
    </p:spTree>
    <p:extLst>
      <p:ext uri="{BB962C8B-B14F-4D97-AF65-F5344CB8AC3E}">
        <p14:creationId xmlns:p14="http://schemas.microsoft.com/office/powerpoint/2010/main" val="3021073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FF98-B970-A667-2AA9-84C528A6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Expected Running time of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105B8-E866-B0A1-E73C-A00D41E5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186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Heap From “Scratch”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15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43941B0-86D8-D533-366D-B46802C30744}"/>
              </a:ext>
            </a:extLst>
          </p:cNvPr>
          <p:cNvSpPr txBox="1"/>
          <p:nvPr/>
        </p:nvSpPr>
        <p:spPr>
          <a:xfrm>
            <a:off x="737595" y="3266383"/>
            <a:ext cx="237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DE40CB-E466-39F7-D8B8-04BB5635AAE6}"/>
              </a:ext>
            </a:extLst>
          </p:cNvPr>
          <p:cNvSpPr txBox="1"/>
          <p:nvPr/>
        </p:nvSpPr>
        <p:spPr>
          <a:xfrm>
            <a:off x="7936205" y="5053758"/>
            <a:ext cx="31216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Two ways for “fix” the heap:</a:t>
            </a:r>
          </a:p>
          <a:p>
            <a:pPr marL="342900" indent="-342900">
              <a:buAutoNum type="arabicParenR"/>
            </a:pPr>
            <a:r>
              <a:rPr lang="en-US" sz="2000" dirty="0"/>
              <a:t>Percolate Up</a:t>
            </a:r>
          </a:p>
          <a:p>
            <a:pPr marL="342900" indent="-342900">
              <a:buAutoNum type="arabicParenR"/>
            </a:pPr>
            <a:r>
              <a:rPr lang="en-US" sz="2000" dirty="0"/>
              <a:t>Percolate Down</a:t>
            </a:r>
          </a:p>
        </p:txBody>
      </p:sp>
    </p:spTree>
    <p:extLst>
      <p:ext uri="{BB962C8B-B14F-4D97-AF65-F5344CB8AC3E}">
        <p14:creationId xmlns:p14="http://schemas.microsoft.com/office/powerpoint/2010/main" val="3018086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1EFF-DC2E-DD10-0292-33AAADA2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D70E1-83BF-D071-92AA-72F7671FE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towards the root, one row at a time, percolate down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D2E5B4-7285-3ACB-0CCF-7D5C84D8A06C}"/>
              </a:ext>
            </a:extLst>
          </p:cNvPr>
          <p:cNvSpPr txBox="1"/>
          <p:nvPr/>
        </p:nvSpPr>
        <p:spPr>
          <a:xfrm>
            <a:off x="1188720" y="3262630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598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15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43941B0-86D8-D533-366D-B46802C30744}"/>
              </a:ext>
            </a:extLst>
          </p:cNvPr>
          <p:cNvSpPr txBox="1"/>
          <p:nvPr/>
        </p:nvSpPr>
        <p:spPr>
          <a:xfrm>
            <a:off x="301792" y="2977294"/>
            <a:ext cx="2571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  <a:p>
            <a:r>
              <a:rPr lang="en-US" dirty="0">
                <a:solidFill>
                  <a:srgbClr val="FF0000"/>
                </a:solidFill>
              </a:rPr>
              <a:t>Nodes bigger than a child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4902B8-F5AB-50D9-18C4-FF07B8E03412}"/>
              </a:ext>
            </a:extLst>
          </p:cNvPr>
          <p:cNvSpPr txBox="1"/>
          <p:nvPr/>
        </p:nvSpPr>
        <p:spPr>
          <a:xfrm>
            <a:off x="8434060" y="457110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160994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D4902B8-F5AB-50D9-18C4-FF07B8E03412}"/>
              </a:ext>
            </a:extLst>
          </p:cNvPr>
          <p:cNvSpPr txBox="1"/>
          <p:nvPr/>
        </p:nvSpPr>
        <p:spPr>
          <a:xfrm>
            <a:off x="8434060" y="457110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8440DB-C25F-EEF0-74F8-E305D893D7FF}"/>
              </a:ext>
            </a:extLst>
          </p:cNvPr>
          <p:cNvSpPr txBox="1"/>
          <p:nvPr/>
        </p:nvSpPr>
        <p:spPr>
          <a:xfrm>
            <a:off x="301792" y="2977294"/>
            <a:ext cx="2571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  <a:p>
            <a:r>
              <a:rPr lang="en-US" dirty="0">
                <a:solidFill>
                  <a:srgbClr val="FF0000"/>
                </a:solidFill>
              </a:rPr>
              <a:t>Nodes bigger than a child</a:t>
            </a:r>
          </a:p>
        </p:txBody>
      </p:sp>
    </p:spTree>
    <p:extLst>
      <p:ext uri="{BB962C8B-B14F-4D97-AF65-F5344CB8AC3E}">
        <p14:creationId xmlns:p14="http://schemas.microsoft.com/office/powerpoint/2010/main" val="20082967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43941B0-86D8-D533-366D-B46802C30744}"/>
              </a:ext>
            </a:extLst>
          </p:cNvPr>
          <p:cNvSpPr txBox="1"/>
          <p:nvPr/>
        </p:nvSpPr>
        <p:spPr>
          <a:xfrm>
            <a:off x="737595" y="3266383"/>
            <a:ext cx="237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4902B8-F5AB-50D9-18C4-FF07B8E03412}"/>
              </a:ext>
            </a:extLst>
          </p:cNvPr>
          <p:cNvSpPr txBox="1"/>
          <p:nvPr/>
        </p:nvSpPr>
        <p:spPr>
          <a:xfrm>
            <a:off x="8434060" y="457110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44001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6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43941B0-86D8-D533-366D-B46802C30744}"/>
              </a:ext>
            </a:extLst>
          </p:cNvPr>
          <p:cNvSpPr txBox="1"/>
          <p:nvPr/>
        </p:nvSpPr>
        <p:spPr>
          <a:xfrm>
            <a:off x="737595" y="3266383"/>
            <a:ext cx="237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4902B8-F5AB-50D9-18C4-FF07B8E03412}"/>
              </a:ext>
            </a:extLst>
          </p:cNvPr>
          <p:cNvSpPr txBox="1"/>
          <p:nvPr/>
        </p:nvSpPr>
        <p:spPr>
          <a:xfrm>
            <a:off x="8434060" y="457110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49931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FF0000"/>
                    </a:solidFill>
                  </a:rPr>
                  <a:t>5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43941B0-86D8-D533-366D-B46802C30744}"/>
              </a:ext>
            </a:extLst>
          </p:cNvPr>
          <p:cNvSpPr txBox="1"/>
          <p:nvPr/>
        </p:nvSpPr>
        <p:spPr>
          <a:xfrm>
            <a:off x="737595" y="3266383"/>
            <a:ext cx="237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4902B8-F5AB-50D9-18C4-FF07B8E03412}"/>
              </a:ext>
            </a:extLst>
          </p:cNvPr>
          <p:cNvSpPr txBox="1"/>
          <p:nvPr/>
        </p:nvSpPr>
        <p:spPr>
          <a:xfrm>
            <a:off x="8434060" y="457110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61531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2A4A-E8D3-7F93-AD14-D6B2FD9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 and wanted to “</a:t>
                </a:r>
                <a:r>
                  <a:rPr lang="en-US" dirty="0" err="1"/>
                  <a:t>heapify</a:t>
                </a:r>
                <a:r>
                  <a:rPr lang="en-US" dirty="0"/>
                  <a:t>” them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F3C39-C718-C590-CB20-0AC3D97AD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2C070FD-E606-FE96-DBE1-D6B50F960BB6}"/>
              </a:ext>
            </a:extLst>
          </p:cNvPr>
          <p:cNvGrpSpPr/>
          <p:nvPr/>
        </p:nvGrpSpPr>
        <p:grpSpPr>
          <a:xfrm>
            <a:off x="5917894" y="2956422"/>
            <a:ext cx="5875588" cy="945155"/>
            <a:chOff x="5470854" y="754688"/>
            <a:chExt cx="5875588" cy="94515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2E85FD-4B9F-2A0B-306D-32BA73343EB3}"/>
                </a:ext>
              </a:extLst>
            </p:cNvPr>
            <p:cNvSpPr/>
            <p:nvPr/>
          </p:nvSpPr>
          <p:spPr>
            <a:xfrm>
              <a:off x="54708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3CD6EB-1593-D211-04E7-2CDD96133A79}"/>
                </a:ext>
              </a:extLst>
            </p:cNvPr>
            <p:cNvSpPr/>
            <p:nvPr/>
          </p:nvSpPr>
          <p:spPr>
            <a:xfrm>
              <a:off x="6004254" y="754688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A20C82-14BA-14B7-33D2-B02F05244D80}"/>
                </a:ext>
              </a:extLst>
            </p:cNvPr>
            <p:cNvSpPr/>
            <p:nvPr/>
          </p:nvSpPr>
          <p:spPr>
            <a:xfrm>
              <a:off x="65382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678D84-16F3-310C-AADC-7A181CCDF23C}"/>
                </a:ext>
              </a:extLst>
            </p:cNvPr>
            <p:cNvSpPr/>
            <p:nvPr/>
          </p:nvSpPr>
          <p:spPr>
            <a:xfrm>
              <a:off x="70716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BBF6A4D-F237-D175-3581-18514FECFB50}"/>
                </a:ext>
              </a:extLst>
            </p:cNvPr>
            <p:cNvSpPr/>
            <p:nvPr/>
          </p:nvSpPr>
          <p:spPr>
            <a:xfrm>
              <a:off x="7605023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A7CA55-613D-E569-F87A-36A82B8A4197}"/>
                </a:ext>
              </a:extLst>
            </p:cNvPr>
            <p:cNvSpPr/>
            <p:nvPr/>
          </p:nvSpPr>
          <p:spPr>
            <a:xfrm>
              <a:off x="81389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DBAC75-85FF-A5C5-3308-0652E69855B9}"/>
                </a:ext>
              </a:extLst>
            </p:cNvPr>
            <p:cNvSpPr/>
            <p:nvPr/>
          </p:nvSpPr>
          <p:spPr>
            <a:xfrm>
              <a:off x="86723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49C1D-E65A-E283-D242-407C87FCEAD3}"/>
                </a:ext>
              </a:extLst>
            </p:cNvPr>
            <p:cNvSpPr/>
            <p:nvPr/>
          </p:nvSpPr>
          <p:spPr>
            <a:xfrm>
              <a:off x="920579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643AEB-4040-07BB-03F1-A04A08EE1D6F}"/>
                </a:ext>
              </a:extLst>
            </p:cNvPr>
            <p:cNvSpPr/>
            <p:nvPr/>
          </p:nvSpPr>
          <p:spPr>
            <a:xfrm>
              <a:off x="97397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FEEA45-B71F-DF2F-C447-4203F387203B}"/>
                </a:ext>
              </a:extLst>
            </p:cNvPr>
            <p:cNvSpPr/>
            <p:nvPr/>
          </p:nvSpPr>
          <p:spPr>
            <a:xfrm>
              <a:off x="10273161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6253EB-D23C-949B-D5E8-FECD830DEDBA}"/>
                </a:ext>
              </a:extLst>
            </p:cNvPr>
            <p:cNvSpPr txBox="1"/>
            <p:nvPr/>
          </p:nvSpPr>
          <p:spPr>
            <a:xfrm>
              <a:off x="55867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F8A93E-79B2-8F25-0DCC-1F3278F661BB}"/>
                </a:ext>
              </a:extLst>
            </p:cNvPr>
            <p:cNvSpPr txBox="1"/>
            <p:nvPr/>
          </p:nvSpPr>
          <p:spPr>
            <a:xfrm>
              <a:off x="6120110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E633D5-64EB-6BAD-3A62-C08FF0C32E94}"/>
                </a:ext>
              </a:extLst>
            </p:cNvPr>
            <p:cNvSpPr txBox="1"/>
            <p:nvPr/>
          </p:nvSpPr>
          <p:spPr>
            <a:xfrm>
              <a:off x="66540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4AC8395-5F6E-19CD-15DE-29D1887AD4A5}"/>
                </a:ext>
              </a:extLst>
            </p:cNvPr>
            <p:cNvSpPr txBox="1"/>
            <p:nvPr/>
          </p:nvSpPr>
          <p:spPr>
            <a:xfrm>
              <a:off x="7187479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110CD-D76E-CFDF-A6D5-AB20E69C641D}"/>
                </a:ext>
              </a:extLst>
            </p:cNvPr>
            <p:cNvSpPr txBox="1"/>
            <p:nvPr/>
          </p:nvSpPr>
          <p:spPr>
            <a:xfrm>
              <a:off x="771846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C3B8112-0CF7-5516-F41D-84C801CEBEE1}"/>
                </a:ext>
              </a:extLst>
            </p:cNvPr>
            <p:cNvSpPr txBox="1"/>
            <p:nvPr/>
          </p:nvSpPr>
          <p:spPr>
            <a:xfrm>
              <a:off x="819649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D6E652-F5FC-4920-F20E-32A2AA0FEAE2}"/>
                </a:ext>
              </a:extLst>
            </p:cNvPr>
            <p:cNvSpPr txBox="1"/>
            <p:nvPr/>
          </p:nvSpPr>
          <p:spPr>
            <a:xfrm>
              <a:off x="87882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9347C4-D38D-06D5-33DF-2A348A5382FE}"/>
                </a:ext>
              </a:extLst>
            </p:cNvPr>
            <p:cNvSpPr txBox="1"/>
            <p:nvPr/>
          </p:nvSpPr>
          <p:spPr>
            <a:xfrm>
              <a:off x="9321648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23D4-A058-7D06-904A-8CC0ECE807D7}"/>
                </a:ext>
              </a:extLst>
            </p:cNvPr>
            <p:cNvSpPr txBox="1"/>
            <p:nvPr/>
          </p:nvSpPr>
          <p:spPr>
            <a:xfrm>
              <a:off x="98556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CFED6D-86F5-D958-E923-2CC18DA518C3}"/>
                </a:ext>
              </a:extLst>
            </p:cNvPr>
            <p:cNvSpPr txBox="1"/>
            <p:nvPr/>
          </p:nvSpPr>
          <p:spPr>
            <a:xfrm>
              <a:off x="10389017" y="13280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2E6EC-062F-A161-9D0A-D10BDBA2450A}"/>
                </a:ext>
              </a:extLst>
            </p:cNvPr>
            <p:cNvSpPr/>
            <p:nvPr/>
          </p:nvSpPr>
          <p:spPr>
            <a:xfrm>
              <a:off x="10813042" y="754688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5E124AE-511C-1167-F084-AF9166C40BF1}"/>
                </a:ext>
              </a:extLst>
            </p:cNvPr>
            <p:cNvSpPr txBox="1"/>
            <p:nvPr/>
          </p:nvSpPr>
          <p:spPr>
            <a:xfrm>
              <a:off x="10870777" y="133051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63756C4-FFEE-45CE-C290-81DC657DB3F1}"/>
              </a:ext>
            </a:extLst>
          </p:cNvPr>
          <p:cNvGrpSpPr/>
          <p:nvPr/>
        </p:nvGrpSpPr>
        <p:grpSpPr>
          <a:xfrm>
            <a:off x="201742" y="2956422"/>
            <a:ext cx="6934200" cy="3661882"/>
            <a:chOff x="201742" y="2956422"/>
            <a:chExt cx="6934200" cy="366188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7E5112-EE0A-A568-FB0C-800B49EAA828}"/>
                </a:ext>
              </a:extLst>
            </p:cNvPr>
            <p:cNvGrpSpPr/>
            <p:nvPr/>
          </p:nvGrpSpPr>
          <p:grpSpPr>
            <a:xfrm>
              <a:off x="201742" y="2956422"/>
              <a:ext cx="6934200" cy="3661882"/>
              <a:chOff x="2590801" y="2672070"/>
              <a:chExt cx="6934200" cy="3661882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A30E535-E151-7B10-2482-D4C18A271CB8}"/>
                  </a:ext>
                </a:extLst>
              </p:cNvPr>
              <p:cNvSpPr/>
              <p:nvPr/>
            </p:nvSpPr>
            <p:spPr>
              <a:xfrm>
                <a:off x="5996855" y="267207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6155D8-6880-CAC9-337D-0F3B5F0C2BBB}"/>
                  </a:ext>
                </a:extLst>
              </p:cNvPr>
              <p:cNvSpPr/>
              <p:nvPr/>
            </p:nvSpPr>
            <p:spPr>
              <a:xfrm>
                <a:off x="4191001" y="3682289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3701FD1-D85F-35B3-CE7C-6CFF8DCBAC09}"/>
                  </a:ext>
                </a:extLst>
              </p:cNvPr>
              <p:cNvSpPr/>
              <p:nvPr/>
            </p:nvSpPr>
            <p:spPr>
              <a:xfrm>
                <a:off x="7858499" y="3653913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3A6BB66-2DDC-8C2E-6AB0-DA31FC02453E}"/>
                  </a:ext>
                </a:extLst>
              </p:cNvPr>
              <p:cNvSpPr/>
              <p:nvPr/>
            </p:nvSpPr>
            <p:spPr>
              <a:xfrm>
                <a:off x="3200401" y="43835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219BA91-50E2-9B4F-817E-664706C652CC}"/>
                  </a:ext>
                </a:extLst>
              </p:cNvPr>
              <p:cNvSpPr/>
              <p:nvPr/>
            </p:nvSpPr>
            <p:spPr>
              <a:xfrm>
                <a:off x="5211206" y="442536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3B38612-C965-1385-57E2-DB495D63D40C}"/>
                  </a:ext>
                </a:extLst>
              </p:cNvPr>
              <p:cNvSpPr/>
              <p:nvPr/>
            </p:nvSpPr>
            <p:spPr>
              <a:xfrm>
                <a:off x="6934201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2BE3EF-F957-D7BD-78A2-BE2188A515E4}"/>
                  </a:ext>
                </a:extLst>
              </p:cNvPr>
              <p:cNvSpPr/>
              <p:nvPr/>
            </p:nvSpPr>
            <p:spPr>
              <a:xfrm>
                <a:off x="8836924" y="434199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7A0923A-D958-A1BA-1015-3E54B06E39E1}"/>
                  </a:ext>
                </a:extLst>
              </p:cNvPr>
              <p:cNvSpPr/>
              <p:nvPr/>
            </p:nvSpPr>
            <p:spPr>
              <a:xfrm>
                <a:off x="2590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B9709BB-64D4-3FBE-7884-D1B0484114A6}"/>
                  </a:ext>
                </a:extLst>
              </p:cNvPr>
              <p:cNvSpPr/>
              <p:nvPr/>
            </p:nvSpPr>
            <p:spPr>
              <a:xfrm>
                <a:off x="3733801" y="535274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89308-EAB4-3DF6-2168-FA9078D82274}"/>
                  </a:ext>
                </a:extLst>
              </p:cNvPr>
              <p:cNvCxnSpPr>
                <a:cxnSpLocks/>
                <a:stCxn id="28" idx="3"/>
                <a:endCxn id="29" idx="7"/>
              </p:cNvCxnSpPr>
              <p:nvPr/>
            </p:nvCxnSpPr>
            <p:spPr>
              <a:xfrm flipH="1">
                <a:off x="4778311" y="3259380"/>
                <a:ext cx="1319311" cy="52367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83BDF66-84DB-ABCB-4020-11642646E088}"/>
                  </a:ext>
                </a:extLst>
              </p:cNvPr>
              <p:cNvCxnSpPr>
                <a:cxnSpLocks/>
                <a:stCxn id="28" idx="5"/>
                <a:endCxn id="30" idx="1"/>
              </p:cNvCxnSpPr>
              <p:nvPr/>
            </p:nvCxnSpPr>
            <p:spPr>
              <a:xfrm>
                <a:off x="6584165" y="3259380"/>
                <a:ext cx="1375101" cy="495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220F70A-FDDC-7762-B33A-06720ADD3AF7}"/>
                  </a:ext>
                </a:extLst>
              </p:cNvPr>
              <p:cNvCxnSpPr>
                <a:stCxn id="32" idx="1"/>
                <a:endCxn id="29" idx="5"/>
              </p:cNvCxnSpPr>
              <p:nvPr/>
            </p:nvCxnSpPr>
            <p:spPr>
              <a:xfrm flipH="1" flipV="1">
                <a:off x="4778310" y="426959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56022E8-594C-5224-728B-F2FC6AA874BE}"/>
                  </a:ext>
                </a:extLst>
              </p:cNvPr>
              <p:cNvCxnSpPr>
                <a:stCxn id="31" idx="7"/>
                <a:endCxn id="29" idx="3"/>
              </p:cNvCxnSpPr>
              <p:nvPr/>
            </p:nvCxnSpPr>
            <p:spPr>
              <a:xfrm flipV="1">
                <a:off x="3787711" y="426959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D94FFD-BC02-5F5A-FF9E-9C49B907172F}"/>
                  </a:ext>
                </a:extLst>
              </p:cNvPr>
              <p:cNvCxnSpPr>
                <a:stCxn id="36" idx="0"/>
                <a:endCxn id="31" idx="5"/>
              </p:cNvCxnSpPr>
              <p:nvPr/>
            </p:nvCxnSpPr>
            <p:spPr>
              <a:xfrm flipH="1" flipV="1">
                <a:off x="3787711" y="497081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5735856-C128-C713-C639-DB1757598AE1}"/>
                  </a:ext>
                </a:extLst>
              </p:cNvPr>
              <p:cNvCxnSpPr>
                <a:stCxn id="35" idx="0"/>
                <a:endCxn id="31" idx="3"/>
              </p:cNvCxnSpPr>
              <p:nvPr/>
            </p:nvCxnSpPr>
            <p:spPr>
              <a:xfrm flipV="1">
                <a:off x="2934839" y="497081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8E5DDDC-1F60-E1BD-ED97-8C6BDFE31483}"/>
                  </a:ext>
                </a:extLst>
              </p:cNvPr>
              <p:cNvCxnSpPr>
                <a:stCxn id="33" idx="7"/>
                <a:endCxn id="30" idx="3"/>
              </p:cNvCxnSpPr>
              <p:nvPr/>
            </p:nvCxnSpPr>
            <p:spPr>
              <a:xfrm flipV="1">
                <a:off x="7521511" y="424122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02118E8-FE37-1B94-60E7-FF8DC87A02DF}"/>
                  </a:ext>
                </a:extLst>
              </p:cNvPr>
              <p:cNvCxnSpPr>
                <a:stCxn id="34" idx="1"/>
                <a:endCxn id="30" idx="5"/>
              </p:cNvCxnSpPr>
              <p:nvPr/>
            </p:nvCxnSpPr>
            <p:spPr>
              <a:xfrm flipH="1" flipV="1">
                <a:off x="8445808" y="424122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3F51C00-7BE4-C71B-CEC9-78F3E393B278}"/>
                  </a:ext>
                </a:extLst>
              </p:cNvPr>
              <p:cNvSpPr txBox="1"/>
              <p:nvPr/>
            </p:nvSpPr>
            <p:spPr>
              <a:xfrm>
                <a:off x="6190049" y="33712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E00191F-101E-453F-E05F-F79326EF7FFB}"/>
                  </a:ext>
                </a:extLst>
              </p:cNvPr>
              <p:cNvSpPr txBox="1"/>
              <p:nvPr/>
            </p:nvSpPr>
            <p:spPr>
              <a:xfrm>
                <a:off x="4384195" y="437709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19AC53-E3AB-F92F-CA0A-7EC078433879}"/>
                  </a:ext>
                </a:extLst>
              </p:cNvPr>
              <p:cNvSpPr txBox="1"/>
              <p:nvPr/>
            </p:nvSpPr>
            <p:spPr>
              <a:xfrm>
                <a:off x="8051693" y="4316695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A690ADD-9D72-5CFC-ABA4-CFD3482C08B4}"/>
                  </a:ext>
                </a:extLst>
              </p:cNvPr>
              <p:cNvSpPr txBox="1"/>
              <p:nvPr/>
            </p:nvSpPr>
            <p:spPr>
              <a:xfrm>
                <a:off x="3352081" y="50715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25CA634-CACD-54BE-4661-54DEF3A780C5}"/>
                  </a:ext>
                </a:extLst>
              </p:cNvPr>
              <p:cNvSpPr txBox="1"/>
              <p:nvPr/>
            </p:nvSpPr>
            <p:spPr>
              <a:xfrm>
                <a:off x="7122005" y="501267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F6D568-E05C-26F2-EBD8-57839FC7687F}"/>
                  </a:ext>
                </a:extLst>
              </p:cNvPr>
              <p:cNvSpPr txBox="1"/>
              <p:nvPr/>
            </p:nvSpPr>
            <p:spPr>
              <a:xfrm>
                <a:off x="5404400" y="51089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1DFACA-646B-2F3B-1F0D-554B10C6DCB7}"/>
                  </a:ext>
                </a:extLst>
              </p:cNvPr>
              <p:cNvSpPr txBox="1"/>
              <p:nvPr/>
            </p:nvSpPr>
            <p:spPr>
              <a:xfrm>
                <a:off x="9030118" y="503006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96EE955-07B4-4EE0-219A-7BF193FD11F3}"/>
                  </a:ext>
                </a:extLst>
              </p:cNvPr>
              <p:cNvSpPr txBox="1"/>
              <p:nvPr/>
            </p:nvSpPr>
            <p:spPr>
              <a:xfrm>
                <a:off x="2783996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AE0ABF5-B591-93A9-75F6-25B4A6AB23BE}"/>
                  </a:ext>
                </a:extLst>
              </p:cNvPr>
              <p:cNvSpPr txBox="1"/>
              <p:nvPr/>
            </p:nvSpPr>
            <p:spPr>
              <a:xfrm>
                <a:off x="3920467" y="596462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035EC9-3610-8FDE-B3D0-38593B0EF572}"/>
                </a:ext>
              </a:extLst>
            </p:cNvPr>
            <p:cNvSpPr/>
            <p:nvPr/>
          </p:nvSpPr>
          <p:spPr>
            <a:xfrm>
              <a:off x="2330369" y="5636036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15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001DADF-BD70-7B05-56C0-31B3799F72C0}"/>
                </a:ext>
              </a:extLst>
            </p:cNvPr>
            <p:cNvCxnSpPr>
              <a:cxnSpLocks/>
              <a:stCxn id="54" idx="0"/>
              <a:endCxn id="32" idx="3"/>
            </p:cNvCxnSpPr>
            <p:nvPr/>
          </p:nvCxnSpPr>
          <p:spPr>
            <a:xfrm flipV="1">
              <a:off x="2674408" y="5297030"/>
              <a:ext cx="248506" cy="3390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CC9DA3-E3B4-4532-1F70-7E2BF83F9167}"/>
                </a:ext>
              </a:extLst>
            </p:cNvPr>
            <p:cNvSpPr txBox="1"/>
            <p:nvPr/>
          </p:nvSpPr>
          <p:spPr>
            <a:xfrm>
              <a:off x="2446730" y="624337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43941B0-86D8-D533-366D-B46802C30744}"/>
              </a:ext>
            </a:extLst>
          </p:cNvPr>
          <p:cNvSpPr txBox="1"/>
          <p:nvPr/>
        </p:nvSpPr>
        <p:spPr>
          <a:xfrm>
            <a:off x="737595" y="3266383"/>
            <a:ext cx="2376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Violate Heap Property!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4902B8-F5AB-50D9-18C4-FF07B8E03412}"/>
              </a:ext>
            </a:extLst>
          </p:cNvPr>
          <p:cNvSpPr txBox="1"/>
          <p:nvPr/>
        </p:nvSpPr>
        <p:spPr>
          <a:xfrm>
            <a:off x="8434060" y="457110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039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05CF-DEFE-FCCE-A8B5-E5D05FB4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did this take?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365F4-D608-38F3-EE98-2E277D48B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Worst case running time of </a:t>
            </a:r>
            <a:r>
              <a:rPr lang="en-US" dirty="0" err="1"/>
              <a:t>buildHeap</a:t>
            </a:r>
            <a:r>
              <a:rPr lang="en-US" dirty="0"/>
              <a:t>:</a:t>
            </a:r>
          </a:p>
          <a:p>
            <a:r>
              <a:rPr lang="en-US" dirty="0"/>
              <a:t>No node can percolate down more than the height of its subtree</a:t>
            </a:r>
          </a:p>
          <a:p>
            <a:pPr lvl="1"/>
            <a:r>
              <a:rPr lang="en-US" dirty="0"/>
              <a:t>When </a:t>
            </a:r>
            <a:r>
              <a:rPr lang="en-US" dirty="0" err="1"/>
              <a:t>i</a:t>
            </a:r>
            <a:r>
              <a:rPr lang="en-US" dirty="0"/>
              <a:t> is a leaf:</a:t>
            </a:r>
          </a:p>
          <a:p>
            <a:pPr lvl="1"/>
            <a:r>
              <a:rPr lang="en-US" dirty="0"/>
              <a:t>When </a:t>
            </a:r>
            <a:r>
              <a:rPr lang="en-US" dirty="0" err="1"/>
              <a:t>i</a:t>
            </a:r>
            <a:r>
              <a:rPr lang="en-US" dirty="0"/>
              <a:t> is second-from-last level:</a:t>
            </a:r>
          </a:p>
          <a:p>
            <a:pPr lvl="1"/>
            <a:r>
              <a:rPr lang="en-US" dirty="0"/>
              <a:t>When i is third-from-last level:</a:t>
            </a:r>
          </a:p>
          <a:p>
            <a:r>
              <a:rPr lang="en-US" dirty="0"/>
              <a:t>Overall Running time: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625AA-3486-326F-E75E-91F40D9AD6A6}"/>
              </a:ext>
            </a:extLst>
          </p:cNvPr>
          <p:cNvSpPr txBox="1"/>
          <p:nvPr/>
        </p:nvSpPr>
        <p:spPr>
          <a:xfrm>
            <a:off x="8586460" y="283582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6348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10098</TotalTime>
  <Words>2938</Words>
  <Application>Microsoft Office PowerPoint</Application>
  <PresentationFormat>Widescreen</PresentationFormat>
  <Paragraphs>920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Calibri</vt:lpstr>
      <vt:lpstr>Arial</vt:lpstr>
      <vt:lpstr>Cambria Math</vt:lpstr>
      <vt:lpstr>Calibri Light</vt:lpstr>
      <vt:lpstr>Office Theme</vt:lpstr>
      <vt:lpstr>CSE 332 Summer 2024 Lecture 5: Priority Queues</vt:lpstr>
      <vt:lpstr>Finite Geometric Series</vt:lpstr>
      <vt:lpstr>Finite Geometric Series</vt:lpstr>
      <vt:lpstr>ADT: Queue</vt:lpstr>
      <vt:lpstr>ADT: Priority Queue</vt:lpstr>
      <vt:lpstr>Priority Queue, example</vt:lpstr>
      <vt:lpstr>Priority Queue, example</vt:lpstr>
      <vt:lpstr>Applications?</vt:lpstr>
      <vt:lpstr>Thinking through implementations</vt:lpstr>
      <vt:lpstr>Thinking through implementations</vt:lpstr>
      <vt:lpstr>Thinking through implementations</vt:lpstr>
      <vt:lpstr>Trees for Heaps</vt:lpstr>
      <vt:lpstr>Heap – Priority Queue Data Structure</vt:lpstr>
      <vt:lpstr>Heap – Priority Queue Data Structure</vt:lpstr>
      <vt:lpstr>Challenge!</vt:lpstr>
      <vt:lpstr>(Min) Heap Data Structure</vt:lpstr>
      <vt:lpstr>Heap Insert</vt:lpstr>
      <vt:lpstr>Heap Insert</vt:lpstr>
      <vt:lpstr>Heap Insert</vt:lpstr>
      <vt:lpstr>Heap Insert</vt:lpstr>
      <vt:lpstr>Heap Insert</vt:lpstr>
      <vt:lpstr>Heap extract</vt:lpstr>
      <vt:lpstr>Heap extract</vt:lpstr>
      <vt:lpstr>Heap extract</vt:lpstr>
      <vt:lpstr>Heap extract</vt:lpstr>
      <vt:lpstr>Heap extract</vt:lpstr>
      <vt:lpstr>Percolate Up and Down (for a Min Heap)</vt:lpstr>
      <vt:lpstr>Representing a Heap</vt:lpstr>
      <vt:lpstr>Insert Psuedocode</vt:lpstr>
      <vt:lpstr>Percolate Up</vt:lpstr>
      <vt:lpstr>extract Psuedocode</vt:lpstr>
      <vt:lpstr>Percolate Down</vt:lpstr>
      <vt:lpstr>Other Operations</vt:lpstr>
      <vt:lpstr>Aside: Expected Running time of Insert</vt:lpstr>
      <vt:lpstr>Building a Heap From “Scratch”</vt:lpstr>
      <vt:lpstr>Floyd’s buildHeap method</vt:lpstr>
      <vt:lpstr>Floyd’s buildHeap method</vt:lpstr>
      <vt:lpstr>Floyd’s buildHeap method</vt:lpstr>
      <vt:lpstr>Floyd’s buildHeap method</vt:lpstr>
      <vt:lpstr>Floyd’s buildHeap method</vt:lpstr>
      <vt:lpstr>Floyd’s buildHeap method</vt:lpstr>
      <vt:lpstr>Floyd’s buildHeap method</vt:lpstr>
      <vt:lpstr>How long did this take?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Brunelle, Nathan J (njb2b)</cp:lastModifiedBy>
  <cp:revision>72</cp:revision>
  <dcterms:created xsi:type="dcterms:W3CDTF">2023-09-26T20:08:20Z</dcterms:created>
  <dcterms:modified xsi:type="dcterms:W3CDTF">2024-06-28T18:42:45Z</dcterms:modified>
</cp:coreProperties>
</file>